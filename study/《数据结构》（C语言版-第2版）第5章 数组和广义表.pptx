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26"/>
  </p:notesMasterIdLst>
  <p:sldIdLst>
    <p:sldId id="258" r:id="rId2"/>
    <p:sldId id="259" r:id="rId3"/>
    <p:sldId id="400" r:id="rId4"/>
    <p:sldId id="401" r:id="rId5"/>
    <p:sldId id="404" r:id="rId6"/>
    <p:sldId id="405" r:id="rId7"/>
    <p:sldId id="406" r:id="rId8"/>
    <p:sldId id="407" r:id="rId9"/>
    <p:sldId id="408" r:id="rId10"/>
    <p:sldId id="409" r:id="rId11"/>
    <p:sldId id="410" r:id="rId12"/>
    <p:sldId id="411" r:id="rId13"/>
    <p:sldId id="412" r:id="rId14"/>
    <p:sldId id="318" r:id="rId15"/>
    <p:sldId id="257" r:id="rId16"/>
    <p:sldId id="413" r:id="rId17"/>
    <p:sldId id="414" r:id="rId18"/>
    <p:sldId id="256" r:id="rId19"/>
    <p:sldId id="415" r:id="rId20"/>
    <p:sldId id="416" r:id="rId21"/>
    <p:sldId id="417" r:id="rId22"/>
    <p:sldId id="418" r:id="rId23"/>
    <p:sldId id="419" r:id="rId24"/>
    <p:sldId id="420" r:id="rId2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41ABC"/>
    <a:srgbClr val="F57D2B"/>
    <a:srgbClr val="8E0000"/>
    <a:srgbClr val="CC99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主题样式 1 - 强调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256" autoAdjust="0"/>
    <p:restoredTop sz="92643" autoAdjust="0"/>
  </p:normalViewPr>
  <p:slideViewPr>
    <p:cSldViewPr snapToGrid="0">
      <p:cViewPr varScale="1">
        <p:scale>
          <a:sx n="85" d="100"/>
          <a:sy n="85" d="100"/>
        </p:scale>
        <p:origin x="30" y="117"/>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80" d="100"/>
          <a:sy n="80" d="100"/>
        </p:scale>
        <p:origin x="2856" y="6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F2FD4D6-071D-49E0-A0E6-CBED1B9F0AE6}" type="datetimeFigureOut">
              <a:rPr lang="zh-CN" altLang="en-US" smtClean="0"/>
              <a:t>2025/10/25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1E22505-B285-46DF-A8C7-BE179E568906}" type="slidenum">
              <a:rPr lang="zh-CN" altLang="en-US" smtClean="0"/>
              <a:t>‹#›</a:t>
            </a:fld>
            <a:endParaRPr lang="zh-CN" altLang="en-US"/>
          </a:p>
        </p:txBody>
      </p:sp>
    </p:spTree>
    <p:extLst>
      <p:ext uri="{BB962C8B-B14F-4D97-AF65-F5344CB8AC3E}">
        <p14:creationId xmlns:p14="http://schemas.microsoft.com/office/powerpoint/2010/main" val="39140909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20000"/>
              </a:lnSpc>
            </a:pPr>
            <a:r>
              <a:rPr lang="zh-CN" altLang="en-US" b="0" dirty="0">
                <a:latin typeface="宋体" panose="02010600030101010101" pitchFamily="2" charset="-122"/>
                <a:ea typeface="宋体" panose="02010600030101010101" pitchFamily="2" charset="-122"/>
              </a:rPr>
              <a:t>（</a:t>
            </a:r>
            <a:r>
              <a:rPr lang="en-US" altLang="zh-CN" b="0" dirty="0">
                <a:latin typeface="宋体" panose="02010600030101010101" pitchFamily="2" charset="-122"/>
                <a:ea typeface="宋体" panose="02010600030101010101" pitchFamily="2" charset="-122"/>
              </a:rPr>
              <a:t>1</a:t>
            </a:r>
            <a:r>
              <a:rPr lang="zh-CN" altLang="en-US" b="0" dirty="0">
                <a:latin typeface="宋体" panose="02010600030101010101" pitchFamily="2" charset="-122"/>
                <a:ea typeface="宋体" panose="02010600030101010101" pitchFamily="2" charset="-122"/>
              </a:rPr>
              <a:t>）多维数组的访问特性决定了应该采用顺序存储结构，但可以有不同的具体方案。</a:t>
            </a:r>
            <a:endParaRPr lang="en-US" altLang="zh-CN" b="0" dirty="0">
              <a:latin typeface="宋体" panose="02010600030101010101" pitchFamily="2" charset="-122"/>
              <a:ea typeface="宋体" panose="02010600030101010101" pitchFamily="2" charset="-122"/>
            </a:endParaRPr>
          </a:p>
          <a:p>
            <a:pPr>
              <a:lnSpc>
                <a:spcPct val="120000"/>
              </a:lnSpc>
            </a:pPr>
            <a:r>
              <a:rPr lang="zh-CN" altLang="en-US" b="0" dirty="0">
                <a:latin typeface="宋体" panose="02010600030101010101" pitchFamily="2" charset="-122"/>
                <a:ea typeface="宋体" panose="02010600030101010101" pitchFamily="2" charset="-122"/>
              </a:rPr>
              <a:t>（</a:t>
            </a:r>
            <a:r>
              <a:rPr lang="en-US" altLang="zh-CN" b="0" dirty="0">
                <a:latin typeface="宋体" panose="02010600030101010101" pitchFamily="2" charset="-122"/>
                <a:ea typeface="宋体" panose="02010600030101010101" pitchFamily="2" charset="-122"/>
              </a:rPr>
              <a:t>2</a:t>
            </a:r>
            <a:r>
              <a:rPr lang="zh-CN" altLang="en-US" b="0" dirty="0">
                <a:latin typeface="宋体" panose="02010600030101010101" pitchFamily="2" charset="-122"/>
                <a:ea typeface="宋体" panose="02010600030101010101" pitchFamily="2" charset="-122"/>
              </a:rPr>
              <a:t>）这里讨论一种为数组元素分配连续存储空间的方案。在第</a:t>
            </a:r>
            <a:r>
              <a:rPr lang="en-US" altLang="zh-CN" b="0" dirty="0">
                <a:latin typeface="宋体" panose="02010600030101010101" pitchFamily="2" charset="-122"/>
                <a:ea typeface="宋体" panose="02010600030101010101" pitchFamily="2" charset="-122"/>
              </a:rPr>
              <a:t>7</a:t>
            </a:r>
            <a:r>
              <a:rPr lang="zh-CN" altLang="en-US" b="0" dirty="0">
                <a:latin typeface="宋体" panose="02010600030101010101" pitchFamily="2" charset="-122"/>
                <a:ea typeface="宋体" panose="02010600030101010101" pitchFamily="2" charset="-122"/>
              </a:rPr>
              <a:t>章讨论图的数组表示法存储结构时，还会看到采用二重指针的存储空间分段连续的方案。</a:t>
            </a:r>
            <a:endParaRPr lang="en-US" altLang="zh-CN" b="0" dirty="0">
              <a:latin typeface="宋体" panose="02010600030101010101" pitchFamily="2" charset="-122"/>
              <a:ea typeface="宋体" panose="02010600030101010101" pitchFamily="2" charset="-122"/>
            </a:endParaRPr>
          </a:p>
          <a:p>
            <a:pPr>
              <a:lnSpc>
                <a:spcPct val="120000"/>
              </a:lnSpc>
            </a:pPr>
            <a:r>
              <a:rPr lang="zh-CN" altLang="en-US" b="0" dirty="0">
                <a:latin typeface="宋体" panose="02010600030101010101" pitchFamily="2" charset="-122"/>
                <a:ea typeface="宋体" panose="02010600030101010101" pitchFamily="2" charset="-122"/>
              </a:rPr>
              <a:t>（</a:t>
            </a:r>
            <a:r>
              <a:rPr lang="en-US" altLang="zh-CN" b="0" dirty="0">
                <a:latin typeface="宋体" panose="02010600030101010101" pitchFamily="2" charset="-122"/>
                <a:ea typeface="宋体" panose="02010600030101010101" pitchFamily="2" charset="-122"/>
              </a:rPr>
              <a:t>3</a:t>
            </a:r>
            <a:r>
              <a:rPr lang="zh-CN" altLang="en-US" b="0" dirty="0">
                <a:latin typeface="宋体" panose="02010600030101010101" pitchFamily="2" charset="-122"/>
                <a:ea typeface="宋体" panose="02010600030101010101" pitchFamily="2" charset="-122"/>
              </a:rPr>
              <a:t>）以下是相关的类型表述。</a:t>
            </a:r>
          </a:p>
          <a:p>
            <a:r>
              <a:rPr lang="zh-CN" altLang="en-US" dirty="0"/>
              <a:t>（</a:t>
            </a:r>
            <a:r>
              <a:rPr lang="en-US" altLang="zh-CN" dirty="0"/>
              <a:t>4</a:t>
            </a:r>
            <a:r>
              <a:rPr lang="zh-CN" altLang="en-US" dirty="0"/>
              <a:t>）我们约定所实现的多维数组是</a:t>
            </a:r>
            <a:r>
              <a:rPr lang="en-US" altLang="zh-CN" dirty="0"/>
              <a:t>1</a:t>
            </a:r>
            <a:r>
              <a:rPr lang="zh-CN" altLang="en-US" dirty="0"/>
              <a:t>到</a:t>
            </a:r>
            <a:r>
              <a:rPr lang="en-US" altLang="zh-CN" dirty="0"/>
              <a:t>8</a:t>
            </a:r>
            <a:r>
              <a:rPr lang="zh-CN" altLang="en-US" dirty="0"/>
              <a:t>维。采用</a:t>
            </a:r>
            <a:r>
              <a:rPr lang="en-US" altLang="zh-CN" dirty="0"/>
              <a:t>C</a:t>
            </a:r>
            <a:r>
              <a:rPr lang="zh-CN" altLang="en-US" dirty="0"/>
              <a:t>语言的变长参数表的机制，简化基本操作的函数接口。这里关于参数的标准头文件</a:t>
            </a:r>
            <a:r>
              <a:rPr lang="en-US" altLang="zh-CN" dirty="0" err="1"/>
              <a:t>stdarg.h</a:t>
            </a:r>
            <a:r>
              <a:rPr lang="zh-CN" altLang="en-US" dirty="0"/>
              <a:t>提供了三个宏，可用来</a:t>
            </a:r>
            <a:r>
              <a:rPr lang="zh-CN" altLang="en-US" sz="1200" b="0" dirty="0">
                <a:solidFill>
                  <a:schemeClr val="accent2">
                    <a:lumMod val="50000"/>
                  </a:schemeClr>
                </a:solidFill>
                <a:latin typeface="Courier New" panose="02070309020205020404" pitchFamily="49" charset="0"/>
                <a:cs typeface="Courier New" panose="02070309020205020404" pitchFamily="49" charset="0"/>
              </a:rPr>
              <a:t>获取变长参数表的实际参数。下面结合运用再介绍。</a:t>
            </a:r>
            <a:endParaRPr lang="en-US" altLang="zh-CN" sz="1200" b="0" dirty="0">
              <a:solidFill>
                <a:schemeClr val="accent2">
                  <a:lumMod val="50000"/>
                </a:schemeClr>
              </a:solidFill>
              <a:latin typeface="Courier New" panose="02070309020205020404" pitchFamily="49" charset="0"/>
              <a:cs typeface="Courier New" panose="02070309020205020404" pitchFamily="49" charset="0"/>
            </a:endParaRPr>
          </a:p>
          <a:p>
            <a:r>
              <a:rPr lang="zh-CN" altLang="en-US" b="0" dirty="0"/>
              <a:t>（</a:t>
            </a:r>
            <a:r>
              <a:rPr lang="en-US" altLang="zh-CN" b="0" dirty="0"/>
              <a:t>4</a:t>
            </a:r>
            <a:r>
              <a:rPr lang="zh-CN" altLang="en-US" b="0" dirty="0"/>
              <a:t>）从类型定义可见，多维数组的存储结构有</a:t>
            </a:r>
            <a:r>
              <a:rPr lang="en-US" altLang="zh-CN" b="0" dirty="0"/>
              <a:t>4</a:t>
            </a:r>
            <a:r>
              <a:rPr lang="zh-CN" altLang="en-US" b="0" dirty="0"/>
              <a:t>个域，除了第</a:t>
            </a:r>
            <a:r>
              <a:rPr lang="en-US" altLang="zh-CN" b="0" dirty="0"/>
              <a:t>2</a:t>
            </a:r>
            <a:r>
              <a:rPr lang="zh-CN" altLang="en-US" b="0" dirty="0"/>
              <a:t>个是数组的维数，其他三个域都是指针类型，分别是元素存储空间的基址、各维的维界或称长度的存储空间的基址、以及计算元素地址的映像函数中的常数的存储空间的基址。</a:t>
            </a:r>
            <a:endParaRPr lang="en-US" altLang="zh-CN" b="0" dirty="0"/>
          </a:p>
          <a:p>
            <a:r>
              <a:rPr lang="zh-CN" altLang="en-US" b="0" dirty="0"/>
              <a:t>（</a:t>
            </a:r>
            <a:r>
              <a:rPr lang="en-US" altLang="zh-CN" b="0" dirty="0"/>
              <a:t>5</a:t>
            </a:r>
            <a:r>
              <a:rPr lang="zh-CN" altLang="en-US" b="0" dirty="0"/>
              <a:t>）例如，如果定义一个</a:t>
            </a:r>
            <a:r>
              <a:rPr lang="en-US" altLang="zh-CN" b="0" dirty="0"/>
              <a:t>3</a:t>
            </a:r>
            <a:r>
              <a:rPr lang="zh-CN" altLang="en-US" b="0" dirty="0"/>
              <a:t>维数组</a:t>
            </a:r>
            <a:r>
              <a:rPr lang="en-US" altLang="zh-CN" b="0" dirty="0"/>
              <a:t>a</a:t>
            </a:r>
            <a:r>
              <a:rPr lang="zh-CN" altLang="en-US" b="0" dirty="0"/>
              <a:t>，各维长度分别是</a:t>
            </a:r>
            <a:r>
              <a:rPr lang="en-US" altLang="zh-CN" b="0" dirty="0"/>
              <a:t>3</a:t>
            </a:r>
            <a:r>
              <a:rPr lang="zh-CN" altLang="en-US" b="0" dirty="0"/>
              <a:t>、</a:t>
            </a:r>
            <a:r>
              <a:rPr lang="en-US" altLang="zh-CN" b="0" dirty="0"/>
              <a:t>4</a:t>
            </a:r>
            <a:r>
              <a:rPr lang="zh-CN" altLang="en-US" b="0" dirty="0"/>
              <a:t>、</a:t>
            </a:r>
            <a:r>
              <a:rPr lang="en-US" altLang="zh-CN" b="0" dirty="0"/>
              <a:t>5</a:t>
            </a:r>
            <a:r>
              <a:rPr lang="zh-CN" altLang="en-US" b="0" dirty="0"/>
              <a:t>。</a:t>
            </a:r>
            <a:endParaRPr lang="en-US" altLang="zh-CN" b="0" dirty="0"/>
          </a:p>
          <a:p>
            <a:r>
              <a:rPr lang="zh-CN" altLang="en-US" b="0" dirty="0"/>
              <a:t>（</a:t>
            </a:r>
            <a:r>
              <a:rPr lang="en-US" altLang="zh-CN" b="0" dirty="0"/>
              <a:t>6</a:t>
            </a:r>
            <a:r>
              <a:rPr lang="zh-CN" altLang="en-US" b="0" dirty="0"/>
              <a:t>）这就是它的存储结构。其中的计算地址用到的常数可参见教材（</a:t>
            </a:r>
            <a:r>
              <a:rPr lang="en-US" altLang="zh-CN" b="0" dirty="0"/>
              <a:t>5-1</a:t>
            </a:r>
            <a:r>
              <a:rPr lang="zh-CN" altLang="en-US" b="0" dirty="0"/>
              <a:t>）和（</a:t>
            </a:r>
            <a:r>
              <a:rPr lang="en-US" altLang="zh-CN" b="0" dirty="0"/>
              <a:t>5-2</a:t>
            </a:r>
            <a:r>
              <a:rPr lang="zh-CN" altLang="en-US" b="0" dirty="0"/>
              <a:t>）式。</a:t>
            </a:r>
            <a:endParaRPr lang="en-US" altLang="zh-CN" b="0" dirty="0"/>
          </a:p>
          <a:p>
            <a:r>
              <a:rPr lang="zh-CN" altLang="en-US" b="0" dirty="0"/>
              <a:t>（</a:t>
            </a:r>
            <a:r>
              <a:rPr lang="en-US" altLang="zh-CN" b="0" dirty="0"/>
              <a:t>7</a:t>
            </a:r>
            <a:r>
              <a:rPr lang="zh-CN" altLang="en-US" b="0" dirty="0"/>
              <a:t>）再看下标变量</a:t>
            </a:r>
            <a:r>
              <a:rPr lang="en-US" altLang="zh-CN" sz="1200" b="0" noProof="1">
                <a:effectLst>
                  <a:outerShdw blurRad="38100" dist="38100" dir="2700000">
                    <a:srgbClr val="FFFFFF"/>
                  </a:outerShdw>
                </a:effectLst>
              </a:rPr>
              <a:t>a[</a:t>
            </a:r>
            <a:r>
              <a:rPr lang="en-US" altLang="zh-CN" sz="1200" b="0" noProof="1">
                <a:solidFill>
                  <a:srgbClr val="C00000"/>
                </a:solidFill>
                <a:effectLst>
                  <a:outerShdw blurRad="38100" dist="38100" dir="2700000">
                    <a:srgbClr val="FFFFFF"/>
                  </a:outerShdw>
                </a:effectLst>
              </a:rPr>
              <a:t>1</a:t>
            </a:r>
            <a:r>
              <a:rPr lang="en-US" altLang="zh-CN" sz="1200" b="0" noProof="1">
                <a:effectLst>
                  <a:outerShdw blurRad="38100" dist="38100" dir="2700000">
                    <a:srgbClr val="FFFFFF"/>
                  </a:outerShdw>
                </a:effectLst>
              </a:rPr>
              <a:t>][</a:t>
            </a:r>
            <a:r>
              <a:rPr lang="en-US" altLang="zh-CN" sz="1200" b="0" noProof="1">
                <a:solidFill>
                  <a:srgbClr val="C00000"/>
                </a:solidFill>
                <a:effectLst>
                  <a:outerShdw blurRad="38100" dist="38100" dir="2700000">
                    <a:srgbClr val="FFFFFF"/>
                  </a:outerShdw>
                </a:effectLst>
              </a:rPr>
              <a:t>2</a:t>
            </a:r>
            <a:r>
              <a:rPr lang="en-US" altLang="zh-CN" sz="1200" b="0" noProof="1">
                <a:effectLst>
                  <a:outerShdw blurRad="38100" dist="38100" dir="2700000">
                    <a:srgbClr val="FFFFFF"/>
                  </a:outerShdw>
                </a:effectLst>
              </a:rPr>
              <a:t>][</a:t>
            </a:r>
            <a:r>
              <a:rPr lang="en-US" altLang="zh-CN" sz="1200" b="0" noProof="1">
                <a:solidFill>
                  <a:srgbClr val="C00000"/>
                </a:solidFill>
                <a:effectLst>
                  <a:outerShdw blurRad="38100" dist="38100" dir="2700000">
                    <a:srgbClr val="FFFFFF"/>
                  </a:outerShdw>
                </a:effectLst>
              </a:rPr>
              <a:t>3</a:t>
            </a:r>
            <a:r>
              <a:rPr lang="en-US" altLang="zh-CN" sz="1200" b="0" noProof="1">
                <a:effectLst>
                  <a:outerShdw blurRad="38100" dist="38100" dir="2700000">
                    <a:srgbClr val="FFFFFF"/>
                  </a:outerShdw>
                </a:effectLst>
              </a:rPr>
              <a:t>]</a:t>
            </a:r>
            <a:r>
              <a:rPr lang="zh-CN" altLang="en-US" sz="1200" b="0" noProof="1">
                <a:effectLst>
                  <a:outerShdw blurRad="38100" dist="38100" dir="2700000">
                    <a:srgbClr val="FFFFFF"/>
                  </a:outerShdw>
                </a:effectLst>
              </a:rPr>
              <a:t>的存储地址计算，可得到它的存储地址是基址</a:t>
            </a:r>
            <a:r>
              <a:rPr lang="en-US" altLang="zh-CN" sz="1200" b="0" noProof="1">
                <a:effectLst>
                  <a:outerShdw blurRad="38100" dist="38100" dir="2700000">
                    <a:srgbClr val="FFFFFF"/>
                  </a:outerShdw>
                </a:effectLst>
              </a:rPr>
              <a:t>base+45</a:t>
            </a:r>
            <a:r>
              <a:rPr lang="zh-CN" altLang="en-US" sz="1200" b="0" noProof="1">
                <a:effectLst>
                  <a:outerShdw blurRad="38100" dist="38100" dir="2700000">
                    <a:srgbClr val="FFFFFF"/>
                  </a:outerShdw>
                </a:effectLst>
              </a:rPr>
              <a:t>。</a:t>
            </a:r>
            <a:endParaRPr lang="en-US" altLang="zh-CN" b="0" dirty="0"/>
          </a:p>
          <a:p>
            <a:endParaRPr lang="en-US" altLang="zh-CN" b="0" dirty="0"/>
          </a:p>
          <a:p>
            <a:endParaRPr lang="zh-CN" altLang="en-US" b="0" dirty="0"/>
          </a:p>
        </p:txBody>
      </p:sp>
      <p:sp>
        <p:nvSpPr>
          <p:cNvPr id="4" name="灯片编号占位符 3"/>
          <p:cNvSpPr>
            <a:spLocks noGrp="1"/>
          </p:cNvSpPr>
          <p:nvPr>
            <p:ph type="sldNum" sz="quarter" idx="5"/>
          </p:nvPr>
        </p:nvSpPr>
        <p:spPr/>
        <p:txBody>
          <a:bodyPr/>
          <a:lstStyle/>
          <a:p>
            <a:fld id="{B7DBFC37-6D59-4113-A50D-DD945246966B}" type="slidenum">
              <a:rPr lang="zh-CN" altLang="en-US" smtClean="0"/>
              <a:t>3</a:t>
            </a:fld>
            <a:endParaRPr lang="zh-CN" altLang="en-US"/>
          </a:p>
        </p:txBody>
      </p:sp>
    </p:spTree>
    <p:extLst>
      <p:ext uri="{BB962C8B-B14F-4D97-AF65-F5344CB8AC3E}">
        <p14:creationId xmlns:p14="http://schemas.microsoft.com/office/powerpoint/2010/main" val="7274699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a:t>
            </a:r>
            <a:r>
              <a:rPr lang="en-US" altLang="zh-CN" dirty="0"/>
              <a:t>1</a:t>
            </a:r>
            <a:r>
              <a:rPr lang="zh-CN" altLang="en-US" dirty="0"/>
              <a:t>）页面显示的是多维数组的顺序存储结构的构造算法。</a:t>
            </a:r>
            <a:endParaRPr lang="en-US" altLang="zh-CN" dirty="0"/>
          </a:p>
          <a:p>
            <a:r>
              <a:rPr lang="zh-CN" altLang="en-US" dirty="0"/>
              <a:t>（</a:t>
            </a:r>
            <a:r>
              <a:rPr lang="en-US" altLang="zh-CN" dirty="0"/>
              <a:t>2</a:t>
            </a:r>
            <a:r>
              <a:rPr lang="zh-CN" altLang="en-US" dirty="0"/>
              <a:t>）在算法的参数表中，第一个引用形参</a:t>
            </a:r>
            <a:r>
              <a:rPr lang="en-US" altLang="zh-CN" dirty="0"/>
              <a:t>A</a:t>
            </a:r>
            <a:r>
              <a:rPr lang="zh-CN" altLang="en-US" dirty="0"/>
              <a:t>是要构造的多维数组，第二个参数</a:t>
            </a:r>
            <a:r>
              <a:rPr lang="en-US" altLang="zh-CN" dirty="0"/>
              <a:t>dim</a:t>
            </a:r>
            <a:r>
              <a:rPr lang="zh-CN" altLang="en-US" dirty="0"/>
              <a:t>是数组的维数，接着是三个圆点组成的“省略号”，这是</a:t>
            </a:r>
            <a:r>
              <a:rPr lang="en-US" altLang="zh-CN" dirty="0"/>
              <a:t>C</a:t>
            </a:r>
            <a:r>
              <a:rPr lang="zh-CN" altLang="en-US" dirty="0"/>
              <a:t>语言的变长参数表，它给函数接口提供了灵活性。调用函数时，对应的实际参数可以是</a:t>
            </a:r>
            <a:r>
              <a:rPr lang="en-US" altLang="zh-CN" dirty="0"/>
              <a:t>1</a:t>
            </a:r>
            <a:r>
              <a:rPr lang="zh-CN" altLang="en-US" dirty="0"/>
              <a:t>到多个。调用这个算法时，对应数组维数，依次给出各维相应的维界，也称为长度。</a:t>
            </a:r>
            <a:endParaRPr lang="en-US" altLang="zh-CN" dirty="0"/>
          </a:p>
          <a:p>
            <a:r>
              <a:rPr lang="zh-CN" altLang="en-US" dirty="0"/>
              <a:t>（</a:t>
            </a:r>
            <a:r>
              <a:rPr lang="en-US" altLang="zh-CN" dirty="0"/>
              <a:t>3</a:t>
            </a:r>
            <a:r>
              <a:rPr lang="zh-CN" altLang="en-US" dirty="0"/>
              <a:t>）可配套运用的是可变参数表类型</a:t>
            </a:r>
            <a:r>
              <a:rPr lang="en-US" altLang="zh-CN" dirty="0" err="1"/>
              <a:t>va_list</a:t>
            </a:r>
            <a:r>
              <a:rPr lang="zh-CN" altLang="en-US" dirty="0"/>
              <a:t>，以及获取参数相关的三个宏。在对算法讲解时，可看到它们怎样运用。</a:t>
            </a:r>
            <a:endParaRPr lang="en-US" altLang="zh-CN" dirty="0"/>
          </a:p>
          <a:p>
            <a:r>
              <a:rPr lang="zh-CN" altLang="en-US" dirty="0"/>
              <a:t>（</a:t>
            </a:r>
            <a:r>
              <a:rPr lang="en-US" altLang="zh-CN" dirty="0"/>
              <a:t>4</a:t>
            </a:r>
            <a:r>
              <a:rPr lang="zh-CN" altLang="en-US" dirty="0"/>
              <a:t>）首先检查维数的合理性，</a:t>
            </a:r>
            <a:r>
              <a:rPr lang="en-US" altLang="zh-CN" dirty="0"/>
              <a:t>MAX_ARRAY_DIM</a:t>
            </a:r>
            <a:r>
              <a:rPr lang="zh-CN" altLang="en-US" dirty="0"/>
              <a:t>是允许的最大维数。</a:t>
            </a:r>
            <a:endParaRPr lang="en-US" altLang="zh-CN" dirty="0"/>
          </a:p>
          <a:p>
            <a:r>
              <a:rPr lang="zh-CN" altLang="en-US" dirty="0"/>
              <a:t>（</a:t>
            </a:r>
            <a:r>
              <a:rPr lang="en-US" altLang="zh-CN" dirty="0"/>
              <a:t>5</a:t>
            </a:r>
            <a:r>
              <a:rPr lang="zh-CN" altLang="en-US" dirty="0"/>
              <a:t>）把维数存入数组</a:t>
            </a:r>
            <a:r>
              <a:rPr lang="en-US" altLang="zh-CN" dirty="0"/>
              <a:t>A</a:t>
            </a:r>
            <a:r>
              <a:rPr lang="zh-CN" altLang="en-US" dirty="0"/>
              <a:t>的维数域。</a:t>
            </a:r>
            <a:endParaRPr lang="en-US" altLang="zh-CN" dirty="0"/>
          </a:p>
          <a:p>
            <a:r>
              <a:rPr lang="zh-CN" altLang="en-US" dirty="0"/>
              <a:t>（</a:t>
            </a:r>
            <a:r>
              <a:rPr lang="en-US" altLang="zh-CN" dirty="0"/>
              <a:t>6</a:t>
            </a:r>
            <a:r>
              <a:rPr lang="zh-CN" altLang="en-US" dirty="0"/>
              <a:t>）按维数为各维长度分配存储空间。</a:t>
            </a:r>
            <a:endParaRPr lang="en-US" altLang="zh-CN" dirty="0"/>
          </a:p>
          <a:p>
            <a:r>
              <a:rPr lang="zh-CN" altLang="en-US" dirty="0"/>
              <a:t>（</a:t>
            </a:r>
            <a:r>
              <a:rPr lang="en-US" altLang="zh-CN" dirty="0"/>
              <a:t>7</a:t>
            </a:r>
            <a:r>
              <a:rPr lang="zh-CN" altLang="en-US" dirty="0"/>
              <a:t>）为求数组元素个数赋初值</a:t>
            </a:r>
            <a:r>
              <a:rPr lang="en-US" altLang="zh-CN" dirty="0"/>
              <a:t>1</a:t>
            </a:r>
            <a:r>
              <a:rPr lang="zh-CN" altLang="en-US" dirty="0"/>
              <a:t>。</a:t>
            </a:r>
            <a:endParaRPr lang="en-US" altLang="zh-CN" dirty="0"/>
          </a:p>
          <a:p>
            <a:r>
              <a:rPr lang="zh-CN" altLang="en-US" dirty="0"/>
              <a:t>（</a:t>
            </a:r>
            <a:r>
              <a:rPr lang="en-US" altLang="zh-CN" dirty="0"/>
              <a:t>8</a:t>
            </a:r>
            <a:r>
              <a:rPr lang="zh-CN" altLang="en-US" dirty="0"/>
              <a:t>）调用变长参数表初始化的宏，获取变长参数表中的各维长度前，必须做的操作。</a:t>
            </a:r>
            <a:endParaRPr lang="en-US" altLang="zh-CN" dirty="0"/>
          </a:p>
          <a:p>
            <a:r>
              <a:rPr lang="zh-CN" altLang="en-US" dirty="0"/>
              <a:t>（</a:t>
            </a:r>
            <a:r>
              <a:rPr lang="en-US" altLang="zh-CN" dirty="0"/>
              <a:t>9</a:t>
            </a:r>
            <a:r>
              <a:rPr lang="zh-CN" altLang="en-US" dirty="0"/>
              <a:t>）</a:t>
            </a:r>
            <a:r>
              <a:rPr lang="en-US" altLang="zh-CN" dirty="0"/>
              <a:t>for</a:t>
            </a:r>
            <a:r>
              <a:rPr lang="zh-CN" altLang="en-US" dirty="0"/>
              <a:t>循环依次获取、核查和存储各维的长度。</a:t>
            </a:r>
            <a:endParaRPr lang="en-US" altLang="zh-CN" dirty="0"/>
          </a:p>
          <a:p>
            <a:r>
              <a:rPr lang="zh-CN" altLang="en-US" dirty="0"/>
              <a:t>（</a:t>
            </a:r>
            <a:r>
              <a:rPr lang="en-US" altLang="zh-CN" dirty="0"/>
              <a:t>10</a:t>
            </a:r>
            <a:r>
              <a:rPr lang="zh-CN" altLang="en-US" dirty="0"/>
              <a:t>）我们看，首先获取并保存的是第</a:t>
            </a:r>
            <a:r>
              <a:rPr lang="en-US" altLang="zh-CN" dirty="0"/>
              <a:t>1</a:t>
            </a:r>
            <a:r>
              <a:rPr lang="zh-CN" altLang="en-US" dirty="0"/>
              <a:t>维的长度</a:t>
            </a:r>
            <a:r>
              <a:rPr lang="en-US" altLang="zh-CN" dirty="0"/>
              <a:t>4</a:t>
            </a:r>
            <a:r>
              <a:rPr lang="zh-CN" altLang="en-US" dirty="0"/>
              <a:t>，</a:t>
            </a:r>
            <a:endParaRPr lang="en-US" altLang="zh-CN" dirty="0"/>
          </a:p>
          <a:p>
            <a:r>
              <a:rPr lang="zh-CN" altLang="en-US" dirty="0"/>
              <a:t>（</a:t>
            </a:r>
            <a:r>
              <a:rPr lang="en-US" altLang="zh-CN" dirty="0"/>
              <a:t>11</a:t>
            </a:r>
            <a:r>
              <a:rPr lang="zh-CN" altLang="en-US" dirty="0"/>
              <a:t>）</a:t>
            </a:r>
            <a:r>
              <a:rPr lang="en-US" altLang="zh-CN" dirty="0"/>
              <a:t>4</a:t>
            </a:r>
            <a:r>
              <a:rPr lang="zh-CN" altLang="en-US" dirty="0"/>
              <a:t>不小于</a:t>
            </a:r>
            <a:r>
              <a:rPr lang="en-US" altLang="zh-CN" dirty="0"/>
              <a:t>0</a:t>
            </a:r>
            <a:r>
              <a:rPr lang="zh-CN" altLang="en-US" dirty="0"/>
              <a:t>，合法！</a:t>
            </a:r>
            <a:endParaRPr lang="en-US" altLang="zh-CN" dirty="0"/>
          </a:p>
          <a:p>
            <a:r>
              <a:rPr lang="zh-CN" altLang="en-US" dirty="0"/>
              <a:t>（</a:t>
            </a:r>
            <a:r>
              <a:rPr lang="en-US" altLang="zh-CN" dirty="0"/>
              <a:t>12</a:t>
            </a:r>
            <a:r>
              <a:rPr lang="zh-CN" altLang="en-US" dirty="0"/>
              <a:t>）把</a:t>
            </a:r>
            <a:r>
              <a:rPr lang="en-US" altLang="zh-CN" dirty="0"/>
              <a:t>4</a:t>
            </a:r>
            <a:r>
              <a:rPr lang="zh-CN" altLang="en-US" dirty="0"/>
              <a:t>累乘到元素总数。</a:t>
            </a:r>
            <a:endParaRPr lang="en-US" altLang="zh-CN" dirty="0"/>
          </a:p>
          <a:p>
            <a:r>
              <a:rPr lang="zh-CN" altLang="en-US" dirty="0"/>
              <a:t>（</a:t>
            </a:r>
            <a:r>
              <a:rPr lang="en-US" altLang="zh-CN" dirty="0"/>
              <a:t>13</a:t>
            </a:r>
            <a:r>
              <a:rPr lang="zh-CN" altLang="en-US" dirty="0"/>
              <a:t>）接下来是先后处理第二和第三维的长度</a:t>
            </a:r>
            <a:r>
              <a:rPr lang="en-US" altLang="zh-CN" dirty="0"/>
              <a:t>5</a:t>
            </a:r>
            <a:r>
              <a:rPr lang="zh-CN" altLang="en-US" dirty="0"/>
              <a:t>和</a:t>
            </a:r>
            <a:r>
              <a:rPr lang="en-US" altLang="zh-CN" dirty="0"/>
              <a:t>6</a:t>
            </a:r>
            <a:r>
              <a:rPr lang="zh-CN" altLang="en-US" dirty="0"/>
              <a:t>，以及累乘计算数组元素总数。</a:t>
            </a:r>
            <a:endParaRPr lang="en-US" altLang="zh-CN" dirty="0"/>
          </a:p>
          <a:p>
            <a:r>
              <a:rPr lang="zh-CN" altLang="en-US" dirty="0"/>
              <a:t>（</a:t>
            </a:r>
            <a:r>
              <a:rPr lang="en-US" altLang="zh-CN" dirty="0"/>
              <a:t>14</a:t>
            </a:r>
            <a:r>
              <a:rPr lang="zh-CN" altLang="en-US" dirty="0"/>
              <a:t>）最终求得数组元素总数为</a:t>
            </a:r>
            <a:r>
              <a:rPr lang="en-US" altLang="zh-CN" dirty="0"/>
              <a:t>120</a:t>
            </a:r>
            <a:r>
              <a:rPr lang="zh-CN" altLang="en-US" dirty="0"/>
              <a:t>，它是各维长度的乘积。</a:t>
            </a:r>
            <a:endParaRPr lang="en-US" altLang="zh-CN" dirty="0"/>
          </a:p>
          <a:p>
            <a:r>
              <a:rPr lang="zh-CN" altLang="en-US" dirty="0"/>
              <a:t>（</a:t>
            </a:r>
            <a:r>
              <a:rPr lang="en-US" altLang="zh-CN" dirty="0"/>
              <a:t>15</a:t>
            </a:r>
            <a:r>
              <a:rPr lang="zh-CN" altLang="en-US" dirty="0"/>
              <a:t>）调用关闭变长参数表的宏，释放相关资源。</a:t>
            </a:r>
            <a:endParaRPr lang="en-US" altLang="zh-CN" dirty="0"/>
          </a:p>
          <a:p>
            <a:r>
              <a:rPr lang="zh-CN" altLang="en-US" dirty="0"/>
              <a:t>（</a:t>
            </a:r>
            <a:r>
              <a:rPr lang="en-US" altLang="zh-CN" dirty="0"/>
              <a:t>16</a:t>
            </a:r>
            <a:r>
              <a:rPr lang="zh-CN" altLang="en-US" dirty="0"/>
              <a:t>）按照数组元素总数</a:t>
            </a:r>
            <a:r>
              <a:rPr lang="en-US" altLang="zh-CN" dirty="0"/>
              <a:t>120</a:t>
            </a:r>
            <a:r>
              <a:rPr lang="zh-CN" altLang="en-US" dirty="0"/>
              <a:t>分配连续的元素存储空间。</a:t>
            </a:r>
            <a:endParaRPr lang="en-US" altLang="zh-CN" dirty="0"/>
          </a:p>
          <a:p>
            <a:r>
              <a:rPr lang="zh-CN" altLang="en-US" dirty="0"/>
              <a:t>（</a:t>
            </a:r>
            <a:r>
              <a:rPr lang="en-US" altLang="zh-CN" dirty="0"/>
              <a:t>17</a:t>
            </a:r>
            <a:r>
              <a:rPr lang="zh-CN" altLang="en-US"/>
              <a:t>）</a:t>
            </a:r>
            <a:r>
              <a:rPr lang="zh-CN" altLang="zh-CN" sz="1800">
                <a:effectLst/>
                <a:ea typeface="等线" panose="02010600030101010101" pitchFamily="2" charset="-122"/>
                <a:cs typeface="Times New Roman" panose="02020603050405020304" pitchFamily="18" charset="0"/>
              </a:rPr>
              <a:t>给地址计算常数分配存储空间</a:t>
            </a:r>
            <a:r>
              <a:rPr lang="zh-CN" altLang="en-US"/>
              <a:t>。</a:t>
            </a:r>
            <a:endParaRPr lang="en-US" altLang="zh-CN" dirty="0"/>
          </a:p>
          <a:p>
            <a:r>
              <a:rPr lang="zh-CN" altLang="en-US" dirty="0"/>
              <a:t>（</a:t>
            </a:r>
            <a:r>
              <a:rPr lang="en-US" altLang="zh-CN" dirty="0"/>
              <a:t>18</a:t>
            </a:r>
            <a:r>
              <a:rPr lang="zh-CN" altLang="en-US" dirty="0"/>
              <a:t>）最后一维的常数是</a:t>
            </a:r>
            <a:r>
              <a:rPr lang="en-US" altLang="zh-CN" dirty="0"/>
              <a:t>1</a:t>
            </a:r>
            <a:r>
              <a:rPr lang="zh-CN" altLang="en-US" dirty="0"/>
              <a:t>，</a:t>
            </a:r>
            <a:endParaRPr lang="en-US" altLang="zh-CN" dirty="0"/>
          </a:p>
          <a:p>
            <a:r>
              <a:rPr lang="zh-CN" altLang="en-US" dirty="0"/>
              <a:t>（</a:t>
            </a:r>
            <a:r>
              <a:rPr lang="en-US" altLang="zh-CN" dirty="0"/>
              <a:t>19</a:t>
            </a:r>
            <a:r>
              <a:rPr lang="zh-CN" altLang="en-US" dirty="0"/>
              <a:t>）依次倒推出的常数分别是</a:t>
            </a:r>
            <a:r>
              <a:rPr lang="en-US" altLang="zh-CN" dirty="0"/>
              <a:t>6</a:t>
            </a:r>
            <a:r>
              <a:rPr lang="zh-CN" altLang="en-US" dirty="0"/>
              <a:t>和</a:t>
            </a:r>
            <a:r>
              <a:rPr lang="en-US" altLang="zh-CN" dirty="0"/>
              <a:t>30</a:t>
            </a:r>
            <a:r>
              <a:rPr lang="zh-CN" altLang="en-US" dirty="0"/>
              <a:t>。</a:t>
            </a:r>
            <a:endParaRPr lang="en-US" altLang="zh-CN" dirty="0"/>
          </a:p>
          <a:p>
            <a:r>
              <a:rPr lang="zh-CN" altLang="en-US" dirty="0"/>
              <a:t>（</a:t>
            </a:r>
            <a:r>
              <a:rPr lang="en-US" altLang="zh-CN" dirty="0"/>
              <a:t>20</a:t>
            </a:r>
            <a:r>
              <a:rPr lang="zh-CN" altLang="en-US" dirty="0"/>
              <a:t>）多维数组的构造算法结束。</a:t>
            </a:r>
            <a:endParaRPr lang="en-US" altLang="zh-CN" dirty="0"/>
          </a:p>
          <a:p>
            <a:r>
              <a:rPr lang="zh-CN" altLang="en-US" dirty="0"/>
              <a:t>（</a:t>
            </a:r>
            <a:r>
              <a:rPr lang="en-US" altLang="zh-CN" dirty="0"/>
              <a:t>21</a:t>
            </a:r>
            <a:r>
              <a:rPr lang="zh-CN" altLang="en-US" dirty="0"/>
              <a:t>）最后来看下标变量</a:t>
            </a:r>
            <a:r>
              <a:rPr lang="en-US" altLang="zh-CN" dirty="0"/>
              <a:t>a[1][2][3]</a:t>
            </a:r>
            <a:r>
              <a:rPr lang="zh-CN" altLang="en-US" dirty="0"/>
              <a:t>的存储地址的计算。</a:t>
            </a:r>
            <a:endParaRPr lang="en-US" altLang="zh-CN" dirty="0"/>
          </a:p>
          <a:p>
            <a:r>
              <a:rPr lang="zh-CN" altLang="en-US" dirty="0"/>
              <a:t>（</a:t>
            </a:r>
            <a:r>
              <a:rPr lang="en-US" altLang="zh-CN" dirty="0"/>
              <a:t>22</a:t>
            </a:r>
            <a:r>
              <a:rPr lang="zh-CN" altLang="en-US" dirty="0"/>
              <a:t>）对下标变量的取值和赋值是数组的基本操作，它们都需要计算元素的实际存储地址。</a:t>
            </a:r>
            <a:endParaRPr lang="en-US" altLang="zh-CN" dirty="0"/>
          </a:p>
          <a:p>
            <a:endParaRPr lang="en-US" altLang="zh-CN" dirty="0"/>
          </a:p>
          <a:p>
            <a:endParaRPr lang="zh-CN" altLang="en-US" dirty="0"/>
          </a:p>
        </p:txBody>
      </p:sp>
      <p:sp>
        <p:nvSpPr>
          <p:cNvPr id="4" name="灯片编号占位符 3"/>
          <p:cNvSpPr>
            <a:spLocks noGrp="1"/>
          </p:cNvSpPr>
          <p:nvPr>
            <p:ph type="sldNum" sz="quarter" idx="5"/>
          </p:nvPr>
        </p:nvSpPr>
        <p:spPr/>
        <p:txBody>
          <a:bodyPr/>
          <a:lstStyle/>
          <a:p>
            <a:fld id="{B7DBFC37-6D59-4113-A50D-DD945246966B}" type="slidenum">
              <a:rPr lang="zh-CN" altLang="en-US" smtClean="0"/>
              <a:t>4</a:t>
            </a:fld>
            <a:endParaRPr lang="zh-CN" altLang="en-US"/>
          </a:p>
        </p:txBody>
      </p:sp>
    </p:spTree>
    <p:extLst>
      <p:ext uri="{BB962C8B-B14F-4D97-AF65-F5344CB8AC3E}">
        <p14:creationId xmlns:p14="http://schemas.microsoft.com/office/powerpoint/2010/main" val="22561634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20000"/>
              </a:lnSpc>
            </a:pPr>
            <a:r>
              <a:rPr lang="zh-CN" altLang="en-US" sz="1200" b="0" dirty="0">
                <a:latin typeface="Courier New" panose="02070309020205020404" pitchFamily="49" charset="0"/>
                <a:ea typeface="宋体" panose="02010600030101010101" pitchFamily="2" charset="-122"/>
                <a:cs typeface="Courier New" panose="02070309020205020404" pitchFamily="49" charset="0"/>
              </a:rPr>
              <a:t>（</a:t>
            </a:r>
            <a:r>
              <a:rPr lang="en-US" altLang="zh-CN" sz="1200" b="0" dirty="0">
                <a:latin typeface="Courier New" panose="02070309020205020404" pitchFamily="49" charset="0"/>
                <a:ea typeface="宋体" panose="02010600030101010101" pitchFamily="2" charset="-122"/>
                <a:cs typeface="Courier New" panose="02070309020205020404" pitchFamily="49" charset="0"/>
              </a:rPr>
              <a:t>1</a:t>
            </a:r>
            <a:r>
              <a:rPr lang="zh-CN" altLang="en-US" sz="1200" b="0" dirty="0">
                <a:latin typeface="Courier New" panose="02070309020205020404" pitchFamily="49" charset="0"/>
                <a:ea typeface="宋体" panose="02010600030101010101" pitchFamily="2" charset="-122"/>
                <a:cs typeface="Courier New" panose="02070309020205020404" pitchFamily="49" charset="0"/>
              </a:rPr>
              <a:t>）多维数组最常用的基本操作是对元素的取值和赋值。</a:t>
            </a:r>
            <a:endParaRPr lang="en-US" altLang="zh-CN" sz="1200" b="0" dirty="0">
              <a:latin typeface="Courier New" panose="02070309020205020404" pitchFamily="49" charset="0"/>
              <a:ea typeface="宋体" panose="02010600030101010101" pitchFamily="2" charset="-122"/>
              <a:cs typeface="Courier New" panose="02070309020205020404" pitchFamily="49" charset="0"/>
            </a:endParaRPr>
          </a:p>
          <a:p>
            <a:pPr>
              <a:lnSpc>
                <a:spcPct val="120000"/>
              </a:lnSpc>
            </a:pPr>
            <a:r>
              <a:rPr lang="zh-CN" altLang="en-US" sz="1200" b="0" dirty="0">
                <a:latin typeface="Courier New" panose="02070309020205020404" pitchFamily="49" charset="0"/>
                <a:ea typeface="宋体" panose="02010600030101010101" pitchFamily="2" charset="-122"/>
                <a:cs typeface="Courier New" panose="02070309020205020404" pitchFamily="49" charset="0"/>
              </a:rPr>
              <a:t>（</a:t>
            </a:r>
            <a:r>
              <a:rPr lang="en-US" altLang="zh-CN" sz="1200" b="0" dirty="0">
                <a:latin typeface="Courier New" panose="02070309020205020404" pitchFamily="49" charset="0"/>
                <a:ea typeface="宋体" panose="02010600030101010101" pitchFamily="2" charset="-122"/>
                <a:cs typeface="Courier New" panose="02070309020205020404" pitchFamily="49" charset="0"/>
              </a:rPr>
              <a:t>2</a:t>
            </a:r>
            <a:r>
              <a:rPr lang="zh-CN" altLang="en-US" sz="1200" b="0" dirty="0">
                <a:latin typeface="Courier New" panose="02070309020205020404" pitchFamily="49" charset="0"/>
                <a:ea typeface="宋体" panose="02010600030101010101" pitchFamily="2" charset="-122"/>
                <a:cs typeface="Courier New" panose="02070309020205020404" pitchFamily="49" charset="0"/>
              </a:rPr>
              <a:t>）像多维数组构造算法那样，利用变长参数表，统一了算法对不同维数的接口。</a:t>
            </a:r>
            <a:endParaRPr lang="en-US" altLang="zh-CN" sz="1200" b="0" dirty="0">
              <a:latin typeface="Courier New" panose="02070309020205020404" pitchFamily="49" charset="0"/>
              <a:ea typeface="宋体" panose="02010600030101010101" pitchFamily="2" charset="-122"/>
              <a:cs typeface="Courier New" panose="02070309020205020404" pitchFamily="49" charset="0"/>
            </a:endParaRPr>
          </a:p>
          <a:p>
            <a:pPr>
              <a:lnSpc>
                <a:spcPct val="120000"/>
              </a:lnSpc>
            </a:pPr>
            <a:r>
              <a:rPr lang="zh-CN" altLang="en-US" sz="1200" b="0" dirty="0">
                <a:latin typeface="Courier New" panose="02070309020205020404" pitchFamily="49" charset="0"/>
                <a:ea typeface="宋体" panose="02010600030101010101" pitchFamily="2" charset="-122"/>
                <a:cs typeface="Courier New" panose="02070309020205020404" pitchFamily="49" charset="0"/>
              </a:rPr>
              <a:t>（</a:t>
            </a:r>
            <a:r>
              <a:rPr lang="en-US" altLang="zh-CN" sz="1200" b="0" dirty="0">
                <a:latin typeface="Courier New" panose="02070309020205020404" pitchFamily="49" charset="0"/>
                <a:ea typeface="宋体" panose="02010600030101010101" pitchFamily="2" charset="-122"/>
                <a:cs typeface="Courier New" panose="02070309020205020404" pitchFamily="49" charset="0"/>
              </a:rPr>
              <a:t>3</a:t>
            </a:r>
            <a:r>
              <a:rPr lang="zh-CN" altLang="en-US" sz="1200" b="0" dirty="0">
                <a:latin typeface="Courier New" panose="02070309020205020404" pitchFamily="49" charset="0"/>
                <a:ea typeface="宋体" panose="02010600030101010101" pitchFamily="2" charset="-122"/>
                <a:cs typeface="Courier New" panose="02070309020205020404" pitchFamily="49" charset="0"/>
              </a:rPr>
              <a:t>）这两个操作都调用的计算元素</a:t>
            </a:r>
            <a:r>
              <a:rPr lang="zh-CN" altLang="en-US" sz="1200" b="0" dirty="0">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Courier New" panose="02070309020205020404" pitchFamily="49" charset="0"/>
              </a:rPr>
              <a:t>相对地址</a:t>
            </a:r>
            <a:r>
              <a:rPr lang="zh-CN" altLang="en-US" sz="1200" b="0" dirty="0">
                <a:latin typeface="Courier New" panose="02070309020205020404" pitchFamily="49" charset="0"/>
                <a:ea typeface="宋体" panose="02010600030101010101" pitchFamily="2" charset="-122"/>
                <a:cs typeface="Courier New" panose="02070309020205020404" pitchFamily="49" charset="0"/>
              </a:rPr>
              <a:t>的</a:t>
            </a:r>
            <a:r>
              <a:rPr lang="en-US" altLang="zh-CN" sz="1200" b="0" dirty="0">
                <a:latin typeface="Courier New" panose="02070309020205020404" pitchFamily="49" charset="0"/>
                <a:cs typeface="Courier New" panose="02070309020205020404" pitchFamily="49" charset="0"/>
              </a:rPr>
              <a:t>Locate</a:t>
            </a:r>
            <a:r>
              <a:rPr lang="zh-CN" altLang="en-US" sz="1200" b="0" dirty="0">
                <a:latin typeface="Courier New" panose="02070309020205020404" pitchFamily="49" charset="0"/>
                <a:ea typeface="宋体" panose="02010600030101010101" pitchFamily="2" charset="-122"/>
                <a:cs typeface="Courier New" panose="02070309020205020404" pitchFamily="49" charset="0"/>
              </a:rPr>
              <a:t>操作。</a:t>
            </a:r>
            <a:endParaRPr lang="en-US" altLang="zh-CN" sz="1200" b="0" dirty="0">
              <a:latin typeface="Courier New" panose="02070309020205020404" pitchFamily="49" charset="0"/>
              <a:ea typeface="宋体" panose="02010600030101010101" pitchFamily="2" charset="-122"/>
              <a:cs typeface="Courier New" panose="02070309020205020404" pitchFamily="49" charset="0"/>
            </a:endParaRPr>
          </a:p>
          <a:p>
            <a:pPr>
              <a:lnSpc>
                <a:spcPct val="120000"/>
              </a:lnSpc>
            </a:pPr>
            <a:r>
              <a:rPr lang="zh-CN" altLang="en-US" sz="1200" b="0" dirty="0">
                <a:latin typeface="Courier New" panose="02070309020205020404" pitchFamily="49" charset="0"/>
                <a:ea typeface="宋体" panose="02010600030101010101" pitchFamily="2" charset="-122"/>
                <a:cs typeface="Courier New" panose="02070309020205020404" pitchFamily="49" charset="0"/>
              </a:rPr>
              <a:t>（</a:t>
            </a:r>
            <a:r>
              <a:rPr lang="en-US" altLang="zh-CN" sz="1200" b="0" dirty="0">
                <a:latin typeface="Courier New" panose="02070309020205020404" pitchFamily="49" charset="0"/>
                <a:ea typeface="宋体" panose="02010600030101010101" pitchFamily="2" charset="-122"/>
                <a:cs typeface="Courier New" panose="02070309020205020404" pitchFamily="49" charset="0"/>
              </a:rPr>
              <a:t>4</a:t>
            </a:r>
            <a:r>
              <a:rPr lang="zh-CN" altLang="en-US" sz="1200" b="0" dirty="0">
                <a:latin typeface="Courier New" panose="02070309020205020404" pitchFamily="49" charset="0"/>
                <a:ea typeface="宋体" panose="02010600030101010101" pitchFamily="2" charset="-122"/>
                <a:cs typeface="Courier New" panose="02070309020205020404" pitchFamily="49" charset="0"/>
              </a:rPr>
              <a:t>）在多维数组的存储结构，</a:t>
            </a:r>
            <a:r>
              <a:rPr lang="en-US" altLang="zh-CN" sz="1200" b="0" dirty="0">
                <a:latin typeface="Courier New" panose="02070309020205020404" pitchFamily="49" charset="0"/>
                <a:ea typeface="宋体" panose="02010600030101010101" pitchFamily="2" charset="-122"/>
                <a:cs typeface="Courier New" panose="02070309020205020404" pitchFamily="49" charset="0"/>
              </a:rPr>
              <a:t>base</a:t>
            </a:r>
            <a:r>
              <a:rPr lang="zh-CN" altLang="en-US" sz="1200" b="0" dirty="0">
                <a:latin typeface="Courier New" panose="02070309020205020404" pitchFamily="49" charset="0"/>
                <a:ea typeface="宋体" panose="02010600030101010101" pitchFamily="2" charset="-122"/>
                <a:cs typeface="Courier New" panose="02070309020205020404" pitchFamily="49" charset="0"/>
              </a:rPr>
              <a:t>域的值指向为数组元素分配的顺序存储空间，称为元素基址。元素单元从</a:t>
            </a:r>
            <a:r>
              <a:rPr lang="en-US" altLang="zh-CN" sz="1200" b="0" dirty="0">
                <a:latin typeface="Courier New" panose="02070309020205020404" pitchFamily="49" charset="0"/>
                <a:ea typeface="宋体" panose="02010600030101010101" pitchFamily="2" charset="-122"/>
                <a:cs typeface="Courier New" panose="02070309020205020404" pitchFamily="49" charset="0"/>
              </a:rPr>
              <a:t>0</a:t>
            </a:r>
            <a:r>
              <a:rPr lang="zh-CN" altLang="en-US" sz="1200" b="0" dirty="0">
                <a:latin typeface="Courier New" panose="02070309020205020404" pitchFamily="49" charset="0"/>
                <a:ea typeface="宋体" panose="02010600030101010101" pitchFamily="2" charset="-122"/>
                <a:cs typeface="Courier New" panose="02070309020205020404" pitchFamily="49" charset="0"/>
              </a:rPr>
              <a:t>开始编址，称为元素相对地址。</a:t>
            </a:r>
            <a:endParaRPr lang="en-US" altLang="zh-CN" sz="1200" b="0" dirty="0">
              <a:latin typeface="Courier New" panose="02070309020205020404" pitchFamily="49" charset="0"/>
              <a:ea typeface="宋体" panose="02010600030101010101" pitchFamily="2" charset="-122"/>
              <a:cs typeface="Courier New" panose="02070309020205020404" pitchFamily="49" charset="0"/>
            </a:endParaRPr>
          </a:p>
          <a:p>
            <a:pPr>
              <a:lnSpc>
                <a:spcPct val="120000"/>
              </a:lnSpc>
            </a:pPr>
            <a:r>
              <a:rPr lang="zh-CN" altLang="en-US" sz="1200" b="0" dirty="0">
                <a:latin typeface="Courier New" panose="02070309020205020404" pitchFamily="49" charset="0"/>
                <a:ea typeface="宋体" panose="02010600030101010101" pitchFamily="2" charset="-122"/>
                <a:cs typeface="Courier New" panose="02070309020205020404" pitchFamily="49" charset="0"/>
              </a:rPr>
              <a:t>（</a:t>
            </a:r>
            <a:r>
              <a:rPr lang="en-US" altLang="zh-CN" sz="1200" b="0" dirty="0">
                <a:latin typeface="Courier New" panose="02070309020205020404" pitchFamily="49" charset="0"/>
                <a:ea typeface="宋体" panose="02010600030101010101" pitchFamily="2" charset="-122"/>
                <a:cs typeface="Courier New" panose="02070309020205020404" pitchFamily="49" charset="0"/>
              </a:rPr>
              <a:t>5</a:t>
            </a:r>
            <a:r>
              <a:rPr lang="zh-CN" altLang="en-US" sz="1200" b="0" dirty="0">
                <a:latin typeface="Courier New" panose="02070309020205020404" pitchFamily="49" charset="0"/>
                <a:ea typeface="宋体" panose="02010600030101010101" pitchFamily="2" charset="-122"/>
                <a:cs typeface="Courier New" panose="02070309020205020404" pitchFamily="49" charset="0"/>
              </a:rPr>
              <a:t>）求元素的相对地址的第一个参数是数组</a:t>
            </a:r>
            <a:r>
              <a:rPr lang="en-US" altLang="zh-CN" sz="1200" b="0" dirty="0">
                <a:latin typeface="Courier New" panose="02070309020205020404" pitchFamily="49" charset="0"/>
                <a:ea typeface="宋体" panose="02010600030101010101" pitchFamily="2" charset="-122"/>
                <a:cs typeface="Courier New" panose="02070309020205020404" pitchFamily="49" charset="0"/>
              </a:rPr>
              <a:t>A</a:t>
            </a:r>
            <a:r>
              <a:rPr lang="zh-CN" altLang="en-US" sz="1200" b="0" dirty="0">
                <a:latin typeface="Courier New" panose="02070309020205020404" pitchFamily="49" charset="0"/>
                <a:ea typeface="宋体" panose="02010600030101010101" pitchFamily="2" charset="-122"/>
                <a:cs typeface="Courier New" panose="02070309020205020404" pitchFamily="49" charset="0"/>
              </a:rPr>
              <a:t>，由它可获得数组的维数、维界和地址计算常数，</a:t>
            </a:r>
            <a:endParaRPr lang="en-US" altLang="zh-CN" sz="1200" b="0" dirty="0">
              <a:latin typeface="Courier New" panose="02070309020205020404" pitchFamily="49" charset="0"/>
              <a:ea typeface="宋体" panose="02010600030101010101" pitchFamily="2" charset="-122"/>
              <a:cs typeface="Courier New" panose="02070309020205020404" pitchFamily="49" charset="0"/>
            </a:endParaRPr>
          </a:p>
          <a:p>
            <a:pPr>
              <a:lnSpc>
                <a:spcPct val="120000"/>
              </a:lnSpc>
            </a:pPr>
            <a:r>
              <a:rPr lang="zh-CN" altLang="en-US" sz="1200" b="0" dirty="0">
                <a:latin typeface="Courier New" panose="02070309020205020404" pitchFamily="49" charset="0"/>
                <a:ea typeface="宋体" panose="02010600030101010101" pitchFamily="2" charset="-122"/>
                <a:cs typeface="Courier New" panose="02070309020205020404" pitchFamily="49" charset="0"/>
              </a:rPr>
              <a:t>（</a:t>
            </a:r>
            <a:r>
              <a:rPr lang="en-US" altLang="zh-CN" sz="1200" b="0" dirty="0">
                <a:latin typeface="Courier New" panose="02070309020205020404" pitchFamily="49" charset="0"/>
                <a:ea typeface="宋体" panose="02010600030101010101" pitchFamily="2" charset="-122"/>
                <a:cs typeface="Courier New" panose="02070309020205020404" pitchFamily="49" charset="0"/>
              </a:rPr>
              <a:t>6</a:t>
            </a:r>
            <a:r>
              <a:rPr lang="zh-CN" altLang="en-US" sz="1200" b="0" dirty="0">
                <a:latin typeface="Courier New" panose="02070309020205020404" pitchFamily="49" charset="0"/>
                <a:ea typeface="宋体" panose="02010600030101010101" pitchFamily="2" charset="-122"/>
                <a:cs typeface="Courier New" panose="02070309020205020404" pitchFamily="49" charset="0"/>
              </a:rPr>
              <a:t>）还需要元素的各维下标值，由取值或赋值算法的变长参数表指针</a:t>
            </a:r>
            <a:r>
              <a:rPr lang="en-US" altLang="zh-CN" sz="1200" b="0" dirty="0">
                <a:latin typeface="Courier New" panose="02070309020205020404" pitchFamily="49" charset="0"/>
                <a:ea typeface="宋体" panose="02010600030101010101" pitchFamily="2" charset="-122"/>
                <a:cs typeface="Courier New" panose="02070309020205020404" pitchFamily="49" charset="0"/>
              </a:rPr>
              <a:t>ap</a:t>
            </a:r>
            <a:r>
              <a:rPr lang="zh-CN" altLang="en-US" sz="1200" b="0" dirty="0">
                <a:latin typeface="Courier New" panose="02070309020205020404" pitchFamily="49" charset="0"/>
                <a:ea typeface="宋体" panose="02010600030101010101" pitchFamily="2" charset="-122"/>
                <a:cs typeface="Courier New" panose="02070309020205020404" pitchFamily="49" charset="0"/>
              </a:rPr>
              <a:t>提供，最后一个参数是引用形参</a:t>
            </a:r>
            <a:r>
              <a:rPr lang="en-US" altLang="zh-CN" sz="1200" b="0" dirty="0">
                <a:latin typeface="Courier New" panose="02070309020205020404" pitchFamily="49" charset="0"/>
                <a:ea typeface="宋体" panose="02010600030101010101" pitchFamily="2" charset="-122"/>
                <a:cs typeface="Courier New" panose="02070309020205020404" pitchFamily="49" charset="0"/>
              </a:rPr>
              <a:t>off</a:t>
            </a:r>
            <a:r>
              <a:rPr lang="zh-CN" altLang="en-US" sz="1200" b="0" dirty="0">
                <a:latin typeface="Courier New" panose="02070309020205020404" pitchFamily="49" charset="0"/>
                <a:ea typeface="宋体" panose="02010600030101010101" pitchFamily="2" charset="-122"/>
                <a:cs typeface="Courier New" panose="02070309020205020404" pitchFamily="49" charset="0"/>
              </a:rPr>
              <a:t>，由它返回求得的元素相对地址。</a:t>
            </a:r>
            <a:endParaRPr lang="en-US" altLang="zh-CN" sz="1200" b="0" dirty="0">
              <a:latin typeface="Courier New" panose="02070309020205020404" pitchFamily="49" charset="0"/>
              <a:ea typeface="宋体" panose="02010600030101010101" pitchFamily="2" charset="-122"/>
              <a:cs typeface="Courier New" panose="02070309020205020404" pitchFamily="49" charset="0"/>
            </a:endParaRPr>
          </a:p>
          <a:p>
            <a:pPr>
              <a:lnSpc>
                <a:spcPct val="120000"/>
              </a:lnSpc>
            </a:pPr>
            <a:r>
              <a:rPr lang="zh-CN" altLang="en-US" sz="1200" b="0" dirty="0">
                <a:latin typeface="Courier New" panose="02070309020205020404" pitchFamily="49" charset="0"/>
                <a:ea typeface="宋体" panose="02010600030101010101" pitchFamily="2" charset="-122"/>
                <a:cs typeface="Courier New" panose="02070309020205020404" pitchFamily="49" charset="0"/>
              </a:rPr>
              <a:t>（</a:t>
            </a:r>
            <a:r>
              <a:rPr lang="en-US" altLang="zh-CN" sz="1200" b="0" dirty="0">
                <a:latin typeface="Courier New" panose="02070309020205020404" pitchFamily="49" charset="0"/>
                <a:ea typeface="宋体" panose="02010600030101010101" pitchFamily="2" charset="-122"/>
                <a:cs typeface="Courier New" panose="02070309020205020404" pitchFamily="49" charset="0"/>
              </a:rPr>
              <a:t>7</a:t>
            </a:r>
            <a:r>
              <a:rPr lang="zh-CN" altLang="en-US" sz="1200" b="0" dirty="0">
                <a:latin typeface="Courier New" panose="02070309020205020404" pitchFamily="49" charset="0"/>
                <a:ea typeface="宋体" panose="02010600030101010101" pitchFamily="2" charset="-122"/>
                <a:cs typeface="Courier New" panose="02070309020205020404" pitchFamily="49" charset="0"/>
              </a:rPr>
              <a:t>）求相对地址是一个迭代过程，初值为</a:t>
            </a:r>
            <a:r>
              <a:rPr lang="en-US" altLang="zh-CN" sz="1200" b="0" dirty="0">
                <a:latin typeface="Courier New" panose="02070309020205020404" pitchFamily="49" charset="0"/>
                <a:ea typeface="宋体" panose="02010600030101010101" pitchFamily="2" charset="-122"/>
                <a:cs typeface="Courier New" panose="02070309020205020404" pitchFamily="49" charset="0"/>
              </a:rPr>
              <a:t>0</a:t>
            </a:r>
            <a:r>
              <a:rPr lang="zh-CN" altLang="en-US" sz="1200" b="0" dirty="0">
                <a:latin typeface="Courier New" panose="02070309020205020404" pitchFamily="49" charset="0"/>
                <a:ea typeface="宋体" panose="02010600030101010101" pitchFamily="2" charset="-122"/>
                <a:cs typeface="Courier New" panose="02070309020205020404" pitchFamily="49" charset="0"/>
              </a:rPr>
              <a:t>。</a:t>
            </a:r>
            <a:endParaRPr lang="en-US" altLang="zh-CN" sz="1200" b="0" dirty="0">
              <a:latin typeface="Courier New" panose="02070309020205020404" pitchFamily="49" charset="0"/>
              <a:ea typeface="宋体" panose="02010600030101010101" pitchFamily="2" charset="-122"/>
              <a:cs typeface="Courier New" panose="02070309020205020404" pitchFamily="49" charset="0"/>
            </a:endParaRPr>
          </a:p>
          <a:p>
            <a:pPr>
              <a:lnSpc>
                <a:spcPct val="120000"/>
              </a:lnSpc>
            </a:pPr>
            <a:r>
              <a:rPr lang="zh-CN" altLang="en-US" sz="1200" b="0" dirty="0">
                <a:latin typeface="Courier New" panose="02070309020205020404" pitchFamily="49" charset="0"/>
                <a:ea typeface="宋体" panose="02010600030101010101" pitchFamily="2" charset="-122"/>
                <a:cs typeface="Courier New" panose="02070309020205020404" pitchFamily="49" charset="0"/>
              </a:rPr>
              <a:t>（</a:t>
            </a:r>
            <a:r>
              <a:rPr lang="en-US" altLang="zh-CN" sz="1200" b="0" dirty="0">
                <a:latin typeface="Courier New" panose="02070309020205020404" pitchFamily="49" charset="0"/>
                <a:ea typeface="宋体" panose="02010600030101010101" pitchFamily="2" charset="-122"/>
                <a:cs typeface="Courier New" panose="02070309020205020404" pitchFamily="49" charset="0"/>
              </a:rPr>
              <a:t>8</a:t>
            </a:r>
            <a:r>
              <a:rPr lang="zh-CN" altLang="en-US" sz="1200" b="0" dirty="0">
                <a:latin typeface="Courier New" panose="02070309020205020404" pitchFamily="49" charset="0"/>
                <a:ea typeface="宋体" panose="02010600030101010101" pitchFamily="2" charset="-122"/>
                <a:cs typeface="Courier New" panose="02070309020205020404" pitchFamily="49" charset="0"/>
              </a:rPr>
              <a:t>）按数组维数，依次从变长参数表获取下标，</a:t>
            </a:r>
            <a:endParaRPr lang="en-US" altLang="zh-CN" sz="1200" b="0" dirty="0">
              <a:latin typeface="Courier New" panose="02070309020205020404" pitchFamily="49" charset="0"/>
              <a:ea typeface="宋体" panose="02010600030101010101" pitchFamily="2" charset="-122"/>
              <a:cs typeface="Courier New" panose="02070309020205020404" pitchFamily="49" charset="0"/>
            </a:endParaRPr>
          </a:p>
          <a:p>
            <a:pPr>
              <a:lnSpc>
                <a:spcPct val="120000"/>
              </a:lnSpc>
            </a:pPr>
            <a:r>
              <a:rPr lang="zh-CN" altLang="en-US" sz="1200" b="0" dirty="0">
                <a:latin typeface="Courier New" panose="02070309020205020404" pitchFamily="49" charset="0"/>
                <a:ea typeface="宋体" panose="02010600030101010101" pitchFamily="2" charset="-122"/>
                <a:cs typeface="Courier New" panose="02070309020205020404" pitchFamily="49" charset="0"/>
              </a:rPr>
              <a:t>（</a:t>
            </a:r>
            <a:r>
              <a:rPr lang="en-US" altLang="zh-CN" sz="1200" b="0" dirty="0">
                <a:latin typeface="Courier New" panose="02070309020205020404" pitchFamily="49" charset="0"/>
                <a:ea typeface="宋体" panose="02010600030101010101" pitchFamily="2" charset="-122"/>
                <a:cs typeface="Courier New" panose="02070309020205020404" pitchFamily="49" charset="0"/>
              </a:rPr>
              <a:t>9</a:t>
            </a:r>
            <a:r>
              <a:rPr lang="zh-CN" altLang="en-US" sz="1200" b="0" dirty="0">
                <a:latin typeface="Courier New" panose="02070309020205020404" pitchFamily="49" charset="0"/>
                <a:ea typeface="宋体" panose="02010600030101010101" pitchFamily="2" charset="-122"/>
                <a:cs typeface="Courier New" panose="02070309020205020404" pitchFamily="49" charset="0"/>
              </a:rPr>
              <a:t>）判断它是否出界？</a:t>
            </a:r>
            <a:endParaRPr lang="en-US" altLang="zh-CN" sz="1200" b="0" dirty="0">
              <a:latin typeface="Courier New" panose="02070309020205020404" pitchFamily="49" charset="0"/>
              <a:ea typeface="宋体" panose="02010600030101010101" pitchFamily="2" charset="-122"/>
              <a:cs typeface="Courier New" panose="02070309020205020404" pitchFamily="49" charset="0"/>
            </a:endParaRPr>
          </a:p>
          <a:p>
            <a:pPr>
              <a:lnSpc>
                <a:spcPct val="120000"/>
              </a:lnSpc>
            </a:pPr>
            <a:r>
              <a:rPr lang="zh-CN" altLang="en-US" sz="1200" b="0" dirty="0">
                <a:latin typeface="Courier New" panose="02070309020205020404" pitchFamily="49" charset="0"/>
                <a:ea typeface="宋体" panose="02010600030101010101" pitchFamily="2" charset="-122"/>
                <a:cs typeface="Courier New" panose="02070309020205020404" pitchFamily="49" charset="0"/>
              </a:rPr>
              <a:t>（</a:t>
            </a:r>
            <a:r>
              <a:rPr lang="en-US" altLang="zh-CN" sz="1200" b="0" dirty="0">
                <a:latin typeface="Courier New" panose="02070309020205020404" pitchFamily="49" charset="0"/>
                <a:ea typeface="宋体" panose="02010600030101010101" pitchFamily="2" charset="-122"/>
                <a:cs typeface="Courier New" panose="02070309020205020404" pitchFamily="49" charset="0"/>
              </a:rPr>
              <a:t>10</a:t>
            </a:r>
            <a:r>
              <a:rPr lang="zh-CN" altLang="en-US" sz="1200" b="0" dirty="0">
                <a:latin typeface="Courier New" panose="02070309020205020404" pitchFamily="49" charset="0"/>
                <a:ea typeface="宋体" panose="02010600030101010101" pitchFamily="2" charset="-122"/>
                <a:cs typeface="Courier New" panose="02070309020205020404" pitchFamily="49" charset="0"/>
              </a:rPr>
              <a:t>）乘以对应常数，累加到当前相对地址中。</a:t>
            </a:r>
            <a:endParaRPr lang="en-US" altLang="zh-CN" sz="1200" b="0" dirty="0">
              <a:latin typeface="Courier New" panose="02070309020205020404" pitchFamily="49" charset="0"/>
              <a:ea typeface="宋体" panose="02010600030101010101" pitchFamily="2" charset="-122"/>
              <a:cs typeface="Courier New" panose="02070309020205020404" pitchFamily="49" charset="0"/>
            </a:endParaRPr>
          </a:p>
          <a:p>
            <a:pPr>
              <a:lnSpc>
                <a:spcPct val="120000"/>
              </a:lnSpc>
            </a:pPr>
            <a:r>
              <a:rPr lang="zh-CN" altLang="en-US" sz="1200" b="0" dirty="0">
                <a:latin typeface="Courier New" panose="02070309020205020404" pitchFamily="49" charset="0"/>
                <a:ea typeface="宋体" panose="02010600030101010101" pitchFamily="2" charset="-122"/>
                <a:cs typeface="Courier New" panose="02070309020205020404" pitchFamily="49" charset="0"/>
              </a:rPr>
              <a:t>（</a:t>
            </a:r>
            <a:r>
              <a:rPr lang="en-US" altLang="zh-CN" sz="1200" b="0" dirty="0">
                <a:latin typeface="Courier New" panose="02070309020205020404" pitchFamily="49" charset="0"/>
                <a:ea typeface="宋体" panose="02010600030101010101" pitchFamily="2" charset="-122"/>
                <a:cs typeface="Courier New" panose="02070309020205020404" pitchFamily="49" charset="0"/>
              </a:rPr>
              <a:t>11</a:t>
            </a:r>
            <a:r>
              <a:rPr lang="zh-CN" altLang="en-US" sz="1200" b="0" dirty="0">
                <a:latin typeface="Courier New" panose="02070309020205020404" pitchFamily="49" charset="0"/>
                <a:ea typeface="宋体" panose="02010600030101010101" pitchFamily="2" charset="-122"/>
                <a:cs typeface="Courier New" panose="02070309020205020404" pitchFamily="49" charset="0"/>
              </a:rPr>
              <a:t>）一个三维数组的元素，迭代</a:t>
            </a:r>
            <a:r>
              <a:rPr lang="en-US" altLang="zh-CN" sz="1200" b="0" dirty="0">
                <a:latin typeface="Courier New" panose="02070309020205020404" pitchFamily="49" charset="0"/>
                <a:ea typeface="宋体" panose="02010600030101010101" pitchFamily="2" charset="-122"/>
                <a:cs typeface="Courier New" panose="02070309020205020404" pitchFamily="49" charset="0"/>
              </a:rPr>
              <a:t>3</a:t>
            </a:r>
            <a:r>
              <a:rPr lang="zh-CN" altLang="en-US" sz="1200" b="0" dirty="0">
                <a:latin typeface="Courier New" panose="02070309020205020404" pitchFamily="49" charset="0"/>
                <a:ea typeface="宋体" panose="02010600030101010101" pitchFamily="2" charset="-122"/>
                <a:cs typeface="Courier New" panose="02070309020205020404" pitchFamily="49" charset="0"/>
              </a:rPr>
              <a:t>次，即可求得它的相对地址。</a:t>
            </a:r>
          </a:p>
          <a:p>
            <a:endParaRPr lang="zh-CN" altLang="en-US" dirty="0"/>
          </a:p>
        </p:txBody>
      </p:sp>
      <p:sp>
        <p:nvSpPr>
          <p:cNvPr id="4" name="灯片编号占位符 3"/>
          <p:cNvSpPr>
            <a:spLocks noGrp="1"/>
          </p:cNvSpPr>
          <p:nvPr>
            <p:ph type="sldNum" sz="quarter" idx="5"/>
          </p:nvPr>
        </p:nvSpPr>
        <p:spPr/>
        <p:txBody>
          <a:bodyPr/>
          <a:lstStyle/>
          <a:p>
            <a:fld id="{27773CDA-FD1C-4FC6-96BC-4CF3CE069C63}" type="slidenum">
              <a:rPr lang="zh-CN" altLang="en-US" smtClean="0"/>
              <a:t>5</a:t>
            </a:fld>
            <a:endParaRPr lang="zh-CN" altLang="en-US"/>
          </a:p>
        </p:txBody>
      </p:sp>
    </p:spTree>
    <p:extLst>
      <p:ext uri="{BB962C8B-B14F-4D97-AF65-F5344CB8AC3E}">
        <p14:creationId xmlns:p14="http://schemas.microsoft.com/office/powerpoint/2010/main" val="29604213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noProof="1">
                <a:effectLst>
                  <a:outerShdw blurRad="38100" dist="38100" dir="2700000">
                    <a:srgbClr val="FFFFFF"/>
                  </a:outerShdw>
                </a:effectLst>
              </a:rPr>
              <a:t>（</a:t>
            </a:r>
            <a:r>
              <a:rPr lang="en-US" altLang="zh-CN" b="0" noProof="1">
                <a:effectLst>
                  <a:outerShdw blurRad="38100" dist="38100" dir="2700000">
                    <a:srgbClr val="FFFFFF"/>
                  </a:outerShdw>
                </a:effectLst>
              </a:rPr>
              <a:t>1</a:t>
            </a:r>
            <a:r>
              <a:rPr lang="zh-CN" altLang="en-US" b="0" noProof="1">
                <a:effectLst>
                  <a:outerShdw blurRad="38100" dist="38100" dir="2700000">
                    <a:srgbClr val="FFFFFF"/>
                  </a:outerShdw>
                </a:effectLst>
              </a:rPr>
              <a:t>）对多维数组元素取值，就用它的各维下标调用取值操作。例如对三维数组</a:t>
            </a:r>
            <a:r>
              <a:rPr lang="en-US" altLang="zh-CN" b="0" noProof="1">
                <a:effectLst>
                  <a:outerShdw blurRad="38100" dist="38100" dir="2700000">
                    <a:srgbClr val="FFFFFF"/>
                  </a:outerShdw>
                </a:effectLst>
              </a:rPr>
              <a:t>a</a:t>
            </a:r>
            <a:r>
              <a:rPr lang="zh-CN" altLang="en-US" b="0" noProof="1">
                <a:effectLst>
                  <a:outerShdw blurRad="38100" dist="38100" dir="2700000">
                    <a:srgbClr val="FFFFFF"/>
                  </a:outerShdw>
                </a:effectLst>
              </a:rPr>
              <a:t>，取元素</a:t>
            </a:r>
            <a:r>
              <a:rPr lang="en-US" altLang="zh-CN" b="0" noProof="1">
                <a:effectLst>
                  <a:outerShdw blurRad="38100" dist="38100" dir="2700000">
                    <a:srgbClr val="FFFFFF"/>
                  </a:outerShdw>
                </a:effectLst>
              </a:rPr>
              <a:t>a[</a:t>
            </a:r>
            <a:r>
              <a:rPr lang="en-US" altLang="zh-CN" b="0" noProof="1">
                <a:solidFill>
                  <a:srgbClr val="C00000"/>
                </a:solidFill>
                <a:effectLst>
                  <a:outerShdw blurRad="38100" dist="38100" dir="2700000">
                    <a:srgbClr val="FFFFFF"/>
                  </a:outerShdw>
                </a:effectLst>
              </a:rPr>
              <a:t>1</a:t>
            </a:r>
            <a:r>
              <a:rPr lang="en-US" altLang="zh-CN" b="0" noProof="1">
                <a:effectLst>
                  <a:outerShdw blurRad="38100" dist="38100" dir="2700000">
                    <a:srgbClr val="FFFFFF"/>
                  </a:outerShdw>
                </a:effectLst>
              </a:rPr>
              <a:t>][</a:t>
            </a:r>
            <a:r>
              <a:rPr lang="en-US" altLang="zh-CN" b="0" noProof="1">
                <a:solidFill>
                  <a:srgbClr val="C00000"/>
                </a:solidFill>
                <a:effectLst>
                  <a:outerShdw blurRad="38100" dist="38100" dir="2700000">
                    <a:srgbClr val="FFFFFF"/>
                  </a:outerShdw>
                </a:effectLst>
              </a:rPr>
              <a:t>2</a:t>
            </a:r>
            <a:r>
              <a:rPr lang="en-US" altLang="zh-CN" b="0" noProof="1">
                <a:effectLst>
                  <a:outerShdw blurRad="38100" dist="38100" dir="2700000">
                    <a:srgbClr val="FFFFFF"/>
                  </a:outerShdw>
                </a:effectLst>
              </a:rPr>
              <a:t>][</a:t>
            </a:r>
            <a:r>
              <a:rPr lang="en-US" altLang="zh-CN" b="0" noProof="1">
                <a:solidFill>
                  <a:srgbClr val="C00000"/>
                </a:solidFill>
                <a:effectLst>
                  <a:outerShdw blurRad="38100" dist="38100" dir="2700000">
                    <a:srgbClr val="FFFFFF"/>
                  </a:outerShdw>
                </a:effectLst>
              </a:rPr>
              <a:t>3</a:t>
            </a:r>
            <a:r>
              <a:rPr lang="en-US" altLang="zh-CN" b="0" noProof="1">
                <a:effectLst>
                  <a:outerShdw blurRad="38100" dist="38100" dir="2700000">
                    <a:srgbClr val="FFFFFF"/>
                  </a:outerShdw>
                </a:effectLst>
              </a:rPr>
              <a:t>]</a:t>
            </a:r>
            <a:r>
              <a:rPr lang="zh-CN" altLang="en-US" b="0" noProof="1">
                <a:effectLst>
                  <a:outerShdw blurRad="38100" dist="38100" dir="2700000">
                    <a:srgbClr val="FFFFFF"/>
                  </a:outerShdw>
                </a:effectLst>
              </a:rPr>
              <a:t>的值，下标就是</a:t>
            </a:r>
            <a:r>
              <a:rPr lang="en-US" altLang="zh-CN" b="0" noProof="1">
                <a:effectLst>
                  <a:outerShdw blurRad="38100" dist="38100" dir="2700000">
                    <a:srgbClr val="FFFFFF"/>
                  </a:outerShdw>
                </a:effectLst>
              </a:rPr>
              <a:t>1</a:t>
            </a:r>
            <a:r>
              <a:rPr lang="zh-CN" altLang="en-US" b="0" noProof="1">
                <a:effectLst>
                  <a:outerShdw blurRad="38100" dist="38100" dir="2700000">
                    <a:srgbClr val="FFFFFF"/>
                  </a:outerShdw>
                </a:effectLst>
              </a:rPr>
              <a:t>、</a:t>
            </a:r>
            <a:r>
              <a:rPr lang="en-US" altLang="zh-CN" b="0" noProof="1">
                <a:effectLst>
                  <a:outerShdw blurRad="38100" dist="38100" dir="2700000">
                    <a:srgbClr val="FFFFFF"/>
                  </a:outerShdw>
                </a:effectLst>
              </a:rPr>
              <a:t>2</a:t>
            </a:r>
            <a:r>
              <a:rPr lang="zh-CN" altLang="en-US" b="0" noProof="1">
                <a:effectLst>
                  <a:outerShdw blurRad="38100" dist="38100" dir="2700000">
                    <a:srgbClr val="FFFFFF"/>
                  </a:outerShdw>
                </a:effectLst>
              </a:rPr>
              <a:t>和</a:t>
            </a:r>
            <a:r>
              <a:rPr lang="en-US" altLang="zh-CN" b="0" noProof="1">
                <a:effectLst>
                  <a:outerShdw blurRad="38100" dist="38100" dir="2700000">
                    <a:srgbClr val="FFFFFF"/>
                  </a:outerShdw>
                </a:effectLst>
              </a:rPr>
              <a:t>3</a:t>
            </a:r>
            <a:r>
              <a:rPr lang="zh-CN" altLang="en-US" b="0" noProof="1">
                <a:effectLst>
                  <a:outerShdw blurRad="38100" dist="38100" dir="2700000">
                    <a:srgbClr val="FFFFFF"/>
                  </a:outerShdw>
                </a:effectLst>
              </a:rPr>
              <a:t>。</a:t>
            </a:r>
            <a:endParaRPr lang="en-US" altLang="zh-CN" b="0" noProof="1">
              <a:effectLst>
                <a:outerShdw blurRad="38100" dist="38100" dir="2700000">
                  <a:srgbClr val="FFFFFF"/>
                </a:outerShdw>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noProof="1">
                <a:effectLst>
                  <a:outerShdw blurRad="38100" dist="38100" dir="2700000">
                    <a:srgbClr val="FFFFFF"/>
                  </a:outerShdw>
                </a:effectLst>
                <a:latin typeface="Courier New" panose="02070309020205020404" pitchFamily="49" charset="0"/>
                <a:ea typeface="宋体" panose="02010600030101010101" pitchFamily="2" charset="-122"/>
                <a:cs typeface="Courier New" panose="02070309020205020404" pitchFamily="49" charset="0"/>
              </a:rPr>
              <a:t>（</a:t>
            </a:r>
            <a:r>
              <a:rPr lang="en-US" altLang="zh-CN" b="0" noProof="1">
                <a:effectLst>
                  <a:outerShdw blurRad="38100" dist="38100" dir="2700000">
                    <a:srgbClr val="FFFFFF"/>
                  </a:outerShdw>
                </a:effectLst>
                <a:latin typeface="Courier New" panose="02070309020205020404" pitchFamily="49" charset="0"/>
                <a:ea typeface="宋体" panose="02010600030101010101" pitchFamily="2" charset="-122"/>
                <a:cs typeface="Courier New" panose="02070309020205020404" pitchFamily="49" charset="0"/>
              </a:rPr>
              <a:t>2</a:t>
            </a:r>
            <a:r>
              <a:rPr lang="zh-CN" altLang="en-US" b="0" noProof="1">
                <a:effectLst>
                  <a:outerShdw blurRad="38100" dist="38100" dir="2700000">
                    <a:srgbClr val="FFFFFF"/>
                  </a:outerShdw>
                </a:effectLst>
                <a:latin typeface="Courier New" panose="02070309020205020404" pitchFamily="49" charset="0"/>
                <a:ea typeface="宋体" panose="02010600030101010101" pitchFamily="2" charset="-122"/>
                <a:cs typeface="Courier New" panose="02070309020205020404" pitchFamily="49" charset="0"/>
              </a:rPr>
              <a:t>）这三个下标被传递到算法的变长参数表，因此要初始化变长参数表，让</a:t>
            </a:r>
            <a:r>
              <a:rPr lang="en-US" altLang="zh-CN" b="0" noProof="1">
                <a:effectLst>
                  <a:outerShdw blurRad="38100" dist="38100" dir="2700000">
                    <a:srgbClr val="FFFFFF"/>
                  </a:outerShdw>
                </a:effectLst>
                <a:latin typeface="Courier New" panose="02070309020205020404" pitchFamily="49" charset="0"/>
                <a:ea typeface="宋体" panose="02010600030101010101" pitchFamily="2" charset="-122"/>
                <a:cs typeface="Courier New" panose="02070309020205020404" pitchFamily="49" charset="0"/>
              </a:rPr>
              <a:t>ap</a:t>
            </a:r>
            <a:r>
              <a:rPr lang="zh-CN" altLang="en-US" b="0" noProof="1">
                <a:effectLst>
                  <a:outerShdw blurRad="38100" dist="38100" dir="2700000">
                    <a:srgbClr val="FFFFFF"/>
                  </a:outerShdw>
                </a:effectLst>
                <a:latin typeface="Courier New" panose="02070309020205020404" pitchFamily="49" charset="0"/>
                <a:ea typeface="宋体" panose="02010600030101010101" pitchFamily="2" charset="-122"/>
                <a:cs typeface="Courier New" panose="02070309020205020404" pitchFamily="49" charset="0"/>
              </a:rPr>
              <a:t>作为它的头指针。</a:t>
            </a:r>
            <a:endParaRPr lang="en-US" altLang="zh-CN" b="0" noProof="1">
              <a:effectLst>
                <a:outerShdw blurRad="38100" dist="38100" dir="2700000">
                  <a:srgbClr val="FFFFFF"/>
                </a:outerShdw>
              </a:effectLst>
              <a:latin typeface="Courier New" panose="02070309020205020404" pitchFamily="49" charset="0"/>
              <a:ea typeface="宋体" panose="02010600030101010101" pitchFamily="2" charset="-122"/>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noProof="1">
                <a:effectLst>
                  <a:outerShdw blurRad="38100" dist="38100" dir="2700000">
                    <a:srgbClr val="FFFFFF"/>
                  </a:outerShdw>
                </a:effectLst>
                <a:latin typeface="Courier New" panose="02070309020205020404" pitchFamily="49" charset="0"/>
                <a:ea typeface="宋体" panose="02010600030101010101" pitchFamily="2" charset="-122"/>
                <a:cs typeface="Courier New" panose="02070309020205020404" pitchFamily="49" charset="0"/>
              </a:rPr>
              <a:t>（</a:t>
            </a:r>
            <a:r>
              <a:rPr lang="en-US" altLang="zh-CN" b="0" noProof="1">
                <a:effectLst>
                  <a:outerShdw blurRad="38100" dist="38100" dir="2700000">
                    <a:srgbClr val="FFFFFF"/>
                  </a:outerShdw>
                </a:effectLst>
                <a:latin typeface="Courier New" panose="02070309020205020404" pitchFamily="49" charset="0"/>
                <a:ea typeface="宋体" panose="02010600030101010101" pitchFamily="2" charset="-122"/>
                <a:cs typeface="Courier New" panose="02070309020205020404" pitchFamily="49" charset="0"/>
              </a:rPr>
              <a:t>3</a:t>
            </a:r>
            <a:r>
              <a:rPr lang="zh-CN" altLang="en-US" b="0" noProof="1">
                <a:effectLst>
                  <a:outerShdw blurRad="38100" dist="38100" dir="2700000">
                    <a:srgbClr val="FFFFFF"/>
                  </a:outerShdw>
                </a:effectLst>
                <a:latin typeface="Courier New" panose="02070309020205020404" pitchFamily="49" charset="0"/>
                <a:ea typeface="宋体" panose="02010600030101010101" pitchFamily="2" charset="-122"/>
                <a:cs typeface="Courier New" panose="02070309020205020404" pitchFamily="49" charset="0"/>
              </a:rPr>
              <a:t>）调用</a:t>
            </a:r>
            <a:r>
              <a:rPr lang="en-US" altLang="zh-CN" b="0" noProof="1">
                <a:effectLst>
                  <a:outerShdw blurRad="38100" dist="38100" dir="2700000">
                    <a:srgbClr val="FFFFFF"/>
                  </a:outerShdw>
                </a:effectLst>
                <a:latin typeface="Courier New" panose="02070309020205020404" pitchFamily="49" charset="0"/>
                <a:ea typeface="宋体" panose="02010600030101010101" pitchFamily="2" charset="-122"/>
                <a:cs typeface="Courier New" panose="02070309020205020404" pitchFamily="49" charset="0"/>
              </a:rPr>
              <a:t>Locate</a:t>
            </a:r>
            <a:r>
              <a:rPr lang="zh-CN" altLang="en-US" b="0" noProof="1">
                <a:effectLst>
                  <a:outerShdw blurRad="38100" dist="38100" dir="2700000">
                    <a:srgbClr val="FFFFFF"/>
                  </a:outerShdw>
                </a:effectLst>
                <a:latin typeface="Courier New" panose="02070309020205020404" pitchFamily="49" charset="0"/>
                <a:ea typeface="宋体" panose="02010600030101010101" pitchFamily="2" charset="-122"/>
                <a:cs typeface="Courier New" panose="02070309020205020404" pitchFamily="49" charset="0"/>
              </a:rPr>
              <a:t>函数计算元素的相对地址</a:t>
            </a:r>
            <a:r>
              <a:rPr lang="en-US" altLang="zh-CN" b="0" noProof="1">
                <a:effectLst>
                  <a:outerShdw blurRad="38100" dist="38100" dir="2700000">
                    <a:srgbClr val="FFFFFF"/>
                  </a:outerShdw>
                </a:effectLst>
                <a:latin typeface="Courier New" panose="02070309020205020404" pitchFamily="49" charset="0"/>
                <a:ea typeface="宋体" panose="02010600030101010101" pitchFamily="2" charset="-122"/>
                <a:cs typeface="Courier New" panose="02070309020205020404" pitchFamily="49" charset="0"/>
              </a:rPr>
              <a:t>off</a:t>
            </a:r>
            <a:r>
              <a:rPr lang="zh-CN" altLang="en-US" b="0" noProof="1">
                <a:effectLst>
                  <a:outerShdw blurRad="38100" dist="38100" dir="2700000">
                    <a:srgbClr val="FFFFFF"/>
                  </a:outerShdw>
                </a:effectLst>
                <a:latin typeface="Courier New" panose="02070309020205020404" pitchFamily="49" charset="0"/>
                <a:ea typeface="宋体" panose="02010600030101010101" pitchFamily="2" charset="-122"/>
                <a:cs typeface="Courier New" panose="02070309020205020404" pitchFamily="49" charset="0"/>
              </a:rPr>
              <a:t>。若返回值小于或等于</a:t>
            </a:r>
            <a:r>
              <a:rPr lang="en-US" altLang="zh-CN" b="0" noProof="1">
                <a:effectLst>
                  <a:outerShdw blurRad="38100" dist="38100" dir="2700000">
                    <a:srgbClr val="FFFFFF"/>
                  </a:outerShdw>
                </a:effectLst>
                <a:latin typeface="Courier New" panose="02070309020205020404" pitchFamily="49" charset="0"/>
                <a:ea typeface="宋体" panose="02010600030101010101" pitchFamily="2" charset="-122"/>
                <a:cs typeface="Courier New" panose="02070309020205020404" pitchFamily="49" charset="0"/>
              </a:rPr>
              <a:t>0</a:t>
            </a:r>
            <a:r>
              <a:rPr lang="zh-CN" altLang="en-US" b="0" noProof="1">
                <a:effectLst>
                  <a:outerShdw blurRad="38100" dist="38100" dir="2700000">
                    <a:srgbClr val="FFFFFF"/>
                  </a:outerShdw>
                </a:effectLst>
                <a:latin typeface="Courier New" panose="02070309020205020404" pitchFamily="49" charset="0"/>
                <a:ea typeface="宋体" panose="02010600030101010101" pitchFamily="2" charset="-122"/>
                <a:cs typeface="Courier New" panose="02070309020205020404" pitchFamily="49" charset="0"/>
              </a:rPr>
              <a:t>，则返回异常结果。</a:t>
            </a:r>
            <a:endParaRPr lang="en-US" altLang="zh-CN" b="0" noProof="1">
              <a:effectLst>
                <a:outerShdw blurRad="38100" dist="38100" dir="2700000">
                  <a:srgbClr val="FFFFFF"/>
                </a:outerShdw>
              </a:effectLst>
              <a:latin typeface="Courier New" panose="02070309020205020404" pitchFamily="49" charset="0"/>
              <a:ea typeface="宋体" panose="02010600030101010101" pitchFamily="2" charset="-122"/>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noProof="1">
                <a:effectLst>
                  <a:outerShdw blurRad="38100" dist="38100" dir="2700000">
                    <a:srgbClr val="FFFFFF"/>
                  </a:outerShdw>
                </a:effectLst>
                <a:latin typeface="Courier New" panose="02070309020205020404" pitchFamily="49" charset="0"/>
                <a:ea typeface="宋体" panose="02010600030101010101" pitchFamily="2" charset="-122"/>
                <a:cs typeface="Courier New" panose="02070309020205020404" pitchFamily="49" charset="0"/>
              </a:rPr>
              <a:t>（</a:t>
            </a:r>
            <a:r>
              <a:rPr lang="en-US" altLang="zh-CN" b="0" noProof="1">
                <a:effectLst>
                  <a:outerShdw blurRad="38100" dist="38100" dir="2700000">
                    <a:srgbClr val="FFFFFF"/>
                  </a:outerShdw>
                </a:effectLst>
                <a:latin typeface="Courier New" panose="02070309020205020404" pitchFamily="49" charset="0"/>
                <a:ea typeface="宋体" panose="02010600030101010101" pitchFamily="2" charset="-122"/>
                <a:cs typeface="Courier New" panose="02070309020205020404" pitchFamily="49" charset="0"/>
              </a:rPr>
              <a:t>4</a:t>
            </a:r>
            <a:r>
              <a:rPr lang="zh-CN" altLang="en-US" b="0" noProof="1">
                <a:effectLst>
                  <a:outerShdw blurRad="38100" dist="38100" dir="2700000">
                    <a:srgbClr val="FFFFFF"/>
                  </a:outerShdw>
                </a:effectLst>
                <a:latin typeface="Courier New" panose="02070309020205020404" pitchFamily="49" charset="0"/>
                <a:ea typeface="宋体" panose="02010600030101010101" pitchFamily="2" charset="-122"/>
                <a:cs typeface="Courier New" panose="02070309020205020404" pitchFamily="49" charset="0"/>
              </a:rPr>
              <a:t>）数组的基址</a:t>
            </a:r>
            <a:r>
              <a:rPr lang="en-US" altLang="zh-CN" b="0" noProof="1">
                <a:effectLst>
                  <a:outerShdw blurRad="38100" dist="38100" dir="2700000">
                    <a:srgbClr val="FFFFFF"/>
                  </a:outerShdw>
                </a:effectLst>
                <a:latin typeface="Courier New" panose="02070309020205020404" pitchFamily="49" charset="0"/>
                <a:ea typeface="宋体" panose="02010600030101010101" pitchFamily="2" charset="-122"/>
                <a:cs typeface="Courier New" panose="02070309020205020404" pitchFamily="49" charset="0"/>
              </a:rPr>
              <a:t>base</a:t>
            </a:r>
            <a:r>
              <a:rPr lang="zh-CN" altLang="en-US" b="0" noProof="1">
                <a:effectLst>
                  <a:outerShdw blurRad="38100" dist="38100" dir="2700000">
                    <a:srgbClr val="FFFFFF"/>
                  </a:outerShdw>
                </a:effectLst>
                <a:latin typeface="Courier New" panose="02070309020205020404" pitchFamily="49" charset="0"/>
                <a:ea typeface="宋体" panose="02010600030101010101" pitchFamily="2" charset="-122"/>
                <a:cs typeface="Courier New" panose="02070309020205020404" pitchFamily="49" charset="0"/>
              </a:rPr>
              <a:t>加上刚求得的相对地址</a:t>
            </a:r>
            <a:r>
              <a:rPr lang="en-US" altLang="zh-CN" b="0" noProof="1">
                <a:effectLst>
                  <a:outerShdw blurRad="38100" dist="38100" dir="2700000">
                    <a:srgbClr val="FFFFFF"/>
                  </a:outerShdw>
                </a:effectLst>
                <a:latin typeface="Courier New" panose="02070309020205020404" pitchFamily="49" charset="0"/>
                <a:ea typeface="宋体" panose="02010600030101010101" pitchFamily="2" charset="-122"/>
                <a:cs typeface="Courier New" panose="02070309020205020404" pitchFamily="49" charset="0"/>
              </a:rPr>
              <a:t>off</a:t>
            </a:r>
            <a:r>
              <a:rPr lang="zh-CN" altLang="en-US" b="0" noProof="1">
                <a:effectLst>
                  <a:outerShdw blurRad="38100" dist="38100" dir="2700000">
                    <a:srgbClr val="FFFFFF"/>
                  </a:outerShdw>
                </a:effectLst>
                <a:latin typeface="Courier New" panose="02070309020205020404" pitchFamily="49" charset="0"/>
                <a:ea typeface="宋体" panose="02010600030101010101" pitchFamily="2" charset="-122"/>
                <a:cs typeface="Courier New" panose="02070309020205020404" pitchFamily="49" charset="0"/>
              </a:rPr>
              <a:t>就是元素的地址，将该单元的值赋给引用形参</a:t>
            </a:r>
            <a:r>
              <a:rPr lang="en-US" altLang="zh-CN" b="0" noProof="1">
                <a:effectLst>
                  <a:outerShdw blurRad="38100" dist="38100" dir="2700000">
                    <a:srgbClr val="FFFFFF"/>
                  </a:outerShdw>
                </a:effectLst>
                <a:latin typeface="Courier New" panose="02070309020205020404" pitchFamily="49" charset="0"/>
                <a:ea typeface="宋体" panose="02010600030101010101" pitchFamily="2" charset="-122"/>
                <a:cs typeface="Courier New" panose="02070309020205020404" pitchFamily="49" charset="0"/>
              </a:rPr>
              <a:t>e</a:t>
            </a:r>
            <a:r>
              <a:rPr lang="zh-CN" altLang="en-US" b="0" noProof="1">
                <a:effectLst>
                  <a:outerShdw blurRad="38100" dist="38100" dir="2700000">
                    <a:srgbClr val="FFFFFF"/>
                  </a:outerShdw>
                </a:effectLst>
                <a:latin typeface="Courier New" panose="02070309020205020404" pitchFamily="49" charset="0"/>
                <a:ea typeface="宋体" panose="02010600030101010101" pitchFamily="2" charset="-122"/>
                <a:cs typeface="Courier New" panose="02070309020205020404" pitchFamily="49" charset="0"/>
              </a:rPr>
              <a:t>，返回元素值。</a:t>
            </a:r>
            <a:endParaRPr lang="en-US" altLang="zh-CN" b="0" dirty="0">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Courier New" panose="02070309020205020404" pitchFamily="49" charset="0"/>
            </a:endParaRPr>
          </a:p>
          <a:p>
            <a:endParaRPr lang="zh-CN" altLang="en-US" dirty="0"/>
          </a:p>
        </p:txBody>
      </p:sp>
      <p:sp>
        <p:nvSpPr>
          <p:cNvPr id="4" name="灯片编号占位符 3"/>
          <p:cNvSpPr>
            <a:spLocks noGrp="1"/>
          </p:cNvSpPr>
          <p:nvPr>
            <p:ph type="sldNum" sz="quarter" idx="5"/>
          </p:nvPr>
        </p:nvSpPr>
        <p:spPr/>
        <p:txBody>
          <a:bodyPr/>
          <a:lstStyle/>
          <a:p>
            <a:fld id="{27773CDA-FD1C-4FC6-96BC-4CF3CE069C63}" type="slidenum">
              <a:rPr lang="zh-CN" altLang="en-US" smtClean="0"/>
              <a:t>6</a:t>
            </a:fld>
            <a:endParaRPr lang="zh-CN" altLang="en-US"/>
          </a:p>
        </p:txBody>
      </p:sp>
    </p:spTree>
    <p:extLst>
      <p:ext uri="{BB962C8B-B14F-4D97-AF65-F5344CB8AC3E}">
        <p14:creationId xmlns:p14="http://schemas.microsoft.com/office/powerpoint/2010/main" val="11246916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noProof="1">
                <a:effectLst>
                  <a:outerShdw blurRad="38100" dist="38100" dir="2700000">
                    <a:srgbClr val="FFFFFF"/>
                  </a:outerShdw>
                </a:effectLst>
              </a:rPr>
              <a:t>（</a:t>
            </a:r>
            <a:r>
              <a:rPr lang="en-US" altLang="zh-CN" b="0" noProof="1">
                <a:effectLst>
                  <a:outerShdw blurRad="38100" dist="38100" dir="2700000">
                    <a:srgbClr val="FFFFFF"/>
                  </a:outerShdw>
                </a:effectLst>
              </a:rPr>
              <a:t>1</a:t>
            </a:r>
            <a:r>
              <a:rPr lang="zh-CN" altLang="en-US" b="0" noProof="1">
                <a:effectLst>
                  <a:outerShdw blurRad="38100" dist="38100" dir="2700000">
                    <a:srgbClr val="FFFFFF"/>
                  </a:outerShdw>
                </a:effectLst>
              </a:rPr>
              <a:t>）再看对多维数组元素赋值，用它的各维下标调用赋值操作。例如对三维数组</a:t>
            </a:r>
            <a:r>
              <a:rPr lang="en-US" altLang="zh-CN" b="0" noProof="1">
                <a:effectLst>
                  <a:outerShdw blurRad="38100" dist="38100" dir="2700000">
                    <a:srgbClr val="FFFFFF"/>
                  </a:outerShdw>
                </a:effectLst>
              </a:rPr>
              <a:t>a</a:t>
            </a:r>
            <a:r>
              <a:rPr lang="zh-CN" altLang="en-US" b="0" noProof="1">
                <a:effectLst>
                  <a:outerShdw blurRad="38100" dist="38100" dir="2700000">
                    <a:srgbClr val="FFFFFF"/>
                  </a:outerShdw>
                </a:effectLst>
              </a:rPr>
              <a:t>，取元素</a:t>
            </a:r>
            <a:r>
              <a:rPr lang="en-US" altLang="zh-CN" b="0" noProof="1">
                <a:effectLst>
                  <a:outerShdw blurRad="38100" dist="38100" dir="2700000">
                    <a:srgbClr val="FFFFFF"/>
                  </a:outerShdw>
                </a:effectLst>
              </a:rPr>
              <a:t>a[</a:t>
            </a:r>
            <a:r>
              <a:rPr lang="en-US" altLang="zh-CN" b="0" noProof="1">
                <a:solidFill>
                  <a:srgbClr val="C00000"/>
                </a:solidFill>
                <a:effectLst>
                  <a:outerShdw blurRad="38100" dist="38100" dir="2700000">
                    <a:srgbClr val="FFFFFF"/>
                  </a:outerShdw>
                </a:effectLst>
              </a:rPr>
              <a:t>1</a:t>
            </a:r>
            <a:r>
              <a:rPr lang="en-US" altLang="zh-CN" b="0" noProof="1">
                <a:effectLst>
                  <a:outerShdw blurRad="38100" dist="38100" dir="2700000">
                    <a:srgbClr val="FFFFFF"/>
                  </a:outerShdw>
                </a:effectLst>
              </a:rPr>
              <a:t>][</a:t>
            </a:r>
            <a:r>
              <a:rPr lang="en-US" altLang="zh-CN" b="0" noProof="1">
                <a:solidFill>
                  <a:srgbClr val="C00000"/>
                </a:solidFill>
                <a:effectLst>
                  <a:outerShdw blurRad="38100" dist="38100" dir="2700000">
                    <a:srgbClr val="FFFFFF"/>
                  </a:outerShdw>
                </a:effectLst>
              </a:rPr>
              <a:t>2</a:t>
            </a:r>
            <a:r>
              <a:rPr lang="en-US" altLang="zh-CN" b="0" noProof="1">
                <a:effectLst>
                  <a:outerShdw blurRad="38100" dist="38100" dir="2700000">
                    <a:srgbClr val="FFFFFF"/>
                  </a:outerShdw>
                </a:effectLst>
              </a:rPr>
              <a:t>][</a:t>
            </a:r>
            <a:r>
              <a:rPr lang="en-US" altLang="zh-CN" b="0" noProof="1">
                <a:solidFill>
                  <a:srgbClr val="C00000"/>
                </a:solidFill>
                <a:effectLst>
                  <a:outerShdw blurRad="38100" dist="38100" dir="2700000">
                    <a:srgbClr val="FFFFFF"/>
                  </a:outerShdw>
                </a:effectLst>
              </a:rPr>
              <a:t>3</a:t>
            </a:r>
            <a:r>
              <a:rPr lang="en-US" altLang="zh-CN" b="0" noProof="1">
                <a:effectLst>
                  <a:outerShdw blurRad="38100" dist="38100" dir="2700000">
                    <a:srgbClr val="FFFFFF"/>
                  </a:outerShdw>
                </a:effectLst>
              </a:rPr>
              <a:t>]</a:t>
            </a:r>
            <a:r>
              <a:rPr lang="zh-CN" altLang="en-US" b="0" noProof="1">
                <a:effectLst>
                  <a:outerShdw blurRad="38100" dist="38100" dir="2700000">
                    <a:srgbClr val="FFFFFF"/>
                  </a:outerShdw>
                </a:effectLst>
              </a:rPr>
              <a:t>的值，下标就是</a:t>
            </a:r>
            <a:r>
              <a:rPr lang="en-US" altLang="zh-CN" b="0" noProof="1">
                <a:effectLst>
                  <a:outerShdw blurRad="38100" dist="38100" dir="2700000">
                    <a:srgbClr val="FFFFFF"/>
                  </a:outerShdw>
                </a:effectLst>
              </a:rPr>
              <a:t>1</a:t>
            </a:r>
            <a:r>
              <a:rPr lang="zh-CN" altLang="en-US" b="0" noProof="1">
                <a:effectLst>
                  <a:outerShdw blurRad="38100" dist="38100" dir="2700000">
                    <a:srgbClr val="FFFFFF"/>
                  </a:outerShdw>
                </a:effectLst>
              </a:rPr>
              <a:t>、</a:t>
            </a:r>
            <a:r>
              <a:rPr lang="en-US" altLang="zh-CN" b="0" noProof="1">
                <a:effectLst>
                  <a:outerShdw blurRad="38100" dist="38100" dir="2700000">
                    <a:srgbClr val="FFFFFF"/>
                  </a:outerShdw>
                </a:effectLst>
              </a:rPr>
              <a:t>2</a:t>
            </a:r>
            <a:r>
              <a:rPr lang="zh-CN" altLang="en-US" b="0" noProof="1">
                <a:effectLst>
                  <a:outerShdw blurRad="38100" dist="38100" dir="2700000">
                    <a:srgbClr val="FFFFFF"/>
                  </a:outerShdw>
                </a:effectLst>
              </a:rPr>
              <a:t>和</a:t>
            </a:r>
            <a:r>
              <a:rPr lang="en-US" altLang="zh-CN" b="0" noProof="1">
                <a:effectLst>
                  <a:outerShdw blurRad="38100" dist="38100" dir="2700000">
                    <a:srgbClr val="FFFFFF"/>
                  </a:outerShdw>
                </a:effectLst>
              </a:rPr>
              <a:t>3</a:t>
            </a:r>
            <a:r>
              <a:rPr lang="zh-CN" altLang="en-US" b="0" noProof="1">
                <a:effectLst>
                  <a:outerShdw blurRad="38100" dist="38100" dir="2700000">
                    <a:srgbClr val="FFFFFF"/>
                  </a:outerShdw>
                </a:effectLst>
              </a:rPr>
              <a:t>。</a:t>
            </a:r>
            <a:endParaRPr lang="en-US" altLang="zh-CN" b="0" noProof="1">
              <a:effectLst>
                <a:outerShdw blurRad="38100" dist="38100" dir="2700000">
                  <a:srgbClr val="FFFFFF"/>
                </a:outerShdw>
              </a:effectLst>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noProof="1">
                <a:effectLst>
                  <a:outerShdw blurRad="38100" dist="38100" dir="2700000">
                    <a:srgbClr val="FFFFFF"/>
                  </a:outerShdw>
                </a:effectLst>
                <a:latin typeface="Courier New" panose="02070309020205020404" pitchFamily="49" charset="0"/>
                <a:ea typeface="宋体" panose="02010600030101010101" pitchFamily="2" charset="-122"/>
                <a:cs typeface="Courier New" panose="02070309020205020404" pitchFamily="49" charset="0"/>
              </a:rPr>
              <a:t>（</a:t>
            </a:r>
            <a:r>
              <a:rPr lang="en-US" altLang="zh-CN" b="0" noProof="1">
                <a:effectLst>
                  <a:outerShdw blurRad="38100" dist="38100" dir="2700000">
                    <a:srgbClr val="FFFFFF"/>
                  </a:outerShdw>
                </a:effectLst>
                <a:latin typeface="Courier New" panose="02070309020205020404" pitchFamily="49" charset="0"/>
                <a:ea typeface="宋体" panose="02010600030101010101" pitchFamily="2" charset="-122"/>
                <a:cs typeface="Courier New" panose="02070309020205020404" pitchFamily="49" charset="0"/>
              </a:rPr>
              <a:t>2</a:t>
            </a:r>
            <a:r>
              <a:rPr lang="zh-CN" altLang="en-US" b="0" noProof="1">
                <a:effectLst>
                  <a:outerShdw blurRad="38100" dist="38100" dir="2700000">
                    <a:srgbClr val="FFFFFF"/>
                  </a:outerShdw>
                </a:effectLst>
                <a:latin typeface="Courier New" panose="02070309020205020404" pitchFamily="49" charset="0"/>
                <a:ea typeface="宋体" panose="02010600030101010101" pitchFamily="2" charset="-122"/>
                <a:cs typeface="Courier New" panose="02070309020205020404" pitchFamily="49" charset="0"/>
              </a:rPr>
              <a:t>）这三个下标是被传递到算法的变长参数表的，因此要初始化变长参数表，让</a:t>
            </a:r>
            <a:r>
              <a:rPr lang="en-US" altLang="zh-CN" b="0" noProof="1">
                <a:effectLst>
                  <a:outerShdw blurRad="38100" dist="38100" dir="2700000">
                    <a:srgbClr val="FFFFFF"/>
                  </a:outerShdw>
                </a:effectLst>
                <a:latin typeface="Courier New" panose="02070309020205020404" pitchFamily="49" charset="0"/>
                <a:ea typeface="宋体" panose="02010600030101010101" pitchFamily="2" charset="-122"/>
                <a:cs typeface="Courier New" panose="02070309020205020404" pitchFamily="49" charset="0"/>
              </a:rPr>
              <a:t>ap</a:t>
            </a:r>
            <a:r>
              <a:rPr lang="zh-CN" altLang="en-US" b="0" noProof="1">
                <a:effectLst>
                  <a:outerShdw blurRad="38100" dist="38100" dir="2700000">
                    <a:srgbClr val="FFFFFF"/>
                  </a:outerShdw>
                </a:effectLst>
                <a:latin typeface="Courier New" panose="02070309020205020404" pitchFamily="49" charset="0"/>
                <a:ea typeface="宋体" panose="02010600030101010101" pitchFamily="2" charset="-122"/>
                <a:cs typeface="Courier New" panose="02070309020205020404" pitchFamily="49" charset="0"/>
              </a:rPr>
              <a:t>作为它的头指针。</a:t>
            </a:r>
            <a:endParaRPr lang="en-US" altLang="zh-CN" b="0" noProof="1">
              <a:effectLst>
                <a:outerShdw blurRad="38100" dist="38100" dir="2700000">
                  <a:srgbClr val="FFFFFF"/>
                </a:outerShdw>
              </a:effectLst>
              <a:latin typeface="Courier New" panose="02070309020205020404" pitchFamily="49" charset="0"/>
              <a:ea typeface="宋体" panose="02010600030101010101" pitchFamily="2" charset="-122"/>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noProof="1">
                <a:effectLst>
                  <a:outerShdw blurRad="38100" dist="38100" dir="2700000">
                    <a:srgbClr val="FFFFFF"/>
                  </a:outerShdw>
                </a:effectLst>
                <a:latin typeface="Courier New" panose="02070309020205020404" pitchFamily="49" charset="0"/>
                <a:ea typeface="宋体" panose="02010600030101010101" pitchFamily="2" charset="-122"/>
                <a:cs typeface="Courier New" panose="02070309020205020404" pitchFamily="49" charset="0"/>
              </a:rPr>
              <a:t>（</a:t>
            </a:r>
            <a:r>
              <a:rPr lang="en-US" altLang="zh-CN" b="0" noProof="1">
                <a:effectLst>
                  <a:outerShdw blurRad="38100" dist="38100" dir="2700000">
                    <a:srgbClr val="FFFFFF"/>
                  </a:outerShdw>
                </a:effectLst>
                <a:latin typeface="Courier New" panose="02070309020205020404" pitchFamily="49" charset="0"/>
                <a:ea typeface="宋体" panose="02010600030101010101" pitchFamily="2" charset="-122"/>
                <a:cs typeface="Courier New" panose="02070309020205020404" pitchFamily="49" charset="0"/>
              </a:rPr>
              <a:t>3</a:t>
            </a:r>
            <a:r>
              <a:rPr lang="zh-CN" altLang="en-US" b="0" noProof="1">
                <a:effectLst>
                  <a:outerShdw blurRad="38100" dist="38100" dir="2700000">
                    <a:srgbClr val="FFFFFF"/>
                  </a:outerShdw>
                </a:effectLst>
                <a:latin typeface="Courier New" panose="02070309020205020404" pitchFamily="49" charset="0"/>
                <a:ea typeface="宋体" panose="02010600030101010101" pitchFamily="2" charset="-122"/>
                <a:cs typeface="Courier New" panose="02070309020205020404" pitchFamily="49" charset="0"/>
              </a:rPr>
              <a:t>）调用</a:t>
            </a:r>
            <a:r>
              <a:rPr lang="en-US" altLang="zh-CN" b="0" noProof="1">
                <a:effectLst>
                  <a:outerShdw blurRad="38100" dist="38100" dir="2700000">
                    <a:srgbClr val="FFFFFF"/>
                  </a:outerShdw>
                </a:effectLst>
                <a:latin typeface="Courier New" panose="02070309020205020404" pitchFamily="49" charset="0"/>
                <a:ea typeface="宋体" panose="02010600030101010101" pitchFamily="2" charset="-122"/>
                <a:cs typeface="Courier New" panose="02070309020205020404" pitchFamily="49" charset="0"/>
              </a:rPr>
              <a:t>Locate</a:t>
            </a:r>
            <a:r>
              <a:rPr lang="zh-CN" altLang="en-US" b="0" noProof="1">
                <a:effectLst>
                  <a:outerShdw blurRad="38100" dist="38100" dir="2700000">
                    <a:srgbClr val="FFFFFF"/>
                  </a:outerShdw>
                </a:effectLst>
                <a:latin typeface="Courier New" panose="02070309020205020404" pitchFamily="49" charset="0"/>
                <a:ea typeface="宋体" panose="02010600030101010101" pitchFamily="2" charset="-122"/>
                <a:cs typeface="Courier New" panose="02070309020205020404" pitchFamily="49" charset="0"/>
              </a:rPr>
              <a:t>函数计算元素的相对地址</a:t>
            </a:r>
            <a:r>
              <a:rPr lang="en-US" altLang="zh-CN" b="0" noProof="1">
                <a:effectLst>
                  <a:outerShdw blurRad="38100" dist="38100" dir="2700000">
                    <a:srgbClr val="FFFFFF"/>
                  </a:outerShdw>
                </a:effectLst>
                <a:latin typeface="Courier New" panose="02070309020205020404" pitchFamily="49" charset="0"/>
                <a:ea typeface="宋体" panose="02010600030101010101" pitchFamily="2" charset="-122"/>
                <a:cs typeface="Courier New" panose="02070309020205020404" pitchFamily="49" charset="0"/>
              </a:rPr>
              <a:t>off</a:t>
            </a:r>
            <a:r>
              <a:rPr lang="zh-CN" altLang="en-US" b="0" noProof="1">
                <a:effectLst>
                  <a:outerShdw blurRad="38100" dist="38100" dir="2700000">
                    <a:srgbClr val="FFFFFF"/>
                  </a:outerShdw>
                </a:effectLst>
                <a:latin typeface="Courier New" panose="02070309020205020404" pitchFamily="49" charset="0"/>
                <a:ea typeface="宋体" panose="02010600030101010101" pitchFamily="2" charset="-122"/>
                <a:cs typeface="Courier New" panose="02070309020205020404" pitchFamily="49" charset="0"/>
              </a:rPr>
              <a:t>。若返回值小于或等于</a:t>
            </a:r>
            <a:r>
              <a:rPr lang="en-US" altLang="zh-CN" b="0" noProof="1">
                <a:effectLst>
                  <a:outerShdw blurRad="38100" dist="38100" dir="2700000">
                    <a:srgbClr val="FFFFFF"/>
                  </a:outerShdw>
                </a:effectLst>
                <a:latin typeface="Courier New" panose="02070309020205020404" pitchFamily="49" charset="0"/>
                <a:ea typeface="宋体" panose="02010600030101010101" pitchFamily="2" charset="-122"/>
                <a:cs typeface="Courier New" panose="02070309020205020404" pitchFamily="49" charset="0"/>
              </a:rPr>
              <a:t>0</a:t>
            </a:r>
            <a:r>
              <a:rPr lang="zh-CN" altLang="en-US" b="0" noProof="1">
                <a:effectLst>
                  <a:outerShdw blurRad="38100" dist="38100" dir="2700000">
                    <a:srgbClr val="FFFFFF"/>
                  </a:outerShdw>
                </a:effectLst>
                <a:latin typeface="Courier New" panose="02070309020205020404" pitchFamily="49" charset="0"/>
                <a:ea typeface="宋体" panose="02010600030101010101" pitchFamily="2" charset="-122"/>
                <a:cs typeface="Courier New" panose="02070309020205020404" pitchFamily="49" charset="0"/>
              </a:rPr>
              <a:t>，则返回异常结果。</a:t>
            </a:r>
            <a:endParaRPr lang="en-US" altLang="zh-CN" b="0" noProof="1">
              <a:effectLst>
                <a:outerShdw blurRad="38100" dist="38100" dir="2700000">
                  <a:srgbClr val="FFFFFF"/>
                </a:outerShdw>
              </a:effectLst>
              <a:latin typeface="Courier New" panose="02070309020205020404" pitchFamily="49" charset="0"/>
              <a:ea typeface="宋体" panose="02010600030101010101" pitchFamily="2" charset="-122"/>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noProof="1">
                <a:effectLst>
                  <a:outerShdw blurRad="38100" dist="38100" dir="2700000">
                    <a:srgbClr val="FFFFFF"/>
                  </a:outerShdw>
                </a:effectLst>
                <a:latin typeface="Courier New" panose="02070309020205020404" pitchFamily="49" charset="0"/>
                <a:ea typeface="宋体" panose="02010600030101010101" pitchFamily="2" charset="-122"/>
                <a:cs typeface="Courier New" panose="02070309020205020404" pitchFamily="49" charset="0"/>
              </a:rPr>
              <a:t>（</a:t>
            </a:r>
            <a:r>
              <a:rPr lang="en-US" altLang="zh-CN" b="0" noProof="1">
                <a:effectLst>
                  <a:outerShdw blurRad="38100" dist="38100" dir="2700000">
                    <a:srgbClr val="FFFFFF"/>
                  </a:outerShdw>
                </a:effectLst>
                <a:latin typeface="Courier New" panose="02070309020205020404" pitchFamily="49" charset="0"/>
                <a:ea typeface="宋体" panose="02010600030101010101" pitchFamily="2" charset="-122"/>
                <a:cs typeface="Courier New" panose="02070309020205020404" pitchFamily="49" charset="0"/>
              </a:rPr>
              <a:t>4</a:t>
            </a:r>
            <a:r>
              <a:rPr lang="zh-CN" altLang="en-US" b="0" noProof="1">
                <a:effectLst>
                  <a:outerShdw blurRad="38100" dist="38100" dir="2700000">
                    <a:srgbClr val="FFFFFF"/>
                  </a:outerShdw>
                </a:effectLst>
                <a:latin typeface="Courier New" panose="02070309020205020404" pitchFamily="49" charset="0"/>
                <a:ea typeface="宋体" panose="02010600030101010101" pitchFamily="2" charset="-122"/>
                <a:cs typeface="Courier New" panose="02070309020205020404" pitchFamily="49" charset="0"/>
              </a:rPr>
              <a:t>）数组的基址</a:t>
            </a:r>
            <a:r>
              <a:rPr lang="en-US" altLang="zh-CN" b="0" noProof="1">
                <a:effectLst>
                  <a:outerShdw blurRad="38100" dist="38100" dir="2700000">
                    <a:srgbClr val="FFFFFF"/>
                  </a:outerShdw>
                </a:effectLst>
                <a:latin typeface="Courier New" panose="02070309020205020404" pitchFamily="49" charset="0"/>
                <a:ea typeface="宋体" panose="02010600030101010101" pitchFamily="2" charset="-122"/>
                <a:cs typeface="Courier New" panose="02070309020205020404" pitchFamily="49" charset="0"/>
              </a:rPr>
              <a:t>base</a:t>
            </a:r>
            <a:r>
              <a:rPr lang="zh-CN" altLang="en-US" b="0" noProof="1">
                <a:effectLst>
                  <a:outerShdw blurRad="38100" dist="38100" dir="2700000">
                    <a:srgbClr val="FFFFFF"/>
                  </a:outerShdw>
                </a:effectLst>
                <a:latin typeface="Courier New" panose="02070309020205020404" pitchFamily="49" charset="0"/>
                <a:ea typeface="宋体" panose="02010600030101010101" pitchFamily="2" charset="-122"/>
                <a:cs typeface="Courier New" panose="02070309020205020404" pitchFamily="49" charset="0"/>
              </a:rPr>
              <a:t>加上刚求得的相对地址</a:t>
            </a:r>
            <a:r>
              <a:rPr lang="en-US" altLang="zh-CN" b="0" noProof="1">
                <a:effectLst>
                  <a:outerShdw blurRad="38100" dist="38100" dir="2700000">
                    <a:srgbClr val="FFFFFF"/>
                  </a:outerShdw>
                </a:effectLst>
                <a:latin typeface="Courier New" panose="02070309020205020404" pitchFamily="49" charset="0"/>
                <a:ea typeface="宋体" panose="02010600030101010101" pitchFamily="2" charset="-122"/>
                <a:cs typeface="Courier New" panose="02070309020205020404" pitchFamily="49" charset="0"/>
              </a:rPr>
              <a:t>off</a:t>
            </a:r>
            <a:r>
              <a:rPr lang="zh-CN" altLang="en-US" b="0" noProof="1">
                <a:effectLst>
                  <a:outerShdw blurRad="38100" dist="38100" dir="2700000">
                    <a:srgbClr val="FFFFFF"/>
                  </a:outerShdw>
                </a:effectLst>
                <a:latin typeface="Courier New" panose="02070309020205020404" pitchFamily="49" charset="0"/>
                <a:ea typeface="宋体" panose="02010600030101010101" pitchFamily="2" charset="-122"/>
                <a:cs typeface="Courier New" panose="02070309020205020404" pitchFamily="49" charset="0"/>
              </a:rPr>
              <a:t>就是元素的地址，将参数</a:t>
            </a:r>
            <a:r>
              <a:rPr lang="en-US" altLang="zh-CN" b="0" noProof="1">
                <a:effectLst>
                  <a:outerShdw blurRad="38100" dist="38100" dir="2700000">
                    <a:srgbClr val="FFFFFF"/>
                  </a:outerShdw>
                </a:effectLst>
                <a:latin typeface="Courier New" panose="02070309020205020404" pitchFamily="49" charset="0"/>
                <a:ea typeface="宋体" panose="02010600030101010101" pitchFamily="2" charset="-122"/>
                <a:cs typeface="Courier New" panose="02070309020205020404" pitchFamily="49" charset="0"/>
              </a:rPr>
              <a:t>e</a:t>
            </a:r>
            <a:r>
              <a:rPr lang="zh-CN" altLang="en-US" b="0" noProof="1">
                <a:effectLst>
                  <a:outerShdw blurRad="38100" dist="38100" dir="2700000">
                    <a:srgbClr val="FFFFFF"/>
                  </a:outerShdw>
                </a:effectLst>
                <a:latin typeface="Courier New" panose="02070309020205020404" pitchFamily="49" charset="0"/>
                <a:ea typeface="宋体" panose="02010600030101010101" pitchFamily="2" charset="-122"/>
                <a:cs typeface="Courier New" panose="02070309020205020404" pitchFamily="49" charset="0"/>
              </a:rPr>
              <a:t>的值存入该单元，就实现了对元素的赋值。</a:t>
            </a:r>
            <a:endParaRPr lang="en-US" altLang="zh-CN" b="0" dirty="0">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Courier New" panose="02070309020205020404" pitchFamily="49" charset="0"/>
            </a:endParaRPr>
          </a:p>
          <a:p>
            <a:endParaRPr lang="zh-CN" altLang="en-US" dirty="0"/>
          </a:p>
        </p:txBody>
      </p:sp>
      <p:sp>
        <p:nvSpPr>
          <p:cNvPr id="4" name="灯片编号占位符 3"/>
          <p:cNvSpPr>
            <a:spLocks noGrp="1"/>
          </p:cNvSpPr>
          <p:nvPr>
            <p:ph type="sldNum" sz="quarter" idx="5"/>
          </p:nvPr>
        </p:nvSpPr>
        <p:spPr/>
        <p:txBody>
          <a:bodyPr/>
          <a:lstStyle/>
          <a:p>
            <a:fld id="{27773CDA-FD1C-4FC6-96BC-4CF3CE069C63}" type="slidenum">
              <a:rPr lang="zh-CN" altLang="en-US" smtClean="0"/>
              <a:t>7</a:t>
            </a:fld>
            <a:endParaRPr lang="zh-CN" altLang="en-US"/>
          </a:p>
        </p:txBody>
      </p:sp>
    </p:spTree>
    <p:extLst>
      <p:ext uri="{BB962C8B-B14F-4D97-AF65-F5344CB8AC3E}">
        <p14:creationId xmlns:p14="http://schemas.microsoft.com/office/powerpoint/2010/main" val="24606017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D1E22505-B285-46DF-A8C7-BE179E568906}" type="slidenum">
              <a:rPr lang="zh-CN" altLang="en-US" smtClean="0"/>
              <a:t>13</a:t>
            </a:fld>
            <a:endParaRPr lang="zh-CN" altLang="en-US"/>
          </a:p>
        </p:txBody>
      </p:sp>
    </p:spTree>
    <p:extLst>
      <p:ext uri="{BB962C8B-B14F-4D97-AF65-F5344CB8AC3E}">
        <p14:creationId xmlns:p14="http://schemas.microsoft.com/office/powerpoint/2010/main" val="12756918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幻灯片图像占位符 1"/>
          <p:cNvSpPr>
            <a:spLocks noGrp="1" noRot="1" noChangeAspect="1" noTextEdit="1"/>
          </p:cNvSpPr>
          <p:nvPr>
            <p:ph type="sldImg"/>
          </p:nvPr>
        </p:nvSpPr>
        <p:spPr/>
      </p:sp>
      <p:sp>
        <p:nvSpPr>
          <p:cNvPr id="153603" name="备注占位符 2"/>
          <p:cNvSpPr>
            <a:spLocks noGrp="1"/>
          </p:cNvSpPr>
          <p:nvPr>
            <p:ph type="body" idx="1"/>
          </p:nvPr>
        </p:nvSpPr>
        <p:spPr/>
        <p:txBody>
          <a:bodyPr wrap="square" lIns="91440" tIns="45720" rIns="91440" bIns="45720" anchor="ctr" anchorCtr="0"/>
          <a:lstStyle/>
          <a:p>
            <a:pPr lvl="0"/>
            <a:r>
              <a:rPr lang="zh-CN" altLang="en-US" b="0" dirty="0"/>
              <a:t>（</a:t>
            </a:r>
            <a:r>
              <a:rPr lang="en-US" altLang="zh-CN" b="0" dirty="0"/>
              <a:t>1</a:t>
            </a:r>
            <a:r>
              <a:rPr lang="zh-CN" altLang="en-US" b="0" dirty="0"/>
              <a:t>）若</a:t>
            </a:r>
            <a:r>
              <a:rPr lang="zh-CN" altLang="en-US" sz="1200" b="0" dirty="0">
                <a:latin typeface="Times New Roman" panose="02020603050405020304" pitchFamily="18" charset="0"/>
                <a:ea typeface="楷体_GB2312" pitchFamily="49" charset="-122"/>
              </a:rPr>
              <a:t>矩阵</a:t>
            </a:r>
            <a:r>
              <a:rPr lang="en-US" altLang="zh-CN" sz="1200" b="0" dirty="0">
                <a:latin typeface="Times New Roman" panose="02020603050405020304" pitchFamily="18" charset="0"/>
                <a:ea typeface="楷体_GB2312" pitchFamily="49" charset="-122"/>
              </a:rPr>
              <a:t>T</a:t>
            </a:r>
            <a:r>
              <a:rPr lang="zh-CN" altLang="en-US" sz="1200" b="0" dirty="0">
                <a:latin typeface="Times New Roman" panose="02020603050405020304" pitchFamily="18" charset="0"/>
                <a:ea typeface="楷体_GB2312" pitchFamily="49" charset="-122"/>
              </a:rPr>
              <a:t>非零元个数不是</a:t>
            </a:r>
            <a:r>
              <a:rPr lang="en-US" altLang="zh-CN" sz="1200" b="0" dirty="0">
                <a:latin typeface="Times New Roman" panose="02020603050405020304" pitchFamily="18" charset="0"/>
                <a:ea typeface="楷体_GB2312" pitchFamily="49" charset="-122"/>
              </a:rPr>
              <a:t>0</a:t>
            </a:r>
            <a:r>
              <a:rPr lang="zh-CN" altLang="en-US" sz="1200" b="0" dirty="0">
                <a:latin typeface="Times New Roman" panose="02020603050405020304" pitchFamily="18" charset="0"/>
                <a:ea typeface="楷体_GB2312" pitchFamily="49" charset="-122"/>
              </a:rPr>
              <a:t>，则需要转置</a:t>
            </a:r>
            <a:endParaRPr lang="en-US" altLang="zh-CN" sz="1200" b="0" dirty="0">
              <a:latin typeface="Times New Roman" panose="02020603050405020304" pitchFamily="18" charset="0"/>
              <a:ea typeface="楷体_GB2312" pitchFamily="49" charset="-122"/>
            </a:endParaRPr>
          </a:p>
          <a:p>
            <a:pPr lvl="0"/>
            <a:r>
              <a:rPr lang="zh-CN" altLang="en-US" sz="1200" b="0" dirty="0">
                <a:latin typeface="Times New Roman" panose="02020603050405020304" pitchFamily="18" charset="0"/>
                <a:ea typeface="楷体_GB2312" pitchFamily="49" charset="-122"/>
              </a:rPr>
              <a:t>（</a:t>
            </a:r>
            <a:r>
              <a:rPr lang="en-US" altLang="zh-CN" sz="1200" b="0" dirty="0">
                <a:latin typeface="Times New Roman" panose="02020603050405020304" pitchFamily="18" charset="0"/>
                <a:ea typeface="楷体_GB2312" pitchFamily="49" charset="-122"/>
              </a:rPr>
              <a:t>2</a:t>
            </a:r>
            <a:r>
              <a:rPr lang="zh-CN" altLang="en-US" sz="1200" b="0" dirty="0">
                <a:latin typeface="Times New Roman" panose="02020603050405020304" pitchFamily="18" charset="0"/>
                <a:ea typeface="楷体_GB2312" pitchFamily="49" charset="-122"/>
              </a:rPr>
              <a:t>）</a:t>
            </a:r>
            <a:r>
              <a:rPr lang="zh-CN" altLang="en-US" b="0" dirty="0"/>
              <a:t>观察一下矩阵</a:t>
            </a:r>
            <a:r>
              <a:rPr lang="en-US" altLang="zh-CN" b="0" dirty="0"/>
              <a:t>M</a:t>
            </a:r>
            <a:r>
              <a:rPr lang="zh-CN" altLang="en-US" b="0" dirty="0"/>
              <a:t>和</a:t>
            </a:r>
            <a:r>
              <a:rPr lang="en-US" altLang="zh-CN" b="0" dirty="0"/>
              <a:t>T</a:t>
            </a:r>
            <a:r>
              <a:rPr lang="zh-CN" altLang="en-US" b="0" dirty="0"/>
              <a:t>的三元组顺序存储表示，发现</a:t>
            </a:r>
            <a:endParaRPr lang="en-US" altLang="zh-CN" b="0" dirty="0"/>
          </a:p>
          <a:p>
            <a:pPr lvl="0"/>
            <a:r>
              <a:rPr lang="zh-CN" altLang="en-US" b="0" dirty="0"/>
              <a:t>（</a:t>
            </a:r>
            <a:r>
              <a:rPr lang="en-US" altLang="zh-CN" b="0" dirty="0"/>
              <a:t>3</a:t>
            </a:r>
            <a:r>
              <a:rPr lang="zh-CN" altLang="en-US" b="0" dirty="0"/>
              <a:t>）矩阵</a:t>
            </a:r>
            <a:r>
              <a:rPr lang="en-US" altLang="zh-CN" b="0" dirty="0"/>
              <a:t>M</a:t>
            </a:r>
            <a:r>
              <a:rPr lang="zh-CN" altLang="en-US" b="0" dirty="0"/>
              <a:t>中的一个三元组元素，比如</a:t>
            </a:r>
            <a:r>
              <a:rPr lang="en-US" altLang="zh-CN" b="0" dirty="0"/>
              <a:t>1</a:t>
            </a:r>
            <a:r>
              <a:rPr lang="zh-CN" altLang="en-US" b="0" dirty="0"/>
              <a:t>行</a:t>
            </a:r>
            <a:r>
              <a:rPr lang="en-US" altLang="zh-CN" b="0" dirty="0"/>
              <a:t>2</a:t>
            </a:r>
            <a:r>
              <a:rPr lang="zh-CN" altLang="en-US" b="0" dirty="0"/>
              <a:t>列的元素</a:t>
            </a:r>
            <a:r>
              <a:rPr lang="en-US" altLang="zh-CN" b="0" dirty="0"/>
              <a:t>9</a:t>
            </a:r>
            <a:r>
              <a:rPr lang="zh-CN" altLang="en-US" b="0" dirty="0"/>
              <a:t>，通过交换行列号，元素值保持不变，</a:t>
            </a:r>
            <a:endParaRPr lang="en-US" altLang="zh-CN" b="0" dirty="0"/>
          </a:p>
          <a:p>
            <a:pPr lvl="0"/>
            <a:r>
              <a:rPr lang="zh-CN" altLang="en-US" b="0" dirty="0"/>
              <a:t>（</a:t>
            </a:r>
            <a:r>
              <a:rPr lang="en-US" altLang="zh-CN" b="0" dirty="0"/>
              <a:t>4</a:t>
            </a:r>
            <a:r>
              <a:rPr lang="zh-CN" altLang="en-US" b="0" dirty="0"/>
              <a:t>）成为矩阵</a:t>
            </a:r>
            <a:r>
              <a:rPr lang="en-US" altLang="zh-CN" b="0" dirty="0"/>
              <a:t>T</a:t>
            </a:r>
            <a:r>
              <a:rPr lang="zh-CN" altLang="en-US" b="0" dirty="0"/>
              <a:t>中的一个三元组元素，</a:t>
            </a:r>
            <a:r>
              <a:rPr lang="en-US" altLang="zh-CN" b="0" dirty="0"/>
              <a:t>2</a:t>
            </a:r>
            <a:r>
              <a:rPr lang="zh-CN" altLang="en-US" b="0" dirty="0"/>
              <a:t>行</a:t>
            </a:r>
            <a:r>
              <a:rPr lang="en-US" altLang="zh-CN" b="0" dirty="0"/>
              <a:t>1</a:t>
            </a:r>
            <a:r>
              <a:rPr lang="zh-CN" altLang="en-US" b="0" dirty="0"/>
              <a:t>列的元素</a:t>
            </a:r>
            <a:r>
              <a:rPr lang="en-US" altLang="zh-CN" b="0" dirty="0"/>
              <a:t>9</a:t>
            </a:r>
          </a:p>
          <a:p>
            <a:pPr lvl="0"/>
            <a:r>
              <a:rPr lang="zh-CN" altLang="en-US" b="0" dirty="0"/>
              <a:t>（</a:t>
            </a:r>
            <a:r>
              <a:rPr lang="en-US" altLang="zh-CN" b="0" dirty="0"/>
              <a:t>5</a:t>
            </a:r>
            <a:r>
              <a:rPr lang="zh-CN" altLang="en-US" b="0" dirty="0"/>
              <a:t>）三元组的存储顺序是按照行优先进行存储，因此转置算法，就是按照矩阵</a:t>
            </a:r>
            <a:r>
              <a:rPr lang="en-US" altLang="zh-CN" b="0" dirty="0"/>
              <a:t>M</a:t>
            </a:r>
            <a:r>
              <a:rPr lang="zh-CN" altLang="en-US" b="0" dirty="0"/>
              <a:t>的列号进行排序，</a:t>
            </a:r>
            <a:endParaRPr lang="en-US" altLang="zh-CN" b="0" dirty="0"/>
          </a:p>
          <a:p>
            <a:pPr lvl="0"/>
            <a:r>
              <a:rPr lang="zh-CN" altLang="en-US" b="0" dirty="0"/>
              <a:t>（</a:t>
            </a:r>
            <a:r>
              <a:rPr lang="en-US" altLang="zh-CN" b="0" dirty="0"/>
              <a:t>6</a:t>
            </a:r>
            <a:r>
              <a:rPr lang="zh-CN" altLang="en-US" b="0" dirty="0"/>
              <a:t>）就可以得到矩阵</a:t>
            </a:r>
            <a:r>
              <a:rPr lang="en-US" altLang="zh-CN" b="0" dirty="0"/>
              <a:t>T</a:t>
            </a:r>
            <a:r>
              <a:rPr lang="zh-CN" altLang="en-US" b="0" dirty="0"/>
              <a:t>，但是要注意，排序算法必须是稳定的。</a:t>
            </a:r>
            <a:endParaRPr lang="en-US" altLang="zh-CN" b="0" dirty="0"/>
          </a:p>
          <a:p>
            <a:pPr lvl="0"/>
            <a:r>
              <a:rPr lang="zh-CN" altLang="en-US" b="0" dirty="0"/>
              <a:t>（</a:t>
            </a:r>
            <a:r>
              <a:rPr lang="en-US" altLang="zh-CN" b="0" dirty="0"/>
              <a:t>7</a:t>
            </a:r>
            <a:r>
              <a:rPr lang="zh-CN" altLang="en-US" b="0" dirty="0"/>
              <a:t>）同为矩阵</a:t>
            </a:r>
            <a:r>
              <a:rPr lang="en-US" altLang="zh-CN" b="0" dirty="0"/>
              <a:t>M</a:t>
            </a:r>
            <a:r>
              <a:rPr lang="zh-CN" altLang="en-US" b="0" dirty="0"/>
              <a:t>第</a:t>
            </a:r>
            <a:r>
              <a:rPr lang="en-US" altLang="zh-CN" b="0" dirty="0"/>
              <a:t>1</a:t>
            </a:r>
            <a:r>
              <a:rPr lang="zh-CN" altLang="en-US" b="0" dirty="0"/>
              <a:t>列的元素，</a:t>
            </a:r>
            <a:r>
              <a:rPr lang="en-US" altLang="zh-CN" b="0" dirty="0"/>
              <a:t>1</a:t>
            </a:r>
            <a:r>
              <a:rPr lang="zh-CN" altLang="en-US" b="0" dirty="0"/>
              <a:t>行</a:t>
            </a:r>
            <a:r>
              <a:rPr lang="en-US" altLang="zh-CN" b="0" dirty="0"/>
              <a:t>1</a:t>
            </a:r>
            <a:r>
              <a:rPr lang="zh-CN" altLang="en-US" b="0" dirty="0"/>
              <a:t>列的元素</a:t>
            </a:r>
            <a:r>
              <a:rPr lang="en-US" altLang="zh-CN" b="0" dirty="0"/>
              <a:t>1</a:t>
            </a:r>
            <a:r>
              <a:rPr lang="zh-CN" altLang="en-US" b="0" dirty="0"/>
              <a:t>和</a:t>
            </a:r>
            <a:r>
              <a:rPr lang="en-US" altLang="zh-CN" b="0" dirty="0"/>
              <a:t>3</a:t>
            </a:r>
            <a:r>
              <a:rPr lang="zh-CN" altLang="en-US" b="0" dirty="0"/>
              <a:t>行</a:t>
            </a:r>
            <a:r>
              <a:rPr lang="en-US" altLang="zh-CN" b="0" dirty="0"/>
              <a:t>1</a:t>
            </a:r>
            <a:r>
              <a:rPr lang="zh-CN" altLang="en-US" b="0" dirty="0"/>
              <a:t>列的元素</a:t>
            </a:r>
            <a:r>
              <a:rPr lang="en-US" altLang="zh-CN" b="0" dirty="0"/>
              <a:t>3</a:t>
            </a:r>
            <a:r>
              <a:rPr lang="zh-CN" altLang="en-US" b="0" dirty="0"/>
              <a:t>，转置后相对位置需保持不变，分别放在</a:t>
            </a:r>
            <a:r>
              <a:rPr lang="en-US" altLang="zh-CN" b="0" dirty="0"/>
              <a:t>1</a:t>
            </a:r>
            <a:r>
              <a:rPr lang="zh-CN" altLang="en-US" b="0" dirty="0"/>
              <a:t>号和</a:t>
            </a:r>
            <a:r>
              <a:rPr lang="en-US" altLang="zh-CN" b="0" dirty="0"/>
              <a:t>2</a:t>
            </a:r>
            <a:r>
              <a:rPr lang="zh-CN" altLang="en-US" b="0" dirty="0"/>
              <a:t>号位置</a:t>
            </a:r>
            <a:endParaRPr lang="en-US" altLang="zh-CN" b="0" dirty="0"/>
          </a:p>
          <a:p>
            <a:pPr lvl="0"/>
            <a:r>
              <a:rPr lang="zh-CN" altLang="en-US" b="0" dirty="0"/>
              <a:t>（</a:t>
            </a:r>
            <a:r>
              <a:rPr lang="en-US" altLang="zh-CN" b="0" dirty="0"/>
              <a:t>8</a:t>
            </a:r>
            <a:r>
              <a:rPr lang="zh-CN" altLang="en-US" b="0" dirty="0"/>
              <a:t>）</a:t>
            </a:r>
            <a:r>
              <a:rPr lang="en-US" altLang="zh-CN" b="0" dirty="0"/>
              <a:t>1</a:t>
            </a:r>
            <a:r>
              <a:rPr lang="zh-CN" altLang="en-US" b="0" dirty="0"/>
              <a:t>行</a:t>
            </a:r>
            <a:r>
              <a:rPr lang="en-US" altLang="zh-CN" b="0" dirty="0"/>
              <a:t>2</a:t>
            </a:r>
            <a:r>
              <a:rPr lang="zh-CN" altLang="en-US" b="0" dirty="0"/>
              <a:t>列的元素</a:t>
            </a:r>
            <a:r>
              <a:rPr lang="en-US" altLang="zh-CN" b="0" dirty="0"/>
              <a:t>9</a:t>
            </a:r>
            <a:r>
              <a:rPr lang="zh-CN" altLang="en-US" b="0" dirty="0"/>
              <a:t>，转置后应该放在矩阵</a:t>
            </a:r>
            <a:r>
              <a:rPr lang="en-US" altLang="zh-CN" b="0" dirty="0"/>
              <a:t>T</a:t>
            </a:r>
            <a:r>
              <a:rPr lang="zh-CN" altLang="en-US" b="0" dirty="0"/>
              <a:t>三元组顺序存储结构的第</a:t>
            </a:r>
            <a:r>
              <a:rPr lang="en-US" altLang="zh-CN" b="0" dirty="0"/>
              <a:t>3</a:t>
            </a:r>
            <a:r>
              <a:rPr lang="zh-CN" altLang="en-US" b="0" dirty="0"/>
              <a:t>个位置，原因是，矩阵</a:t>
            </a:r>
            <a:r>
              <a:rPr lang="en-US" altLang="zh-CN" b="0" dirty="0"/>
              <a:t>M</a:t>
            </a:r>
            <a:r>
              <a:rPr lang="zh-CN" altLang="en-US" b="0" dirty="0"/>
              <a:t>第一列有</a:t>
            </a:r>
            <a:r>
              <a:rPr lang="en-US" altLang="zh-CN" b="0" dirty="0"/>
              <a:t>2</a:t>
            </a:r>
            <a:r>
              <a:rPr lang="zh-CN" altLang="en-US" b="0" dirty="0"/>
              <a:t>个元素，因此第一个出现的列号为</a:t>
            </a:r>
            <a:r>
              <a:rPr lang="en-US" altLang="zh-CN" b="0" dirty="0"/>
              <a:t>2</a:t>
            </a:r>
            <a:r>
              <a:rPr lang="zh-CN" altLang="en-US" b="0" dirty="0"/>
              <a:t>的元素</a:t>
            </a:r>
            <a:r>
              <a:rPr lang="en-US" altLang="zh-CN" b="0" dirty="0"/>
              <a:t>9</a:t>
            </a:r>
            <a:r>
              <a:rPr lang="zh-CN" altLang="en-US" b="0" dirty="0"/>
              <a:t>就应该放在转置后的</a:t>
            </a:r>
            <a:r>
              <a:rPr lang="en-US" altLang="zh-CN" b="0" dirty="0"/>
              <a:t>3</a:t>
            </a:r>
            <a:r>
              <a:rPr lang="zh-CN" altLang="en-US" b="0" dirty="0"/>
              <a:t>号位置，若能将矩阵</a:t>
            </a:r>
            <a:r>
              <a:rPr lang="en-US" altLang="zh-CN" b="0" dirty="0"/>
              <a:t>M</a:t>
            </a:r>
            <a:r>
              <a:rPr lang="zh-CN" altLang="en-US" b="0" dirty="0"/>
              <a:t>每一列的非零元个数均统计出来，就可以确定矩阵</a:t>
            </a:r>
            <a:r>
              <a:rPr lang="en-US" altLang="zh-CN" b="0" dirty="0"/>
              <a:t>M</a:t>
            </a:r>
            <a:r>
              <a:rPr lang="zh-CN" altLang="en-US" b="0" dirty="0"/>
              <a:t>中每一列第一个非零元在矩阵</a:t>
            </a:r>
            <a:r>
              <a:rPr lang="en-US" altLang="zh-CN" b="0" dirty="0"/>
              <a:t>T</a:t>
            </a:r>
            <a:r>
              <a:rPr lang="zh-CN" altLang="en-US" b="0" dirty="0"/>
              <a:t>中应该存放的起始位置。就能直接将</a:t>
            </a:r>
            <a:r>
              <a:rPr lang="en-US" altLang="zh-CN" b="0" dirty="0"/>
              <a:t>M</a:t>
            </a:r>
            <a:r>
              <a:rPr lang="zh-CN" altLang="en-US" b="0" dirty="0"/>
              <a:t>中的三元组元素直接放到矩阵</a:t>
            </a:r>
            <a:r>
              <a:rPr lang="en-US" altLang="zh-CN" b="0" dirty="0"/>
              <a:t>T</a:t>
            </a:r>
            <a:r>
              <a:rPr lang="zh-CN" altLang="en-US" b="0" dirty="0"/>
              <a:t>中恰当的位置。</a:t>
            </a:r>
            <a:endParaRPr lang="en-US" altLang="zh-CN" b="0"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dirty="0"/>
              <a:t>（</a:t>
            </a:r>
            <a:r>
              <a:rPr lang="en-US" altLang="zh-CN" b="0" dirty="0"/>
              <a:t>9</a:t>
            </a:r>
            <a:r>
              <a:rPr lang="zh-CN" altLang="en-US" b="0" dirty="0"/>
              <a:t>）算法第二步，统计</a:t>
            </a:r>
            <a:r>
              <a:rPr lang="en-US" altLang="zh-CN" sz="1200" dirty="0">
                <a:latin typeface="微软雅黑" panose="020B0503020204020204" pitchFamily="34" charset="-122"/>
                <a:sym typeface="微软雅黑" panose="020B0503020204020204" pitchFamily="34" charset="-122"/>
              </a:rPr>
              <a:t>num</a:t>
            </a:r>
            <a:r>
              <a:rPr lang="zh-CN" altLang="en-US" sz="1200" dirty="0">
                <a:latin typeface="微软雅黑" panose="020B0503020204020204" pitchFamily="34" charset="-122"/>
                <a:sym typeface="微软雅黑" panose="020B0503020204020204" pitchFamily="34" charset="-122"/>
              </a:rPr>
              <a:t>数组</a:t>
            </a:r>
            <a:endParaRPr lang="en-US" altLang="zh-CN" sz="1200" dirty="0">
              <a:latin typeface="微软雅黑" panose="020B0503020204020204" pitchFamily="34" charset="-122"/>
              <a:sym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dirty="0"/>
              <a:t>（</a:t>
            </a:r>
            <a:r>
              <a:rPr lang="en-US" altLang="zh-CN" b="0" dirty="0"/>
              <a:t>10</a:t>
            </a:r>
            <a:r>
              <a:rPr lang="zh-CN" altLang="en-US" b="0" dirty="0"/>
              <a:t>）这里我们用数组</a:t>
            </a:r>
            <a:r>
              <a:rPr lang="en-US" altLang="zh-CN" b="0" dirty="0"/>
              <a:t>num[j]</a:t>
            </a:r>
            <a:r>
              <a:rPr lang="zh-CN" altLang="en-US" b="0" dirty="0"/>
              <a:t>表示矩阵</a:t>
            </a:r>
            <a:r>
              <a:rPr lang="en-US" altLang="zh-CN" b="0" dirty="0"/>
              <a:t>M</a:t>
            </a:r>
            <a:r>
              <a:rPr lang="zh-CN" altLang="en-US" b="0" dirty="0"/>
              <a:t>中第</a:t>
            </a:r>
            <a:r>
              <a:rPr lang="en-US" altLang="zh-CN" b="0" dirty="0"/>
              <a:t>j</a:t>
            </a:r>
            <a:r>
              <a:rPr lang="zh-CN" altLang="en-US" b="0" dirty="0"/>
              <a:t>列中非零元个数。初始化值均为</a:t>
            </a:r>
            <a:r>
              <a:rPr lang="en-US" altLang="zh-CN" b="0" dirty="0"/>
              <a:t>0</a:t>
            </a:r>
            <a:r>
              <a:rPr lang="zh-CN" altLang="en-US" b="0" dirty="0"/>
              <a:t>；</a:t>
            </a:r>
            <a:endParaRPr lang="en-US" altLang="zh-CN" sz="1200" dirty="0">
              <a:latin typeface="微软雅黑" panose="020B0503020204020204" pitchFamily="34" charset="-122"/>
              <a:sym typeface="微软雅黑" panose="020B0503020204020204" pitchFamily="34" charset="-122"/>
            </a:endParaRPr>
          </a:p>
          <a:p>
            <a:pPr lvl="0"/>
            <a:r>
              <a:rPr lang="zh-CN" altLang="en-US" sz="1200" b="0" dirty="0">
                <a:latin typeface="微软雅黑" panose="020B0503020204020204" pitchFamily="34" charset="-122"/>
                <a:sym typeface="微软雅黑" panose="020B0503020204020204" pitchFamily="34" charset="-122"/>
              </a:rPr>
              <a:t>（</a:t>
            </a:r>
            <a:r>
              <a:rPr lang="en-US" altLang="zh-CN" sz="1200" b="0" dirty="0">
                <a:latin typeface="微软雅黑" panose="020B0503020204020204" pitchFamily="34" charset="-122"/>
                <a:sym typeface="微软雅黑" panose="020B0503020204020204" pitchFamily="34" charset="-122"/>
              </a:rPr>
              <a:t>11</a:t>
            </a:r>
            <a:r>
              <a:rPr lang="zh-CN" altLang="en-US" sz="1200" b="0" dirty="0">
                <a:latin typeface="微软雅黑" panose="020B0503020204020204" pitchFamily="34" charset="-122"/>
                <a:sym typeface="微软雅黑" panose="020B0503020204020204" pitchFamily="34" charset="-122"/>
              </a:rPr>
              <a:t>）对每一个非零元，取出其列号</a:t>
            </a:r>
            <a:endParaRPr lang="en-US" altLang="zh-CN" sz="1200" b="0" dirty="0">
              <a:latin typeface="微软雅黑" panose="020B0503020204020204" pitchFamily="34" charset="-122"/>
              <a:sym typeface="微软雅黑" panose="020B0503020204020204" pitchFamily="34" charset="-122"/>
            </a:endParaRPr>
          </a:p>
          <a:p>
            <a:pPr lvl="0"/>
            <a:r>
              <a:rPr lang="zh-CN" altLang="en-US" sz="1200" b="0" dirty="0">
                <a:latin typeface="微软雅黑" panose="020B0503020204020204" pitchFamily="34" charset="-122"/>
                <a:sym typeface="微软雅黑" panose="020B0503020204020204" pitchFamily="34" charset="-122"/>
              </a:rPr>
              <a:t>（</a:t>
            </a:r>
            <a:r>
              <a:rPr lang="en-US" altLang="zh-CN" sz="1200" b="0" dirty="0">
                <a:latin typeface="微软雅黑" panose="020B0503020204020204" pitchFamily="34" charset="-122"/>
                <a:sym typeface="微软雅黑" panose="020B0503020204020204" pitchFamily="34" charset="-122"/>
              </a:rPr>
              <a:t>12</a:t>
            </a:r>
            <a:r>
              <a:rPr lang="zh-CN" altLang="en-US" sz="1200" b="0" dirty="0">
                <a:latin typeface="微软雅黑" panose="020B0503020204020204" pitchFamily="34" charset="-122"/>
                <a:sym typeface="微软雅黑" panose="020B0503020204020204" pitchFamily="34" charset="-122"/>
              </a:rPr>
              <a:t>）矩阵</a:t>
            </a:r>
            <a:r>
              <a:rPr lang="en-US" altLang="zh-CN" sz="1200" b="0" dirty="0">
                <a:latin typeface="微软雅黑" panose="020B0503020204020204" pitchFamily="34" charset="-122"/>
                <a:sym typeface="微软雅黑" panose="020B0503020204020204" pitchFamily="34" charset="-122"/>
              </a:rPr>
              <a:t>M</a:t>
            </a:r>
            <a:r>
              <a:rPr lang="zh-CN" altLang="en-US" sz="1200" b="0" dirty="0">
                <a:latin typeface="微软雅黑" panose="020B0503020204020204" pitchFamily="34" charset="-122"/>
                <a:sym typeface="微软雅黑" panose="020B0503020204020204" pitchFamily="34" charset="-122"/>
              </a:rPr>
              <a:t>第一个非零元列号为</a:t>
            </a:r>
            <a:r>
              <a:rPr lang="en-US" altLang="zh-CN" sz="1200" b="0" dirty="0">
                <a:latin typeface="微软雅黑" panose="020B0503020204020204" pitchFamily="34" charset="-122"/>
                <a:sym typeface="微软雅黑" panose="020B0503020204020204" pitchFamily="34" charset="-122"/>
              </a:rPr>
              <a:t>1.</a:t>
            </a:r>
          </a:p>
          <a:p>
            <a:pPr lvl="0"/>
            <a:r>
              <a:rPr lang="zh-CN" altLang="en-US" sz="1200" b="0" dirty="0">
                <a:latin typeface="微软雅黑" panose="020B0503020204020204" pitchFamily="34" charset="-122"/>
                <a:sym typeface="微软雅黑" panose="020B0503020204020204" pitchFamily="34" charset="-122"/>
              </a:rPr>
              <a:t>（</a:t>
            </a:r>
            <a:r>
              <a:rPr lang="en-US" altLang="zh-CN" sz="1200" b="0" dirty="0">
                <a:latin typeface="微软雅黑" panose="020B0503020204020204" pitchFamily="34" charset="-122"/>
                <a:sym typeface="微软雅黑" panose="020B0503020204020204" pitchFamily="34" charset="-122"/>
              </a:rPr>
              <a:t>13</a:t>
            </a:r>
            <a:r>
              <a:rPr lang="zh-CN" altLang="en-US" sz="1200" b="0" dirty="0">
                <a:latin typeface="微软雅黑" panose="020B0503020204020204" pitchFamily="34" charset="-122"/>
                <a:sym typeface="微软雅黑" panose="020B0503020204020204" pitchFamily="34" charset="-122"/>
              </a:rPr>
              <a:t>）表示列号为</a:t>
            </a:r>
            <a:r>
              <a:rPr lang="en-US" altLang="zh-CN" sz="1200" b="0" dirty="0">
                <a:latin typeface="微软雅黑" panose="020B0503020204020204" pitchFamily="34" charset="-122"/>
                <a:sym typeface="微软雅黑" panose="020B0503020204020204" pitchFamily="34" charset="-122"/>
              </a:rPr>
              <a:t>1</a:t>
            </a:r>
            <a:r>
              <a:rPr lang="zh-CN" altLang="en-US" sz="1200" b="0" dirty="0">
                <a:latin typeface="微软雅黑" panose="020B0503020204020204" pitchFamily="34" charset="-122"/>
                <a:sym typeface="微软雅黑" panose="020B0503020204020204" pitchFamily="34" charset="-122"/>
              </a:rPr>
              <a:t>的元素</a:t>
            </a:r>
            <a:r>
              <a:rPr lang="en-US" altLang="zh-CN" b="0" dirty="0"/>
              <a:t>num[1]</a:t>
            </a:r>
            <a:r>
              <a:rPr lang="zh-CN" altLang="en-US" sz="1200" b="0" dirty="0">
                <a:latin typeface="微软雅黑" panose="020B0503020204020204" pitchFamily="34" charset="-122"/>
                <a:sym typeface="微软雅黑" panose="020B0503020204020204" pitchFamily="34" charset="-122"/>
              </a:rPr>
              <a:t>初始值为</a:t>
            </a:r>
            <a:r>
              <a:rPr lang="en-US" altLang="zh-CN" sz="1200" b="0" dirty="0">
                <a:latin typeface="微软雅黑" panose="020B0503020204020204" pitchFamily="34" charset="-122"/>
                <a:sym typeface="微软雅黑" panose="020B0503020204020204" pitchFamily="34" charset="-122"/>
              </a:rPr>
              <a:t>0</a:t>
            </a:r>
            <a:r>
              <a:rPr lang="zh-CN" altLang="en-US" sz="1200" b="0" dirty="0">
                <a:latin typeface="微软雅黑" panose="020B0503020204020204" pitchFamily="34" charset="-122"/>
                <a:sym typeface="微软雅黑" panose="020B0503020204020204" pitchFamily="34" charset="-122"/>
              </a:rPr>
              <a:t>，现在应该为</a:t>
            </a:r>
            <a:r>
              <a:rPr lang="en-US" altLang="zh-CN" sz="1200" b="0" dirty="0">
                <a:latin typeface="微软雅黑" panose="020B0503020204020204" pitchFamily="34" charset="-122"/>
                <a:sym typeface="微软雅黑" panose="020B0503020204020204" pitchFamily="34" charset="-122"/>
              </a:rPr>
              <a:t>1</a:t>
            </a:r>
            <a:r>
              <a:rPr lang="zh-CN" altLang="en-US" sz="1200" b="0" dirty="0">
                <a:latin typeface="微软雅黑" panose="020B0503020204020204" pitchFamily="34" charset="-122"/>
                <a:sym typeface="微软雅黑" panose="020B0503020204020204" pitchFamily="34" charset="-122"/>
              </a:rPr>
              <a:t>，即</a:t>
            </a:r>
            <a:r>
              <a:rPr lang="en-US" altLang="zh-CN" sz="1200" b="0" dirty="0">
                <a:latin typeface="微软雅黑" panose="020B0503020204020204" pitchFamily="34" charset="-122"/>
                <a:sym typeface="微软雅黑" panose="020B0503020204020204" pitchFamily="34" charset="-122"/>
              </a:rPr>
              <a:t>num[1]</a:t>
            </a:r>
            <a:r>
              <a:rPr lang="zh-CN" altLang="en-US" sz="1200" b="0" dirty="0">
                <a:latin typeface="微软雅黑" panose="020B0503020204020204" pitchFamily="34" charset="-122"/>
                <a:sym typeface="微软雅黑" panose="020B0503020204020204" pitchFamily="34" charset="-122"/>
              </a:rPr>
              <a:t>加</a:t>
            </a:r>
            <a:r>
              <a:rPr lang="en-US" altLang="zh-CN" sz="1200" b="0" dirty="0">
                <a:latin typeface="微软雅黑" panose="020B0503020204020204" pitchFamily="34" charset="-122"/>
                <a:sym typeface="微软雅黑" panose="020B0503020204020204" pitchFamily="34" charset="-122"/>
              </a:rPr>
              <a:t>1;</a:t>
            </a:r>
          </a:p>
          <a:p>
            <a:pPr lvl="0"/>
            <a:r>
              <a:rPr lang="zh-CN" altLang="en-US" sz="1200" b="0" dirty="0">
                <a:latin typeface="微软雅黑" panose="020B0503020204020204" pitchFamily="34" charset="-122"/>
                <a:sym typeface="微软雅黑" panose="020B0503020204020204" pitchFamily="34" charset="-122"/>
              </a:rPr>
              <a:t>（</a:t>
            </a:r>
            <a:r>
              <a:rPr lang="en-US" altLang="zh-CN" sz="1200" b="0" dirty="0">
                <a:latin typeface="微软雅黑" panose="020B0503020204020204" pitchFamily="34" charset="-122"/>
                <a:sym typeface="微软雅黑" panose="020B0503020204020204" pitchFamily="34" charset="-122"/>
              </a:rPr>
              <a:t>14</a:t>
            </a:r>
            <a:r>
              <a:rPr lang="zh-CN" altLang="en-US" sz="1200" b="0" dirty="0">
                <a:latin typeface="微软雅黑" panose="020B0503020204020204" pitchFamily="34" charset="-122"/>
                <a:sym typeface="微软雅黑" panose="020B0503020204020204" pitchFamily="34" charset="-122"/>
              </a:rPr>
              <a:t>）循环，找到下一个非零元，列号为</a:t>
            </a:r>
            <a:r>
              <a:rPr lang="en-US" altLang="zh-CN" sz="1200" b="0" dirty="0">
                <a:latin typeface="微软雅黑" panose="020B0503020204020204" pitchFamily="34" charset="-122"/>
                <a:sym typeface="微软雅黑" panose="020B0503020204020204" pitchFamily="34" charset="-122"/>
              </a:rPr>
              <a:t>2</a:t>
            </a:r>
            <a:r>
              <a:rPr lang="zh-CN" altLang="en-US" sz="1200" b="0" dirty="0">
                <a:latin typeface="微软雅黑" panose="020B0503020204020204" pitchFamily="34" charset="-122"/>
                <a:sym typeface="微软雅黑" panose="020B0503020204020204" pitchFamily="34" charset="-122"/>
              </a:rPr>
              <a:t>，</a:t>
            </a:r>
            <a:r>
              <a:rPr lang="en-US" altLang="zh-CN" sz="1200" b="0" dirty="0">
                <a:latin typeface="微软雅黑" panose="020B0503020204020204" pitchFamily="34" charset="-122"/>
                <a:sym typeface="微软雅黑" panose="020B0503020204020204" pitchFamily="34" charset="-122"/>
              </a:rPr>
              <a:t>num[2]</a:t>
            </a:r>
            <a:r>
              <a:rPr lang="zh-CN" altLang="en-US" sz="1200" b="0" dirty="0">
                <a:latin typeface="微软雅黑" panose="020B0503020204020204" pitchFamily="34" charset="-122"/>
                <a:sym typeface="微软雅黑" panose="020B0503020204020204" pitchFamily="34" charset="-122"/>
              </a:rPr>
              <a:t>加</a:t>
            </a:r>
            <a:r>
              <a:rPr lang="en-US" altLang="zh-CN" sz="1200" b="0" dirty="0">
                <a:latin typeface="微软雅黑" panose="020B0503020204020204" pitchFamily="34" charset="-122"/>
                <a:sym typeface="微软雅黑" panose="020B0503020204020204" pitchFamily="34" charset="-122"/>
              </a:rPr>
              <a:t>1</a:t>
            </a:r>
            <a:r>
              <a:rPr lang="zh-CN" altLang="en-US" sz="1200" b="0" dirty="0">
                <a:latin typeface="微软雅黑" panose="020B0503020204020204" pitchFamily="34" charset="-122"/>
                <a:sym typeface="微软雅黑" panose="020B0503020204020204" pitchFamily="34" charset="-122"/>
              </a:rPr>
              <a:t>，</a:t>
            </a:r>
            <a:endParaRPr lang="en-US" altLang="zh-CN" sz="1200" b="0" dirty="0">
              <a:latin typeface="微软雅黑" panose="020B0503020204020204" pitchFamily="34" charset="-122"/>
              <a:sym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dirty="0">
                <a:latin typeface="微软雅黑" panose="020B0503020204020204" pitchFamily="34" charset="-122"/>
                <a:sym typeface="微软雅黑" panose="020B0503020204020204" pitchFamily="34" charset="-122"/>
              </a:rPr>
              <a:t>（</a:t>
            </a:r>
            <a:r>
              <a:rPr lang="en-US" altLang="zh-CN" sz="1200" b="0" dirty="0">
                <a:latin typeface="微软雅黑" panose="020B0503020204020204" pitchFamily="34" charset="-122"/>
                <a:sym typeface="微软雅黑" panose="020B0503020204020204" pitchFamily="34" charset="-122"/>
              </a:rPr>
              <a:t>15</a:t>
            </a:r>
            <a:r>
              <a:rPr lang="zh-CN" altLang="en-US" sz="1200" b="0" dirty="0">
                <a:latin typeface="微软雅黑" panose="020B0503020204020204" pitchFamily="34" charset="-122"/>
                <a:sym typeface="微软雅黑" panose="020B0503020204020204" pitchFamily="34" charset="-122"/>
              </a:rPr>
              <a:t>）下一个非零元，列号为</a:t>
            </a:r>
            <a:r>
              <a:rPr lang="en-US" altLang="zh-CN" sz="1200" b="0" dirty="0">
                <a:latin typeface="微软雅黑" panose="020B0503020204020204" pitchFamily="34" charset="-122"/>
                <a:sym typeface="微软雅黑" panose="020B0503020204020204" pitchFamily="34" charset="-122"/>
              </a:rPr>
              <a:t>1</a:t>
            </a:r>
            <a:r>
              <a:rPr lang="zh-CN" altLang="en-US" sz="1200" b="0" dirty="0">
                <a:latin typeface="微软雅黑" panose="020B0503020204020204" pitchFamily="34" charset="-122"/>
                <a:sym typeface="微软雅黑" panose="020B0503020204020204" pitchFamily="34" charset="-122"/>
              </a:rPr>
              <a:t>，</a:t>
            </a:r>
            <a:r>
              <a:rPr lang="en-US" altLang="zh-CN" sz="1200" b="0" dirty="0">
                <a:latin typeface="微软雅黑" panose="020B0503020204020204" pitchFamily="34" charset="-122"/>
                <a:sym typeface="微软雅黑" panose="020B0503020204020204" pitchFamily="34" charset="-122"/>
              </a:rPr>
              <a:t>num[1]</a:t>
            </a:r>
            <a:r>
              <a:rPr lang="zh-CN" altLang="en-US" sz="1200" b="0" dirty="0">
                <a:latin typeface="微软雅黑" panose="020B0503020204020204" pitchFamily="34" charset="-122"/>
                <a:sym typeface="微软雅黑" panose="020B0503020204020204" pitchFamily="34" charset="-122"/>
              </a:rPr>
              <a:t>加</a:t>
            </a:r>
            <a:r>
              <a:rPr lang="en-US" altLang="zh-CN" sz="1200" b="0" dirty="0">
                <a:latin typeface="微软雅黑" panose="020B0503020204020204" pitchFamily="34" charset="-122"/>
                <a:sym typeface="微软雅黑" panose="020B0503020204020204" pitchFamily="34" charset="-122"/>
              </a:rPr>
              <a:t>1</a:t>
            </a:r>
            <a:r>
              <a:rPr lang="zh-CN" altLang="en-US" sz="1200" b="0" dirty="0">
                <a:latin typeface="微软雅黑" panose="020B0503020204020204" pitchFamily="34" charset="-122"/>
                <a:sym typeface="微软雅黑" panose="020B0503020204020204" pitchFamily="34" charset="-122"/>
              </a:rPr>
              <a:t>，</a:t>
            </a:r>
            <a:endParaRPr lang="en-US" altLang="zh-CN" sz="1200" b="0" dirty="0">
              <a:latin typeface="微软雅黑" panose="020B0503020204020204" pitchFamily="34" charset="-122"/>
              <a:sym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dirty="0">
                <a:latin typeface="微软雅黑" panose="020B0503020204020204" pitchFamily="34" charset="-122"/>
                <a:sym typeface="微软雅黑" panose="020B0503020204020204" pitchFamily="34" charset="-122"/>
              </a:rPr>
              <a:t>（</a:t>
            </a:r>
            <a:r>
              <a:rPr lang="en-US" altLang="zh-CN" sz="1200" b="0" dirty="0">
                <a:latin typeface="微软雅黑" panose="020B0503020204020204" pitchFamily="34" charset="-122"/>
                <a:sym typeface="微软雅黑" panose="020B0503020204020204" pitchFamily="34" charset="-122"/>
              </a:rPr>
              <a:t>16</a:t>
            </a:r>
            <a:r>
              <a:rPr lang="zh-CN" altLang="en-US" sz="1200" b="0" dirty="0">
                <a:latin typeface="微软雅黑" panose="020B0503020204020204" pitchFamily="34" charset="-122"/>
                <a:sym typeface="微软雅黑" panose="020B0503020204020204" pitchFamily="34" charset="-122"/>
              </a:rPr>
              <a:t>）下一个非零元，列号为</a:t>
            </a:r>
            <a:r>
              <a:rPr lang="en-US" altLang="zh-CN" sz="1200" b="0" dirty="0">
                <a:latin typeface="微软雅黑" panose="020B0503020204020204" pitchFamily="34" charset="-122"/>
                <a:sym typeface="微软雅黑" panose="020B0503020204020204" pitchFamily="34" charset="-122"/>
              </a:rPr>
              <a:t>6</a:t>
            </a:r>
            <a:r>
              <a:rPr lang="zh-CN" altLang="en-US" sz="1200" b="0" dirty="0">
                <a:latin typeface="微软雅黑" panose="020B0503020204020204" pitchFamily="34" charset="-122"/>
                <a:sym typeface="微软雅黑" panose="020B0503020204020204" pitchFamily="34" charset="-122"/>
              </a:rPr>
              <a:t>，</a:t>
            </a:r>
            <a:r>
              <a:rPr lang="en-US" altLang="zh-CN" sz="1200" b="0" dirty="0">
                <a:latin typeface="微软雅黑" panose="020B0503020204020204" pitchFamily="34" charset="-122"/>
                <a:sym typeface="微软雅黑" panose="020B0503020204020204" pitchFamily="34" charset="-122"/>
              </a:rPr>
              <a:t>num[6]</a:t>
            </a:r>
            <a:r>
              <a:rPr lang="zh-CN" altLang="en-US" sz="1200" b="0" dirty="0">
                <a:latin typeface="微软雅黑" panose="020B0503020204020204" pitchFamily="34" charset="-122"/>
                <a:sym typeface="微软雅黑" panose="020B0503020204020204" pitchFamily="34" charset="-122"/>
              </a:rPr>
              <a:t>加</a:t>
            </a:r>
            <a:r>
              <a:rPr lang="en-US" altLang="zh-CN" sz="1200" b="0" dirty="0">
                <a:latin typeface="微软雅黑" panose="020B0503020204020204" pitchFamily="34" charset="-122"/>
                <a:sym typeface="微软雅黑" panose="020B0503020204020204" pitchFamily="34" charset="-122"/>
              </a:rPr>
              <a:t>1</a:t>
            </a:r>
            <a:r>
              <a:rPr lang="zh-CN" altLang="en-US" sz="1200" b="0" dirty="0">
                <a:latin typeface="微软雅黑" panose="020B0503020204020204" pitchFamily="34" charset="-122"/>
                <a:sym typeface="微软雅黑" panose="020B0503020204020204" pitchFamily="34" charset="-122"/>
              </a:rPr>
              <a:t>，</a:t>
            </a:r>
            <a:endParaRPr lang="en-US" altLang="zh-CN" sz="1200" b="0" dirty="0">
              <a:latin typeface="微软雅黑" panose="020B0503020204020204" pitchFamily="34" charset="-122"/>
              <a:sym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dirty="0">
                <a:latin typeface="微软雅黑" panose="020B0503020204020204" pitchFamily="34" charset="-122"/>
                <a:sym typeface="微软雅黑" panose="020B0503020204020204" pitchFamily="34" charset="-122"/>
              </a:rPr>
              <a:t>（</a:t>
            </a:r>
            <a:r>
              <a:rPr lang="en-US" altLang="zh-CN" sz="1200" b="0" dirty="0">
                <a:latin typeface="微软雅黑" panose="020B0503020204020204" pitchFamily="34" charset="-122"/>
                <a:sym typeface="微软雅黑" panose="020B0503020204020204" pitchFamily="34" charset="-122"/>
              </a:rPr>
              <a:t>17</a:t>
            </a:r>
            <a:r>
              <a:rPr lang="zh-CN" altLang="en-US" sz="1200" b="0" dirty="0">
                <a:latin typeface="微软雅黑" panose="020B0503020204020204" pitchFamily="34" charset="-122"/>
                <a:sym typeface="微软雅黑" panose="020B0503020204020204" pitchFamily="34" charset="-122"/>
              </a:rPr>
              <a:t>）下一个非零元，列号为</a:t>
            </a:r>
            <a:r>
              <a:rPr lang="en-US" altLang="zh-CN" sz="1200" b="0" dirty="0">
                <a:latin typeface="微软雅黑" panose="020B0503020204020204" pitchFamily="34" charset="-122"/>
                <a:sym typeface="微软雅黑" panose="020B0503020204020204" pitchFamily="34" charset="-122"/>
              </a:rPr>
              <a:t>2</a:t>
            </a:r>
            <a:r>
              <a:rPr lang="zh-CN" altLang="en-US" sz="1200" b="0" dirty="0">
                <a:latin typeface="微软雅黑" panose="020B0503020204020204" pitchFamily="34" charset="-122"/>
                <a:sym typeface="微软雅黑" panose="020B0503020204020204" pitchFamily="34" charset="-122"/>
              </a:rPr>
              <a:t>，</a:t>
            </a:r>
            <a:r>
              <a:rPr lang="en-US" altLang="zh-CN" sz="1200" b="0" dirty="0">
                <a:latin typeface="微软雅黑" panose="020B0503020204020204" pitchFamily="34" charset="-122"/>
                <a:sym typeface="微软雅黑" panose="020B0503020204020204" pitchFamily="34" charset="-122"/>
              </a:rPr>
              <a:t>num[2]</a:t>
            </a:r>
            <a:r>
              <a:rPr lang="zh-CN" altLang="en-US" sz="1200" b="0" dirty="0">
                <a:latin typeface="微软雅黑" panose="020B0503020204020204" pitchFamily="34" charset="-122"/>
                <a:sym typeface="微软雅黑" panose="020B0503020204020204" pitchFamily="34" charset="-122"/>
              </a:rPr>
              <a:t>加</a:t>
            </a:r>
            <a:r>
              <a:rPr lang="en-US" altLang="zh-CN" sz="1200" b="0" dirty="0">
                <a:latin typeface="微软雅黑" panose="020B0503020204020204" pitchFamily="34" charset="-122"/>
                <a:sym typeface="微软雅黑" panose="020B0503020204020204" pitchFamily="34" charset="-122"/>
              </a:rPr>
              <a:t>1</a:t>
            </a:r>
            <a:r>
              <a:rPr lang="zh-CN" altLang="en-US" sz="1200" b="0" dirty="0">
                <a:latin typeface="微软雅黑" panose="020B0503020204020204" pitchFamily="34" charset="-122"/>
                <a:sym typeface="微软雅黑" panose="020B0503020204020204" pitchFamily="34" charset="-122"/>
              </a:rPr>
              <a:t>，</a:t>
            </a:r>
            <a:endParaRPr lang="en-US" altLang="zh-CN" sz="1200" b="0" dirty="0">
              <a:latin typeface="微软雅黑" panose="020B0503020204020204" pitchFamily="34" charset="-122"/>
              <a:sym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dirty="0">
                <a:latin typeface="微软雅黑" panose="020B0503020204020204" pitchFamily="34" charset="-122"/>
                <a:sym typeface="微软雅黑" panose="020B0503020204020204" pitchFamily="34" charset="-122"/>
              </a:rPr>
              <a:t>（</a:t>
            </a:r>
            <a:r>
              <a:rPr lang="en-US" altLang="zh-CN" sz="1200" b="0" dirty="0">
                <a:latin typeface="微软雅黑" panose="020B0503020204020204" pitchFamily="34" charset="-122"/>
                <a:sym typeface="微软雅黑" panose="020B0503020204020204" pitchFamily="34" charset="-122"/>
              </a:rPr>
              <a:t>18</a:t>
            </a:r>
            <a:r>
              <a:rPr lang="zh-CN" altLang="en-US" sz="1200" b="0" dirty="0">
                <a:latin typeface="微软雅黑" panose="020B0503020204020204" pitchFamily="34" charset="-122"/>
                <a:sym typeface="微软雅黑" panose="020B0503020204020204" pitchFamily="34" charset="-122"/>
              </a:rPr>
              <a:t>）算法第三步，计算</a:t>
            </a:r>
            <a:r>
              <a:rPr lang="en-US" altLang="zh-CN" sz="1200" b="0" dirty="0" err="1">
                <a:latin typeface="微软雅黑" panose="020B0503020204020204" pitchFamily="34" charset="-122"/>
                <a:sym typeface="微软雅黑" panose="020B0503020204020204" pitchFamily="34" charset="-122"/>
              </a:rPr>
              <a:t>cpot</a:t>
            </a:r>
            <a:r>
              <a:rPr lang="zh-CN" altLang="en-US" sz="1200" b="0" dirty="0">
                <a:latin typeface="微软雅黑" panose="020B0503020204020204" pitchFamily="34" charset="-122"/>
                <a:sym typeface="微软雅黑" panose="020B0503020204020204" pitchFamily="34" charset="-122"/>
              </a:rPr>
              <a:t>数组，数组</a:t>
            </a:r>
            <a:r>
              <a:rPr lang="en-US" altLang="zh-CN" sz="1200" b="0" dirty="0" err="1">
                <a:latin typeface="微软雅黑" panose="020B0503020204020204" pitchFamily="34" charset="-122"/>
                <a:sym typeface="微软雅黑" panose="020B0503020204020204" pitchFamily="34" charset="-122"/>
              </a:rPr>
              <a:t>cpot</a:t>
            </a:r>
            <a:r>
              <a:rPr lang="en-US" altLang="zh-CN" sz="1200" b="0" dirty="0">
                <a:latin typeface="微软雅黑" panose="020B0503020204020204" pitchFamily="34" charset="-122"/>
                <a:sym typeface="微软雅黑" panose="020B0503020204020204" pitchFamily="34" charset="-122"/>
              </a:rPr>
              <a:t>[col]</a:t>
            </a:r>
            <a:r>
              <a:rPr lang="zh-CN" altLang="en-US" sz="1200" b="0" dirty="0">
                <a:latin typeface="微软雅黑" panose="020B0503020204020204" pitchFamily="34" charset="-122"/>
                <a:sym typeface="微软雅黑" panose="020B0503020204020204" pitchFamily="34" charset="-122"/>
              </a:rPr>
              <a:t>存放第一个列号为</a:t>
            </a:r>
            <a:r>
              <a:rPr lang="en-US" altLang="zh-CN" sz="1200" b="0" dirty="0">
                <a:latin typeface="微软雅黑" panose="020B0503020204020204" pitchFamily="34" charset="-122"/>
                <a:sym typeface="微软雅黑" panose="020B0503020204020204" pitchFamily="34" charset="-122"/>
              </a:rPr>
              <a:t>col</a:t>
            </a:r>
            <a:r>
              <a:rPr lang="zh-CN" altLang="en-US" sz="1200" b="0" dirty="0">
                <a:latin typeface="微软雅黑" panose="020B0503020204020204" pitchFamily="34" charset="-122"/>
                <a:sym typeface="微软雅黑" panose="020B0503020204020204" pitchFamily="34" charset="-122"/>
              </a:rPr>
              <a:t>的非零元应该放在矩阵</a:t>
            </a:r>
            <a:r>
              <a:rPr lang="en-US" altLang="zh-CN" sz="1200" b="0" dirty="0">
                <a:latin typeface="微软雅黑" panose="020B0503020204020204" pitchFamily="34" charset="-122"/>
                <a:sym typeface="微软雅黑" panose="020B0503020204020204" pitchFamily="34" charset="-122"/>
              </a:rPr>
              <a:t>T</a:t>
            </a:r>
            <a:r>
              <a:rPr lang="zh-CN" altLang="en-US" sz="1200" b="0" dirty="0">
                <a:latin typeface="微软雅黑" panose="020B0503020204020204" pitchFamily="34" charset="-122"/>
                <a:sym typeface="微软雅黑" panose="020B0503020204020204" pitchFamily="34" charset="-122"/>
              </a:rPr>
              <a:t>的起始位置</a:t>
            </a:r>
            <a:endParaRPr lang="en-US" altLang="zh-CN" sz="1200" b="0" dirty="0">
              <a:latin typeface="微软雅黑" panose="020B0503020204020204" pitchFamily="34" charset="-122"/>
              <a:sym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dirty="0">
                <a:latin typeface="微软雅黑" panose="020B0503020204020204" pitchFamily="34" charset="-122"/>
                <a:sym typeface="微软雅黑" panose="020B0503020204020204" pitchFamily="34" charset="-122"/>
              </a:rPr>
              <a:t>（</a:t>
            </a:r>
            <a:r>
              <a:rPr lang="en-US" altLang="zh-CN" sz="1200" b="0" dirty="0">
                <a:latin typeface="微软雅黑" panose="020B0503020204020204" pitchFamily="34" charset="-122"/>
                <a:sym typeface="微软雅黑" panose="020B0503020204020204" pitchFamily="34" charset="-122"/>
              </a:rPr>
              <a:t>19</a:t>
            </a:r>
            <a:r>
              <a:rPr lang="zh-CN" altLang="en-US" sz="1200" b="0" dirty="0">
                <a:latin typeface="微软雅黑" panose="020B0503020204020204" pitchFamily="34" charset="-122"/>
                <a:sym typeface="微软雅黑" panose="020B0503020204020204" pitchFamily="34" charset="-122"/>
              </a:rPr>
              <a:t>）</a:t>
            </a: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数组</a:t>
            </a:r>
            <a:r>
              <a:rPr lang="en-US" altLang="zh-CN" sz="1200" b="0" kern="1200" dirty="0" err="1">
                <a:solidFill>
                  <a:schemeClr val="tx1"/>
                </a:solidFill>
                <a:latin typeface="微软雅黑" panose="020B0503020204020204" pitchFamily="34" charset="-122"/>
                <a:ea typeface="+mn-ea"/>
                <a:cs typeface="+mn-cs"/>
                <a:sym typeface="微软雅黑" panose="020B0503020204020204" pitchFamily="34" charset="-122"/>
              </a:rPr>
              <a:t>cpot</a:t>
            </a: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如图所示</a:t>
            </a:r>
            <a:endPar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a:t>
            </a:r>
            <a:r>
              <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rPr>
              <a:t>20</a:t>
            </a: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a:t>
            </a:r>
            <a:r>
              <a:rPr lang="zh-CN" altLang="en-US" sz="1200" b="0" dirty="0">
                <a:latin typeface="微软雅黑" panose="020B0503020204020204" pitchFamily="34" charset="-122"/>
                <a:sym typeface="微软雅黑" panose="020B0503020204020204" pitchFamily="34" charset="-122"/>
              </a:rPr>
              <a:t>初始时，</a:t>
            </a:r>
            <a:r>
              <a:rPr lang="zh-CN" altLang="en-US" sz="1200" b="0" kern="1200" dirty="0">
                <a:solidFill>
                  <a:schemeClr val="tx1"/>
                </a:solidFill>
                <a:latin typeface="微软雅黑" panose="020B0503020204020204" pitchFamily="34" charset="-122"/>
                <a:ea typeface="+mn-ea"/>
                <a:cs typeface="+mn-cs"/>
              </a:rPr>
              <a:t>第一个列号为</a:t>
            </a:r>
            <a:r>
              <a:rPr lang="en-US" altLang="zh-CN" sz="1200" b="0" kern="1200" dirty="0">
                <a:solidFill>
                  <a:schemeClr val="tx1"/>
                </a:solidFill>
                <a:latin typeface="微软雅黑" panose="020B0503020204020204" pitchFamily="34" charset="-122"/>
                <a:ea typeface="+mn-ea"/>
                <a:cs typeface="+mn-cs"/>
              </a:rPr>
              <a:t>1</a:t>
            </a:r>
            <a:r>
              <a:rPr lang="zh-CN" altLang="en-US" sz="1200" b="0" kern="1200" dirty="0">
                <a:solidFill>
                  <a:schemeClr val="tx1"/>
                </a:solidFill>
                <a:latin typeface="微软雅黑" panose="020B0503020204020204" pitchFamily="34" charset="-122"/>
                <a:ea typeface="+mn-ea"/>
                <a:cs typeface="+mn-cs"/>
              </a:rPr>
              <a:t>的元素存放在矩阵</a:t>
            </a:r>
            <a:r>
              <a:rPr lang="en-US" altLang="zh-CN" sz="1200" b="0" kern="1200" dirty="0">
                <a:solidFill>
                  <a:schemeClr val="tx1"/>
                </a:solidFill>
                <a:latin typeface="微软雅黑" panose="020B0503020204020204" pitchFamily="34" charset="-122"/>
                <a:ea typeface="+mn-ea"/>
                <a:cs typeface="+mn-cs"/>
              </a:rPr>
              <a:t>T</a:t>
            </a:r>
            <a:r>
              <a:rPr lang="zh-CN" altLang="en-US" sz="1200" b="0" kern="1200" dirty="0">
                <a:solidFill>
                  <a:schemeClr val="tx1"/>
                </a:solidFill>
                <a:latin typeface="微软雅黑" panose="020B0503020204020204" pitchFamily="34" charset="-122"/>
                <a:ea typeface="+mn-ea"/>
                <a:cs typeface="+mn-cs"/>
              </a:rPr>
              <a:t>的第一个位置</a:t>
            </a:r>
            <a:endParaRPr lang="en-US" altLang="zh-CN" sz="1200" b="0" kern="1200" dirty="0">
              <a:solidFill>
                <a:schemeClr val="tx1"/>
              </a:solidFill>
              <a:latin typeface="微软雅黑" panose="020B0503020204020204" pitchFamily="34" charset="-122"/>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a:t>
            </a:r>
            <a:r>
              <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rPr>
              <a:t>21</a:t>
            </a: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a:t>
            </a:r>
            <a:r>
              <a:rPr lang="en-US" altLang="zh-CN" sz="1200" b="0" kern="1200" dirty="0" err="1">
                <a:solidFill>
                  <a:schemeClr val="tx1"/>
                </a:solidFill>
                <a:latin typeface="微软雅黑" panose="020B0503020204020204" pitchFamily="34" charset="-122"/>
                <a:ea typeface="+mn-ea"/>
                <a:cs typeface="+mn-cs"/>
              </a:rPr>
              <a:t>cpot</a:t>
            </a:r>
            <a:r>
              <a:rPr lang="en-US" altLang="zh-CN" sz="1200" b="0" kern="1200" dirty="0">
                <a:solidFill>
                  <a:schemeClr val="tx1"/>
                </a:solidFill>
                <a:latin typeface="微软雅黑" panose="020B0503020204020204" pitchFamily="34" charset="-122"/>
                <a:ea typeface="+mn-ea"/>
                <a:cs typeface="+mn-cs"/>
              </a:rPr>
              <a:t>[1]</a:t>
            </a:r>
            <a:r>
              <a:rPr lang="zh-CN" altLang="en-US" sz="1200" b="0" kern="1200" dirty="0">
                <a:solidFill>
                  <a:schemeClr val="tx1"/>
                </a:solidFill>
                <a:latin typeface="微软雅黑" panose="020B0503020204020204" pitchFamily="34" charset="-122"/>
                <a:ea typeface="+mn-ea"/>
                <a:cs typeface="+mn-cs"/>
              </a:rPr>
              <a:t>值为</a:t>
            </a:r>
            <a:r>
              <a:rPr lang="en-US" altLang="zh-CN" sz="1200" b="0" kern="1200" dirty="0">
                <a:solidFill>
                  <a:schemeClr val="tx1"/>
                </a:solidFill>
                <a:latin typeface="微软雅黑" panose="020B0503020204020204" pitchFamily="34" charset="-122"/>
                <a:ea typeface="+mn-ea"/>
                <a:cs typeface="+mn-cs"/>
              </a:rPr>
              <a:t>1</a:t>
            </a:r>
            <a:r>
              <a:rPr lang="zh-CN" altLang="en-US" sz="1200" b="0" kern="1200" dirty="0">
                <a:solidFill>
                  <a:schemeClr val="tx1"/>
                </a:solidFill>
                <a:latin typeface="微软雅黑" panose="020B0503020204020204" pitchFamily="34" charset="-122"/>
                <a:ea typeface="+mn-ea"/>
                <a:cs typeface="+mn-cs"/>
              </a:rPr>
              <a:t>；</a:t>
            </a:r>
            <a:endParaRPr lang="en-US" altLang="zh-CN" sz="1200" b="0" kern="1200" dirty="0">
              <a:solidFill>
                <a:schemeClr val="tx1"/>
              </a:solidFill>
              <a:latin typeface="微软雅黑" panose="020B0503020204020204" pitchFamily="34" charset="-122"/>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a:t>
            </a:r>
            <a:r>
              <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rPr>
              <a:t>22</a:t>
            </a: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）第一个列号为</a:t>
            </a:r>
            <a:r>
              <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rPr>
              <a:t>col</a:t>
            </a: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的非零元存放的起始位置为第一个列号为</a:t>
            </a:r>
            <a:r>
              <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rPr>
              <a:t>col-1</a:t>
            </a: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的非零元存放的起始位置 加上 列号为</a:t>
            </a:r>
            <a:r>
              <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rPr>
              <a:t>col-1</a:t>
            </a: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的非零元的个数。</a:t>
            </a:r>
            <a:endPar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a:t>
            </a:r>
            <a:r>
              <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rPr>
              <a:t>23</a:t>
            </a: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a:t>
            </a:r>
            <a:r>
              <a:rPr lang="en-US" altLang="zh-CN" sz="1200" b="0" kern="1200" dirty="0" err="1">
                <a:solidFill>
                  <a:schemeClr val="tx1"/>
                </a:solidFill>
                <a:latin typeface="微软雅黑" panose="020B0503020204020204" pitchFamily="34" charset="-122"/>
                <a:ea typeface="+mn-ea"/>
                <a:cs typeface="+mn-cs"/>
                <a:sym typeface="微软雅黑" panose="020B0503020204020204" pitchFamily="34" charset="-122"/>
              </a:rPr>
              <a:t>cpot</a:t>
            </a:r>
            <a:r>
              <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rPr>
              <a:t>[2]</a:t>
            </a: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为</a:t>
            </a:r>
            <a:r>
              <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rPr>
              <a:t>3</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a:t>
            </a:r>
            <a:r>
              <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rPr>
              <a:t>24</a:t>
            </a: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a:t>
            </a:r>
            <a:r>
              <a:rPr lang="en-US" altLang="zh-CN" sz="1200" b="0" kern="1200" dirty="0" err="1">
                <a:solidFill>
                  <a:schemeClr val="tx1"/>
                </a:solidFill>
                <a:latin typeface="微软雅黑" panose="020B0503020204020204" pitchFamily="34" charset="-122"/>
                <a:ea typeface="+mn-ea"/>
                <a:cs typeface="+mn-cs"/>
                <a:sym typeface="微软雅黑" panose="020B0503020204020204" pitchFamily="34" charset="-122"/>
              </a:rPr>
              <a:t>cpot</a:t>
            </a:r>
            <a:r>
              <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rPr>
              <a:t>[3]</a:t>
            </a: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为</a:t>
            </a:r>
            <a:r>
              <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rPr>
              <a:t>5</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a:t>
            </a:r>
            <a:r>
              <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rPr>
              <a:t>25</a:t>
            </a: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a:t>
            </a:r>
            <a:r>
              <a:rPr lang="en-US" altLang="zh-CN" sz="1200" b="0" kern="1200" dirty="0" err="1">
                <a:solidFill>
                  <a:schemeClr val="tx1"/>
                </a:solidFill>
                <a:latin typeface="微软雅黑" panose="020B0503020204020204" pitchFamily="34" charset="-122"/>
                <a:ea typeface="+mn-ea"/>
                <a:cs typeface="+mn-cs"/>
                <a:sym typeface="微软雅黑" panose="020B0503020204020204" pitchFamily="34" charset="-122"/>
              </a:rPr>
              <a:t>cpot</a:t>
            </a:r>
            <a:r>
              <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rPr>
              <a:t>[4]</a:t>
            </a: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为</a:t>
            </a:r>
            <a:r>
              <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rPr>
              <a:t>5</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a:t>
            </a:r>
            <a:r>
              <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rPr>
              <a:t>26</a:t>
            </a: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a:t>
            </a:r>
            <a:r>
              <a:rPr lang="en-US" altLang="zh-CN" sz="1200" b="0" kern="1200" dirty="0" err="1">
                <a:solidFill>
                  <a:schemeClr val="tx1"/>
                </a:solidFill>
                <a:latin typeface="微软雅黑" panose="020B0503020204020204" pitchFamily="34" charset="-122"/>
                <a:ea typeface="+mn-ea"/>
                <a:cs typeface="+mn-cs"/>
                <a:sym typeface="微软雅黑" panose="020B0503020204020204" pitchFamily="34" charset="-122"/>
              </a:rPr>
              <a:t>cpot</a:t>
            </a:r>
            <a:r>
              <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rPr>
              <a:t>[5]</a:t>
            </a: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为</a:t>
            </a:r>
            <a:r>
              <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rPr>
              <a:t>5</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a:t>
            </a:r>
            <a:r>
              <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rPr>
              <a:t>27</a:t>
            </a: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a:t>
            </a:r>
            <a:r>
              <a:rPr lang="en-US" altLang="zh-CN" sz="1200" b="0" kern="1200" dirty="0" err="1">
                <a:solidFill>
                  <a:schemeClr val="tx1"/>
                </a:solidFill>
                <a:latin typeface="微软雅黑" panose="020B0503020204020204" pitchFamily="34" charset="-122"/>
                <a:ea typeface="+mn-ea"/>
                <a:cs typeface="+mn-cs"/>
                <a:sym typeface="微软雅黑" panose="020B0503020204020204" pitchFamily="34" charset="-122"/>
              </a:rPr>
              <a:t>cpot</a:t>
            </a:r>
            <a:r>
              <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rPr>
              <a:t>[6]</a:t>
            </a: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为</a:t>
            </a:r>
            <a:r>
              <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rPr>
              <a:t>5</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a:t>
            </a:r>
            <a:r>
              <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rPr>
              <a:t>28</a:t>
            </a: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a:t>
            </a:r>
            <a:r>
              <a:rPr lang="en-US" altLang="zh-CN" sz="1200" b="0" kern="1200" dirty="0" err="1">
                <a:solidFill>
                  <a:schemeClr val="tx1"/>
                </a:solidFill>
                <a:latin typeface="微软雅黑" panose="020B0503020204020204" pitchFamily="34" charset="-122"/>
                <a:ea typeface="+mn-ea"/>
                <a:cs typeface="+mn-cs"/>
                <a:sym typeface="微软雅黑" panose="020B0503020204020204" pitchFamily="34" charset="-122"/>
              </a:rPr>
              <a:t>cpot</a:t>
            </a:r>
            <a:r>
              <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rPr>
              <a:t>[7]</a:t>
            </a: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为</a:t>
            </a:r>
            <a:r>
              <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rPr>
              <a:t>6</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a:t>
            </a:r>
            <a:r>
              <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rPr>
              <a:t>29</a:t>
            </a: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）算法第四步，元素转置</a:t>
            </a:r>
            <a:endPar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a:t>
            </a:r>
            <a:r>
              <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rPr>
              <a:t>30</a:t>
            </a: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）利用</a:t>
            </a:r>
            <a:r>
              <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rPr>
              <a:t>for</a:t>
            </a: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循环，将矩阵</a:t>
            </a:r>
            <a:r>
              <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rPr>
              <a:t>M</a:t>
            </a: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的元素取出，放入矩阵</a:t>
            </a:r>
            <a:r>
              <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rPr>
              <a:t>T</a:t>
            </a: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合适位置</a:t>
            </a:r>
            <a:endPar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a:t>
            </a:r>
            <a:r>
              <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rPr>
              <a:t>31</a:t>
            </a: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）取出矩阵</a:t>
            </a:r>
            <a:r>
              <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rPr>
              <a:t>M</a:t>
            </a: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的第一个非零元，其列号</a:t>
            </a:r>
            <a:r>
              <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rPr>
              <a:t>col</a:t>
            </a: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为</a:t>
            </a:r>
            <a:r>
              <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rPr>
              <a:t>1</a:t>
            </a: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a:t>
            </a:r>
            <a:endPar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a:t>
            </a:r>
            <a:r>
              <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rPr>
              <a:t>32</a:t>
            </a: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）从</a:t>
            </a:r>
            <a:r>
              <a:rPr lang="en-US" altLang="zh-CN" sz="1200" b="0" kern="1200" dirty="0" err="1">
                <a:solidFill>
                  <a:schemeClr val="tx1"/>
                </a:solidFill>
                <a:latin typeface="微软雅黑" panose="020B0503020204020204" pitchFamily="34" charset="-122"/>
                <a:ea typeface="+mn-ea"/>
                <a:cs typeface="+mn-cs"/>
                <a:sym typeface="微软雅黑" panose="020B0503020204020204" pitchFamily="34" charset="-122"/>
              </a:rPr>
              <a:t>cpot</a:t>
            </a: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数组获得，其存放位置</a:t>
            </a:r>
            <a:r>
              <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rPr>
              <a:t>q</a:t>
            </a: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为</a:t>
            </a:r>
            <a:r>
              <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rPr>
              <a:t>1</a:t>
            </a: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a:t>
            </a:r>
            <a:endPar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a:t>
            </a:r>
            <a:r>
              <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rPr>
              <a:t>33</a:t>
            </a: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）将第一个非零元</a:t>
            </a:r>
            <a:r>
              <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rPr>
              <a:t>1</a:t>
            </a: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行</a:t>
            </a:r>
            <a:r>
              <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rPr>
              <a:t>1</a:t>
            </a: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列元素</a:t>
            </a:r>
            <a:r>
              <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rPr>
              <a:t>1</a:t>
            </a: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，交换行列位置后，放到矩阵</a:t>
            </a:r>
            <a:r>
              <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rPr>
              <a:t>T</a:t>
            </a: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的</a:t>
            </a:r>
            <a:r>
              <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rPr>
              <a:t>1</a:t>
            </a: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号位置。</a:t>
            </a:r>
            <a:endPar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a:t>
            </a:r>
            <a:r>
              <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rPr>
              <a:t>34</a:t>
            </a: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a:t>
            </a:r>
            <a:r>
              <a:rPr lang="en-US" altLang="zh-CN" sz="1200" b="0" kern="1200" dirty="0" err="1">
                <a:solidFill>
                  <a:schemeClr val="tx1"/>
                </a:solidFill>
                <a:latin typeface="微软雅黑" panose="020B0503020204020204" pitchFamily="34" charset="-122"/>
                <a:ea typeface="+mn-ea"/>
                <a:cs typeface="+mn-cs"/>
                <a:sym typeface="微软雅黑" panose="020B0503020204020204" pitchFamily="34" charset="-122"/>
              </a:rPr>
              <a:t>cpot</a:t>
            </a:r>
            <a:r>
              <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rPr>
              <a:t>[1]</a:t>
            </a: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加</a:t>
            </a:r>
            <a:r>
              <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rPr>
              <a:t>1</a:t>
            </a: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，表示下一个列号为</a:t>
            </a:r>
            <a:r>
              <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rPr>
              <a:t>1</a:t>
            </a: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的非零元应该放在</a:t>
            </a:r>
            <a:r>
              <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rPr>
              <a:t>2</a:t>
            </a: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号位置。</a:t>
            </a:r>
            <a:endPar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a:t>
            </a:r>
            <a:r>
              <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rPr>
              <a:t>35</a:t>
            </a: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）取出矩阵</a:t>
            </a:r>
            <a:r>
              <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rPr>
              <a:t>M</a:t>
            </a: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的第</a:t>
            </a:r>
            <a:r>
              <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rPr>
              <a:t>2</a:t>
            </a: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个非零元，其列号</a:t>
            </a:r>
            <a:r>
              <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rPr>
              <a:t>col</a:t>
            </a: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为</a:t>
            </a:r>
            <a:r>
              <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rPr>
              <a:t>2</a:t>
            </a: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a:t>
            </a:r>
            <a:endPar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a:t>
            </a:r>
            <a:r>
              <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rPr>
              <a:t>36</a:t>
            </a: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）从</a:t>
            </a:r>
            <a:r>
              <a:rPr lang="en-US" altLang="zh-CN" sz="1200" b="0" kern="1200" dirty="0" err="1">
                <a:solidFill>
                  <a:schemeClr val="tx1"/>
                </a:solidFill>
                <a:latin typeface="微软雅黑" panose="020B0503020204020204" pitchFamily="34" charset="-122"/>
                <a:ea typeface="+mn-ea"/>
                <a:cs typeface="+mn-cs"/>
                <a:sym typeface="微软雅黑" panose="020B0503020204020204" pitchFamily="34" charset="-122"/>
              </a:rPr>
              <a:t>cpot</a:t>
            </a: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数组获得，其存放位置</a:t>
            </a:r>
            <a:r>
              <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rPr>
              <a:t>q</a:t>
            </a: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为</a:t>
            </a:r>
            <a:r>
              <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rPr>
              <a:t>3</a:t>
            </a: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a:t>
            </a:r>
            <a:endPar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a:t>
            </a:r>
            <a:r>
              <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rPr>
              <a:t>37</a:t>
            </a: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）将第</a:t>
            </a:r>
            <a:r>
              <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rPr>
              <a:t>2</a:t>
            </a: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个非零元</a:t>
            </a:r>
            <a:r>
              <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rPr>
              <a:t>1</a:t>
            </a: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行</a:t>
            </a:r>
            <a:r>
              <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rPr>
              <a:t>2</a:t>
            </a: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列元素</a:t>
            </a:r>
            <a:r>
              <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rPr>
              <a:t>9</a:t>
            </a: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a:t>
            </a:r>
            <a:endPar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a:t>
            </a:r>
            <a:r>
              <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rPr>
              <a:t>38</a:t>
            </a: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）交换行列位置后，放到矩阵</a:t>
            </a:r>
            <a:r>
              <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rPr>
              <a:t>T</a:t>
            </a: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的</a:t>
            </a:r>
            <a:r>
              <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rPr>
              <a:t>3</a:t>
            </a: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号位置。</a:t>
            </a:r>
            <a:endPar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a:t>
            </a:r>
            <a:r>
              <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rPr>
              <a:t>39</a:t>
            </a: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a:t>
            </a:r>
            <a:r>
              <a:rPr lang="en-US" altLang="zh-CN" sz="1200" b="0" kern="1200" dirty="0" err="1">
                <a:solidFill>
                  <a:schemeClr val="tx1"/>
                </a:solidFill>
                <a:latin typeface="微软雅黑" panose="020B0503020204020204" pitchFamily="34" charset="-122"/>
                <a:ea typeface="+mn-ea"/>
                <a:cs typeface="+mn-cs"/>
                <a:sym typeface="微软雅黑" panose="020B0503020204020204" pitchFamily="34" charset="-122"/>
              </a:rPr>
              <a:t>cpot</a:t>
            </a:r>
            <a:r>
              <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rPr>
              <a:t>[2]</a:t>
            </a: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加</a:t>
            </a:r>
            <a:r>
              <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rPr>
              <a:t>1</a:t>
            </a: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，表示下一个列号为</a:t>
            </a:r>
            <a:r>
              <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rPr>
              <a:t>2</a:t>
            </a: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的非零元应该放在</a:t>
            </a:r>
            <a:r>
              <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rPr>
              <a:t>4</a:t>
            </a: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号位置。</a:t>
            </a:r>
            <a:endPar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a:t>
            </a:r>
            <a:r>
              <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rPr>
              <a:t>40</a:t>
            </a: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）以此类推，继续从矩阵</a:t>
            </a:r>
            <a:r>
              <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rPr>
              <a:t>M</a:t>
            </a: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中取出元素，放在矩阵</a:t>
            </a:r>
            <a:r>
              <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rPr>
              <a:t>T</a:t>
            </a: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中合适的位置，取出矩阵</a:t>
            </a:r>
            <a:r>
              <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rPr>
              <a:t>M</a:t>
            </a: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的第</a:t>
            </a:r>
            <a:r>
              <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rPr>
              <a:t>3</a:t>
            </a: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个非零元，其列号</a:t>
            </a:r>
            <a:r>
              <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rPr>
              <a:t>col</a:t>
            </a: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为</a:t>
            </a:r>
            <a:r>
              <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rPr>
              <a:t>1</a:t>
            </a: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a:t>
            </a:r>
            <a:endPar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a:t>
            </a:r>
            <a:r>
              <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rPr>
              <a:t>41</a:t>
            </a: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）从</a:t>
            </a:r>
            <a:r>
              <a:rPr lang="en-US" altLang="zh-CN" sz="1200" b="0" kern="1200" dirty="0" err="1">
                <a:solidFill>
                  <a:schemeClr val="tx1"/>
                </a:solidFill>
                <a:latin typeface="微软雅黑" panose="020B0503020204020204" pitchFamily="34" charset="-122"/>
                <a:ea typeface="+mn-ea"/>
                <a:cs typeface="+mn-cs"/>
                <a:sym typeface="微软雅黑" panose="020B0503020204020204" pitchFamily="34" charset="-122"/>
              </a:rPr>
              <a:t>cpot</a:t>
            </a: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数组获得，其存放位置</a:t>
            </a:r>
            <a:r>
              <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rPr>
              <a:t>q</a:t>
            </a: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为</a:t>
            </a:r>
            <a:r>
              <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rPr>
              <a:t>2</a:t>
            </a: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a:t>
            </a:r>
            <a:endPar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a:t>
            </a:r>
            <a:r>
              <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rPr>
              <a:t>42</a:t>
            </a: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）将第</a:t>
            </a:r>
            <a:r>
              <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rPr>
              <a:t>3</a:t>
            </a: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个非零元</a:t>
            </a:r>
            <a:r>
              <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rPr>
              <a:t>3</a:t>
            </a: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行</a:t>
            </a:r>
            <a:r>
              <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rPr>
              <a:t>1</a:t>
            </a: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列元素</a:t>
            </a:r>
            <a:r>
              <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rPr>
              <a:t>3</a:t>
            </a: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a:t>
            </a:r>
            <a:endPar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a:t>
            </a:r>
            <a:r>
              <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rPr>
              <a:t>43</a:t>
            </a: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）交换行列位置后，放到矩阵</a:t>
            </a:r>
            <a:r>
              <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rPr>
              <a:t>T</a:t>
            </a: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的</a:t>
            </a:r>
            <a:r>
              <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rPr>
              <a:t>2</a:t>
            </a: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号位置。</a:t>
            </a:r>
            <a:endPar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a:t>
            </a:r>
            <a:r>
              <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rPr>
              <a:t>44</a:t>
            </a: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a:t>
            </a:r>
            <a:r>
              <a:rPr lang="en-US" altLang="zh-CN" sz="1200" b="0" kern="1200" dirty="0" err="1">
                <a:solidFill>
                  <a:schemeClr val="tx1"/>
                </a:solidFill>
                <a:latin typeface="微软雅黑" panose="020B0503020204020204" pitchFamily="34" charset="-122"/>
                <a:ea typeface="+mn-ea"/>
                <a:cs typeface="+mn-cs"/>
                <a:sym typeface="微软雅黑" panose="020B0503020204020204" pitchFamily="34" charset="-122"/>
              </a:rPr>
              <a:t>cpot</a:t>
            </a:r>
            <a:r>
              <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rPr>
              <a:t>[1]</a:t>
            </a: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加</a:t>
            </a:r>
            <a:r>
              <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rPr>
              <a:t>1</a:t>
            </a: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，表示下一个列号为</a:t>
            </a:r>
            <a:r>
              <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rPr>
              <a:t>2</a:t>
            </a: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的非零元应该放在</a:t>
            </a:r>
            <a:r>
              <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rPr>
              <a:t>3</a:t>
            </a: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号位置。</a:t>
            </a:r>
            <a:endPar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a:t>
            </a:r>
            <a:r>
              <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rPr>
              <a:t>45</a:t>
            </a: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）取出矩阵</a:t>
            </a:r>
            <a:r>
              <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rPr>
              <a:t>M</a:t>
            </a: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的第</a:t>
            </a:r>
            <a:r>
              <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rPr>
              <a:t>4</a:t>
            </a: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个非零元，其列号</a:t>
            </a:r>
            <a:r>
              <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rPr>
              <a:t>col</a:t>
            </a: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为</a:t>
            </a:r>
            <a:r>
              <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rPr>
              <a:t>6</a:t>
            </a: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a:t>
            </a:r>
            <a:endPar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a:t>
            </a:r>
            <a:r>
              <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rPr>
              <a:t>46</a:t>
            </a: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）从</a:t>
            </a:r>
            <a:r>
              <a:rPr lang="en-US" altLang="zh-CN" sz="1200" b="0" kern="1200" dirty="0" err="1">
                <a:solidFill>
                  <a:schemeClr val="tx1"/>
                </a:solidFill>
                <a:latin typeface="微软雅黑" panose="020B0503020204020204" pitchFamily="34" charset="-122"/>
                <a:ea typeface="+mn-ea"/>
                <a:cs typeface="+mn-cs"/>
                <a:sym typeface="微软雅黑" panose="020B0503020204020204" pitchFamily="34" charset="-122"/>
              </a:rPr>
              <a:t>cpot</a:t>
            </a: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数组获得，其存放位置</a:t>
            </a:r>
            <a:r>
              <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rPr>
              <a:t>q</a:t>
            </a: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为</a:t>
            </a:r>
            <a:r>
              <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rPr>
              <a:t>5</a:t>
            </a: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a:t>
            </a:r>
            <a:endPar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a:t>
            </a:r>
            <a:r>
              <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rPr>
              <a:t>47</a:t>
            </a: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）将第</a:t>
            </a:r>
            <a:r>
              <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rPr>
              <a:t>4</a:t>
            </a: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个非零元</a:t>
            </a:r>
            <a:r>
              <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rPr>
              <a:t>3</a:t>
            </a: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行</a:t>
            </a:r>
            <a:r>
              <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rPr>
              <a:t>6</a:t>
            </a: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列元素</a:t>
            </a:r>
            <a:r>
              <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rPr>
              <a:t>4</a:t>
            </a: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a:t>
            </a:r>
            <a:endPar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a:t>
            </a:r>
            <a:r>
              <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rPr>
              <a:t>48</a:t>
            </a: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）交换行列位置后，放到矩阵</a:t>
            </a:r>
            <a:r>
              <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rPr>
              <a:t>T</a:t>
            </a: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的</a:t>
            </a:r>
            <a:r>
              <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rPr>
              <a:t>5</a:t>
            </a: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号位置。</a:t>
            </a:r>
            <a:endPar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a:t>
            </a:r>
            <a:r>
              <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rPr>
              <a:t>49</a:t>
            </a: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a:t>
            </a:r>
            <a:r>
              <a:rPr lang="en-US" altLang="zh-CN" sz="1200" b="0" kern="1200" dirty="0" err="1">
                <a:solidFill>
                  <a:schemeClr val="tx1"/>
                </a:solidFill>
                <a:latin typeface="微软雅黑" panose="020B0503020204020204" pitchFamily="34" charset="-122"/>
                <a:ea typeface="+mn-ea"/>
                <a:cs typeface="+mn-cs"/>
                <a:sym typeface="微软雅黑" panose="020B0503020204020204" pitchFamily="34" charset="-122"/>
              </a:rPr>
              <a:t>cpot</a:t>
            </a:r>
            <a:r>
              <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rPr>
              <a:t>[6]</a:t>
            </a: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加</a:t>
            </a:r>
            <a:r>
              <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rPr>
              <a:t>1</a:t>
            </a: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，表示下一个列号为</a:t>
            </a:r>
            <a:r>
              <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rPr>
              <a:t>6</a:t>
            </a: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的非零元应该放在</a:t>
            </a:r>
            <a:r>
              <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rPr>
              <a:t>6</a:t>
            </a: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号位置。</a:t>
            </a:r>
            <a:endPar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a:t>
            </a:r>
            <a:r>
              <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rPr>
              <a:t>50</a:t>
            </a: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）取出矩阵</a:t>
            </a:r>
            <a:r>
              <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rPr>
              <a:t>M</a:t>
            </a: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的第</a:t>
            </a:r>
            <a:r>
              <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rPr>
              <a:t>5</a:t>
            </a: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个非零元，其列号</a:t>
            </a:r>
            <a:r>
              <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rPr>
              <a:t>col</a:t>
            </a: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为</a:t>
            </a:r>
            <a:r>
              <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rPr>
              <a:t>2</a:t>
            </a: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a:t>
            </a:r>
            <a:endPar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a:t>
            </a:r>
            <a:r>
              <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rPr>
              <a:t>51</a:t>
            </a: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）从</a:t>
            </a:r>
            <a:r>
              <a:rPr lang="en-US" altLang="zh-CN" sz="1200" b="0" kern="1200" dirty="0" err="1">
                <a:solidFill>
                  <a:schemeClr val="tx1"/>
                </a:solidFill>
                <a:latin typeface="微软雅黑" panose="020B0503020204020204" pitchFamily="34" charset="-122"/>
                <a:ea typeface="+mn-ea"/>
                <a:cs typeface="+mn-cs"/>
                <a:sym typeface="微软雅黑" panose="020B0503020204020204" pitchFamily="34" charset="-122"/>
              </a:rPr>
              <a:t>cpot</a:t>
            </a: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数组获得，其存放位置</a:t>
            </a:r>
            <a:r>
              <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rPr>
              <a:t>q</a:t>
            </a: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为</a:t>
            </a:r>
            <a:r>
              <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rPr>
              <a:t>4</a:t>
            </a: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a:t>
            </a:r>
            <a:endPar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a:t>
            </a:r>
            <a:r>
              <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rPr>
              <a:t>52</a:t>
            </a: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）将第</a:t>
            </a:r>
            <a:r>
              <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rPr>
              <a:t>5</a:t>
            </a: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个非零元</a:t>
            </a:r>
            <a:r>
              <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rPr>
              <a:t>4</a:t>
            </a: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行</a:t>
            </a:r>
            <a:r>
              <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rPr>
              <a:t>2</a:t>
            </a: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列元素</a:t>
            </a:r>
            <a:r>
              <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rPr>
              <a:t>6</a:t>
            </a: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a:t>
            </a:r>
            <a:endPar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a:t>
            </a:r>
            <a:r>
              <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rPr>
              <a:t>53</a:t>
            </a: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）交换行列位置后，放到矩阵</a:t>
            </a:r>
            <a:r>
              <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rPr>
              <a:t>T</a:t>
            </a: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的</a:t>
            </a:r>
            <a:r>
              <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rPr>
              <a:t>4</a:t>
            </a: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号位置。</a:t>
            </a:r>
            <a:endPar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a:t>
            </a:r>
            <a:r>
              <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rPr>
              <a:t>54</a:t>
            </a: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a:t>
            </a:r>
            <a:r>
              <a:rPr lang="en-US" altLang="zh-CN" sz="1200" b="0" kern="1200" dirty="0" err="1">
                <a:solidFill>
                  <a:schemeClr val="tx1"/>
                </a:solidFill>
                <a:latin typeface="微软雅黑" panose="020B0503020204020204" pitchFamily="34" charset="-122"/>
                <a:ea typeface="+mn-ea"/>
                <a:cs typeface="+mn-cs"/>
                <a:sym typeface="微软雅黑" panose="020B0503020204020204" pitchFamily="34" charset="-122"/>
              </a:rPr>
              <a:t>cpot</a:t>
            </a:r>
            <a:r>
              <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rPr>
              <a:t>[2]</a:t>
            </a: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加</a:t>
            </a:r>
            <a:r>
              <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rPr>
              <a:t>1</a:t>
            </a: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，表示下一个列号为</a:t>
            </a:r>
            <a:r>
              <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rPr>
              <a:t>6</a:t>
            </a: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的非零元应该放在</a:t>
            </a:r>
            <a:r>
              <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rPr>
              <a:t>5</a:t>
            </a: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号位置。</a:t>
            </a:r>
            <a:endPar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a:t>
            </a:r>
            <a:r>
              <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rPr>
              <a:t>55</a:t>
            </a: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）循环结束，矩阵转置完成，返回</a:t>
            </a:r>
            <a:r>
              <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rPr>
              <a:t>OK</a:t>
            </a:r>
            <a:r>
              <a:rPr lang="zh-CN" altLang="en-US" sz="1200" b="0" kern="1200" dirty="0">
                <a:solidFill>
                  <a:schemeClr val="tx1"/>
                </a:solidFill>
                <a:latin typeface="微软雅黑" panose="020B0503020204020204" pitchFamily="34" charset="-122"/>
                <a:ea typeface="+mn-ea"/>
                <a:cs typeface="+mn-cs"/>
                <a:sym typeface="微软雅黑" panose="020B0503020204020204" pitchFamily="34" charset="-122"/>
              </a:rPr>
              <a:t>。</a:t>
            </a:r>
            <a:endPar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b="0" kern="1200" dirty="0">
              <a:solidFill>
                <a:schemeClr val="tx1"/>
              </a:solidFill>
              <a:latin typeface="微软雅黑" panose="020B0503020204020204" pitchFamily="34" charset="-122"/>
              <a:ea typeface="+mn-ea"/>
              <a:cs typeface="+mn-cs"/>
              <a:sym typeface="微软雅黑" panose="020B0503020204020204" pitchFamily="34"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b="0" dirty="0">
              <a:latin typeface="微软雅黑" panose="020B0503020204020204" pitchFamily="34" charset="-122"/>
              <a:sym typeface="微软雅黑" panose="020B0503020204020204" pitchFamily="34" charset="-122"/>
            </a:endParaRPr>
          </a:p>
          <a:p>
            <a:pPr lvl="0"/>
            <a:endParaRPr lang="zh-CN" altLang="en-US" b="0" dirty="0"/>
          </a:p>
        </p:txBody>
      </p:sp>
      <p:sp>
        <p:nvSpPr>
          <p:cNvPr id="153604" name="灯片编号占位符 3"/>
          <p:cNvSpPr txBox="1">
            <a:spLocks noGrp="1"/>
          </p:cNvSpPr>
          <p:nvPr>
            <p:ph type="sldNum" sz="quarter"/>
          </p:nvPr>
        </p:nvSpPr>
        <p:spPr>
          <a:xfrm>
            <a:off x="3883025" y="8685213"/>
            <a:ext cx="2973388" cy="457200"/>
          </a:xfrm>
          <a:prstGeom prst="rect">
            <a:avLst/>
          </a:prstGeom>
          <a:noFill/>
          <a:ln w="9525">
            <a:noFill/>
          </a:ln>
        </p:spPr>
        <p:txBody>
          <a:bodyPr anchor="b" anchorCtr="0"/>
          <a:lstStyle/>
          <a:p>
            <a:pPr lvl="0" algn="r" eaLnBrk="1" hangingPunct="1"/>
            <a:fld id="{9A0DB2DC-4C9A-4742-B13C-FB6460FD3503}" type="slidenum">
              <a:rPr lang="zh-CN" altLang="en-US" sz="1200" dirty="0"/>
              <a:t>14</a:t>
            </a:fld>
            <a:endParaRPr lang="zh-CN" altLang="en-US" sz="1200" dirty="0"/>
          </a:p>
        </p:txBody>
      </p:sp>
    </p:spTree>
    <p:extLst>
      <p:ext uri="{BB962C8B-B14F-4D97-AF65-F5344CB8AC3E}">
        <p14:creationId xmlns:p14="http://schemas.microsoft.com/office/powerpoint/2010/main" val="38048162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前面我们通过</a:t>
            </a:r>
            <a:r>
              <a:rPr lang="zh-CN" altLang="en-US" b="0" dirty="0"/>
              <a:t>分析，形成了实现稀疏矩阵乘法的思路，由此可得到</a:t>
            </a:r>
            <a:r>
              <a:rPr lang="zh-CN" altLang="en-US" b="0" dirty="0">
                <a:solidFill>
                  <a:srgbClr val="C00000"/>
                </a:solidFill>
              </a:rPr>
              <a:t>算法</a:t>
            </a:r>
            <a:r>
              <a:rPr lang="en-US" altLang="zh-CN" b="0" dirty="0">
                <a:solidFill>
                  <a:srgbClr val="C00000"/>
                </a:solidFill>
              </a:rPr>
              <a:t>5.3</a:t>
            </a:r>
            <a:r>
              <a:rPr lang="zh-CN" altLang="en-US" b="0" dirty="0">
                <a:solidFill>
                  <a:srgbClr val="C00000"/>
                </a:solidFill>
              </a:rPr>
              <a:t>。</a:t>
            </a:r>
            <a:endParaRPr lang="en-US" altLang="zh-CN" b="0" dirty="0">
              <a:solidFill>
                <a:srgbClr val="C0000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dirty="0">
                <a:solidFill>
                  <a:srgbClr val="C00000"/>
                </a:solidFill>
              </a:rPr>
              <a:t>所求乘积矩阵</a:t>
            </a:r>
            <a:r>
              <a:rPr lang="en-US" altLang="zh-CN" b="0" dirty="0">
                <a:solidFill>
                  <a:srgbClr val="C00000"/>
                </a:solidFill>
              </a:rPr>
              <a:t>Q</a:t>
            </a:r>
            <a:r>
              <a:rPr lang="zh-CN" altLang="en-US" b="0" dirty="0">
                <a:solidFill>
                  <a:srgbClr val="C00000"/>
                </a:solidFill>
              </a:rPr>
              <a:t>要声明为引用形参。</a:t>
            </a:r>
            <a:endParaRPr lang="en-US" altLang="zh-CN" b="0" dirty="0">
              <a:solidFill>
                <a:srgbClr val="C0000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dirty="0">
                <a:solidFill>
                  <a:srgbClr val="C00000"/>
                </a:solidFill>
              </a:rPr>
              <a:t>首先进行合规检查，矩阵</a:t>
            </a:r>
            <a:r>
              <a:rPr lang="en-US" altLang="zh-CN" b="0" dirty="0">
                <a:solidFill>
                  <a:srgbClr val="C00000"/>
                </a:solidFill>
              </a:rPr>
              <a:t>M</a:t>
            </a:r>
            <a:r>
              <a:rPr lang="zh-CN" altLang="en-US" b="0" dirty="0">
                <a:solidFill>
                  <a:srgbClr val="C00000"/>
                </a:solidFill>
              </a:rPr>
              <a:t>的列数应与</a:t>
            </a:r>
            <a:r>
              <a:rPr lang="en-US" altLang="zh-CN" b="0" dirty="0">
                <a:solidFill>
                  <a:srgbClr val="C00000"/>
                </a:solidFill>
              </a:rPr>
              <a:t>N</a:t>
            </a:r>
            <a:r>
              <a:rPr lang="zh-CN" altLang="en-US" b="0" dirty="0">
                <a:solidFill>
                  <a:srgbClr val="C00000"/>
                </a:solidFill>
              </a:rPr>
              <a:t>的行数相等。并对</a:t>
            </a:r>
            <a:r>
              <a:rPr lang="en-US" altLang="zh-CN" b="0" dirty="0">
                <a:solidFill>
                  <a:srgbClr val="C00000"/>
                </a:solidFill>
              </a:rPr>
              <a:t>Q</a:t>
            </a:r>
            <a:r>
              <a:rPr lang="zh-CN" altLang="en-US" b="0" dirty="0">
                <a:solidFill>
                  <a:srgbClr val="C00000"/>
                </a:solidFill>
              </a:rPr>
              <a:t>初始化。</a:t>
            </a:r>
            <a:endParaRPr lang="en-US" altLang="zh-CN" b="0" dirty="0">
              <a:solidFill>
                <a:srgbClr val="C0000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dirty="0">
                <a:solidFill>
                  <a:srgbClr val="C00000"/>
                </a:solidFill>
              </a:rPr>
              <a:t>相乘的两个矩阵应该都是非全零元矩阵。</a:t>
            </a:r>
            <a:endParaRPr lang="en-US" altLang="zh-CN" b="0" dirty="0">
              <a:solidFill>
                <a:srgbClr val="C0000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dirty="0">
                <a:solidFill>
                  <a:srgbClr val="C00000"/>
                </a:solidFill>
              </a:rPr>
              <a:t>算法主体架构是逐行对矩阵</a:t>
            </a:r>
            <a:r>
              <a:rPr lang="en-US" altLang="zh-CN" b="0" dirty="0">
                <a:solidFill>
                  <a:srgbClr val="C00000"/>
                </a:solidFill>
              </a:rPr>
              <a:t>M</a:t>
            </a:r>
            <a:r>
              <a:rPr lang="zh-CN" altLang="en-US" b="0" dirty="0">
                <a:solidFill>
                  <a:srgbClr val="C00000"/>
                </a:solidFill>
              </a:rPr>
              <a:t>的非零元进行处理。</a:t>
            </a:r>
            <a:endParaRPr lang="en-US" altLang="zh-CN" b="0" dirty="0">
              <a:solidFill>
                <a:srgbClr val="C0000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b="0" dirty="0">
                <a:solidFill>
                  <a:srgbClr val="C00000"/>
                </a:solidFill>
              </a:rPr>
              <a:t>清零行累加器。</a:t>
            </a:r>
            <a:endParaRPr lang="en-US" altLang="zh-CN" b="0" dirty="0">
              <a:solidFill>
                <a:srgbClr val="C0000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solidFill>
                  <a:srgbClr val="0070C0"/>
                </a:solidFill>
                <a:latin typeface="Courier New" panose="02070309020205020404" pitchFamily="49" charset="0"/>
                <a:cs typeface="Courier New" panose="02070309020205020404" pitchFamily="49" charset="0"/>
              </a:rPr>
              <a:t>设置矩阵</a:t>
            </a:r>
            <a:r>
              <a:rPr lang="en-US" altLang="zh-CN" sz="1200" dirty="0">
                <a:solidFill>
                  <a:srgbClr val="0070C0"/>
                </a:solidFill>
                <a:latin typeface="Courier New" panose="02070309020205020404" pitchFamily="49" charset="0"/>
                <a:cs typeface="Courier New" panose="02070309020205020404" pitchFamily="49" charset="0"/>
              </a:rPr>
              <a:t>Q</a:t>
            </a:r>
            <a:r>
              <a:rPr lang="zh-CN" altLang="en-US" sz="1200" dirty="0">
                <a:solidFill>
                  <a:srgbClr val="0070C0"/>
                </a:solidFill>
                <a:latin typeface="Courier New" panose="02070309020205020404" pitchFamily="49" charset="0"/>
                <a:cs typeface="Courier New" panose="02070309020205020404" pitchFamily="49" charset="0"/>
              </a:rPr>
              <a:t>的当前行的起始位置。</a:t>
            </a:r>
            <a:endParaRPr lang="en-US" altLang="zh-CN" sz="1200" dirty="0">
              <a:solidFill>
                <a:srgbClr val="0070C0"/>
              </a:solidFill>
              <a:latin typeface="Courier New" panose="02070309020205020404" pitchFamily="49" charset="0"/>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solidFill>
                  <a:srgbClr val="0070C0"/>
                </a:solidFill>
                <a:latin typeface="Courier New" panose="02070309020205020404" pitchFamily="49" charset="0"/>
                <a:cs typeface="Courier New" panose="02070309020205020404" pitchFamily="49" charset="0"/>
              </a:rPr>
              <a:t>确定矩阵</a:t>
            </a:r>
            <a:r>
              <a:rPr lang="en-US" altLang="zh-CN" sz="1200" dirty="0">
                <a:solidFill>
                  <a:srgbClr val="0070C0"/>
                </a:solidFill>
                <a:latin typeface="Courier New" panose="02070309020205020404" pitchFamily="49" charset="0"/>
                <a:cs typeface="Courier New" panose="02070309020205020404" pitchFamily="49" charset="0"/>
              </a:rPr>
              <a:t>M</a:t>
            </a:r>
            <a:r>
              <a:rPr lang="zh-CN" altLang="en-US" sz="1200" dirty="0">
                <a:solidFill>
                  <a:srgbClr val="0070C0"/>
                </a:solidFill>
                <a:latin typeface="Courier New" panose="02070309020205020404" pitchFamily="49" charset="0"/>
                <a:cs typeface="Courier New" panose="02070309020205020404" pitchFamily="49" charset="0"/>
              </a:rPr>
              <a:t>本行最后一个非零元的位置。</a:t>
            </a:r>
            <a:endParaRPr lang="en-US" altLang="zh-CN" sz="1200" dirty="0">
              <a:solidFill>
                <a:srgbClr val="0070C0"/>
              </a:solidFill>
              <a:latin typeface="Courier New" panose="02070309020205020404" pitchFamily="49" charset="0"/>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solidFill>
                  <a:srgbClr val="0070C0"/>
                </a:solidFill>
                <a:latin typeface="Courier New" panose="02070309020205020404" pitchFamily="49" charset="0"/>
                <a:cs typeface="Courier New" panose="02070309020205020404" pitchFamily="49" charset="0"/>
              </a:rPr>
              <a:t>接下来的</a:t>
            </a:r>
            <a:r>
              <a:rPr lang="en-US" altLang="zh-CN" sz="1200" dirty="0">
                <a:solidFill>
                  <a:srgbClr val="0070C0"/>
                </a:solidFill>
                <a:latin typeface="Courier New" panose="02070309020205020404" pitchFamily="49" charset="0"/>
                <a:cs typeface="Courier New" panose="02070309020205020404" pitchFamily="49" charset="0"/>
              </a:rPr>
              <a:t>for</a:t>
            </a:r>
            <a:r>
              <a:rPr lang="zh-CN" altLang="en-US" sz="1200" dirty="0">
                <a:solidFill>
                  <a:srgbClr val="0070C0"/>
                </a:solidFill>
                <a:latin typeface="Courier New" panose="02070309020205020404" pitchFamily="49" charset="0"/>
                <a:cs typeface="Courier New" panose="02070309020205020404" pitchFamily="49" charset="0"/>
              </a:rPr>
              <a:t>循环，对矩阵</a:t>
            </a:r>
            <a:r>
              <a:rPr lang="en-US" altLang="zh-CN" sz="1200" dirty="0">
                <a:solidFill>
                  <a:srgbClr val="0070C0"/>
                </a:solidFill>
                <a:latin typeface="Courier New" panose="02070309020205020404" pitchFamily="49" charset="0"/>
                <a:cs typeface="Courier New" panose="02070309020205020404" pitchFamily="49" charset="0"/>
              </a:rPr>
              <a:t>M</a:t>
            </a:r>
            <a:r>
              <a:rPr lang="zh-CN" altLang="en-US" sz="1200" dirty="0">
                <a:solidFill>
                  <a:srgbClr val="0070C0"/>
                </a:solidFill>
                <a:latin typeface="Courier New" panose="02070309020205020404" pitchFamily="49" charset="0"/>
                <a:cs typeface="Courier New" panose="02070309020205020404" pitchFamily="49" charset="0"/>
              </a:rPr>
              <a:t>本行的非零元进行与矩阵</a:t>
            </a:r>
            <a:r>
              <a:rPr lang="en-US" altLang="zh-CN" sz="1200" dirty="0">
                <a:solidFill>
                  <a:srgbClr val="0070C0"/>
                </a:solidFill>
                <a:latin typeface="Courier New" panose="02070309020205020404" pitchFamily="49" charset="0"/>
                <a:cs typeface="Courier New" panose="02070309020205020404" pitchFamily="49" charset="0"/>
              </a:rPr>
              <a:t>N</a:t>
            </a:r>
            <a:r>
              <a:rPr lang="zh-CN" altLang="en-US" sz="1200" dirty="0">
                <a:solidFill>
                  <a:srgbClr val="0070C0"/>
                </a:solidFill>
                <a:latin typeface="Courier New" panose="02070309020205020404" pitchFamily="49" charset="0"/>
                <a:cs typeface="Courier New" panose="02070309020205020404" pitchFamily="49" charset="0"/>
              </a:rPr>
              <a:t>相应非零元相乘，并加到对应累加器。</a:t>
            </a:r>
            <a:endParaRPr lang="en-US" altLang="zh-CN" sz="1200" dirty="0">
              <a:solidFill>
                <a:srgbClr val="0070C0"/>
              </a:solidFill>
              <a:latin typeface="Courier New" panose="02070309020205020404" pitchFamily="49" charset="0"/>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solidFill>
                  <a:srgbClr val="0070C0"/>
                </a:solidFill>
                <a:latin typeface="Courier New" panose="02070309020205020404" pitchFamily="49" charset="0"/>
                <a:cs typeface="Courier New" panose="02070309020205020404" pitchFamily="49" charset="0"/>
              </a:rPr>
              <a:t>具体是，先取得</a:t>
            </a:r>
            <a:r>
              <a:rPr lang="en-US" altLang="zh-CN" sz="1200" dirty="0">
                <a:solidFill>
                  <a:srgbClr val="0070C0"/>
                </a:solidFill>
                <a:latin typeface="Courier New" panose="02070309020205020404" pitchFamily="49" charset="0"/>
                <a:cs typeface="Courier New" panose="02070309020205020404" pitchFamily="49" charset="0"/>
              </a:rPr>
              <a:t>M</a:t>
            </a:r>
            <a:r>
              <a:rPr lang="zh-CN" altLang="en-US" sz="1200" dirty="0">
                <a:solidFill>
                  <a:srgbClr val="0070C0"/>
                </a:solidFill>
                <a:latin typeface="Courier New" panose="02070309020205020404" pitchFamily="49" charset="0"/>
                <a:cs typeface="Courier New" panose="02070309020205020404" pitchFamily="49" charset="0"/>
              </a:rPr>
              <a:t>的当前非零元的列号，</a:t>
            </a:r>
            <a:endParaRPr lang="en-US" altLang="zh-CN" sz="1200" dirty="0">
              <a:solidFill>
                <a:srgbClr val="0070C0"/>
              </a:solidFill>
              <a:latin typeface="Courier New" panose="02070309020205020404" pitchFamily="49" charset="0"/>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solidFill>
                  <a:srgbClr val="0070C0"/>
                </a:solidFill>
                <a:latin typeface="Courier New" panose="02070309020205020404" pitchFamily="49" charset="0"/>
                <a:cs typeface="Courier New" panose="02070309020205020404" pitchFamily="49" charset="0"/>
              </a:rPr>
              <a:t>并以此确定在矩阵</a:t>
            </a:r>
            <a:r>
              <a:rPr lang="en-US" altLang="zh-CN" sz="1200" dirty="0">
                <a:solidFill>
                  <a:srgbClr val="0070C0"/>
                </a:solidFill>
                <a:latin typeface="Courier New" panose="02070309020205020404" pitchFamily="49" charset="0"/>
                <a:cs typeface="Courier New" panose="02070309020205020404" pitchFamily="49" charset="0"/>
              </a:rPr>
              <a:t>N</a:t>
            </a:r>
            <a:r>
              <a:rPr lang="zh-CN" altLang="en-US" sz="1200" dirty="0">
                <a:solidFill>
                  <a:srgbClr val="0070C0"/>
                </a:solidFill>
                <a:latin typeface="Courier New" panose="02070309020205020404" pitchFamily="49" charset="0"/>
                <a:cs typeface="Courier New" panose="02070309020205020404" pitchFamily="49" charset="0"/>
              </a:rPr>
              <a:t>对应行的最后一个非零元的位置，也就是确定该行的非零元范围。</a:t>
            </a:r>
            <a:endParaRPr lang="en-US" altLang="zh-CN" sz="1200" dirty="0">
              <a:solidFill>
                <a:srgbClr val="0070C0"/>
              </a:solidFill>
              <a:latin typeface="Courier New" panose="02070309020205020404" pitchFamily="49" charset="0"/>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solidFill>
                  <a:srgbClr val="0070C0"/>
                </a:solidFill>
                <a:latin typeface="Courier New" panose="02070309020205020404" pitchFamily="49" charset="0"/>
                <a:cs typeface="Courier New" panose="02070309020205020404" pitchFamily="49" charset="0"/>
              </a:rPr>
              <a:t>然后，</a:t>
            </a:r>
            <a:r>
              <a:rPr lang="en-US" altLang="zh-CN" sz="1200" dirty="0">
                <a:solidFill>
                  <a:srgbClr val="0070C0"/>
                </a:solidFill>
                <a:latin typeface="Courier New" panose="02070309020205020404" pitchFamily="49" charset="0"/>
                <a:cs typeface="Courier New" panose="02070309020205020404" pitchFamily="49" charset="0"/>
              </a:rPr>
              <a:t>M</a:t>
            </a:r>
            <a:r>
              <a:rPr lang="zh-CN" altLang="en-US" sz="1200" dirty="0">
                <a:solidFill>
                  <a:srgbClr val="0070C0"/>
                </a:solidFill>
                <a:latin typeface="Courier New" panose="02070309020205020404" pitchFamily="49" charset="0"/>
                <a:cs typeface="Courier New" panose="02070309020205020404" pitchFamily="49" charset="0"/>
              </a:rPr>
              <a:t>的当前元与</a:t>
            </a:r>
            <a:r>
              <a:rPr lang="en-US" altLang="zh-CN" sz="1200" dirty="0">
                <a:solidFill>
                  <a:srgbClr val="0070C0"/>
                </a:solidFill>
                <a:latin typeface="Courier New" panose="02070309020205020404" pitchFamily="49" charset="0"/>
                <a:cs typeface="Courier New" panose="02070309020205020404" pitchFamily="49" charset="0"/>
              </a:rPr>
              <a:t>N</a:t>
            </a:r>
            <a:r>
              <a:rPr lang="zh-CN" altLang="en-US" sz="1200" dirty="0">
                <a:solidFill>
                  <a:srgbClr val="0070C0"/>
                </a:solidFill>
                <a:latin typeface="Courier New" panose="02070309020205020404" pitchFamily="49" charset="0"/>
                <a:cs typeface="Courier New" panose="02070309020205020404" pitchFamily="49" charset="0"/>
              </a:rPr>
              <a:t>的该行对应元逐个相乘，并加到对应累加器上。</a:t>
            </a:r>
            <a:endParaRPr lang="en-US" altLang="zh-CN" sz="1200" dirty="0">
              <a:solidFill>
                <a:srgbClr val="0070C0"/>
              </a:solidFill>
              <a:latin typeface="Courier New" panose="02070309020205020404" pitchFamily="49" charset="0"/>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dirty="0">
                <a:solidFill>
                  <a:srgbClr val="0070C0"/>
                </a:solidFill>
                <a:latin typeface="Courier New" panose="02070309020205020404" pitchFamily="49" charset="0"/>
                <a:cs typeface="Courier New" panose="02070309020205020404" pitchFamily="49" charset="0"/>
              </a:rPr>
              <a:t>当</a:t>
            </a:r>
            <a:r>
              <a:rPr lang="en-US" altLang="zh-CN" sz="1200" dirty="0">
                <a:solidFill>
                  <a:srgbClr val="0070C0"/>
                </a:solidFill>
                <a:latin typeface="Courier New" panose="02070309020205020404" pitchFamily="49" charset="0"/>
                <a:cs typeface="Courier New" panose="02070309020205020404" pitchFamily="49" charset="0"/>
              </a:rPr>
              <a:t>M</a:t>
            </a:r>
            <a:r>
              <a:rPr lang="zh-CN" altLang="en-US" sz="1200" dirty="0">
                <a:solidFill>
                  <a:srgbClr val="0070C0"/>
                </a:solidFill>
                <a:latin typeface="Courier New" panose="02070309020205020404" pitchFamily="49" charset="0"/>
                <a:cs typeface="Courier New" panose="02070309020205020404" pitchFamily="49" charset="0"/>
              </a:rPr>
              <a:t>当前行的每个非零元都与其在</a:t>
            </a:r>
            <a:r>
              <a:rPr lang="en-US" altLang="zh-CN" sz="1200" dirty="0">
                <a:solidFill>
                  <a:srgbClr val="0070C0"/>
                </a:solidFill>
                <a:latin typeface="Courier New" panose="02070309020205020404" pitchFamily="49" charset="0"/>
                <a:cs typeface="Courier New" panose="02070309020205020404" pitchFamily="49" charset="0"/>
              </a:rPr>
              <a:t>N</a:t>
            </a:r>
            <a:r>
              <a:rPr lang="zh-CN" altLang="en-US" sz="1200" dirty="0">
                <a:solidFill>
                  <a:srgbClr val="0070C0"/>
                </a:solidFill>
                <a:latin typeface="Courier New" panose="02070309020205020404" pitchFamily="49" charset="0"/>
                <a:cs typeface="Courier New" panose="02070309020205020404" pitchFamily="49" charset="0"/>
              </a:rPr>
              <a:t>中的相应行的对应元相乘及对应累加后，对行累加器进行非零元判断和赋到</a:t>
            </a:r>
            <a:r>
              <a:rPr lang="en-US" altLang="zh-CN" sz="1200" dirty="0">
                <a:solidFill>
                  <a:srgbClr val="0070C0"/>
                </a:solidFill>
                <a:latin typeface="Courier New" panose="02070309020205020404" pitchFamily="49" charset="0"/>
                <a:cs typeface="Courier New" panose="02070309020205020404" pitchFamily="49" charset="0"/>
              </a:rPr>
              <a:t>Q</a:t>
            </a:r>
            <a:r>
              <a:rPr lang="zh-CN" altLang="en-US" sz="1200" dirty="0">
                <a:solidFill>
                  <a:srgbClr val="0070C0"/>
                </a:solidFill>
                <a:latin typeface="Courier New" panose="02070309020205020404" pitchFamily="49" charset="0"/>
                <a:cs typeface="Courier New" panose="02070309020205020404" pitchFamily="49" charset="0"/>
              </a:rPr>
              <a:t>中。</a:t>
            </a:r>
            <a:endParaRPr lang="en-US" altLang="zh-CN" sz="1200" dirty="0">
              <a:solidFill>
                <a:srgbClr val="0070C0"/>
              </a:solidFill>
              <a:latin typeface="Courier New" panose="02070309020205020404" pitchFamily="49" charset="0"/>
              <a:cs typeface="Courier New" panose="02070309020205020404" pitchFamily="49"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dirty="0">
              <a:solidFill>
                <a:srgbClr val="0070C0"/>
              </a:solidFill>
              <a:latin typeface="Courier New" panose="02070309020205020404" pitchFamily="49" charset="0"/>
              <a:cs typeface="Courier New" panose="02070309020205020404" pitchFamily="49" charset="0"/>
            </a:endParaRPr>
          </a:p>
        </p:txBody>
      </p:sp>
      <p:sp>
        <p:nvSpPr>
          <p:cNvPr id="4" name="灯片编号占位符 3"/>
          <p:cNvSpPr>
            <a:spLocks noGrp="1"/>
          </p:cNvSpPr>
          <p:nvPr>
            <p:ph type="sldNum" sz="quarter" idx="5"/>
          </p:nvPr>
        </p:nvSpPr>
        <p:spPr/>
        <p:txBody>
          <a:bodyPr/>
          <a:lstStyle/>
          <a:p>
            <a:fld id="{6D93FD9D-EDA7-4E5D-917F-56F8338B5ACB}" type="slidenum">
              <a:rPr lang="zh-CN" altLang="en-US" smtClean="0"/>
              <a:t>16</a:t>
            </a:fld>
            <a:endParaRPr lang="zh-CN" altLang="en-US"/>
          </a:p>
        </p:txBody>
      </p:sp>
    </p:spTree>
    <p:extLst>
      <p:ext uri="{BB962C8B-B14F-4D97-AF65-F5344CB8AC3E}">
        <p14:creationId xmlns:p14="http://schemas.microsoft.com/office/powerpoint/2010/main" val="36420166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a:t>
            </a:r>
            <a:r>
              <a:rPr lang="en-US" altLang="zh-CN" dirty="0"/>
              <a:t>1</a:t>
            </a:r>
            <a:r>
              <a:rPr lang="zh-CN" altLang="en-US" dirty="0"/>
              <a:t>）前面讨论了稀疏矩阵的顺序存储结构：三元组顺序表和行逻辑链接的顺序表。</a:t>
            </a:r>
          </a:p>
          <a:p>
            <a:r>
              <a:rPr lang="zh-CN" altLang="en-US" dirty="0"/>
              <a:t>（</a:t>
            </a:r>
            <a:r>
              <a:rPr lang="en-US" altLang="zh-CN" dirty="0"/>
              <a:t>2</a:t>
            </a:r>
            <a:r>
              <a:rPr lang="zh-CN" altLang="en-US" dirty="0"/>
              <a:t>）算法</a:t>
            </a:r>
            <a:r>
              <a:rPr lang="en-US" altLang="zh-CN" dirty="0"/>
              <a:t>5.2</a:t>
            </a:r>
            <a:r>
              <a:rPr lang="zh-CN" altLang="en-US" dirty="0"/>
              <a:t>和</a:t>
            </a:r>
            <a:r>
              <a:rPr lang="en-US" altLang="zh-CN" dirty="0"/>
              <a:t>5.3</a:t>
            </a:r>
            <a:r>
              <a:rPr lang="zh-CN" altLang="en-US" dirty="0"/>
              <a:t>实现了稀疏矩阵快速转置和相乘。对于其他运算和应用是否也能高效实现呢？</a:t>
            </a:r>
          </a:p>
          <a:p>
            <a:r>
              <a:rPr lang="zh-CN" altLang="en-US" dirty="0"/>
              <a:t>（</a:t>
            </a:r>
            <a:r>
              <a:rPr lang="en-US" altLang="zh-CN" dirty="0"/>
              <a:t>3</a:t>
            </a:r>
            <a:r>
              <a:rPr lang="zh-CN" altLang="en-US" dirty="0"/>
              <a:t>）例如，矩阵</a:t>
            </a:r>
            <a:r>
              <a:rPr lang="en-US" altLang="zh-CN" dirty="0"/>
              <a:t>M</a:t>
            </a:r>
            <a:r>
              <a:rPr lang="zh-CN" altLang="en-US" dirty="0"/>
              <a:t>采用了三元组顺序表的存储结构，我们观察将</a:t>
            </a:r>
            <a:r>
              <a:rPr lang="en-US" altLang="zh-CN" dirty="0"/>
              <a:t>M</a:t>
            </a:r>
            <a:r>
              <a:rPr lang="zh-CN" altLang="en-US" dirty="0"/>
              <a:t>上的非零元分布的变化。</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200" kern="1200" dirty="0">
                <a:solidFill>
                  <a:schemeClr val="tx1"/>
                </a:solidFill>
                <a:latin typeface="+mn-lt"/>
                <a:ea typeface="+mn-ea"/>
                <a:cs typeface="+mn-cs"/>
              </a:rPr>
              <a:t>（</a:t>
            </a:r>
            <a:r>
              <a:rPr lang="en-US" altLang="zh-CN" sz="1200" kern="1200" dirty="0">
                <a:solidFill>
                  <a:schemeClr val="tx1"/>
                </a:solidFill>
                <a:latin typeface="+mn-lt"/>
                <a:ea typeface="+mn-ea"/>
                <a:cs typeface="+mn-cs"/>
              </a:rPr>
              <a:t>4</a:t>
            </a:r>
            <a:r>
              <a:rPr lang="zh-CN" altLang="en-US" sz="1200" kern="1200" dirty="0">
                <a:solidFill>
                  <a:schemeClr val="tx1"/>
                </a:solidFill>
                <a:latin typeface="+mn-lt"/>
                <a:ea typeface="+mn-ea"/>
                <a:cs typeface="+mn-cs"/>
              </a:rPr>
              <a:t>）</a:t>
            </a:r>
            <a:r>
              <a:rPr lang="zh-CN" altLang="zh-CN" sz="1200" kern="1200" dirty="0">
                <a:solidFill>
                  <a:schemeClr val="tx1"/>
                </a:solidFill>
                <a:latin typeface="+mn-lt"/>
                <a:ea typeface="+mn-ea"/>
                <a:cs typeface="+mn-cs"/>
              </a:rPr>
              <a:t>新增非零元时，需平均后移一半三元组后，再插入该非零元的三元组；</a:t>
            </a:r>
          </a:p>
          <a:p>
            <a:r>
              <a:rPr lang="zh-CN" altLang="en-US" dirty="0"/>
              <a:t>（</a:t>
            </a:r>
            <a:r>
              <a:rPr lang="en-US" altLang="zh-CN" dirty="0"/>
              <a:t>5</a:t>
            </a:r>
            <a:r>
              <a:rPr lang="zh-CN" altLang="en-US" dirty="0"/>
              <a:t>）非零元变为零元时，同样要平均前移一半三元组以删除其三元组。</a:t>
            </a:r>
          </a:p>
          <a:p>
            <a:r>
              <a:rPr lang="zh-CN" altLang="en-US" dirty="0"/>
              <a:t>（</a:t>
            </a:r>
            <a:r>
              <a:rPr lang="en-US" altLang="zh-CN" dirty="0"/>
              <a:t>6</a:t>
            </a:r>
            <a:r>
              <a:rPr lang="zh-CN" altLang="en-US" dirty="0"/>
              <a:t>）由于顺序存储结构不便于进行插入和删除的操作，因此当矩阵运算会频繁改变稀疏矩阵中非零元的分布时，应当采用链表结构，</a:t>
            </a:r>
            <a:endParaRPr lang="en-US" altLang="zh-CN" dirty="0"/>
          </a:p>
          <a:p>
            <a:r>
              <a:rPr lang="zh-CN" altLang="en-US" dirty="0"/>
              <a:t>（</a:t>
            </a:r>
            <a:r>
              <a:rPr lang="en-US" altLang="zh-CN" dirty="0"/>
              <a:t>7</a:t>
            </a:r>
            <a:r>
              <a:rPr lang="zh-CN" altLang="en-US" dirty="0"/>
              <a:t>）同时为了维护矩阵元素之间的同行，同列关系，就需要在表示非零元的结点中设立两个指针，</a:t>
            </a:r>
            <a:endParaRPr lang="en-US" altLang="zh-CN" dirty="0"/>
          </a:p>
          <a:p>
            <a:r>
              <a:rPr lang="zh-CN" altLang="en-US" dirty="0"/>
              <a:t>（</a:t>
            </a:r>
            <a:r>
              <a:rPr lang="en-US" altLang="zh-CN" dirty="0"/>
              <a:t>8</a:t>
            </a:r>
            <a:r>
              <a:rPr lang="zh-CN" altLang="en-US" dirty="0"/>
              <a:t>）其一指向同一行的下一个非零元，</a:t>
            </a:r>
            <a:endParaRPr lang="en-US" altLang="zh-CN" dirty="0"/>
          </a:p>
          <a:p>
            <a:r>
              <a:rPr lang="zh-CN" altLang="en-US" dirty="0"/>
              <a:t>（</a:t>
            </a:r>
            <a:r>
              <a:rPr lang="en-US" altLang="zh-CN" dirty="0"/>
              <a:t>9</a:t>
            </a:r>
            <a:r>
              <a:rPr lang="zh-CN" altLang="en-US" dirty="0"/>
              <a:t>）其二指向同一列的下一个非零元，</a:t>
            </a:r>
            <a:endParaRPr lang="en-US" altLang="zh-CN" dirty="0"/>
          </a:p>
          <a:p>
            <a:r>
              <a:rPr lang="zh-CN" altLang="en-US" dirty="0"/>
              <a:t>（</a:t>
            </a:r>
            <a:r>
              <a:rPr lang="en-US" altLang="zh-CN" dirty="0"/>
              <a:t>10</a:t>
            </a:r>
            <a:r>
              <a:rPr lang="zh-CN" altLang="en-US" dirty="0"/>
              <a:t>）通常称这样的存储结构为十字链表。</a:t>
            </a:r>
          </a:p>
          <a:p>
            <a:r>
              <a:rPr lang="zh-CN" altLang="en-US" dirty="0"/>
              <a:t>（</a:t>
            </a:r>
            <a:r>
              <a:rPr lang="en-US" altLang="zh-CN" dirty="0"/>
              <a:t>11</a:t>
            </a:r>
            <a:r>
              <a:rPr lang="zh-CN" altLang="en-US" dirty="0"/>
              <a:t>）在讨论构建算法前，我们先看看稀疏矩阵</a:t>
            </a:r>
            <a:r>
              <a:rPr lang="en-US" altLang="zh-CN" dirty="0"/>
              <a:t>M</a:t>
            </a:r>
            <a:r>
              <a:rPr lang="zh-CN" altLang="en-US" dirty="0"/>
              <a:t>的三元组表和十字链表的对应比较。</a:t>
            </a:r>
          </a:p>
          <a:p>
            <a:endParaRPr lang="zh-CN" altLang="en-US" dirty="0"/>
          </a:p>
        </p:txBody>
      </p:sp>
      <p:sp>
        <p:nvSpPr>
          <p:cNvPr id="4" name="灯片编号占位符 3"/>
          <p:cNvSpPr>
            <a:spLocks noGrp="1"/>
          </p:cNvSpPr>
          <p:nvPr>
            <p:ph type="sldNum" sz="quarter" idx="5"/>
          </p:nvPr>
        </p:nvSpPr>
        <p:spPr/>
        <p:txBody>
          <a:bodyPr/>
          <a:lstStyle/>
          <a:p>
            <a:fld id="{87741E3A-1D3F-465E-BBF5-04BADBDB017A}" type="slidenum">
              <a:rPr lang="zh-CN" altLang="en-US" smtClean="0"/>
              <a:t>17</a:t>
            </a:fld>
            <a:endParaRPr lang="zh-CN" altLang="en-US"/>
          </a:p>
        </p:txBody>
      </p:sp>
    </p:spTree>
    <p:extLst>
      <p:ext uri="{BB962C8B-B14F-4D97-AF65-F5344CB8AC3E}">
        <p14:creationId xmlns:p14="http://schemas.microsoft.com/office/powerpoint/2010/main" val="9605450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a:t>
            </a:r>
            <a:r>
              <a:rPr lang="en-US" altLang="zh-CN" dirty="0"/>
              <a:t>1</a:t>
            </a:r>
            <a:r>
              <a:rPr lang="zh-CN" altLang="en-US" dirty="0"/>
              <a:t>）可见，构建这样一个十字链表的主要操作就是在同行和同列的两个链表中进行插入。</a:t>
            </a:r>
          </a:p>
          <a:p>
            <a:r>
              <a:rPr lang="zh-CN" altLang="en-US" dirty="0"/>
              <a:t>（</a:t>
            </a:r>
            <a:r>
              <a:rPr lang="en-US" altLang="zh-CN" dirty="0"/>
              <a:t>2</a:t>
            </a:r>
            <a:r>
              <a:rPr lang="zh-CN" altLang="en-US" dirty="0"/>
              <a:t>）先看一下算法的参数表，其中：引用参数</a:t>
            </a:r>
            <a:r>
              <a:rPr lang="en-US" altLang="zh-CN" dirty="0"/>
              <a:t>M</a:t>
            </a:r>
            <a:r>
              <a:rPr lang="zh-CN" altLang="en-US" dirty="0"/>
              <a:t>为即将构建的十字链表，该矩阵含有</a:t>
            </a:r>
            <a:r>
              <a:rPr lang="en-US" altLang="zh-CN" dirty="0"/>
              <a:t>m</a:t>
            </a:r>
            <a:r>
              <a:rPr lang="zh-CN" altLang="en-US" dirty="0"/>
              <a:t>行，</a:t>
            </a:r>
            <a:r>
              <a:rPr lang="en-US" altLang="zh-CN" dirty="0"/>
              <a:t>n</a:t>
            </a:r>
            <a:r>
              <a:rPr lang="zh-CN" altLang="en-US" dirty="0"/>
              <a:t>列，</a:t>
            </a:r>
            <a:r>
              <a:rPr lang="en-US" altLang="zh-CN" dirty="0"/>
              <a:t>t</a:t>
            </a:r>
            <a:r>
              <a:rPr lang="zh-CN" altLang="en-US" dirty="0"/>
              <a:t>个非零元，每个非零元所在的行号，列号以及它们的元素值，分别存放在三个一维数组</a:t>
            </a:r>
            <a:r>
              <a:rPr lang="en-US" altLang="zh-CN" dirty="0"/>
              <a:t>is</a:t>
            </a:r>
            <a:r>
              <a:rPr lang="zh-CN" altLang="en-US" dirty="0"/>
              <a:t>，</a:t>
            </a:r>
            <a:r>
              <a:rPr lang="en-US" altLang="zh-CN" dirty="0" err="1"/>
              <a:t>js</a:t>
            </a:r>
            <a:r>
              <a:rPr lang="zh-CN" altLang="en-US" dirty="0"/>
              <a:t>和</a:t>
            </a:r>
            <a:r>
              <a:rPr lang="en-US" altLang="zh-CN" dirty="0"/>
              <a:t>es</a:t>
            </a:r>
            <a:r>
              <a:rPr lang="zh-CN" altLang="en-US" dirty="0"/>
              <a:t>中，这里假设矩阵的元素值为整数。</a:t>
            </a:r>
            <a:endParaRPr lang="en-US" altLang="zh-CN" dirty="0"/>
          </a:p>
          <a:p>
            <a:r>
              <a:rPr lang="zh-CN" altLang="en-US" dirty="0"/>
              <a:t>（</a:t>
            </a:r>
            <a:r>
              <a:rPr lang="en-US" altLang="zh-CN" dirty="0"/>
              <a:t>3</a:t>
            </a:r>
            <a:r>
              <a:rPr lang="zh-CN" altLang="en-US" dirty="0"/>
              <a:t>）我们来看教材图</a:t>
            </a:r>
            <a:r>
              <a:rPr lang="en-US" altLang="zh-CN" dirty="0"/>
              <a:t>5.6</a:t>
            </a:r>
            <a:r>
              <a:rPr lang="zh-CN" altLang="en-US" dirty="0"/>
              <a:t>的一个</a:t>
            </a:r>
            <a:r>
              <a:rPr lang="en-US" altLang="zh-CN" dirty="0"/>
              <a:t>3</a:t>
            </a:r>
            <a:r>
              <a:rPr lang="zh-CN" altLang="en-US" dirty="0"/>
              <a:t>行</a:t>
            </a:r>
            <a:r>
              <a:rPr lang="en-US" altLang="zh-CN" dirty="0"/>
              <a:t>5</a:t>
            </a:r>
            <a:r>
              <a:rPr lang="zh-CN" altLang="en-US" dirty="0"/>
              <a:t>列</a:t>
            </a:r>
            <a:r>
              <a:rPr lang="en-US" altLang="zh-CN" dirty="0"/>
              <a:t>4</a:t>
            </a:r>
            <a:r>
              <a:rPr lang="zh-CN" altLang="en-US" dirty="0"/>
              <a:t>个非零元的稀疏矩阵的构建参数。</a:t>
            </a:r>
          </a:p>
          <a:p>
            <a:r>
              <a:rPr lang="zh-CN" altLang="en-US" dirty="0"/>
              <a:t>（</a:t>
            </a:r>
            <a:r>
              <a:rPr lang="en-US" altLang="zh-CN" dirty="0"/>
              <a:t>4</a:t>
            </a:r>
            <a:r>
              <a:rPr lang="zh-CN" altLang="en-US" dirty="0"/>
              <a:t>）根据给定矩阵的行列数，首先可建造两个一维数组，它们分别存储每一行的头指针和每一列的头指针，并初始化这些指针为空指针，也就是说，首先建造一个空的十字链表，然后逐个插入</a:t>
            </a:r>
            <a:r>
              <a:rPr lang="en-US" altLang="zh-CN" dirty="0"/>
              <a:t>t</a:t>
            </a:r>
            <a:r>
              <a:rPr lang="zh-CN" altLang="en-US" dirty="0"/>
              <a:t>个非零元的结点。</a:t>
            </a:r>
          </a:p>
          <a:p>
            <a:r>
              <a:rPr lang="zh-CN" altLang="en-US" dirty="0"/>
              <a:t>（</a:t>
            </a:r>
            <a:r>
              <a:rPr lang="en-US" altLang="zh-CN" dirty="0"/>
              <a:t>5</a:t>
            </a:r>
            <a:r>
              <a:rPr lang="zh-CN" altLang="en-US" dirty="0"/>
              <a:t>）十字链表中的每个结点包含五个域，除了存放矩阵元素的行号，列号和元素值的三个数据域之外，还有两个指针域，分别指向同一行的下一个非零元结点和同一列的下一个非零元结点，因此对于每一个新建的非零元结点，需要需要用行号和列号作下标，在行、列头指针数组分别确定它们所在的行链表和列链表，而无论是在行链表或列链表中进行查找继而插入的过程都类似于单链表的操作。</a:t>
            </a:r>
          </a:p>
          <a:p>
            <a:r>
              <a:rPr lang="zh-CN" altLang="en-US" dirty="0"/>
              <a:t>（</a:t>
            </a:r>
            <a:r>
              <a:rPr lang="en-US" altLang="zh-CN" dirty="0"/>
              <a:t>6</a:t>
            </a:r>
            <a:r>
              <a:rPr lang="zh-CN" altLang="en-US" dirty="0"/>
              <a:t>）读者可以从下面演示的例子进一步理解算法执行的具体过程，同时要提醒大家在看的过程中需要注意的两个地方：</a:t>
            </a:r>
            <a:endParaRPr lang="en-US" altLang="zh-CN" dirty="0"/>
          </a:p>
          <a:p>
            <a:r>
              <a:rPr lang="zh-CN" altLang="en-US" dirty="0"/>
              <a:t>（</a:t>
            </a:r>
            <a:r>
              <a:rPr lang="en-US" altLang="zh-CN" dirty="0"/>
              <a:t>7</a:t>
            </a:r>
            <a:r>
              <a:rPr lang="zh-CN" altLang="en-US" dirty="0"/>
              <a:t>）一是，十字链表中的各个行链表和列链表都是没有头结点的，当它们为空链表时，其在行表或列表中的指针为空指针，因此插入新建结点时必须分清当前的插入位置是表头？或不是表头的两种情况需要做不同处理；</a:t>
            </a:r>
          </a:p>
          <a:p>
            <a:r>
              <a:rPr lang="zh-CN" altLang="en-US" dirty="0"/>
              <a:t>（</a:t>
            </a:r>
            <a:r>
              <a:rPr lang="en-US" altLang="zh-CN" dirty="0"/>
              <a:t>8</a:t>
            </a:r>
            <a:r>
              <a:rPr lang="zh-CN" altLang="en-US" dirty="0"/>
              <a:t>）二是，在十字链表构建的过程中，各非零元插入的先后次序是随意的，因为算法做的是保序插入。</a:t>
            </a:r>
          </a:p>
        </p:txBody>
      </p:sp>
      <p:sp>
        <p:nvSpPr>
          <p:cNvPr id="4" name="灯片编号占位符 3"/>
          <p:cNvSpPr>
            <a:spLocks noGrp="1"/>
          </p:cNvSpPr>
          <p:nvPr>
            <p:ph type="sldNum" sz="quarter" idx="5"/>
          </p:nvPr>
        </p:nvSpPr>
        <p:spPr/>
        <p:txBody>
          <a:bodyPr/>
          <a:lstStyle/>
          <a:p>
            <a:fld id="{87741E3A-1D3F-465E-BBF5-04BADBDB017A}" type="slidenum">
              <a:rPr lang="zh-CN" altLang="en-US" smtClean="0"/>
              <a:t>18</a:t>
            </a:fld>
            <a:endParaRPr lang="zh-CN" altLang="en-US"/>
          </a:p>
        </p:txBody>
      </p:sp>
    </p:spTree>
    <p:extLst>
      <p:ext uri="{BB962C8B-B14F-4D97-AF65-F5344CB8AC3E}">
        <p14:creationId xmlns:p14="http://schemas.microsoft.com/office/powerpoint/2010/main" val="238167352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算法</a:t>
            </a:r>
            <a:r>
              <a:rPr lang="en-US" altLang="zh-CN" dirty="0"/>
              <a:t>5.8</a:t>
            </a:r>
            <a:r>
              <a:rPr lang="zh-CN" altLang="en-US" dirty="0"/>
              <a:t>是求广义表的深度的递归算法。</a:t>
            </a:r>
            <a:endParaRPr lang="en-US" altLang="zh-CN" dirty="0"/>
          </a:p>
          <a:p>
            <a:r>
              <a:rPr lang="zh-CN" altLang="en-US" dirty="0"/>
              <a:t>广义表的元素可以原子，也可以是广义表（称为子表），是一个递归结构。</a:t>
            </a:r>
            <a:endParaRPr lang="en-US" altLang="zh-CN" dirty="0"/>
          </a:p>
          <a:p>
            <a:r>
              <a:rPr lang="zh-CN" altLang="en-US" dirty="0"/>
              <a:t>原子和空表不能拆分，非空表由若干元素组成。由此可有广义表深度的递归定义。</a:t>
            </a:r>
            <a:endParaRPr lang="en-US" altLang="zh-CN" dirty="0"/>
          </a:p>
          <a:p>
            <a:r>
              <a:rPr lang="zh-CN" altLang="en-US" dirty="0"/>
              <a:t>基本项是空表和原子，其深度分别为</a:t>
            </a:r>
            <a:r>
              <a:rPr lang="en-US" altLang="zh-CN" dirty="0"/>
              <a:t>1</a:t>
            </a:r>
            <a:r>
              <a:rPr lang="zh-CN" altLang="en-US" dirty="0"/>
              <a:t>和</a:t>
            </a:r>
            <a:r>
              <a:rPr lang="en-US" altLang="zh-CN" dirty="0"/>
              <a:t>0</a:t>
            </a:r>
            <a:r>
              <a:rPr lang="zh-CN" altLang="en-US" dirty="0"/>
              <a:t>。</a:t>
            </a:r>
            <a:endParaRPr lang="en-US" altLang="zh-CN" dirty="0"/>
          </a:p>
          <a:p>
            <a:r>
              <a:rPr lang="zh-CN" altLang="en-US" dirty="0"/>
              <a:t>归纳项是非空表，其深度是</a:t>
            </a:r>
            <a:r>
              <a:rPr lang="en-US" altLang="zh-CN" dirty="0"/>
              <a:t>1+</a:t>
            </a:r>
            <a:r>
              <a:rPr lang="zh-CN" altLang="en-US" dirty="0"/>
              <a:t>各元素的深度的最大值。</a:t>
            </a:r>
            <a:endParaRPr lang="en-US" altLang="zh-CN" dirty="0"/>
          </a:p>
          <a:p>
            <a:r>
              <a:rPr lang="zh-CN" altLang="en-US" dirty="0"/>
              <a:t>递归的算法</a:t>
            </a:r>
            <a:r>
              <a:rPr lang="en-US" altLang="zh-CN" dirty="0"/>
              <a:t>5.5</a:t>
            </a:r>
            <a:r>
              <a:rPr lang="zh-CN" altLang="en-US" dirty="0"/>
              <a:t>就是对这个递归定义的自然表达。</a:t>
            </a:r>
            <a:endParaRPr lang="en-US" altLang="zh-CN" dirty="0"/>
          </a:p>
          <a:p>
            <a:r>
              <a:rPr lang="zh-CN" altLang="en-US" dirty="0"/>
              <a:t>书中图</a:t>
            </a:r>
            <a:r>
              <a:rPr lang="en-US" altLang="zh-CN" dirty="0"/>
              <a:t>5.13</a:t>
            </a:r>
            <a:r>
              <a:rPr lang="zh-CN" altLang="en-US" dirty="0"/>
              <a:t>的广义表</a:t>
            </a:r>
            <a:r>
              <a:rPr lang="en-US" altLang="zh-CN" dirty="0"/>
              <a:t>D</a:t>
            </a:r>
            <a:r>
              <a:rPr lang="zh-CN" altLang="en-US" dirty="0"/>
              <a:t>以及它的存储结构，可以作为讲解和演示算法的示例。</a:t>
            </a:r>
            <a:endParaRPr lang="en-US" altLang="zh-CN" dirty="0"/>
          </a:p>
          <a:p>
            <a:pPr>
              <a:lnSpc>
                <a:spcPct val="120000"/>
              </a:lnSpc>
            </a:pPr>
            <a:r>
              <a:rPr lang="zh-CN" altLang="en-US" sz="1200" b="0" dirty="0">
                <a:latin typeface="Consolas" panose="020B0609020204030204" pitchFamily="49" charset="0"/>
              </a:rPr>
              <a:t>广义表的逻辑结构采用括号表示表，元素用逗号分隔。括号的嵌套重数就是其深度。</a:t>
            </a:r>
            <a:endParaRPr lang="en-US" altLang="zh-CN" sz="1200" b="0" dirty="0">
              <a:latin typeface="Consolas" panose="020B0609020204030204" pitchFamily="49" charset="0"/>
            </a:endParaRPr>
          </a:p>
          <a:p>
            <a:pPr>
              <a:lnSpc>
                <a:spcPct val="120000"/>
              </a:lnSpc>
            </a:pPr>
            <a:r>
              <a:rPr lang="zh-CN" altLang="en-US" sz="1200" b="0" dirty="0">
                <a:latin typeface="Consolas" panose="020B0609020204030204" pitchFamily="49" charset="0"/>
              </a:rPr>
              <a:t>从存储结构看，标记为</a:t>
            </a:r>
            <a:r>
              <a:rPr lang="en-US" altLang="zh-CN" sz="1200" b="0" dirty="0">
                <a:latin typeface="Consolas" panose="020B0609020204030204" pitchFamily="49" charset="0"/>
              </a:rPr>
              <a:t>1</a:t>
            </a:r>
            <a:r>
              <a:rPr lang="zh-CN" altLang="en-US" sz="1200" b="0" dirty="0">
                <a:latin typeface="Consolas" panose="020B0609020204030204" pitchFamily="49" charset="0"/>
              </a:rPr>
              <a:t>的表结点的</a:t>
            </a:r>
            <a:r>
              <a:rPr lang="zh-CN" altLang="en-US" sz="1200" b="0" dirty="0">
                <a:solidFill>
                  <a:srgbClr val="C00000"/>
                </a:solidFill>
                <a:effectLst>
                  <a:outerShdw blurRad="38100" dist="38100" dir="2700000" algn="tl">
                    <a:srgbClr val="000000">
                      <a:alpha val="43137"/>
                    </a:srgbClr>
                  </a:outerShdw>
                </a:effectLst>
                <a:latin typeface="Consolas" panose="020B0609020204030204" pitchFamily="49" charset="0"/>
              </a:rPr>
              <a:t>层数就是广义表的深度</a:t>
            </a:r>
            <a:r>
              <a:rPr lang="zh-CN" altLang="en-US" sz="1200" b="0" dirty="0">
                <a:latin typeface="Consolas" panose="020B0609020204030204" pitchFamily="49" charset="0"/>
              </a:rPr>
              <a:t>。</a:t>
            </a:r>
            <a:endParaRPr lang="en-US" altLang="zh-CN" sz="1200" b="0" dirty="0">
              <a:latin typeface="Consolas" panose="020B0609020204030204" pitchFamily="49" charset="0"/>
            </a:endParaRPr>
          </a:p>
          <a:p>
            <a:pPr>
              <a:lnSpc>
                <a:spcPct val="120000"/>
              </a:lnSpc>
            </a:pPr>
            <a:r>
              <a:rPr lang="zh-CN" altLang="en-US" sz="1200" b="0" dirty="0">
                <a:latin typeface="Consolas" panose="020B0609020204030204" pitchFamily="49" charset="0"/>
              </a:rPr>
              <a:t>与定义对应，算法遇</a:t>
            </a:r>
            <a:r>
              <a:rPr lang="zh-CN" altLang="en-US" sz="1200" b="0" dirty="0">
                <a:solidFill>
                  <a:srgbClr val="C00000"/>
                </a:solidFill>
                <a:latin typeface="Consolas" panose="020B0609020204030204" pitchFamily="49" charset="0"/>
              </a:rPr>
              <a:t>空表返回</a:t>
            </a:r>
            <a:r>
              <a:rPr lang="en-US" altLang="zh-CN" sz="1200" b="0" dirty="0">
                <a:solidFill>
                  <a:srgbClr val="C00000"/>
                </a:solidFill>
                <a:latin typeface="Consolas" panose="020B0609020204030204" pitchFamily="49" charset="0"/>
              </a:rPr>
              <a:t>1</a:t>
            </a:r>
            <a:r>
              <a:rPr lang="zh-CN" altLang="en-US" sz="1200" b="0" dirty="0">
                <a:latin typeface="Consolas" panose="020B0609020204030204" pitchFamily="49" charset="0"/>
              </a:rPr>
              <a:t>，遇</a:t>
            </a:r>
            <a:r>
              <a:rPr lang="zh-CN" altLang="en-US" sz="1200" b="0" dirty="0">
                <a:solidFill>
                  <a:srgbClr val="C00000"/>
                </a:solidFill>
                <a:latin typeface="Consolas" panose="020B0609020204030204" pitchFamily="49" charset="0"/>
              </a:rPr>
              <a:t>原子返回</a:t>
            </a:r>
            <a:r>
              <a:rPr lang="en-US" altLang="zh-CN" sz="1200" b="0" dirty="0">
                <a:solidFill>
                  <a:srgbClr val="C00000"/>
                </a:solidFill>
                <a:latin typeface="Consolas" panose="020B0609020204030204" pitchFamily="49" charset="0"/>
              </a:rPr>
              <a:t>0</a:t>
            </a:r>
            <a:r>
              <a:rPr lang="zh-CN" altLang="en-US" sz="1200" b="0" dirty="0">
                <a:latin typeface="Consolas" panose="020B0609020204030204" pitchFamily="49" charset="0"/>
              </a:rPr>
              <a:t>；</a:t>
            </a:r>
            <a:endParaRPr lang="en-US" altLang="zh-CN" sz="1200" b="0" dirty="0">
              <a:latin typeface="Consolas" panose="020B0609020204030204" pitchFamily="49" charset="0"/>
            </a:endParaRPr>
          </a:p>
          <a:p>
            <a:pPr>
              <a:lnSpc>
                <a:spcPct val="120000"/>
              </a:lnSpc>
            </a:pPr>
            <a:r>
              <a:rPr lang="zh-CN" altLang="en-US" sz="1200" b="0" dirty="0">
                <a:latin typeface="Consolas" panose="020B0609020204030204" pitchFamily="49" charset="0"/>
              </a:rPr>
              <a:t>对于非空表，则用</a:t>
            </a:r>
            <a:r>
              <a:rPr lang="en-US" altLang="zh-CN" sz="1200" b="0" dirty="0">
                <a:latin typeface="Consolas" panose="020B0609020204030204" pitchFamily="49" charset="0"/>
              </a:rPr>
              <a:t>for</a:t>
            </a:r>
            <a:r>
              <a:rPr lang="zh-CN" altLang="en-US" sz="1200" b="0" dirty="0">
                <a:latin typeface="Consolas" panose="020B0609020204030204" pitchFamily="49" charset="0"/>
              </a:rPr>
              <a:t>循环对每个元素递归求深度，各元素的最大深度</a:t>
            </a:r>
            <a:r>
              <a:rPr lang="en-US" altLang="zh-CN" sz="1200" b="0" dirty="0">
                <a:latin typeface="Consolas" panose="020B0609020204030204" pitchFamily="49" charset="0"/>
              </a:rPr>
              <a:t>+1</a:t>
            </a:r>
            <a:r>
              <a:rPr lang="zh-CN" altLang="en-US" sz="1200" b="0" dirty="0">
                <a:latin typeface="Consolas" panose="020B0609020204030204" pitchFamily="49" charset="0"/>
              </a:rPr>
              <a:t>作为其深度返回。</a:t>
            </a:r>
            <a:endParaRPr lang="en-US" altLang="zh-CN" sz="1200" b="0" dirty="0">
              <a:latin typeface="Consolas" panose="020B0609020204030204" pitchFamily="49" charset="0"/>
            </a:endParaRPr>
          </a:p>
          <a:p>
            <a:pPr>
              <a:lnSpc>
                <a:spcPct val="120000"/>
              </a:lnSpc>
            </a:pPr>
            <a:r>
              <a:rPr lang="zh-CN" altLang="en-US" sz="1200" b="0" dirty="0">
                <a:latin typeface="Consolas" panose="020B0609020204030204" pitchFamily="49" charset="0"/>
              </a:rPr>
              <a:t>下面讲解和演示调用算法求广义表</a:t>
            </a:r>
            <a:r>
              <a:rPr lang="en-US" altLang="zh-CN" sz="1200" b="0" dirty="0">
                <a:solidFill>
                  <a:srgbClr val="C00000"/>
                </a:solidFill>
                <a:latin typeface="Consolas" panose="020B0609020204030204" pitchFamily="49" charset="0"/>
              </a:rPr>
              <a:t>D</a:t>
            </a:r>
            <a:r>
              <a:rPr lang="zh-CN" altLang="en-US" sz="1200" b="0" dirty="0">
                <a:latin typeface="Consolas" panose="020B0609020204030204" pitchFamily="49" charset="0"/>
              </a:rPr>
              <a:t>的深度的过程。</a:t>
            </a:r>
            <a:endParaRPr lang="en-US" altLang="zh-CN" sz="1200" b="0" dirty="0">
              <a:latin typeface="Consolas" panose="020B0609020204030204" pitchFamily="49" charset="0"/>
            </a:endParaRPr>
          </a:p>
          <a:p>
            <a:r>
              <a:rPr lang="zh-CN" altLang="en-US" dirty="0"/>
              <a:t>求深度是对广义表的一次遍历，不改变其结构和元素值。参数</a:t>
            </a:r>
            <a:r>
              <a:rPr lang="en-US" altLang="zh-CN" dirty="0"/>
              <a:t>L</a:t>
            </a:r>
            <a:r>
              <a:rPr lang="zh-CN" altLang="en-US" dirty="0"/>
              <a:t>声明为传值参数。</a:t>
            </a:r>
            <a:endParaRPr lang="en-US" altLang="zh-CN" dirty="0"/>
          </a:p>
          <a:p>
            <a:r>
              <a:rPr lang="zh-CN" altLang="en-US" dirty="0"/>
              <a:t>实参</a:t>
            </a:r>
            <a:r>
              <a:rPr lang="en-US" altLang="zh-CN" dirty="0"/>
              <a:t>D</a:t>
            </a:r>
            <a:r>
              <a:rPr lang="zh-CN" altLang="en-US" dirty="0"/>
              <a:t>是已存在的广义表的头指针。将其值传递给形参</a:t>
            </a:r>
            <a:r>
              <a:rPr lang="en-US" altLang="zh-CN" dirty="0"/>
              <a:t>L</a:t>
            </a:r>
            <a:r>
              <a:rPr lang="zh-CN" altLang="en-US" dirty="0"/>
              <a:t>，让</a:t>
            </a:r>
            <a:r>
              <a:rPr lang="en-US" altLang="zh-CN" dirty="0"/>
              <a:t>L</a:t>
            </a:r>
            <a:r>
              <a:rPr lang="zh-CN" altLang="en-US" dirty="0"/>
              <a:t>也指向该表的第一个元素结点。</a:t>
            </a:r>
            <a:endParaRPr lang="en-US" altLang="zh-CN" dirty="0"/>
          </a:p>
          <a:p>
            <a:r>
              <a:rPr lang="en-US" altLang="zh-CN" dirty="0"/>
              <a:t>L</a:t>
            </a:r>
            <a:r>
              <a:rPr lang="zh-CN" altLang="en-US" dirty="0"/>
              <a:t>不是空指针，所指结点也不是原子，进入</a:t>
            </a:r>
            <a:r>
              <a:rPr lang="en-US" altLang="zh-CN" dirty="0"/>
              <a:t>for</a:t>
            </a:r>
            <a:r>
              <a:rPr lang="zh-CN" altLang="en-US" dirty="0"/>
              <a:t>循环。</a:t>
            </a:r>
            <a:endParaRPr lang="en-US" altLang="zh-CN" dirty="0"/>
          </a:p>
          <a:p>
            <a:r>
              <a:rPr lang="en-US" altLang="zh-CN" dirty="0"/>
              <a:t>max</a:t>
            </a:r>
            <a:r>
              <a:rPr lang="zh-CN" altLang="en-US" dirty="0"/>
              <a:t>初值赋</a:t>
            </a:r>
            <a:r>
              <a:rPr lang="en-US" altLang="zh-CN" dirty="0"/>
              <a:t>0</a:t>
            </a:r>
            <a:r>
              <a:rPr lang="zh-CN" altLang="en-US" dirty="0"/>
              <a:t>，将用来求各元素深度的最大值。</a:t>
            </a:r>
            <a:endParaRPr lang="en-US" altLang="zh-CN" dirty="0"/>
          </a:p>
          <a:p>
            <a:r>
              <a:rPr lang="en-US" altLang="zh-CN" dirty="0"/>
              <a:t>L</a:t>
            </a:r>
            <a:r>
              <a:rPr lang="zh-CN" altLang="en-US" dirty="0"/>
              <a:t>顺着尾指针</a:t>
            </a:r>
            <a:r>
              <a:rPr lang="en-US" altLang="zh-CN" dirty="0" err="1"/>
              <a:t>tp</a:t>
            </a:r>
            <a:r>
              <a:rPr lang="zh-CN" altLang="en-US" dirty="0"/>
              <a:t>链，以</a:t>
            </a:r>
            <a:r>
              <a:rPr lang="en-US" altLang="zh-CN" dirty="0"/>
              <a:t>hp</a:t>
            </a:r>
            <a:r>
              <a:rPr lang="zh-CN" altLang="en-US" dirty="0"/>
              <a:t>指针作实参，对各元素递归求深度。</a:t>
            </a:r>
            <a:endParaRPr lang="en-US" altLang="zh-CN" dirty="0"/>
          </a:p>
          <a:p>
            <a:r>
              <a:rPr lang="zh-CN" altLang="en-US" dirty="0"/>
              <a:t>进入第一层递归，算法底色变为蓝色。后面若有第二和第三层递归，将分别用橙红和紫色。</a:t>
            </a:r>
            <a:endParaRPr lang="en-US" altLang="zh-CN" dirty="0"/>
          </a:p>
          <a:p>
            <a:r>
              <a:rPr lang="zh-CN" altLang="en-US" dirty="0"/>
              <a:t>用不同底色区分不同层次的递归，可提示用的是不同的一套参数和局部变量。</a:t>
            </a:r>
            <a:endParaRPr lang="en-US" altLang="zh-CN" dirty="0"/>
          </a:p>
          <a:p>
            <a:r>
              <a:rPr lang="zh-CN" altLang="en-US" dirty="0"/>
              <a:t>现在</a:t>
            </a:r>
            <a:r>
              <a:rPr lang="en-US" altLang="zh-CN" dirty="0"/>
              <a:t>T</a:t>
            </a:r>
            <a:r>
              <a:rPr lang="zh-CN" altLang="en-US" dirty="0"/>
              <a:t>为空指针，指示空表，返回深度</a:t>
            </a:r>
            <a:r>
              <a:rPr lang="en-US" altLang="zh-CN" dirty="0"/>
              <a:t>1</a:t>
            </a:r>
            <a:r>
              <a:rPr lang="zh-CN" altLang="en-US" dirty="0"/>
              <a:t>。回到原始的白色层的</a:t>
            </a:r>
            <a:r>
              <a:rPr lang="en-US" altLang="zh-CN" dirty="0"/>
              <a:t>for</a:t>
            </a:r>
            <a:r>
              <a:rPr lang="zh-CN" altLang="en-US" dirty="0"/>
              <a:t>循环内。</a:t>
            </a:r>
            <a:endParaRPr lang="en-US" altLang="zh-CN" dirty="0"/>
          </a:p>
          <a:p>
            <a:r>
              <a:rPr lang="en-US" altLang="zh-CN" dirty="0"/>
              <a:t>L</a:t>
            </a:r>
            <a:r>
              <a:rPr lang="zh-CN" altLang="en-US" dirty="0"/>
              <a:t>指向同层的下一个元素结点，对其递归求深度。</a:t>
            </a:r>
            <a:endParaRPr lang="en-US" altLang="zh-CN" dirty="0"/>
          </a:p>
          <a:p>
            <a:r>
              <a:rPr lang="zh-CN" altLang="en-US" dirty="0"/>
              <a:t>又进入蓝色层，不是空表和原子，进入</a:t>
            </a:r>
            <a:r>
              <a:rPr lang="en-US" altLang="zh-CN" dirty="0"/>
              <a:t>for</a:t>
            </a:r>
            <a:r>
              <a:rPr lang="zh-CN" altLang="en-US" dirty="0"/>
              <a:t>循环，对第一个元素递归求深度。</a:t>
            </a:r>
            <a:endParaRPr lang="en-US" altLang="zh-CN" dirty="0"/>
          </a:p>
          <a:p>
            <a:r>
              <a:rPr lang="zh-CN" altLang="en-US" dirty="0"/>
              <a:t>进入橙色层，是原子，返回深度</a:t>
            </a:r>
            <a:r>
              <a:rPr lang="en-US" altLang="zh-CN" dirty="0"/>
              <a:t>0</a:t>
            </a:r>
            <a:r>
              <a:rPr lang="zh-CN" altLang="en-US" dirty="0"/>
              <a:t>，回到蓝色层的</a:t>
            </a:r>
            <a:r>
              <a:rPr lang="en-US" altLang="zh-CN" dirty="0"/>
              <a:t>for</a:t>
            </a:r>
            <a:r>
              <a:rPr lang="zh-CN" altLang="en-US" dirty="0"/>
              <a:t>循环内。</a:t>
            </a:r>
            <a:endParaRPr lang="en-US" altLang="zh-CN" dirty="0"/>
          </a:p>
          <a:p>
            <a:r>
              <a:rPr lang="en-US" altLang="zh-CN" baseline="0" dirty="0"/>
              <a:t> f</a:t>
            </a:r>
            <a:r>
              <a:rPr lang="en-US" altLang="zh-CN" dirty="0"/>
              <a:t>or</a:t>
            </a:r>
            <a:r>
              <a:rPr lang="zh-CN" altLang="en-US" dirty="0"/>
              <a:t>循环的迭代表达式是值参</a:t>
            </a:r>
            <a:r>
              <a:rPr lang="en-US" altLang="zh-CN" dirty="0"/>
              <a:t>L</a:t>
            </a:r>
            <a:r>
              <a:rPr lang="zh-CN" altLang="en-US" dirty="0"/>
              <a:t>赋值，这是允许的。</a:t>
            </a:r>
            <a:endParaRPr lang="en-US" altLang="zh-CN" dirty="0"/>
          </a:p>
          <a:p>
            <a:r>
              <a:rPr lang="zh-CN" altLang="en-US" b="0" dirty="0"/>
              <a:t>但要注意的是，不能对</a:t>
            </a:r>
            <a:r>
              <a:rPr lang="en-US" altLang="zh-CN" b="0" dirty="0"/>
              <a:t>L</a:t>
            </a:r>
            <a:r>
              <a:rPr lang="zh-CN" altLang="en-US" b="0" dirty="0"/>
              <a:t>所指的结点各域赋值！否则，将可能改动了广义表的结构或者元素值。</a:t>
            </a:r>
            <a:endParaRPr lang="en-US" altLang="zh-CN" b="0" dirty="0"/>
          </a:p>
          <a:p>
            <a:r>
              <a:rPr lang="zh-CN" altLang="en-US" dirty="0"/>
              <a:t>蓝色</a:t>
            </a:r>
            <a:r>
              <a:rPr lang="en-US" altLang="zh-CN" dirty="0"/>
              <a:t>L</a:t>
            </a:r>
            <a:r>
              <a:rPr lang="zh-CN" altLang="en-US" dirty="0"/>
              <a:t>指向下一个结点，但不存在，</a:t>
            </a:r>
            <a:r>
              <a:rPr lang="en-US" altLang="zh-CN" dirty="0"/>
              <a:t>L</a:t>
            </a:r>
            <a:r>
              <a:rPr lang="zh-CN" altLang="en-US" dirty="0"/>
              <a:t>为空，循环结束。</a:t>
            </a:r>
            <a:endParaRPr lang="en-US" altLang="zh-CN" dirty="0"/>
          </a:p>
          <a:p>
            <a:r>
              <a:rPr lang="en-US" altLang="zh-CN" dirty="0"/>
              <a:t>max</a:t>
            </a:r>
            <a:r>
              <a:rPr lang="zh-CN" altLang="en-US" dirty="0"/>
              <a:t>值为</a:t>
            </a:r>
            <a:r>
              <a:rPr lang="en-US" altLang="zh-CN" dirty="0"/>
              <a:t>0</a:t>
            </a:r>
            <a:r>
              <a:rPr lang="zh-CN" altLang="en-US" dirty="0"/>
              <a:t>，加</a:t>
            </a:r>
            <a:r>
              <a:rPr lang="en-US" altLang="zh-CN" dirty="0"/>
              <a:t>1</a:t>
            </a:r>
            <a:r>
              <a:rPr lang="zh-CN" altLang="en-US" dirty="0"/>
              <a:t>等于</a:t>
            </a:r>
            <a:r>
              <a:rPr lang="en-US" altLang="zh-CN" dirty="0"/>
              <a:t>1</a:t>
            </a:r>
            <a:r>
              <a:rPr lang="zh-CN" altLang="en-US" dirty="0"/>
              <a:t>，返回</a:t>
            </a:r>
            <a:r>
              <a:rPr lang="en-US" altLang="zh-CN" dirty="0"/>
              <a:t>1</a:t>
            </a:r>
            <a:r>
              <a:rPr lang="zh-CN" altLang="en-US" dirty="0"/>
              <a:t>，回到白色层</a:t>
            </a:r>
            <a:r>
              <a:rPr lang="en-US" altLang="zh-CN" dirty="0"/>
              <a:t>for</a:t>
            </a:r>
            <a:r>
              <a:rPr lang="zh-CN" altLang="en-US" dirty="0"/>
              <a:t>循环内。经比较，白色层</a:t>
            </a:r>
            <a:r>
              <a:rPr lang="en-US" altLang="zh-CN" dirty="0"/>
              <a:t>max</a:t>
            </a:r>
            <a:r>
              <a:rPr lang="zh-CN" altLang="en-US" dirty="0"/>
              <a:t>值仍为</a:t>
            </a:r>
            <a:r>
              <a:rPr lang="en-US" altLang="zh-CN" dirty="0"/>
              <a:t>1</a:t>
            </a:r>
            <a:r>
              <a:rPr lang="zh-CN" altLang="en-US" dirty="0"/>
              <a:t>。</a:t>
            </a:r>
            <a:endParaRPr lang="en-US" altLang="zh-CN" dirty="0"/>
          </a:p>
          <a:p>
            <a:r>
              <a:rPr lang="en-US" altLang="zh-CN" dirty="0"/>
              <a:t>L</a:t>
            </a:r>
            <a:r>
              <a:rPr lang="zh-CN" altLang="en-US" dirty="0"/>
              <a:t>指向同层下一个结点，对其递归求深度。</a:t>
            </a:r>
            <a:endParaRPr lang="en-US" altLang="zh-CN" dirty="0"/>
          </a:p>
          <a:p>
            <a:r>
              <a:rPr lang="zh-CN" altLang="en-US" dirty="0"/>
              <a:t>再度进入蓝色层，不是空表和原子，进入</a:t>
            </a:r>
            <a:r>
              <a:rPr lang="en-US" altLang="zh-CN" dirty="0"/>
              <a:t>for</a:t>
            </a:r>
            <a:r>
              <a:rPr lang="zh-CN" altLang="en-US" dirty="0"/>
              <a:t>循环。对第一个元素递归求深度。</a:t>
            </a:r>
            <a:endParaRPr lang="en-US" altLang="zh-CN" dirty="0"/>
          </a:p>
          <a:p>
            <a:r>
              <a:rPr lang="zh-CN" altLang="en-US" dirty="0"/>
              <a:t>进入橙红层，是原子，返回深度</a:t>
            </a:r>
            <a:r>
              <a:rPr lang="en-US" altLang="zh-CN" dirty="0"/>
              <a:t>0</a:t>
            </a:r>
            <a:r>
              <a:rPr lang="zh-CN" altLang="en-US" dirty="0"/>
              <a:t>，回到蓝色层</a:t>
            </a:r>
            <a:r>
              <a:rPr lang="en-US" altLang="zh-CN" dirty="0"/>
              <a:t>for</a:t>
            </a:r>
            <a:r>
              <a:rPr lang="zh-CN" altLang="en-US" dirty="0"/>
              <a:t>循环内。对下一个元素递归求深度。</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再入橙红层，不是空表和原子，进入</a:t>
            </a:r>
            <a:r>
              <a:rPr lang="en-US" altLang="zh-CN" dirty="0"/>
              <a:t>for</a:t>
            </a:r>
            <a:r>
              <a:rPr lang="zh-CN" altLang="en-US" dirty="0"/>
              <a:t>循环。对第一个元素递归求深度。</a:t>
            </a:r>
            <a:endParaRPr lang="en-US" altLang="zh-CN" dirty="0"/>
          </a:p>
          <a:p>
            <a:r>
              <a:rPr lang="zh-CN" altLang="en-US" dirty="0"/>
              <a:t>进入紫色层，是原子，返回深度</a:t>
            </a:r>
            <a:r>
              <a:rPr lang="en-US" altLang="zh-CN" dirty="0"/>
              <a:t>0</a:t>
            </a:r>
            <a:r>
              <a:rPr lang="zh-CN" altLang="en-US" dirty="0"/>
              <a:t>，回到橙红层</a:t>
            </a:r>
            <a:r>
              <a:rPr lang="en-US" altLang="zh-CN" dirty="0"/>
              <a:t>for</a:t>
            </a:r>
            <a:r>
              <a:rPr lang="zh-CN" altLang="en-US" dirty="0"/>
              <a:t>循环内。对下一个元素递归求深度。</a:t>
            </a:r>
            <a:endParaRPr lang="en-US" altLang="zh-CN" dirty="0"/>
          </a:p>
          <a:p>
            <a:r>
              <a:rPr lang="zh-CN" altLang="en-US" dirty="0"/>
              <a:t>进入紫色层，又是原子，返回深度</a:t>
            </a:r>
            <a:r>
              <a:rPr lang="en-US" altLang="zh-CN" dirty="0"/>
              <a:t>0</a:t>
            </a:r>
            <a:r>
              <a:rPr lang="zh-CN" altLang="en-US" dirty="0"/>
              <a:t>，回到橙红层</a:t>
            </a:r>
            <a:r>
              <a:rPr lang="en-US" altLang="zh-CN" dirty="0"/>
              <a:t>for</a:t>
            </a:r>
            <a:r>
              <a:rPr lang="zh-CN" altLang="en-US" dirty="0"/>
              <a:t>循环内。再对下一个元素递归求深度。</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进入紫色层，又是原子，返回深度</a:t>
            </a:r>
            <a:r>
              <a:rPr lang="en-US" altLang="zh-CN" dirty="0"/>
              <a:t>0</a:t>
            </a:r>
            <a:r>
              <a:rPr lang="zh-CN" altLang="en-US" dirty="0"/>
              <a:t>，回到橙红层</a:t>
            </a:r>
            <a:r>
              <a:rPr lang="en-US" altLang="zh-CN" dirty="0"/>
              <a:t>for</a:t>
            </a:r>
            <a:r>
              <a:rPr lang="zh-CN" altLang="en-US" dirty="0"/>
              <a:t>循环内。</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经比较，</a:t>
            </a:r>
            <a:r>
              <a:rPr lang="en-US" altLang="zh-CN" dirty="0"/>
              <a:t>max</a:t>
            </a:r>
            <a:r>
              <a:rPr lang="zh-CN" altLang="en-US" dirty="0"/>
              <a:t>值仍为</a:t>
            </a:r>
            <a:r>
              <a:rPr lang="en-US" altLang="zh-CN" dirty="0"/>
              <a:t>0</a:t>
            </a:r>
            <a:r>
              <a:rPr lang="zh-CN" altLang="en-US" dirty="0"/>
              <a:t>。再对下一个元素递归求深度。</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还是原子，返回深度</a:t>
            </a:r>
            <a:r>
              <a:rPr lang="en-US" altLang="zh-CN" dirty="0"/>
              <a:t>0</a:t>
            </a:r>
            <a:r>
              <a:rPr lang="zh-CN" altLang="en-US" dirty="0"/>
              <a:t>，回到橙红层</a:t>
            </a:r>
            <a:r>
              <a:rPr lang="en-US" altLang="zh-CN" dirty="0"/>
              <a:t>for</a:t>
            </a:r>
            <a:r>
              <a:rPr lang="zh-CN" altLang="en-US" dirty="0"/>
              <a:t>循环内。本层已无下一结点，结束循环。</a:t>
            </a:r>
            <a:endParaRPr lang="en-US" altLang="zh-CN" dirty="0"/>
          </a:p>
          <a:p>
            <a:r>
              <a:rPr lang="zh-CN" altLang="en-US" dirty="0"/>
              <a:t>连续三个原子，</a:t>
            </a:r>
            <a:r>
              <a:rPr lang="en-US" altLang="zh-CN" dirty="0"/>
              <a:t>max</a:t>
            </a:r>
            <a:r>
              <a:rPr lang="zh-CN" altLang="en-US" dirty="0"/>
              <a:t>值为</a:t>
            </a:r>
            <a:r>
              <a:rPr lang="en-US" altLang="zh-CN" dirty="0"/>
              <a:t>0</a:t>
            </a:r>
            <a:r>
              <a:rPr lang="zh-CN" altLang="en-US" dirty="0"/>
              <a:t>，加</a:t>
            </a:r>
            <a:r>
              <a:rPr lang="en-US" altLang="zh-CN" dirty="0"/>
              <a:t>1</a:t>
            </a:r>
            <a:r>
              <a:rPr lang="zh-CN" altLang="en-US" dirty="0"/>
              <a:t>后为</a:t>
            </a:r>
            <a:r>
              <a:rPr lang="en-US" altLang="zh-CN" dirty="0"/>
              <a:t>1</a:t>
            </a:r>
            <a:r>
              <a:rPr lang="zh-CN" altLang="en-US" dirty="0"/>
              <a:t>，返回到蓝色层的循环内。</a:t>
            </a:r>
            <a:endParaRPr lang="en-US" altLang="zh-CN" dirty="0"/>
          </a:p>
          <a:p>
            <a:r>
              <a:rPr lang="zh-CN" altLang="en-US" dirty="0"/>
              <a:t>因无下一结点，循环结束。</a:t>
            </a:r>
            <a:r>
              <a:rPr lang="en-US" altLang="zh-CN" dirty="0"/>
              <a:t>max</a:t>
            </a:r>
            <a:r>
              <a:rPr lang="zh-CN" altLang="en-US" dirty="0"/>
              <a:t>值为</a:t>
            </a:r>
            <a:r>
              <a:rPr lang="en-US" altLang="zh-CN" dirty="0"/>
              <a:t>1</a:t>
            </a:r>
            <a:r>
              <a:rPr lang="zh-CN" altLang="en-US" dirty="0"/>
              <a:t>，加</a:t>
            </a:r>
            <a:r>
              <a:rPr lang="en-US" altLang="zh-CN" dirty="0"/>
              <a:t>1</a:t>
            </a:r>
            <a:r>
              <a:rPr lang="zh-CN" altLang="en-US" dirty="0"/>
              <a:t>后为</a:t>
            </a:r>
            <a:r>
              <a:rPr lang="en-US" altLang="zh-CN" dirty="0"/>
              <a:t>2</a:t>
            </a:r>
            <a:r>
              <a:rPr lang="zh-CN" altLang="en-US" dirty="0"/>
              <a:t>，返回到白色层的循环内。</a:t>
            </a:r>
            <a:endParaRPr lang="en-US" altLang="zh-CN" dirty="0"/>
          </a:p>
          <a:p>
            <a:r>
              <a:rPr lang="zh-CN" altLang="en-US" dirty="0"/>
              <a:t>经比较，</a:t>
            </a:r>
            <a:r>
              <a:rPr lang="en-US" altLang="zh-CN" dirty="0"/>
              <a:t>max</a:t>
            </a:r>
            <a:r>
              <a:rPr lang="zh-CN" altLang="en-US" dirty="0"/>
              <a:t>值变更为</a:t>
            </a:r>
            <a:r>
              <a:rPr lang="en-US" altLang="zh-CN" dirty="0"/>
              <a:t>2</a:t>
            </a:r>
            <a:r>
              <a:rPr lang="zh-CN" altLang="en-US" dirty="0"/>
              <a:t>。此时，已无下一结点，循环结束。</a:t>
            </a:r>
            <a:endParaRPr lang="en-US" altLang="zh-CN" dirty="0"/>
          </a:p>
          <a:p>
            <a:r>
              <a:rPr lang="en-US" altLang="zh-CN" dirty="0"/>
              <a:t>max</a:t>
            </a:r>
            <a:r>
              <a:rPr lang="zh-CN" altLang="en-US" dirty="0"/>
              <a:t>为</a:t>
            </a:r>
            <a:r>
              <a:rPr lang="en-US" altLang="zh-CN" dirty="0"/>
              <a:t>2</a:t>
            </a:r>
            <a:r>
              <a:rPr lang="zh-CN" altLang="en-US" dirty="0"/>
              <a:t>，加</a:t>
            </a:r>
            <a:r>
              <a:rPr lang="en-US" altLang="zh-CN" dirty="0"/>
              <a:t>1</a:t>
            </a:r>
            <a:r>
              <a:rPr lang="zh-CN" altLang="en-US" dirty="0"/>
              <a:t>后为</a:t>
            </a:r>
            <a:r>
              <a:rPr lang="en-US" altLang="zh-CN" dirty="0"/>
              <a:t>3</a:t>
            </a:r>
            <a:r>
              <a:rPr lang="zh-CN" altLang="en-US" dirty="0"/>
              <a:t>。最终，将所求得的深度值</a:t>
            </a:r>
            <a:r>
              <a:rPr lang="en-US" altLang="zh-CN" dirty="0"/>
              <a:t>3</a:t>
            </a:r>
            <a:r>
              <a:rPr lang="zh-CN" altLang="en-US" dirty="0"/>
              <a:t>，返回到外部，算法执行完毕。</a:t>
            </a:r>
            <a:endParaRPr lang="en-US" altLang="zh-CN" dirty="0"/>
          </a:p>
          <a:p>
            <a:endParaRPr lang="en-US" altLang="zh-CN" dirty="0"/>
          </a:p>
        </p:txBody>
      </p:sp>
      <p:sp>
        <p:nvSpPr>
          <p:cNvPr id="4" name="灯片编号占位符 3"/>
          <p:cNvSpPr>
            <a:spLocks noGrp="1"/>
          </p:cNvSpPr>
          <p:nvPr>
            <p:ph type="sldNum" sz="quarter" idx="5"/>
          </p:nvPr>
        </p:nvSpPr>
        <p:spPr/>
        <p:txBody>
          <a:bodyPr/>
          <a:lstStyle/>
          <a:p>
            <a:fld id="{C5187B97-20E1-474B-81C9-EA8441F1BC6B}" type="slidenum">
              <a:rPr lang="zh-CN" altLang="en-US" smtClean="0"/>
              <a:t>19</a:t>
            </a:fld>
            <a:endParaRPr lang="zh-CN" altLang="en-US"/>
          </a:p>
        </p:txBody>
      </p:sp>
    </p:spTree>
    <p:extLst>
      <p:ext uri="{BB962C8B-B14F-4D97-AF65-F5344CB8AC3E}">
        <p14:creationId xmlns:p14="http://schemas.microsoft.com/office/powerpoint/2010/main" val="400803236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emf"/></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emf"/></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emf"/></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emf"/></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emf"/></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bg1">
            <a:lumMod val="95000"/>
          </a:schemeClr>
        </a:solid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1A2CC41-53EF-D792-C3D8-24D005077F38}"/>
              </a:ext>
            </a:extLst>
          </p:cNvPr>
          <p:cNvSpPr>
            <a:spLocks noGrp="1"/>
          </p:cNvSpPr>
          <p:nvPr>
            <p:ph type="ctrTitle"/>
          </p:nvPr>
        </p:nvSpPr>
        <p:spPr>
          <a:xfrm>
            <a:off x="1395291" y="48936"/>
            <a:ext cx="6629400" cy="712117"/>
          </a:xfrm>
        </p:spPr>
        <p:txBody>
          <a:bodyPr anchor="b">
            <a:normAutofit/>
          </a:bodyPr>
          <a:lstStyle>
            <a:lvl1pPr algn="ctr">
              <a:defRPr sz="3600"/>
            </a:lvl1pPr>
          </a:lstStyle>
          <a:p>
            <a:r>
              <a:rPr lang="zh-CN" altLang="en-US" dirty="0"/>
              <a:t>单击此处编辑母版标题样式</a:t>
            </a:r>
          </a:p>
        </p:txBody>
      </p:sp>
      <p:sp>
        <p:nvSpPr>
          <p:cNvPr id="3" name="副标题 2">
            <a:extLst>
              <a:ext uri="{FF2B5EF4-FFF2-40B4-BE49-F238E27FC236}">
                <a16:creationId xmlns:a16="http://schemas.microsoft.com/office/drawing/2014/main" id="{DAD09386-D71F-8627-81AE-8E5A2E01CA18}"/>
              </a:ext>
            </a:extLst>
          </p:cNvPr>
          <p:cNvSpPr>
            <a:spLocks noGrp="1"/>
          </p:cNvSpPr>
          <p:nvPr>
            <p:ph type="subTitle" idx="1"/>
          </p:nvPr>
        </p:nvSpPr>
        <p:spPr>
          <a:xfrm>
            <a:off x="554559" y="1036535"/>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014E5187-DE92-993A-0100-7ABE595C3625}"/>
              </a:ext>
            </a:extLst>
          </p:cNvPr>
          <p:cNvSpPr>
            <a:spLocks noGrp="1"/>
          </p:cNvSpPr>
          <p:nvPr>
            <p:ph type="dt" sz="half" idx="10"/>
          </p:nvPr>
        </p:nvSpPr>
        <p:spPr/>
        <p:txBody>
          <a:bodyPr/>
          <a:lstStyle/>
          <a:p>
            <a:fld id="{9A0239B5-A6DD-477D-BE99-5AD4CA2F58EE}" type="datetime1">
              <a:rPr lang="zh-CN" altLang="en-US" smtClean="0"/>
              <a:t>2025/10/25</a:t>
            </a:fld>
            <a:endParaRPr lang="zh-CN" altLang="en-US"/>
          </a:p>
        </p:txBody>
      </p:sp>
      <p:sp>
        <p:nvSpPr>
          <p:cNvPr id="5" name="页脚占位符 4">
            <a:extLst>
              <a:ext uri="{FF2B5EF4-FFF2-40B4-BE49-F238E27FC236}">
                <a16:creationId xmlns:a16="http://schemas.microsoft.com/office/drawing/2014/main" id="{30AAA60E-7CCA-E8F0-796A-1C44334A67D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0E3B1BE-AB2D-5A23-7D3C-F521ED3F0038}"/>
              </a:ext>
            </a:extLst>
          </p:cNvPr>
          <p:cNvSpPr>
            <a:spLocks noGrp="1"/>
          </p:cNvSpPr>
          <p:nvPr>
            <p:ph type="sldNum" sz="quarter" idx="12"/>
          </p:nvPr>
        </p:nvSpPr>
        <p:spPr/>
        <p:txBody>
          <a:bodyPr/>
          <a:lstStyle/>
          <a:p>
            <a:fld id="{D7C0FE0B-717B-41AE-9FA2-CA4BF851D1C3}" type="slidenum">
              <a:rPr lang="zh-CN" altLang="en-US" smtClean="0"/>
              <a:t>‹#›</a:t>
            </a:fld>
            <a:endParaRPr lang="zh-CN" altLang="en-US"/>
          </a:p>
        </p:txBody>
      </p:sp>
      <p:grpSp>
        <p:nvGrpSpPr>
          <p:cNvPr id="7" name="组合 6">
            <a:extLst>
              <a:ext uri="{FF2B5EF4-FFF2-40B4-BE49-F238E27FC236}">
                <a16:creationId xmlns:a16="http://schemas.microsoft.com/office/drawing/2014/main" id="{F8BBDDF8-8219-CDF6-F368-5129B2EA6B6E}"/>
              </a:ext>
            </a:extLst>
          </p:cNvPr>
          <p:cNvGrpSpPr/>
          <p:nvPr userDrawn="1"/>
        </p:nvGrpSpPr>
        <p:grpSpPr>
          <a:xfrm>
            <a:off x="554559" y="179743"/>
            <a:ext cx="700611" cy="581310"/>
            <a:chOff x="527657" y="117426"/>
            <a:chExt cx="1016528" cy="825488"/>
          </a:xfrm>
        </p:grpSpPr>
        <p:pic>
          <p:nvPicPr>
            <p:cNvPr id="8" name="Picture 3" descr="C:\Users\Administrator\Desktop\微立体创业计划\005.png">
              <a:extLst>
                <a:ext uri="{FF2B5EF4-FFF2-40B4-BE49-F238E27FC236}">
                  <a16:creationId xmlns:a16="http://schemas.microsoft.com/office/drawing/2014/main" id="{2D6E2D9A-736C-BCF5-C14E-2042A766D874}"/>
                </a:ext>
              </a:extLst>
            </p:cNvPr>
            <p:cNvPicPr>
              <a:picLocks noChangeAspect="1" noChangeArrowheads="1"/>
            </p:cNvPicPr>
            <p:nvPr userDrawn="1"/>
          </p:nvPicPr>
          <p:blipFill>
            <a:blip r:embed="rId2" cstate="print">
              <a:duotone>
                <a:srgbClr val="0070C0">
                  <a:shade val="45000"/>
                  <a:satMod val="135000"/>
                </a:srgbClr>
                <a:prstClr val="white"/>
              </a:duotone>
              <a:extLst>
                <a:ext uri="{28A0092B-C50C-407E-A947-70E740481C1C}">
                  <a14:useLocalDpi xmlns:a14="http://schemas.microsoft.com/office/drawing/2010/main" val="0"/>
                </a:ext>
              </a:extLst>
            </a:blip>
            <a:srcRect/>
            <a:stretch>
              <a:fillRect/>
            </a:stretch>
          </p:blipFill>
          <p:spPr bwMode="auto">
            <a:xfrm>
              <a:off x="527657" y="117426"/>
              <a:ext cx="813224" cy="812989"/>
            </a:xfrm>
            <a:prstGeom prst="rect">
              <a:avLst/>
            </a:prstGeom>
            <a:noFill/>
            <a:effectLst>
              <a:outerShdw blurRad="127000" dist="63500" dir="3000000" sx="104000" sy="104000" algn="tl" rotWithShape="0">
                <a:prstClr val="black">
                  <a:alpha val="34000"/>
                </a:prstClr>
              </a:outerShdw>
            </a:effectLst>
            <a:extLst>
              <a:ext uri="{909E8E84-426E-40DD-AFC4-6F175D3DCCD1}">
                <a14:hiddenFill xmlns:a14="http://schemas.microsoft.com/office/drawing/2010/main">
                  <a:solidFill>
                    <a:srgbClr val="FFFFFF"/>
                  </a:solidFill>
                </a14:hiddenFill>
              </a:ext>
            </a:extLst>
          </p:spPr>
        </p:pic>
        <p:pic>
          <p:nvPicPr>
            <p:cNvPr id="9" name="Picture 4" descr="C:\Users\Administrator\Desktop\微立体创业计划\004.png">
              <a:extLst>
                <a:ext uri="{FF2B5EF4-FFF2-40B4-BE49-F238E27FC236}">
                  <a16:creationId xmlns:a16="http://schemas.microsoft.com/office/drawing/2014/main" id="{767DD840-4505-AB20-3FC2-865F6AC9F326}"/>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730961" y="129925"/>
              <a:ext cx="813224" cy="812989"/>
            </a:xfrm>
            <a:prstGeom prst="rect">
              <a:avLst/>
            </a:prstGeom>
            <a:noFill/>
            <a:effectLst>
              <a:outerShdw blurRad="127000" dist="63500" dir="3000000" sx="104000" sy="104000" algn="tl" rotWithShape="0">
                <a:prstClr val="black">
                  <a:alpha val="34000"/>
                </a:prstClr>
              </a:outerShdw>
            </a:effectLst>
            <a:extLst>
              <a:ext uri="{909E8E84-426E-40DD-AFC4-6F175D3DCCD1}">
                <a14:hiddenFill xmlns:a14="http://schemas.microsoft.com/office/drawing/2010/main">
                  <a:solidFill>
                    <a:srgbClr val="FFFFFF"/>
                  </a:solidFill>
                </a14:hiddenFill>
              </a:ext>
            </a:extLst>
          </p:spPr>
        </p:pic>
      </p:grpSp>
      <p:pic>
        <p:nvPicPr>
          <p:cNvPr id="10" name="图片 9">
            <a:extLst>
              <a:ext uri="{FF2B5EF4-FFF2-40B4-BE49-F238E27FC236}">
                <a16:creationId xmlns:a16="http://schemas.microsoft.com/office/drawing/2014/main" id="{273630AC-98EC-3F36-AD9C-4C33F9507C7E}"/>
              </a:ext>
            </a:extLst>
          </p:cNvPr>
          <p:cNvPicPr>
            <a:picLocks noChangeAspect="1"/>
          </p:cNvPicPr>
          <p:nvPr userDrawn="1"/>
        </p:nvPicPr>
        <p:blipFill>
          <a:blip r:embed="rId4"/>
          <a:stretch>
            <a:fillRect/>
          </a:stretch>
        </p:blipFill>
        <p:spPr>
          <a:xfrm>
            <a:off x="10081117" y="87288"/>
            <a:ext cx="1988226" cy="470079"/>
          </a:xfrm>
          <a:prstGeom prst="rect">
            <a:avLst/>
          </a:prstGeom>
        </p:spPr>
      </p:pic>
    </p:spTree>
    <p:extLst>
      <p:ext uri="{BB962C8B-B14F-4D97-AF65-F5344CB8AC3E}">
        <p14:creationId xmlns:p14="http://schemas.microsoft.com/office/powerpoint/2010/main" val="23810079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CA4E304D-4302-9926-B9E4-A4F22949FF29}"/>
              </a:ext>
            </a:extLst>
          </p:cNvPr>
          <p:cNvSpPr>
            <a:spLocks noGrp="1"/>
          </p:cNvSpPr>
          <p:nvPr>
            <p:ph type="dt" sz="half" idx="10"/>
          </p:nvPr>
        </p:nvSpPr>
        <p:spPr/>
        <p:txBody>
          <a:bodyPr/>
          <a:lstStyle/>
          <a:p>
            <a:fld id="{9D5BE773-4813-48BD-A50D-5974BFBD6D74}" type="datetime1">
              <a:rPr lang="zh-CN" altLang="en-US" smtClean="0"/>
              <a:t>2025/10/25</a:t>
            </a:fld>
            <a:endParaRPr lang="zh-CN" altLang="en-US"/>
          </a:p>
        </p:txBody>
      </p:sp>
      <p:sp>
        <p:nvSpPr>
          <p:cNvPr id="5" name="页脚占位符 4">
            <a:extLst>
              <a:ext uri="{FF2B5EF4-FFF2-40B4-BE49-F238E27FC236}">
                <a16:creationId xmlns:a16="http://schemas.microsoft.com/office/drawing/2014/main" id="{4B4BA000-FB47-BDF4-4935-32802488258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DCFA3F2-32A8-6E83-CD3C-B6BFA5A1C168}"/>
              </a:ext>
            </a:extLst>
          </p:cNvPr>
          <p:cNvSpPr>
            <a:spLocks noGrp="1"/>
          </p:cNvSpPr>
          <p:nvPr>
            <p:ph type="sldNum" sz="quarter" idx="12"/>
          </p:nvPr>
        </p:nvSpPr>
        <p:spPr/>
        <p:txBody>
          <a:bodyPr/>
          <a:lstStyle/>
          <a:p>
            <a:fld id="{D7C0FE0B-717B-41AE-9FA2-CA4BF851D1C3}" type="slidenum">
              <a:rPr lang="zh-CN" altLang="en-US" smtClean="0"/>
              <a:t>‹#›</a:t>
            </a:fld>
            <a:endParaRPr lang="zh-CN" altLang="en-US"/>
          </a:p>
        </p:txBody>
      </p:sp>
      <p:grpSp>
        <p:nvGrpSpPr>
          <p:cNvPr id="9" name="组合 8">
            <a:extLst>
              <a:ext uri="{FF2B5EF4-FFF2-40B4-BE49-F238E27FC236}">
                <a16:creationId xmlns:a16="http://schemas.microsoft.com/office/drawing/2014/main" id="{F8BBDDF8-8219-CDF6-F368-5129B2EA6B6E}"/>
              </a:ext>
            </a:extLst>
          </p:cNvPr>
          <p:cNvGrpSpPr/>
          <p:nvPr userDrawn="1"/>
        </p:nvGrpSpPr>
        <p:grpSpPr>
          <a:xfrm>
            <a:off x="531711" y="187040"/>
            <a:ext cx="700611" cy="581310"/>
            <a:chOff x="527657" y="117426"/>
            <a:chExt cx="1016528" cy="825488"/>
          </a:xfrm>
        </p:grpSpPr>
        <p:pic>
          <p:nvPicPr>
            <p:cNvPr id="11" name="Picture 3">
              <a:extLst>
                <a:ext uri="{FF2B5EF4-FFF2-40B4-BE49-F238E27FC236}">
                  <a16:creationId xmlns:a16="http://schemas.microsoft.com/office/drawing/2014/main" id="{2D6E2D9A-736C-BCF5-C14E-2042A766D874}"/>
                </a:ext>
              </a:extLst>
            </p:cNvPr>
            <p:cNvPicPr>
              <a:picLocks noChangeAspect="1" noChangeArrowheads="1"/>
            </p:cNvPicPr>
            <p:nvPr userDrawn="1"/>
          </p:nvPicPr>
          <p:blipFill>
            <a:blip r:embed="rId2" cstate="print">
              <a:duotone>
                <a:srgbClr val="0070C0">
                  <a:shade val="45000"/>
                  <a:satMod val="135000"/>
                </a:srgbClr>
                <a:prstClr val="white"/>
              </a:duotone>
              <a:extLst>
                <a:ext uri="{28A0092B-C50C-407E-A947-70E740481C1C}">
                  <a14:useLocalDpi xmlns:a14="http://schemas.microsoft.com/office/drawing/2010/main" val="0"/>
                </a:ext>
              </a:extLst>
            </a:blip>
            <a:srcRect/>
            <a:stretch>
              <a:fillRect/>
            </a:stretch>
          </p:blipFill>
          <p:spPr bwMode="auto">
            <a:xfrm>
              <a:off x="527657" y="117426"/>
              <a:ext cx="813224" cy="812989"/>
            </a:xfrm>
            <a:prstGeom prst="rect">
              <a:avLst/>
            </a:prstGeom>
            <a:noFill/>
            <a:effectLst>
              <a:outerShdw blurRad="127000" dist="63500" dir="3000000" sx="104000" sy="104000" algn="tl" rotWithShape="0">
                <a:prstClr val="black">
                  <a:alpha val="34000"/>
                </a:prstClr>
              </a:outerShdw>
            </a:effectLst>
            <a:extLst>
              <a:ext uri="{909E8E84-426E-40DD-AFC4-6F175D3DCCD1}">
                <a14:hiddenFill xmlns:a14="http://schemas.microsoft.com/office/drawing/2010/main">
                  <a:solidFill>
                    <a:srgbClr val="FFFFFF"/>
                  </a:solidFill>
                </a14:hiddenFill>
              </a:ext>
            </a:extLst>
          </p:spPr>
        </p:pic>
        <p:pic>
          <p:nvPicPr>
            <p:cNvPr id="12" name="Picture 4">
              <a:extLst>
                <a:ext uri="{FF2B5EF4-FFF2-40B4-BE49-F238E27FC236}">
                  <a16:creationId xmlns:a16="http://schemas.microsoft.com/office/drawing/2014/main" id="{767DD840-4505-AB20-3FC2-865F6AC9F326}"/>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730961" y="129925"/>
              <a:ext cx="813224" cy="812989"/>
            </a:xfrm>
            <a:prstGeom prst="rect">
              <a:avLst/>
            </a:prstGeom>
            <a:noFill/>
            <a:effectLst>
              <a:outerShdw blurRad="127000" dist="63500" dir="3000000" sx="104000" sy="104000" algn="tl" rotWithShape="0">
                <a:prstClr val="black">
                  <a:alpha val="34000"/>
                </a:prstClr>
              </a:outerShdw>
            </a:effectLst>
            <a:extLst>
              <a:ext uri="{909E8E84-426E-40DD-AFC4-6F175D3DCCD1}">
                <a14:hiddenFill xmlns:a14="http://schemas.microsoft.com/office/drawing/2010/main">
                  <a:solidFill>
                    <a:srgbClr val="FFFFFF"/>
                  </a:solidFill>
                </a14:hiddenFill>
              </a:ext>
            </a:extLst>
          </p:spPr>
        </p:pic>
      </p:grpSp>
      <p:pic>
        <p:nvPicPr>
          <p:cNvPr id="10" name="图片 9">
            <a:extLst>
              <a:ext uri="{FF2B5EF4-FFF2-40B4-BE49-F238E27FC236}">
                <a16:creationId xmlns:a16="http://schemas.microsoft.com/office/drawing/2014/main" id="{273630AC-98EC-3F36-AD9C-4C33F9507C7E}"/>
              </a:ext>
            </a:extLst>
          </p:cNvPr>
          <p:cNvPicPr>
            <a:picLocks noChangeAspect="1"/>
          </p:cNvPicPr>
          <p:nvPr userDrawn="1"/>
        </p:nvPicPr>
        <p:blipFill>
          <a:blip r:embed="rId4"/>
          <a:stretch>
            <a:fillRect/>
          </a:stretch>
        </p:blipFill>
        <p:spPr>
          <a:xfrm>
            <a:off x="10058269" y="94585"/>
            <a:ext cx="1988226" cy="470079"/>
          </a:xfrm>
          <a:prstGeom prst="rect">
            <a:avLst/>
          </a:prstGeom>
        </p:spPr>
      </p:pic>
    </p:spTree>
    <p:extLst>
      <p:ext uri="{BB962C8B-B14F-4D97-AF65-F5344CB8AC3E}">
        <p14:creationId xmlns:p14="http://schemas.microsoft.com/office/powerpoint/2010/main" val="14454640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bg1">
            <a:lumMod val="95000"/>
          </a:schemeClr>
        </a:solidFill>
        <a:effectLst/>
      </p:bgPr>
    </p:bg>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777D3EA5-F01E-27E8-6382-8E4698BF5383}"/>
              </a:ext>
            </a:extLst>
          </p:cNvPr>
          <p:cNvSpPr>
            <a:spLocks noGrp="1"/>
          </p:cNvSpPr>
          <p:nvPr>
            <p:ph type="dt" sz="half" idx="10"/>
          </p:nvPr>
        </p:nvSpPr>
        <p:spPr/>
        <p:txBody>
          <a:bodyPr/>
          <a:lstStyle/>
          <a:p>
            <a:fld id="{9BF9C41B-B701-4ED6-8A9D-BB3EBE32AEBB}" type="datetime1">
              <a:rPr lang="zh-CN" altLang="en-US" smtClean="0"/>
              <a:t>2025/10/25</a:t>
            </a:fld>
            <a:endParaRPr lang="zh-CN" altLang="en-US"/>
          </a:p>
        </p:txBody>
      </p:sp>
      <p:sp>
        <p:nvSpPr>
          <p:cNvPr id="3" name="页脚占位符 2">
            <a:extLst>
              <a:ext uri="{FF2B5EF4-FFF2-40B4-BE49-F238E27FC236}">
                <a16:creationId xmlns:a16="http://schemas.microsoft.com/office/drawing/2014/main" id="{241F90EF-624C-D401-6E5E-B0149181CA41}"/>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D1481C52-AE99-DAB9-C87E-25AC2D770D98}"/>
              </a:ext>
            </a:extLst>
          </p:cNvPr>
          <p:cNvSpPr>
            <a:spLocks noGrp="1"/>
          </p:cNvSpPr>
          <p:nvPr>
            <p:ph type="sldNum" sz="quarter" idx="12"/>
          </p:nvPr>
        </p:nvSpPr>
        <p:spPr/>
        <p:txBody>
          <a:bodyPr/>
          <a:lstStyle/>
          <a:p>
            <a:fld id="{D7C0FE0B-717B-41AE-9FA2-CA4BF851D1C3}" type="slidenum">
              <a:rPr lang="zh-CN" altLang="en-US" smtClean="0"/>
              <a:t>‹#›</a:t>
            </a:fld>
            <a:endParaRPr lang="zh-CN" altLang="en-US"/>
          </a:p>
        </p:txBody>
      </p:sp>
      <p:pic>
        <p:nvPicPr>
          <p:cNvPr id="8" name="图片 7">
            <a:extLst>
              <a:ext uri="{FF2B5EF4-FFF2-40B4-BE49-F238E27FC236}">
                <a16:creationId xmlns:a16="http://schemas.microsoft.com/office/drawing/2014/main" id="{273630AC-98EC-3F36-AD9C-4C33F9507C7E}"/>
              </a:ext>
            </a:extLst>
          </p:cNvPr>
          <p:cNvPicPr>
            <a:picLocks noChangeAspect="1"/>
          </p:cNvPicPr>
          <p:nvPr userDrawn="1"/>
        </p:nvPicPr>
        <p:blipFill>
          <a:blip r:embed="rId2"/>
          <a:stretch>
            <a:fillRect/>
          </a:stretch>
        </p:blipFill>
        <p:spPr>
          <a:xfrm>
            <a:off x="10046910" y="123768"/>
            <a:ext cx="1988226" cy="470079"/>
          </a:xfrm>
          <a:prstGeom prst="rect">
            <a:avLst/>
          </a:prstGeom>
        </p:spPr>
      </p:pic>
    </p:spTree>
    <p:extLst>
      <p:ext uri="{BB962C8B-B14F-4D97-AF65-F5344CB8AC3E}">
        <p14:creationId xmlns:p14="http://schemas.microsoft.com/office/powerpoint/2010/main" val="8196976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116426EC-8608-7076-4E2F-201ECC9F603F}"/>
              </a:ext>
            </a:extLst>
          </p:cNvPr>
          <p:cNvSpPr>
            <a:spLocks noGrp="1"/>
          </p:cNvSpPr>
          <p:nvPr>
            <p:ph idx="1"/>
          </p:nvPr>
        </p:nvSpPr>
        <p:spPr>
          <a:xfrm>
            <a:off x="542866" y="1202177"/>
            <a:ext cx="10515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955130B0-2B94-A4AE-6E98-7824EEE57078}"/>
              </a:ext>
            </a:extLst>
          </p:cNvPr>
          <p:cNvSpPr>
            <a:spLocks noGrp="1"/>
          </p:cNvSpPr>
          <p:nvPr>
            <p:ph type="dt" sz="half" idx="10"/>
          </p:nvPr>
        </p:nvSpPr>
        <p:spPr/>
        <p:txBody>
          <a:bodyPr/>
          <a:lstStyle/>
          <a:p>
            <a:fld id="{71BFFFF7-CCAC-4C16-B3DF-A74AC1DA0111}" type="datetime1">
              <a:rPr lang="zh-CN" altLang="en-US" smtClean="0"/>
              <a:t>2025/10/25</a:t>
            </a:fld>
            <a:endParaRPr lang="zh-CN" altLang="en-US"/>
          </a:p>
        </p:txBody>
      </p:sp>
      <p:sp>
        <p:nvSpPr>
          <p:cNvPr id="5" name="页脚占位符 4">
            <a:extLst>
              <a:ext uri="{FF2B5EF4-FFF2-40B4-BE49-F238E27FC236}">
                <a16:creationId xmlns:a16="http://schemas.microsoft.com/office/drawing/2014/main" id="{48658B41-817B-123A-14E0-BC57DFD3257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4164C95-0EF9-F0F6-ED9A-520DF0252CAF}"/>
              </a:ext>
            </a:extLst>
          </p:cNvPr>
          <p:cNvSpPr>
            <a:spLocks noGrp="1"/>
          </p:cNvSpPr>
          <p:nvPr>
            <p:ph type="sldNum" sz="quarter" idx="12"/>
          </p:nvPr>
        </p:nvSpPr>
        <p:spPr/>
        <p:txBody>
          <a:bodyPr/>
          <a:lstStyle/>
          <a:p>
            <a:fld id="{D7C0FE0B-717B-41AE-9FA2-CA4BF851D1C3}" type="slidenum">
              <a:rPr lang="zh-CN" altLang="en-US" smtClean="0"/>
              <a:t>‹#›</a:t>
            </a:fld>
            <a:endParaRPr lang="zh-CN" altLang="en-US"/>
          </a:p>
        </p:txBody>
      </p:sp>
      <p:sp>
        <p:nvSpPr>
          <p:cNvPr id="7" name="标题 1">
            <a:extLst>
              <a:ext uri="{FF2B5EF4-FFF2-40B4-BE49-F238E27FC236}">
                <a16:creationId xmlns:a16="http://schemas.microsoft.com/office/drawing/2014/main" id="{41A2CC41-53EF-D792-C3D8-24D005077F38}"/>
              </a:ext>
            </a:extLst>
          </p:cNvPr>
          <p:cNvSpPr>
            <a:spLocks noGrp="1"/>
          </p:cNvSpPr>
          <p:nvPr userDrawn="1"/>
        </p:nvSpPr>
        <p:spPr>
          <a:xfrm>
            <a:off x="1332687" y="43283"/>
            <a:ext cx="6629400" cy="712117"/>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3600" kern="1200">
                <a:solidFill>
                  <a:schemeClr val="tx1"/>
                </a:solidFill>
                <a:latin typeface="+mj-lt"/>
                <a:ea typeface="+mj-ea"/>
                <a:cs typeface="+mj-cs"/>
              </a:defRPr>
            </a:lvl1pPr>
          </a:lstStyle>
          <a:p>
            <a:r>
              <a:rPr lang="zh-CN" altLang="en-US" dirty="0"/>
              <a:t>单击此处编辑母版标题样式</a:t>
            </a:r>
          </a:p>
        </p:txBody>
      </p:sp>
      <p:grpSp>
        <p:nvGrpSpPr>
          <p:cNvPr id="9" name="组合 8">
            <a:extLst>
              <a:ext uri="{FF2B5EF4-FFF2-40B4-BE49-F238E27FC236}">
                <a16:creationId xmlns:a16="http://schemas.microsoft.com/office/drawing/2014/main" id="{F8BBDDF8-8219-CDF6-F368-5129B2EA6B6E}"/>
              </a:ext>
            </a:extLst>
          </p:cNvPr>
          <p:cNvGrpSpPr/>
          <p:nvPr userDrawn="1"/>
        </p:nvGrpSpPr>
        <p:grpSpPr>
          <a:xfrm>
            <a:off x="491955" y="174090"/>
            <a:ext cx="700611" cy="581310"/>
            <a:chOff x="527657" y="117426"/>
            <a:chExt cx="1016528" cy="825488"/>
          </a:xfrm>
        </p:grpSpPr>
        <p:pic>
          <p:nvPicPr>
            <p:cNvPr id="11" name="Picture 3">
              <a:extLst>
                <a:ext uri="{FF2B5EF4-FFF2-40B4-BE49-F238E27FC236}">
                  <a16:creationId xmlns:a16="http://schemas.microsoft.com/office/drawing/2014/main" id="{2D6E2D9A-736C-BCF5-C14E-2042A766D874}"/>
                </a:ext>
              </a:extLst>
            </p:cNvPr>
            <p:cNvPicPr>
              <a:picLocks noChangeAspect="1" noChangeArrowheads="1"/>
            </p:cNvPicPr>
            <p:nvPr userDrawn="1"/>
          </p:nvPicPr>
          <p:blipFill>
            <a:blip r:embed="rId2" cstate="print">
              <a:duotone>
                <a:srgbClr val="0070C0">
                  <a:shade val="45000"/>
                  <a:satMod val="135000"/>
                </a:srgbClr>
                <a:prstClr val="white"/>
              </a:duotone>
              <a:extLst>
                <a:ext uri="{28A0092B-C50C-407E-A947-70E740481C1C}">
                  <a14:useLocalDpi xmlns:a14="http://schemas.microsoft.com/office/drawing/2010/main" val="0"/>
                </a:ext>
              </a:extLst>
            </a:blip>
            <a:srcRect/>
            <a:stretch>
              <a:fillRect/>
            </a:stretch>
          </p:blipFill>
          <p:spPr bwMode="auto">
            <a:xfrm>
              <a:off x="527657" y="117426"/>
              <a:ext cx="813224" cy="812989"/>
            </a:xfrm>
            <a:prstGeom prst="rect">
              <a:avLst/>
            </a:prstGeom>
            <a:noFill/>
            <a:effectLst>
              <a:outerShdw blurRad="127000" dist="63500" dir="3000000" sx="104000" sy="104000" algn="tl" rotWithShape="0">
                <a:prstClr val="black">
                  <a:alpha val="34000"/>
                </a:prstClr>
              </a:outerShdw>
            </a:effectLst>
            <a:extLst>
              <a:ext uri="{909E8E84-426E-40DD-AFC4-6F175D3DCCD1}">
                <a14:hiddenFill xmlns:a14="http://schemas.microsoft.com/office/drawing/2010/main">
                  <a:solidFill>
                    <a:srgbClr val="FFFFFF"/>
                  </a:solidFill>
                </a14:hiddenFill>
              </a:ext>
            </a:extLst>
          </p:spPr>
        </p:pic>
        <p:pic>
          <p:nvPicPr>
            <p:cNvPr id="12" name="Picture 4">
              <a:extLst>
                <a:ext uri="{FF2B5EF4-FFF2-40B4-BE49-F238E27FC236}">
                  <a16:creationId xmlns:a16="http://schemas.microsoft.com/office/drawing/2014/main" id="{767DD840-4505-AB20-3FC2-865F6AC9F326}"/>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730961" y="129925"/>
              <a:ext cx="813224" cy="812989"/>
            </a:xfrm>
            <a:prstGeom prst="rect">
              <a:avLst/>
            </a:prstGeom>
            <a:noFill/>
            <a:effectLst>
              <a:outerShdw blurRad="127000" dist="63500" dir="3000000" sx="104000" sy="104000" algn="tl" rotWithShape="0">
                <a:prstClr val="black">
                  <a:alpha val="34000"/>
                </a:prstClr>
              </a:outerShdw>
            </a:effectLst>
            <a:extLst>
              <a:ext uri="{909E8E84-426E-40DD-AFC4-6F175D3DCCD1}">
                <a14:hiddenFill xmlns:a14="http://schemas.microsoft.com/office/drawing/2010/main">
                  <a:solidFill>
                    <a:srgbClr val="FFFFFF"/>
                  </a:solidFill>
                </a14:hiddenFill>
              </a:ext>
            </a:extLst>
          </p:spPr>
        </p:pic>
      </p:grpSp>
      <p:pic>
        <p:nvPicPr>
          <p:cNvPr id="10" name="图片 9">
            <a:extLst>
              <a:ext uri="{FF2B5EF4-FFF2-40B4-BE49-F238E27FC236}">
                <a16:creationId xmlns:a16="http://schemas.microsoft.com/office/drawing/2014/main" id="{273630AC-98EC-3F36-AD9C-4C33F9507C7E}"/>
              </a:ext>
            </a:extLst>
          </p:cNvPr>
          <p:cNvPicPr>
            <a:picLocks noChangeAspect="1"/>
          </p:cNvPicPr>
          <p:nvPr userDrawn="1"/>
        </p:nvPicPr>
        <p:blipFill>
          <a:blip r:embed="rId4"/>
          <a:stretch>
            <a:fillRect/>
          </a:stretch>
        </p:blipFill>
        <p:spPr>
          <a:xfrm>
            <a:off x="10018513" y="81635"/>
            <a:ext cx="1988226" cy="470079"/>
          </a:xfrm>
          <a:prstGeom prst="rect">
            <a:avLst/>
          </a:prstGeom>
        </p:spPr>
      </p:pic>
    </p:spTree>
    <p:extLst>
      <p:ext uri="{BB962C8B-B14F-4D97-AF65-F5344CB8AC3E}">
        <p14:creationId xmlns:p14="http://schemas.microsoft.com/office/powerpoint/2010/main" val="31321841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6E84307-8A37-88A5-276E-382ECA8F1D57}"/>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31DCE2CA-F9CF-29DC-C270-D8E9191A08E2}"/>
              </a:ext>
            </a:extLst>
          </p:cNvPr>
          <p:cNvSpPr>
            <a:spLocks noGrp="1"/>
          </p:cNvSpPr>
          <p:nvPr>
            <p:ph type="dt" sz="half" idx="10"/>
          </p:nvPr>
        </p:nvSpPr>
        <p:spPr/>
        <p:txBody>
          <a:bodyPr/>
          <a:lstStyle/>
          <a:p>
            <a:fld id="{0177F53C-D319-4379-BE9D-C0775F1AC39A}" type="datetime1">
              <a:rPr lang="zh-CN" altLang="en-US" smtClean="0"/>
              <a:t>2025/10/25</a:t>
            </a:fld>
            <a:endParaRPr lang="zh-CN" altLang="en-US"/>
          </a:p>
        </p:txBody>
      </p:sp>
      <p:sp>
        <p:nvSpPr>
          <p:cNvPr id="4" name="页脚占位符 3">
            <a:extLst>
              <a:ext uri="{FF2B5EF4-FFF2-40B4-BE49-F238E27FC236}">
                <a16:creationId xmlns:a16="http://schemas.microsoft.com/office/drawing/2014/main" id="{74687EF2-F446-A5B5-9052-AA7F0AEF3E3B}"/>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939F2C10-0228-7893-C916-BD1FC13AA786}"/>
              </a:ext>
            </a:extLst>
          </p:cNvPr>
          <p:cNvSpPr>
            <a:spLocks noGrp="1"/>
          </p:cNvSpPr>
          <p:nvPr>
            <p:ph type="sldNum" sz="quarter" idx="12"/>
          </p:nvPr>
        </p:nvSpPr>
        <p:spPr/>
        <p:txBody>
          <a:bodyPr/>
          <a:lstStyle/>
          <a:p>
            <a:fld id="{D7C0FE0B-717B-41AE-9FA2-CA4BF851D1C3}" type="slidenum">
              <a:rPr lang="zh-CN" altLang="en-US" smtClean="0"/>
              <a:t>‹#›</a:t>
            </a:fld>
            <a:endParaRPr lang="zh-CN" altLang="en-US"/>
          </a:p>
        </p:txBody>
      </p:sp>
    </p:spTree>
    <p:extLst>
      <p:ext uri="{BB962C8B-B14F-4D97-AF65-F5344CB8AC3E}">
        <p14:creationId xmlns:p14="http://schemas.microsoft.com/office/powerpoint/2010/main" val="38908941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8F5CDC8-B89E-CC89-6D8D-B5FA69CE2C69}"/>
              </a:ext>
            </a:extLst>
          </p:cNvPr>
          <p:cNvSpPr>
            <a:spLocks noGrp="1"/>
          </p:cNvSpPr>
          <p:nvPr>
            <p:ph type="title"/>
          </p:nvPr>
        </p:nvSpPr>
        <p:spPr>
          <a:xfrm>
            <a:off x="705983" y="347448"/>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F01E6074-4C08-E5A5-1BC3-6414E2E573A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8D58D588-0735-993F-FDD0-115837A687B5}"/>
              </a:ext>
            </a:extLst>
          </p:cNvPr>
          <p:cNvSpPr>
            <a:spLocks noGrp="1"/>
          </p:cNvSpPr>
          <p:nvPr>
            <p:ph type="body" sz="half" idx="2"/>
          </p:nvPr>
        </p:nvSpPr>
        <p:spPr>
          <a:xfrm>
            <a:off x="705983" y="2165311"/>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B422D629-DE6B-9EAE-BC43-029A92A4E452}"/>
              </a:ext>
            </a:extLst>
          </p:cNvPr>
          <p:cNvSpPr>
            <a:spLocks noGrp="1"/>
          </p:cNvSpPr>
          <p:nvPr>
            <p:ph type="dt" sz="half" idx="10"/>
          </p:nvPr>
        </p:nvSpPr>
        <p:spPr/>
        <p:txBody>
          <a:bodyPr/>
          <a:lstStyle/>
          <a:p>
            <a:fld id="{3AE18CB3-EBC9-4CC4-A374-8AE54067A303}" type="datetime1">
              <a:rPr lang="zh-CN" altLang="en-US" smtClean="0"/>
              <a:t>2025/10/25</a:t>
            </a:fld>
            <a:endParaRPr lang="zh-CN" altLang="en-US"/>
          </a:p>
        </p:txBody>
      </p:sp>
      <p:sp>
        <p:nvSpPr>
          <p:cNvPr id="6" name="页脚占位符 5">
            <a:extLst>
              <a:ext uri="{FF2B5EF4-FFF2-40B4-BE49-F238E27FC236}">
                <a16:creationId xmlns:a16="http://schemas.microsoft.com/office/drawing/2014/main" id="{6231E168-CA51-40B5-0F51-F557A9BE0E08}"/>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DB9A110E-96BC-7564-341B-681A25B83C0E}"/>
              </a:ext>
            </a:extLst>
          </p:cNvPr>
          <p:cNvSpPr>
            <a:spLocks noGrp="1"/>
          </p:cNvSpPr>
          <p:nvPr>
            <p:ph type="sldNum" sz="quarter" idx="12"/>
          </p:nvPr>
        </p:nvSpPr>
        <p:spPr/>
        <p:txBody>
          <a:bodyPr/>
          <a:lstStyle/>
          <a:p>
            <a:fld id="{D7C0FE0B-717B-41AE-9FA2-CA4BF851D1C3}" type="slidenum">
              <a:rPr lang="zh-CN" altLang="en-US" smtClean="0"/>
              <a:t>‹#›</a:t>
            </a:fld>
            <a:endParaRPr lang="zh-CN" altLang="en-US"/>
          </a:p>
        </p:txBody>
      </p:sp>
      <p:pic>
        <p:nvPicPr>
          <p:cNvPr id="11" name="图片 10">
            <a:extLst>
              <a:ext uri="{FF2B5EF4-FFF2-40B4-BE49-F238E27FC236}">
                <a16:creationId xmlns:a16="http://schemas.microsoft.com/office/drawing/2014/main" id="{273630AC-98EC-3F36-AD9C-4C33F9507C7E}"/>
              </a:ext>
            </a:extLst>
          </p:cNvPr>
          <p:cNvPicPr>
            <a:picLocks noChangeAspect="1"/>
          </p:cNvPicPr>
          <p:nvPr userDrawn="1"/>
        </p:nvPicPr>
        <p:blipFill>
          <a:blip r:embed="rId2"/>
          <a:stretch>
            <a:fillRect/>
          </a:stretch>
        </p:blipFill>
        <p:spPr>
          <a:xfrm>
            <a:off x="10041231" y="112409"/>
            <a:ext cx="1988226" cy="470079"/>
          </a:xfrm>
          <a:prstGeom prst="rect">
            <a:avLst/>
          </a:prstGeom>
        </p:spPr>
      </p:pic>
    </p:spTree>
    <p:extLst>
      <p:ext uri="{BB962C8B-B14F-4D97-AF65-F5344CB8AC3E}">
        <p14:creationId xmlns:p14="http://schemas.microsoft.com/office/powerpoint/2010/main" val="16415723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两栏内容">
    <p:spTree>
      <p:nvGrpSpPr>
        <p:cNvPr id="1" name=""/>
        <p:cNvGrpSpPr/>
        <p:nvPr/>
      </p:nvGrpSpPr>
      <p:grpSpPr>
        <a:xfrm>
          <a:off x="0" y="0"/>
          <a:ext cx="0" cy="0"/>
          <a:chOff x="0" y="0"/>
          <a:chExt cx="0" cy="0"/>
        </a:xfrm>
      </p:grpSpPr>
      <p:sp>
        <p:nvSpPr>
          <p:cNvPr id="3" name="内容占位符 2">
            <a:extLst>
              <a:ext uri="{FF2B5EF4-FFF2-40B4-BE49-F238E27FC236}">
                <a16:creationId xmlns:a16="http://schemas.microsoft.com/office/drawing/2014/main" id="{47177F47-4C85-D788-3D9F-55EA08C5B008}"/>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93C93787-4F60-8859-2F67-4D1216667504}"/>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3B72D604-5A9A-6C30-39E7-4F12BBC6E0B2}"/>
              </a:ext>
            </a:extLst>
          </p:cNvPr>
          <p:cNvSpPr>
            <a:spLocks noGrp="1"/>
          </p:cNvSpPr>
          <p:nvPr>
            <p:ph type="dt" sz="half" idx="10"/>
          </p:nvPr>
        </p:nvSpPr>
        <p:spPr/>
        <p:txBody>
          <a:bodyPr/>
          <a:lstStyle/>
          <a:p>
            <a:fld id="{A51461EE-7E93-465D-B757-DAE1CB93E92C}" type="datetime1">
              <a:rPr lang="zh-CN" altLang="en-US" smtClean="0"/>
              <a:t>2025/10/25</a:t>
            </a:fld>
            <a:endParaRPr lang="zh-CN" altLang="en-US"/>
          </a:p>
        </p:txBody>
      </p:sp>
      <p:sp>
        <p:nvSpPr>
          <p:cNvPr id="6" name="页脚占位符 5">
            <a:extLst>
              <a:ext uri="{FF2B5EF4-FFF2-40B4-BE49-F238E27FC236}">
                <a16:creationId xmlns:a16="http://schemas.microsoft.com/office/drawing/2014/main" id="{71C49BAC-6CED-D1F9-DF9F-F24A800B21C0}"/>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611781E8-C2CC-E8D8-DBC6-2169704AB4F0}"/>
              </a:ext>
            </a:extLst>
          </p:cNvPr>
          <p:cNvSpPr>
            <a:spLocks noGrp="1"/>
          </p:cNvSpPr>
          <p:nvPr>
            <p:ph type="sldNum" sz="quarter" idx="12"/>
          </p:nvPr>
        </p:nvSpPr>
        <p:spPr/>
        <p:txBody>
          <a:bodyPr/>
          <a:lstStyle/>
          <a:p>
            <a:fld id="{D7C0FE0B-717B-41AE-9FA2-CA4BF851D1C3}" type="slidenum">
              <a:rPr lang="zh-CN" altLang="en-US" smtClean="0"/>
              <a:t>‹#›</a:t>
            </a:fld>
            <a:endParaRPr lang="zh-CN" altLang="en-US"/>
          </a:p>
        </p:txBody>
      </p:sp>
      <p:sp>
        <p:nvSpPr>
          <p:cNvPr id="8" name="标题 1">
            <a:extLst>
              <a:ext uri="{FF2B5EF4-FFF2-40B4-BE49-F238E27FC236}">
                <a16:creationId xmlns:a16="http://schemas.microsoft.com/office/drawing/2014/main" id="{41A2CC41-53EF-D792-C3D8-24D005077F38}"/>
              </a:ext>
            </a:extLst>
          </p:cNvPr>
          <p:cNvSpPr>
            <a:spLocks noGrp="1"/>
          </p:cNvSpPr>
          <p:nvPr userDrawn="1"/>
        </p:nvSpPr>
        <p:spPr>
          <a:xfrm>
            <a:off x="1349725" y="136525"/>
            <a:ext cx="6629400" cy="712117"/>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3600" kern="1200">
                <a:solidFill>
                  <a:schemeClr val="tx1"/>
                </a:solidFill>
                <a:latin typeface="+mj-lt"/>
                <a:ea typeface="+mj-ea"/>
                <a:cs typeface="+mj-cs"/>
              </a:defRPr>
            </a:lvl1pPr>
          </a:lstStyle>
          <a:p>
            <a:r>
              <a:rPr lang="zh-CN" altLang="en-US" dirty="0"/>
              <a:t>单击此处编辑母版标题样式</a:t>
            </a:r>
          </a:p>
        </p:txBody>
      </p:sp>
      <p:grpSp>
        <p:nvGrpSpPr>
          <p:cNvPr id="10" name="组合 9">
            <a:extLst>
              <a:ext uri="{FF2B5EF4-FFF2-40B4-BE49-F238E27FC236}">
                <a16:creationId xmlns:a16="http://schemas.microsoft.com/office/drawing/2014/main" id="{F8BBDDF8-8219-CDF6-F368-5129B2EA6B6E}"/>
              </a:ext>
            </a:extLst>
          </p:cNvPr>
          <p:cNvGrpSpPr/>
          <p:nvPr userDrawn="1"/>
        </p:nvGrpSpPr>
        <p:grpSpPr>
          <a:xfrm>
            <a:off x="508993" y="267332"/>
            <a:ext cx="700611" cy="581310"/>
            <a:chOff x="527657" y="117426"/>
            <a:chExt cx="1016528" cy="825488"/>
          </a:xfrm>
        </p:grpSpPr>
        <p:pic>
          <p:nvPicPr>
            <p:cNvPr id="12" name="Picture 3">
              <a:extLst>
                <a:ext uri="{FF2B5EF4-FFF2-40B4-BE49-F238E27FC236}">
                  <a16:creationId xmlns:a16="http://schemas.microsoft.com/office/drawing/2014/main" id="{2D6E2D9A-736C-BCF5-C14E-2042A766D874}"/>
                </a:ext>
              </a:extLst>
            </p:cNvPr>
            <p:cNvPicPr>
              <a:picLocks noChangeAspect="1" noChangeArrowheads="1"/>
            </p:cNvPicPr>
            <p:nvPr userDrawn="1"/>
          </p:nvPicPr>
          <p:blipFill>
            <a:blip r:embed="rId2" cstate="print">
              <a:duotone>
                <a:srgbClr val="0070C0">
                  <a:shade val="45000"/>
                  <a:satMod val="135000"/>
                </a:srgbClr>
                <a:prstClr val="white"/>
              </a:duotone>
              <a:extLst>
                <a:ext uri="{28A0092B-C50C-407E-A947-70E740481C1C}">
                  <a14:useLocalDpi xmlns:a14="http://schemas.microsoft.com/office/drawing/2010/main" val="0"/>
                </a:ext>
              </a:extLst>
            </a:blip>
            <a:srcRect/>
            <a:stretch>
              <a:fillRect/>
            </a:stretch>
          </p:blipFill>
          <p:spPr bwMode="auto">
            <a:xfrm>
              <a:off x="527657" y="117426"/>
              <a:ext cx="813224" cy="812989"/>
            </a:xfrm>
            <a:prstGeom prst="rect">
              <a:avLst/>
            </a:prstGeom>
            <a:noFill/>
            <a:effectLst>
              <a:outerShdw blurRad="127000" dist="63500" dir="3000000" sx="104000" sy="104000" algn="tl" rotWithShape="0">
                <a:prstClr val="black">
                  <a:alpha val="34000"/>
                </a:prstClr>
              </a:outerShdw>
            </a:effectLst>
            <a:extLst>
              <a:ext uri="{909E8E84-426E-40DD-AFC4-6F175D3DCCD1}">
                <a14:hiddenFill xmlns:a14="http://schemas.microsoft.com/office/drawing/2010/main">
                  <a:solidFill>
                    <a:srgbClr val="FFFFFF"/>
                  </a:solidFill>
                </a14:hiddenFill>
              </a:ext>
            </a:extLst>
          </p:spPr>
        </p:pic>
        <p:pic>
          <p:nvPicPr>
            <p:cNvPr id="13" name="Picture 4">
              <a:extLst>
                <a:ext uri="{FF2B5EF4-FFF2-40B4-BE49-F238E27FC236}">
                  <a16:creationId xmlns:a16="http://schemas.microsoft.com/office/drawing/2014/main" id="{767DD840-4505-AB20-3FC2-865F6AC9F326}"/>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730961" y="129925"/>
              <a:ext cx="813224" cy="812989"/>
            </a:xfrm>
            <a:prstGeom prst="rect">
              <a:avLst/>
            </a:prstGeom>
            <a:noFill/>
            <a:effectLst>
              <a:outerShdw blurRad="127000" dist="63500" dir="3000000" sx="104000" sy="104000" algn="tl" rotWithShape="0">
                <a:prstClr val="black">
                  <a:alpha val="34000"/>
                </a:prstClr>
              </a:outerShdw>
            </a:effectLst>
            <a:extLst>
              <a:ext uri="{909E8E84-426E-40DD-AFC4-6F175D3DCCD1}">
                <a14:hiddenFill xmlns:a14="http://schemas.microsoft.com/office/drawing/2010/main">
                  <a:solidFill>
                    <a:srgbClr val="FFFFFF"/>
                  </a:solidFill>
                </a14:hiddenFill>
              </a:ext>
            </a:extLst>
          </p:spPr>
        </p:pic>
      </p:grpSp>
      <p:pic>
        <p:nvPicPr>
          <p:cNvPr id="11" name="图片 10">
            <a:extLst>
              <a:ext uri="{FF2B5EF4-FFF2-40B4-BE49-F238E27FC236}">
                <a16:creationId xmlns:a16="http://schemas.microsoft.com/office/drawing/2014/main" id="{273630AC-98EC-3F36-AD9C-4C33F9507C7E}"/>
              </a:ext>
            </a:extLst>
          </p:cNvPr>
          <p:cNvPicPr>
            <a:picLocks noChangeAspect="1"/>
          </p:cNvPicPr>
          <p:nvPr userDrawn="1"/>
        </p:nvPicPr>
        <p:blipFill>
          <a:blip r:embed="rId4"/>
          <a:stretch>
            <a:fillRect/>
          </a:stretch>
        </p:blipFill>
        <p:spPr>
          <a:xfrm>
            <a:off x="10035551" y="174877"/>
            <a:ext cx="1988226" cy="470079"/>
          </a:xfrm>
          <a:prstGeom prst="rect">
            <a:avLst/>
          </a:prstGeom>
        </p:spPr>
      </p:pic>
    </p:spTree>
    <p:extLst>
      <p:ext uri="{BB962C8B-B14F-4D97-AF65-F5344CB8AC3E}">
        <p14:creationId xmlns:p14="http://schemas.microsoft.com/office/powerpoint/2010/main" val="13041417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
        <p:nvSpPr>
          <p:cNvPr id="3" name="文本占位符 2">
            <a:extLst>
              <a:ext uri="{FF2B5EF4-FFF2-40B4-BE49-F238E27FC236}">
                <a16:creationId xmlns:a16="http://schemas.microsoft.com/office/drawing/2014/main" id="{F791E652-24E5-5D4B-50DE-DB568C82C77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F2F1FC26-7D40-3607-CBAD-6EF57B67E301}"/>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E4C3179B-0F08-A1E3-33A4-C538C69CFEB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EF63DB1D-3969-492C-022F-B513F87E7396}"/>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0C9C453B-EC09-DE45-A706-9278FDDB085E}"/>
              </a:ext>
            </a:extLst>
          </p:cNvPr>
          <p:cNvSpPr>
            <a:spLocks noGrp="1"/>
          </p:cNvSpPr>
          <p:nvPr>
            <p:ph type="dt" sz="half" idx="10"/>
          </p:nvPr>
        </p:nvSpPr>
        <p:spPr/>
        <p:txBody>
          <a:bodyPr/>
          <a:lstStyle/>
          <a:p>
            <a:fld id="{F4518CFF-37F7-4C20-841D-A3532578AC89}" type="datetime1">
              <a:rPr lang="zh-CN" altLang="en-US" smtClean="0"/>
              <a:t>2025/10/25</a:t>
            </a:fld>
            <a:endParaRPr lang="zh-CN" altLang="en-US"/>
          </a:p>
        </p:txBody>
      </p:sp>
      <p:sp>
        <p:nvSpPr>
          <p:cNvPr id="8" name="页脚占位符 7">
            <a:extLst>
              <a:ext uri="{FF2B5EF4-FFF2-40B4-BE49-F238E27FC236}">
                <a16:creationId xmlns:a16="http://schemas.microsoft.com/office/drawing/2014/main" id="{6908686C-7D94-AA63-89D7-45C32CBE4C49}"/>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6A4B4EC2-B11A-C364-C14B-1E762B00D728}"/>
              </a:ext>
            </a:extLst>
          </p:cNvPr>
          <p:cNvSpPr>
            <a:spLocks noGrp="1"/>
          </p:cNvSpPr>
          <p:nvPr>
            <p:ph type="sldNum" sz="quarter" idx="12"/>
          </p:nvPr>
        </p:nvSpPr>
        <p:spPr/>
        <p:txBody>
          <a:bodyPr/>
          <a:lstStyle/>
          <a:p>
            <a:fld id="{D7C0FE0B-717B-41AE-9FA2-CA4BF851D1C3}" type="slidenum">
              <a:rPr lang="zh-CN" altLang="en-US" smtClean="0"/>
              <a:t>‹#›</a:t>
            </a:fld>
            <a:endParaRPr lang="zh-CN" altLang="en-US"/>
          </a:p>
        </p:txBody>
      </p:sp>
      <p:sp>
        <p:nvSpPr>
          <p:cNvPr id="10" name="标题 1">
            <a:extLst>
              <a:ext uri="{FF2B5EF4-FFF2-40B4-BE49-F238E27FC236}">
                <a16:creationId xmlns:a16="http://schemas.microsoft.com/office/drawing/2014/main" id="{41A2CC41-53EF-D792-C3D8-24D005077F38}"/>
              </a:ext>
            </a:extLst>
          </p:cNvPr>
          <p:cNvSpPr>
            <a:spLocks noGrp="1"/>
          </p:cNvSpPr>
          <p:nvPr userDrawn="1"/>
        </p:nvSpPr>
        <p:spPr>
          <a:xfrm>
            <a:off x="1264533" y="250688"/>
            <a:ext cx="6629400" cy="712117"/>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3600" kern="1200">
                <a:solidFill>
                  <a:schemeClr val="tx1"/>
                </a:solidFill>
                <a:latin typeface="+mj-lt"/>
                <a:ea typeface="+mj-ea"/>
                <a:cs typeface="+mj-cs"/>
              </a:defRPr>
            </a:lvl1pPr>
          </a:lstStyle>
          <a:p>
            <a:r>
              <a:rPr lang="zh-CN" altLang="en-US" dirty="0"/>
              <a:t>单击此处编辑母版标题样式</a:t>
            </a:r>
          </a:p>
        </p:txBody>
      </p:sp>
      <p:sp>
        <p:nvSpPr>
          <p:cNvPr id="11" name="副标题 2">
            <a:extLst>
              <a:ext uri="{FF2B5EF4-FFF2-40B4-BE49-F238E27FC236}">
                <a16:creationId xmlns:a16="http://schemas.microsoft.com/office/drawing/2014/main" id="{DAD09386-D71F-8627-81AE-8E5A2E01CA18}"/>
              </a:ext>
            </a:extLst>
          </p:cNvPr>
          <p:cNvSpPr>
            <a:spLocks noGrp="1"/>
          </p:cNvSpPr>
          <p:nvPr userDrawn="1"/>
        </p:nvSpPr>
        <p:spPr>
          <a:xfrm>
            <a:off x="446519" y="1129492"/>
            <a:ext cx="9144000" cy="16557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zh-CN" altLang="en-US"/>
              <a:t>单击此处编辑母版副标题样式</a:t>
            </a:r>
          </a:p>
        </p:txBody>
      </p:sp>
      <p:grpSp>
        <p:nvGrpSpPr>
          <p:cNvPr id="12" name="组合 11">
            <a:extLst>
              <a:ext uri="{FF2B5EF4-FFF2-40B4-BE49-F238E27FC236}">
                <a16:creationId xmlns:a16="http://schemas.microsoft.com/office/drawing/2014/main" id="{F8BBDDF8-8219-CDF6-F368-5129B2EA6B6E}"/>
              </a:ext>
            </a:extLst>
          </p:cNvPr>
          <p:cNvGrpSpPr/>
          <p:nvPr userDrawn="1"/>
        </p:nvGrpSpPr>
        <p:grpSpPr>
          <a:xfrm>
            <a:off x="487894" y="350630"/>
            <a:ext cx="700611" cy="581310"/>
            <a:chOff x="527657" y="117426"/>
            <a:chExt cx="1016528" cy="825488"/>
          </a:xfrm>
        </p:grpSpPr>
        <p:pic>
          <p:nvPicPr>
            <p:cNvPr id="14" name="Picture 3">
              <a:extLst>
                <a:ext uri="{FF2B5EF4-FFF2-40B4-BE49-F238E27FC236}">
                  <a16:creationId xmlns:a16="http://schemas.microsoft.com/office/drawing/2014/main" id="{2D6E2D9A-736C-BCF5-C14E-2042A766D874}"/>
                </a:ext>
              </a:extLst>
            </p:cNvPr>
            <p:cNvPicPr>
              <a:picLocks noChangeAspect="1" noChangeArrowheads="1"/>
            </p:cNvPicPr>
            <p:nvPr userDrawn="1"/>
          </p:nvPicPr>
          <p:blipFill>
            <a:blip r:embed="rId2" cstate="print">
              <a:duotone>
                <a:srgbClr val="0070C0">
                  <a:shade val="45000"/>
                  <a:satMod val="135000"/>
                </a:srgbClr>
                <a:prstClr val="white"/>
              </a:duotone>
              <a:extLst>
                <a:ext uri="{28A0092B-C50C-407E-A947-70E740481C1C}">
                  <a14:useLocalDpi xmlns:a14="http://schemas.microsoft.com/office/drawing/2010/main" val="0"/>
                </a:ext>
              </a:extLst>
            </a:blip>
            <a:srcRect/>
            <a:stretch>
              <a:fillRect/>
            </a:stretch>
          </p:blipFill>
          <p:spPr bwMode="auto">
            <a:xfrm>
              <a:off x="527657" y="117426"/>
              <a:ext cx="813224" cy="812989"/>
            </a:xfrm>
            <a:prstGeom prst="rect">
              <a:avLst/>
            </a:prstGeom>
            <a:noFill/>
            <a:effectLst>
              <a:outerShdw blurRad="127000" dist="63500" dir="3000000" sx="104000" sy="104000" algn="tl" rotWithShape="0">
                <a:prstClr val="black">
                  <a:alpha val="34000"/>
                </a:prstClr>
              </a:outerShdw>
            </a:effectLst>
            <a:extLst>
              <a:ext uri="{909E8E84-426E-40DD-AFC4-6F175D3DCCD1}">
                <a14:hiddenFill xmlns:a14="http://schemas.microsoft.com/office/drawing/2010/main">
                  <a:solidFill>
                    <a:srgbClr val="FFFFFF"/>
                  </a:solidFill>
                </a14:hiddenFill>
              </a:ext>
            </a:extLst>
          </p:spPr>
        </p:pic>
        <p:pic>
          <p:nvPicPr>
            <p:cNvPr id="15" name="Picture 4">
              <a:extLst>
                <a:ext uri="{FF2B5EF4-FFF2-40B4-BE49-F238E27FC236}">
                  <a16:creationId xmlns:a16="http://schemas.microsoft.com/office/drawing/2014/main" id="{767DD840-4505-AB20-3FC2-865F6AC9F326}"/>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730961" y="129925"/>
              <a:ext cx="813224" cy="812989"/>
            </a:xfrm>
            <a:prstGeom prst="rect">
              <a:avLst/>
            </a:prstGeom>
            <a:noFill/>
            <a:effectLst>
              <a:outerShdw blurRad="127000" dist="63500" dir="3000000" sx="104000" sy="104000" algn="tl" rotWithShape="0">
                <a:prstClr val="black">
                  <a:alpha val="34000"/>
                </a:prstClr>
              </a:outerShdw>
            </a:effectLst>
            <a:extLst>
              <a:ext uri="{909E8E84-426E-40DD-AFC4-6F175D3DCCD1}">
                <a14:hiddenFill xmlns:a14="http://schemas.microsoft.com/office/drawing/2010/main">
                  <a:solidFill>
                    <a:srgbClr val="FFFFFF"/>
                  </a:solidFill>
                </a14:hiddenFill>
              </a:ext>
            </a:extLst>
          </p:spPr>
        </p:pic>
      </p:grpSp>
      <p:pic>
        <p:nvPicPr>
          <p:cNvPr id="13" name="图片 12">
            <a:extLst>
              <a:ext uri="{FF2B5EF4-FFF2-40B4-BE49-F238E27FC236}">
                <a16:creationId xmlns:a16="http://schemas.microsoft.com/office/drawing/2014/main" id="{273630AC-98EC-3F36-AD9C-4C33F9507C7E}"/>
              </a:ext>
            </a:extLst>
          </p:cNvPr>
          <p:cNvPicPr>
            <a:picLocks noChangeAspect="1"/>
          </p:cNvPicPr>
          <p:nvPr userDrawn="1"/>
        </p:nvPicPr>
        <p:blipFill>
          <a:blip r:embed="rId4"/>
          <a:stretch>
            <a:fillRect/>
          </a:stretch>
        </p:blipFill>
        <p:spPr>
          <a:xfrm>
            <a:off x="9973077" y="350630"/>
            <a:ext cx="1988226" cy="470079"/>
          </a:xfrm>
          <a:prstGeom prst="rect">
            <a:avLst/>
          </a:prstGeom>
        </p:spPr>
      </p:pic>
    </p:spTree>
    <p:extLst>
      <p:ext uri="{BB962C8B-B14F-4D97-AF65-F5344CB8AC3E}">
        <p14:creationId xmlns:p14="http://schemas.microsoft.com/office/powerpoint/2010/main" val="34583677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581A1DB-9ED0-9B4E-C770-E5694309EC7A}"/>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76A23B31-EAB2-1391-7820-A080360E165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8B9B3C80-CF0B-F0C0-A442-A088B0EB641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529CF473-C6CC-BAD8-5383-26E8D2531067}"/>
              </a:ext>
            </a:extLst>
          </p:cNvPr>
          <p:cNvSpPr>
            <a:spLocks noGrp="1"/>
          </p:cNvSpPr>
          <p:nvPr>
            <p:ph type="dt" sz="half" idx="10"/>
          </p:nvPr>
        </p:nvSpPr>
        <p:spPr/>
        <p:txBody>
          <a:bodyPr/>
          <a:lstStyle/>
          <a:p>
            <a:fld id="{A88EC3D5-687C-416C-9B5D-3A75D8F7BA6C}" type="datetime1">
              <a:rPr lang="zh-CN" altLang="en-US" smtClean="0"/>
              <a:t>2025/10/25</a:t>
            </a:fld>
            <a:endParaRPr lang="zh-CN" altLang="en-US"/>
          </a:p>
        </p:txBody>
      </p:sp>
      <p:sp>
        <p:nvSpPr>
          <p:cNvPr id="6" name="页脚占位符 5">
            <a:extLst>
              <a:ext uri="{FF2B5EF4-FFF2-40B4-BE49-F238E27FC236}">
                <a16:creationId xmlns:a16="http://schemas.microsoft.com/office/drawing/2014/main" id="{03F54AA7-A8F7-371E-233F-C3786BFF7AE1}"/>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C4ABCE91-07DB-6B5D-5B09-850806046E1E}"/>
              </a:ext>
            </a:extLst>
          </p:cNvPr>
          <p:cNvSpPr>
            <a:spLocks noGrp="1"/>
          </p:cNvSpPr>
          <p:nvPr>
            <p:ph type="sldNum" sz="quarter" idx="12"/>
          </p:nvPr>
        </p:nvSpPr>
        <p:spPr/>
        <p:txBody>
          <a:bodyPr/>
          <a:lstStyle/>
          <a:p>
            <a:fld id="{D7C0FE0B-717B-41AE-9FA2-CA4BF851D1C3}" type="slidenum">
              <a:rPr lang="zh-CN" altLang="en-US" smtClean="0"/>
              <a:t>‹#›</a:t>
            </a:fld>
            <a:endParaRPr lang="zh-CN" altLang="en-US"/>
          </a:p>
        </p:txBody>
      </p:sp>
    </p:spTree>
    <p:extLst>
      <p:ext uri="{BB962C8B-B14F-4D97-AF65-F5344CB8AC3E}">
        <p14:creationId xmlns:p14="http://schemas.microsoft.com/office/powerpoint/2010/main" val="26235985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4886F22-E5CE-D1A8-570E-9AE797FDA12C}"/>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B41128B0-4299-ED4A-92C5-0E762E6AB3D9}"/>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F52EB65-E6EF-E56C-9D82-1C732D02ED25}"/>
              </a:ext>
            </a:extLst>
          </p:cNvPr>
          <p:cNvSpPr>
            <a:spLocks noGrp="1"/>
          </p:cNvSpPr>
          <p:nvPr>
            <p:ph type="dt" sz="half" idx="10"/>
          </p:nvPr>
        </p:nvSpPr>
        <p:spPr/>
        <p:txBody>
          <a:bodyPr/>
          <a:lstStyle/>
          <a:p>
            <a:fld id="{BA40BE0C-1EAE-4AE0-9369-5238A76AA9AE}" type="datetime1">
              <a:rPr lang="zh-CN" altLang="en-US" smtClean="0"/>
              <a:t>2025/10/25</a:t>
            </a:fld>
            <a:endParaRPr lang="zh-CN" altLang="en-US"/>
          </a:p>
        </p:txBody>
      </p:sp>
      <p:sp>
        <p:nvSpPr>
          <p:cNvPr id="5" name="页脚占位符 4">
            <a:extLst>
              <a:ext uri="{FF2B5EF4-FFF2-40B4-BE49-F238E27FC236}">
                <a16:creationId xmlns:a16="http://schemas.microsoft.com/office/drawing/2014/main" id="{590A3098-73E5-D15B-F904-31354377F5B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0C31172-595F-7FBE-C4C5-0D45BFF78ED2}"/>
              </a:ext>
            </a:extLst>
          </p:cNvPr>
          <p:cNvSpPr>
            <a:spLocks noGrp="1"/>
          </p:cNvSpPr>
          <p:nvPr>
            <p:ph type="sldNum" sz="quarter" idx="12"/>
          </p:nvPr>
        </p:nvSpPr>
        <p:spPr/>
        <p:txBody>
          <a:bodyPr/>
          <a:lstStyle/>
          <a:p>
            <a:fld id="{D7C0FE0B-717B-41AE-9FA2-CA4BF851D1C3}" type="slidenum">
              <a:rPr lang="zh-CN" altLang="en-US" smtClean="0"/>
              <a:t>‹#›</a:t>
            </a:fld>
            <a:endParaRPr lang="zh-CN" altLang="en-US"/>
          </a:p>
        </p:txBody>
      </p:sp>
    </p:spTree>
    <p:extLst>
      <p:ext uri="{BB962C8B-B14F-4D97-AF65-F5344CB8AC3E}">
        <p14:creationId xmlns:p14="http://schemas.microsoft.com/office/powerpoint/2010/main" val="8205238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A7A9512A-F429-E9F6-1E9D-E8FDB3269895}"/>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95BF6BB3-16C3-74FB-3BD9-3D2AA5B3DAC9}"/>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E959AC9E-B020-DA3A-3784-05E3CA262DEC}"/>
              </a:ext>
            </a:extLst>
          </p:cNvPr>
          <p:cNvSpPr>
            <a:spLocks noGrp="1"/>
          </p:cNvSpPr>
          <p:nvPr>
            <p:ph type="dt" sz="half" idx="10"/>
          </p:nvPr>
        </p:nvSpPr>
        <p:spPr/>
        <p:txBody>
          <a:bodyPr/>
          <a:lstStyle/>
          <a:p>
            <a:fld id="{24DED7F1-ED4F-4A57-9629-8DACBCF4E104}" type="datetime1">
              <a:rPr lang="zh-CN" altLang="en-US" smtClean="0"/>
              <a:t>2025/10/25</a:t>
            </a:fld>
            <a:endParaRPr lang="zh-CN" altLang="en-US"/>
          </a:p>
        </p:txBody>
      </p:sp>
      <p:sp>
        <p:nvSpPr>
          <p:cNvPr id="5" name="页脚占位符 4">
            <a:extLst>
              <a:ext uri="{FF2B5EF4-FFF2-40B4-BE49-F238E27FC236}">
                <a16:creationId xmlns:a16="http://schemas.microsoft.com/office/drawing/2014/main" id="{445E3113-5A22-4324-B7BE-2653A893CA2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EA4F435-9CA7-A80C-F717-58D1A5790289}"/>
              </a:ext>
            </a:extLst>
          </p:cNvPr>
          <p:cNvSpPr>
            <a:spLocks noGrp="1"/>
          </p:cNvSpPr>
          <p:nvPr>
            <p:ph type="sldNum" sz="quarter" idx="12"/>
          </p:nvPr>
        </p:nvSpPr>
        <p:spPr/>
        <p:txBody>
          <a:bodyPr/>
          <a:lstStyle/>
          <a:p>
            <a:fld id="{D7C0FE0B-717B-41AE-9FA2-CA4BF851D1C3}" type="slidenum">
              <a:rPr lang="zh-CN" altLang="en-US" smtClean="0"/>
              <a:t>‹#›</a:t>
            </a:fld>
            <a:endParaRPr lang="zh-CN" altLang="en-US"/>
          </a:p>
        </p:txBody>
      </p:sp>
    </p:spTree>
    <p:extLst>
      <p:ext uri="{BB962C8B-B14F-4D97-AF65-F5344CB8AC3E}">
        <p14:creationId xmlns:p14="http://schemas.microsoft.com/office/powerpoint/2010/main" val="255515901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70E2E44-432A-4B6C-B9E1-331EEB7DA547}"/>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AB1B96A0-A4F7-44D1-8361-B43C9ABB5564}"/>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2CEAF3F4-39C9-41F4-8B38-9871994814DA}"/>
              </a:ext>
            </a:extLst>
          </p:cNvPr>
          <p:cNvSpPr>
            <a:spLocks noGrp="1"/>
          </p:cNvSpPr>
          <p:nvPr>
            <p:ph type="dt" sz="half" idx="10"/>
          </p:nvPr>
        </p:nvSpPr>
        <p:spPr/>
        <p:txBody>
          <a:bodyPr/>
          <a:lstStyle/>
          <a:p>
            <a:fld id="{5D3DE1F7-15FC-404F-8EC0-8B1C13A99AE0}" type="datetimeFigureOut">
              <a:rPr lang="zh-CN" altLang="en-US" smtClean="0"/>
              <a:t>2025/10/25</a:t>
            </a:fld>
            <a:endParaRPr lang="zh-CN" altLang="en-US"/>
          </a:p>
        </p:txBody>
      </p:sp>
      <p:sp>
        <p:nvSpPr>
          <p:cNvPr id="5" name="页脚占位符 4">
            <a:extLst>
              <a:ext uri="{FF2B5EF4-FFF2-40B4-BE49-F238E27FC236}">
                <a16:creationId xmlns:a16="http://schemas.microsoft.com/office/drawing/2014/main" id="{B73097BA-56B4-445B-9E1A-E705B6A047B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63F1C9D-F56B-42E2-8267-DB59DF4AC1E8}"/>
              </a:ext>
            </a:extLst>
          </p:cNvPr>
          <p:cNvSpPr>
            <a:spLocks noGrp="1"/>
          </p:cNvSpPr>
          <p:nvPr>
            <p:ph type="sldNum" sz="quarter" idx="12"/>
          </p:nvPr>
        </p:nvSpPr>
        <p:spPr/>
        <p:txBody>
          <a:bodyPr/>
          <a:lstStyle/>
          <a:p>
            <a:fld id="{3D60E959-4D18-41BA-8FCD-C163C1111A69}" type="slidenum">
              <a:rPr lang="zh-CN" altLang="en-US" smtClean="0"/>
              <a:t>‹#›</a:t>
            </a:fld>
            <a:endParaRPr lang="zh-CN" altLang="en-US"/>
          </a:p>
        </p:txBody>
      </p:sp>
    </p:spTree>
    <p:extLst>
      <p:ext uri="{BB962C8B-B14F-4D97-AF65-F5344CB8AC3E}">
        <p14:creationId xmlns:p14="http://schemas.microsoft.com/office/powerpoint/2010/main" val="25122782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E89AE7EF-F87D-9C21-C4BB-171C8D9B50D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8AF3D3E9-FE54-B7B5-61E8-7471036E460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F3A6B583-F9AA-8EDA-E541-C1524431479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4801001-B58D-4742-9CFA-41515D63C199}" type="datetime1">
              <a:rPr lang="zh-CN" altLang="en-US" smtClean="0"/>
              <a:t>2025/10/25</a:t>
            </a:fld>
            <a:endParaRPr lang="zh-CN" altLang="en-US"/>
          </a:p>
        </p:txBody>
      </p:sp>
      <p:sp>
        <p:nvSpPr>
          <p:cNvPr id="5" name="页脚占位符 4">
            <a:extLst>
              <a:ext uri="{FF2B5EF4-FFF2-40B4-BE49-F238E27FC236}">
                <a16:creationId xmlns:a16="http://schemas.microsoft.com/office/drawing/2014/main" id="{278A588B-8EE2-28BC-48EA-8B9B0CBDDEB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灯片编号占位符 5">
            <a:extLst>
              <a:ext uri="{FF2B5EF4-FFF2-40B4-BE49-F238E27FC236}">
                <a16:creationId xmlns:a16="http://schemas.microsoft.com/office/drawing/2014/main" id="{B0B4F34A-A39E-23CC-FAEC-C3E874B5CD5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7C0FE0B-717B-41AE-9FA2-CA4BF851D1C3}" type="slidenum">
              <a:rPr lang="zh-CN" altLang="en-US" smtClean="0"/>
              <a:t>‹#›</a:t>
            </a:fld>
            <a:endParaRPr lang="zh-CN" altLang="en-US"/>
          </a:p>
        </p:txBody>
      </p:sp>
    </p:spTree>
    <p:extLst>
      <p:ext uri="{BB962C8B-B14F-4D97-AF65-F5344CB8AC3E}">
        <p14:creationId xmlns:p14="http://schemas.microsoft.com/office/powerpoint/2010/main" val="393258870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file:///C:\Users\WuWMi\Desktop\&#26700;&#38754;&#20869;&#23481;\025648-02-05%5b&#21516;002368%5d%20&#25968;&#25454;&#32467;&#26500;&#65288;C&#35821;&#35328;&#29256;&#65289;TO%20WORD\5.4.tif" TargetMode="External"/><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8.emf"/><Relationship Id="rId5" Type="http://schemas.openxmlformats.org/officeDocument/2006/relationships/oleObject" Target="../embeddings/oleObject2.bin"/><Relationship Id="rId4" Type="http://schemas.openxmlformats.org/officeDocument/2006/relationships/image" Target="../media/image7.emf"/></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5.xml"/><Relationship Id="rId5" Type="http://schemas.openxmlformats.org/officeDocument/2006/relationships/image" Target="../media/image50.png"/><Relationship Id="rId4" Type="http://schemas.openxmlformats.org/officeDocument/2006/relationships/image" Target="../media/image20.png"/></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圆角 1">
            <a:extLst>
              <a:ext uri="{FF2B5EF4-FFF2-40B4-BE49-F238E27FC236}">
                <a16:creationId xmlns:a16="http://schemas.microsoft.com/office/drawing/2014/main" id="{6560F8BA-EDBF-2910-36F9-4BB297220ED8}"/>
              </a:ext>
            </a:extLst>
          </p:cNvPr>
          <p:cNvSpPr/>
          <p:nvPr/>
        </p:nvSpPr>
        <p:spPr>
          <a:xfrm>
            <a:off x="5896908" y="1900591"/>
            <a:ext cx="5538354" cy="3056818"/>
          </a:xfrm>
          <a:prstGeom prst="roundRect">
            <a:avLst/>
          </a:prstGeom>
          <a:blipFill>
            <a:blip r:embed="rId2"/>
            <a:tile tx="0" ty="0" sx="100000" sy="100000" flip="none" algn="tl"/>
          </a:blipFill>
          <a:ln w="92075" cmpd="thickThin">
            <a:solidFill>
              <a:schemeClr val="tx2">
                <a:lumMod val="75000"/>
                <a:lumOff val="2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457200" rtl="0" eaLnBrk="1" fontAlgn="auto" latinLnBrk="0" hangingPunct="1">
              <a:spcBef>
                <a:spcPts val="0"/>
              </a:spcBef>
              <a:spcAft>
                <a:spcPts val="0"/>
              </a:spcAft>
              <a:buClrTx/>
              <a:buSzTx/>
              <a:buFontTx/>
              <a:buNone/>
              <a:tabLst/>
              <a:defRPr/>
            </a:pPr>
            <a:r>
              <a:rPr kumimoji="0" lang="zh-CN" altLang="en-US" sz="4000" b="0" i="0" u="none" strike="noStrike" kern="1200" cap="none" spc="0" normalizeH="0" baseline="0" noProof="0" dirty="0">
                <a:ln>
                  <a:noFill/>
                </a:ln>
                <a:solidFill>
                  <a:schemeClr val="accent4">
                    <a:lumMod val="75000"/>
                  </a:schemeClr>
                </a:solidFill>
                <a:effectLst>
                  <a:outerShdw blurRad="38100" dist="38100" dir="2700000" algn="tl">
                    <a:srgbClr val="000000">
                      <a:alpha val="43137"/>
                    </a:srgbClr>
                  </a:outerShdw>
                </a:effectLst>
                <a:uLnTx/>
                <a:uFillTx/>
                <a:latin typeface="华文琥珀" panose="02010800040101010101" pitchFamily="2" charset="-122"/>
                <a:ea typeface="华文琥珀" panose="02010800040101010101" pitchFamily="2" charset="-122"/>
              </a:rPr>
              <a:t>第 </a:t>
            </a:r>
            <a:r>
              <a:rPr lang="en-US" altLang="zh-CN" sz="4000" dirty="0">
                <a:solidFill>
                  <a:schemeClr val="accent4">
                    <a:lumMod val="75000"/>
                  </a:schemeClr>
                </a:solidFill>
                <a:effectLst>
                  <a:outerShdw blurRad="38100" dist="38100" dir="2700000" algn="tl">
                    <a:srgbClr val="000000">
                      <a:alpha val="43137"/>
                    </a:srgbClr>
                  </a:outerShdw>
                </a:effectLst>
                <a:latin typeface="Wide Latin" panose="020A0A07050505020404" pitchFamily="18" charset="0"/>
                <a:ea typeface="华文彩云" panose="02010800040101010101" pitchFamily="2" charset="-122"/>
                <a:cs typeface="Times New Roman" panose="02020603050405020304" pitchFamily="18" charset="0"/>
              </a:rPr>
              <a:t>5</a:t>
            </a:r>
            <a:r>
              <a:rPr lang="en-US" altLang="zh-CN" sz="4000" dirty="0">
                <a:solidFill>
                  <a:schemeClr val="accent4">
                    <a:lumMod val="75000"/>
                  </a:schemeClr>
                </a:solidFill>
                <a:effectLst>
                  <a:outerShdw blurRad="38100" dist="38100" dir="2700000" algn="tl">
                    <a:srgbClr val="000000">
                      <a:alpha val="43137"/>
                    </a:srgbClr>
                  </a:outerShdw>
                </a:effectLst>
                <a:latin typeface="华文琥珀" panose="02010800040101010101" pitchFamily="2" charset="-122"/>
                <a:ea typeface="华文琥珀" panose="02010800040101010101" pitchFamily="2" charset="-122"/>
                <a:cs typeface="Times New Roman" panose="02020603050405020304" pitchFamily="18" charset="0"/>
              </a:rPr>
              <a:t> </a:t>
            </a:r>
            <a:r>
              <a:rPr kumimoji="0" lang="zh-CN" altLang="en-US" sz="4000" b="0" i="0" u="none" strike="noStrike" kern="1200" cap="none" spc="0" normalizeH="0" baseline="0" noProof="0" dirty="0">
                <a:ln>
                  <a:noFill/>
                </a:ln>
                <a:solidFill>
                  <a:schemeClr val="accent4">
                    <a:lumMod val="75000"/>
                  </a:schemeClr>
                </a:solidFill>
                <a:effectLst>
                  <a:outerShdw blurRad="38100" dist="38100" dir="2700000" algn="tl">
                    <a:srgbClr val="000000">
                      <a:alpha val="43137"/>
                    </a:srgbClr>
                  </a:outerShdw>
                </a:effectLst>
                <a:uLnTx/>
                <a:uFillTx/>
                <a:latin typeface="华文琥珀" panose="02010800040101010101" pitchFamily="2" charset="-122"/>
                <a:ea typeface="华文琥珀" panose="02010800040101010101" pitchFamily="2" charset="-122"/>
              </a:rPr>
              <a:t>章</a:t>
            </a:r>
            <a:r>
              <a:rPr kumimoji="0" lang="zh-CN" altLang="en-US" sz="4800" b="0" i="0" u="none" strike="noStrike" kern="1200" cap="none" spc="0" normalizeH="0" baseline="0" noProof="0" dirty="0">
                <a:ln>
                  <a:noFill/>
                </a:ln>
                <a:solidFill>
                  <a:schemeClr val="accent4">
                    <a:lumMod val="75000"/>
                  </a:schemeClr>
                </a:solidFill>
                <a:effectLst>
                  <a:outerShdw blurRad="38100" dist="38100" dir="2700000" algn="tl">
                    <a:srgbClr val="000000">
                      <a:alpha val="43137"/>
                    </a:srgbClr>
                  </a:outerShdw>
                </a:effectLst>
                <a:uLnTx/>
                <a:uFillTx/>
                <a:latin typeface="华文行楷" panose="02010800040101010101" pitchFamily="2" charset="-122"/>
                <a:ea typeface="华文行楷" panose="02010800040101010101" pitchFamily="2" charset="-122"/>
                <a:cs typeface="+mn-cs"/>
              </a:rPr>
              <a:t>    </a:t>
            </a:r>
            <a:endParaRPr kumimoji="0" lang="en-US" altLang="zh-CN" sz="4800" b="0" i="0" u="none" strike="noStrike" kern="1200" cap="none" spc="0" normalizeH="0" baseline="0" noProof="0" dirty="0">
              <a:ln>
                <a:noFill/>
              </a:ln>
              <a:solidFill>
                <a:schemeClr val="accent4">
                  <a:lumMod val="75000"/>
                </a:schemeClr>
              </a:solidFill>
              <a:effectLst>
                <a:outerShdw blurRad="38100" dist="38100" dir="2700000" algn="tl">
                  <a:srgbClr val="000000">
                    <a:alpha val="43137"/>
                  </a:srgbClr>
                </a:outerShdw>
              </a:effectLst>
              <a:uLnTx/>
              <a:uFillTx/>
              <a:latin typeface="华文行楷" panose="02010800040101010101" pitchFamily="2" charset="-122"/>
              <a:ea typeface="华文行楷" panose="02010800040101010101" pitchFamily="2" charset="-122"/>
              <a:cs typeface="+mn-cs"/>
            </a:endParaRPr>
          </a:p>
          <a:p>
            <a:pPr marL="0" marR="0" lvl="0" indent="0" algn="ctr" defTabSz="457200" rtl="0" eaLnBrk="1" fontAlgn="auto" latinLnBrk="0" hangingPunct="1">
              <a:lnSpc>
                <a:spcPct val="150000"/>
              </a:lnSpc>
              <a:spcBef>
                <a:spcPts val="0"/>
              </a:spcBef>
              <a:spcAft>
                <a:spcPts val="0"/>
              </a:spcAft>
              <a:buClrTx/>
              <a:buSzTx/>
              <a:buFontTx/>
              <a:buNone/>
              <a:tabLst/>
              <a:defRPr/>
            </a:pPr>
            <a:r>
              <a:rPr lang="zh-CN" altLang="en-US" sz="6000" dirty="0">
                <a:solidFill>
                  <a:srgbClr val="002060"/>
                </a:solidFill>
                <a:effectLst>
                  <a:outerShdw blurRad="38100" dist="38100" dir="2700000" algn="tl">
                    <a:srgbClr val="000000">
                      <a:alpha val="43137"/>
                    </a:srgbClr>
                  </a:outerShdw>
                </a:effectLst>
                <a:latin typeface="华文行楷" panose="02010800040101010101" pitchFamily="2" charset="-122"/>
                <a:ea typeface="华文行楷" panose="02010800040101010101" pitchFamily="2" charset="-122"/>
              </a:rPr>
              <a:t>数组</a:t>
            </a:r>
            <a:r>
              <a:rPr kumimoji="0" lang="zh-CN" altLang="en-US" sz="6000" b="0" i="0" u="none" strike="noStrike" kern="1200" cap="none" spc="0" normalizeH="0" baseline="0" noProof="0" dirty="0">
                <a:ln>
                  <a:noFill/>
                </a:ln>
                <a:solidFill>
                  <a:srgbClr val="002060"/>
                </a:solidFill>
                <a:effectLst>
                  <a:outerShdw blurRad="38100" dist="38100" dir="2700000" algn="tl">
                    <a:srgbClr val="000000">
                      <a:alpha val="43137"/>
                    </a:srgbClr>
                  </a:outerShdw>
                </a:effectLst>
                <a:uLnTx/>
                <a:uFillTx/>
                <a:latin typeface="华文行楷" panose="02010800040101010101" pitchFamily="2" charset="-122"/>
                <a:ea typeface="华文行楷" panose="02010800040101010101" pitchFamily="2" charset="-122"/>
                <a:cs typeface="+mn-cs"/>
              </a:rPr>
              <a:t>和广义表</a:t>
            </a:r>
            <a:endParaRPr kumimoji="0" lang="zh-CN" altLang="en-US" sz="6000" b="0"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Aptos" panose="02110004020202020204"/>
              <a:ea typeface="等线" panose="02010600030101010101" pitchFamily="2" charset="-122"/>
              <a:cs typeface="+mn-cs"/>
            </a:endParaRPr>
          </a:p>
        </p:txBody>
      </p:sp>
      <p:sp>
        <p:nvSpPr>
          <p:cNvPr id="3" name="灯片编号占位符 2">
            <a:extLst>
              <a:ext uri="{FF2B5EF4-FFF2-40B4-BE49-F238E27FC236}">
                <a16:creationId xmlns:a16="http://schemas.microsoft.com/office/drawing/2014/main" id="{87153214-7B01-5997-7E63-571F2D9BDE4A}"/>
              </a:ext>
            </a:extLst>
          </p:cNvPr>
          <p:cNvSpPr>
            <a:spLocks noGrp="1"/>
          </p:cNvSpPr>
          <p:nvPr>
            <p:ph type="sldNum" sz="quarter" idx="12"/>
          </p:nvPr>
        </p:nvSpPr>
        <p:spPr/>
        <p:txBody>
          <a:bodyPr/>
          <a:lstStyle/>
          <a:p>
            <a:fld id="{D7C0FE0B-717B-41AE-9FA2-CA4BF851D1C3}" type="slidenum">
              <a:rPr lang="zh-CN" altLang="en-US" smtClean="0"/>
              <a:t>1</a:t>
            </a:fld>
            <a:endParaRPr lang="zh-CN" altLang="en-US"/>
          </a:p>
        </p:txBody>
      </p:sp>
      <p:pic>
        <p:nvPicPr>
          <p:cNvPr id="4" name="图片 3">
            <a:extLst>
              <a:ext uri="{FF2B5EF4-FFF2-40B4-BE49-F238E27FC236}">
                <a16:creationId xmlns:a16="http://schemas.microsoft.com/office/drawing/2014/main" id="{7F3E0640-F6A6-1CEE-0D03-C1ADB7F771B2}"/>
              </a:ext>
            </a:extLst>
          </p:cNvPr>
          <p:cNvPicPr>
            <a:picLocks noChangeAspect="1"/>
          </p:cNvPicPr>
          <p:nvPr/>
        </p:nvPicPr>
        <p:blipFill>
          <a:blip r:embed="rId3"/>
          <a:stretch>
            <a:fillRect/>
          </a:stretch>
        </p:blipFill>
        <p:spPr>
          <a:xfrm>
            <a:off x="0" y="0"/>
            <a:ext cx="5553083" cy="6858000"/>
          </a:xfrm>
          <a:prstGeom prst="rect">
            <a:avLst/>
          </a:prstGeom>
        </p:spPr>
      </p:pic>
    </p:spTree>
    <p:extLst>
      <p:ext uri="{BB962C8B-B14F-4D97-AF65-F5344CB8AC3E}">
        <p14:creationId xmlns:p14="http://schemas.microsoft.com/office/powerpoint/2010/main" val="12945074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D824E80F-BBD8-E013-4147-071EBE300540}"/>
              </a:ext>
            </a:extLst>
          </p:cNvPr>
          <p:cNvSpPr>
            <a:spLocks noGrp="1"/>
          </p:cNvSpPr>
          <p:nvPr>
            <p:ph type="sldNum" sz="quarter" idx="12"/>
          </p:nvPr>
        </p:nvSpPr>
        <p:spPr/>
        <p:txBody>
          <a:bodyPr/>
          <a:lstStyle/>
          <a:p>
            <a:fld id="{D7C0FE0B-717B-41AE-9FA2-CA4BF851D1C3}" type="slidenum">
              <a:rPr lang="zh-CN" altLang="en-US" smtClean="0"/>
              <a:t>2</a:t>
            </a:fld>
            <a:endParaRPr lang="zh-CN" altLang="en-US"/>
          </a:p>
        </p:txBody>
      </p:sp>
      <p:sp>
        <p:nvSpPr>
          <p:cNvPr id="4" name="文本框 3">
            <a:extLst>
              <a:ext uri="{FF2B5EF4-FFF2-40B4-BE49-F238E27FC236}">
                <a16:creationId xmlns:a16="http://schemas.microsoft.com/office/drawing/2014/main" id="{CDBC17B8-C7E4-2207-5A32-836470B606EC}"/>
              </a:ext>
            </a:extLst>
          </p:cNvPr>
          <p:cNvSpPr txBox="1"/>
          <p:nvPr/>
        </p:nvSpPr>
        <p:spPr>
          <a:xfrm>
            <a:off x="1098332" y="238978"/>
            <a:ext cx="2979683" cy="461665"/>
          </a:xfrm>
          <a:prstGeom prst="rect">
            <a:avLst/>
          </a:prstGeom>
          <a:noFill/>
        </p:spPr>
        <p:txBody>
          <a:bodyPr wrap="square">
            <a:spAutoFit/>
          </a:bodyPr>
          <a:lstStyle/>
          <a:p>
            <a:pPr algn="ctr">
              <a:buNone/>
            </a:pPr>
            <a:r>
              <a:rPr lang="en-US" altLang="zh-CN" sz="2400" b="1" kern="100" dirty="0">
                <a:solidFill>
                  <a:srgbClr val="041ABC"/>
                </a:solidFill>
                <a:effectLst>
                  <a:outerShdw blurRad="38100" dist="38100" dir="2700000" algn="tl">
                    <a:srgbClr val="000000">
                      <a:alpha val="43137"/>
                    </a:srgbClr>
                  </a:outerShdw>
                </a:effectLst>
                <a:latin typeface="宋体" panose="02010600030101010101" pitchFamily="2" charset="-122"/>
                <a:ea typeface="微软雅黑" panose="020B0503020204020204" pitchFamily="34" charset="-122"/>
                <a:cs typeface="Times New Roman" panose="02020603050405020304" pitchFamily="18" charset="0"/>
              </a:rPr>
              <a:t>5.1  </a:t>
            </a:r>
            <a:r>
              <a:rPr lang="zh-CN" altLang="zh-CN" sz="2400" b="1" kern="100" dirty="0">
                <a:solidFill>
                  <a:srgbClr val="041ABC"/>
                </a:solidFill>
                <a:effectLst>
                  <a:outerShdw blurRad="38100" dist="38100" dir="2700000" algn="tl">
                    <a:srgbClr val="000000">
                      <a:alpha val="43137"/>
                    </a:srgbClr>
                  </a:outerShdw>
                </a:effectLst>
                <a:latin typeface="微软雅黑" panose="020B0503020204020204" pitchFamily="34" charset="-122"/>
                <a:ea typeface="宋体" panose="02010600030101010101" pitchFamily="2" charset="-122"/>
                <a:cs typeface="Times New Roman" panose="02020603050405020304" pitchFamily="18" charset="0"/>
              </a:rPr>
              <a:t>数组的定义</a:t>
            </a:r>
            <a:endParaRPr lang="zh-CN" altLang="zh-CN" sz="2400" b="1" kern="100" dirty="0">
              <a:solidFill>
                <a:srgbClr val="041AB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6" name="文本框 5">
            <a:extLst>
              <a:ext uri="{FF2B5EF4-FFF2-40B4-BE49-F238E27FC236}">
                <a16:creationId xmlns:a16="http://schemas.microsoft.com/office/drawing/2014/main" id="{08A56F6C-8E93-62E3-1BDC-8B84FEF7F573}"/>
              </a:ext>
            </a:extLst>
          </p:cNvPr>
          <p:cNvSpPr txBox="1"/>
          <p:nvPr/>
        </p:nvSpPr>
        <p:spPr>
          <a:xfrm>
            <a:off x="767256" y="779881"/>
            <a:ext cx="9033641" cy="6237605"/>
          </a:xfrm>
          <a:prstGeom prst="rect">
            <a:avLst/>
          </a:prstGeom>
          <a:noFill/>
        </p:spPr>
        <p:txBody>
          <a:bodyPr wrap="square">
            <a:spAutoFit/>
          </a:bodyPr>
          <a:lstStyle/>
          <a:p>
            <a:pPr indent="266700" algn="just">
              <a:buNone/>
            </a:pPr>
            <a:r>
              <a:rPr lang="zh-CN" altLang="zh-CN" kern="100" dirty="0">
                <a:effectLst/>
                <a:latin typeface="Times New Roman" panose="02020603050405020304" pitchFamily="18" charset="0"/>
                <a:ea typeface="宋体" panose="02010600030101010101" pitchFamily="2" charset="-122"/>
                <a:cs typeface="Times New Roman" panose="02020603050405020304" pitchFamily="18" charset="0"/>
              </a:rPr>
              <a:t>类似于线性表，抽象数据类型数组可形式地定义为：</a:t>
            </a:r>
            <a:endParaRPr lang="zh-CN" altLang="zh-CN" kern="100" dirty="0">
              <a:effectLst/>
              <a:latin typeface="等线" panose="02010600030101010101" pitchFamily="2" charset="-122"/>
              <a:ea typeface="等线" panose="02010600030101010101" pitchFamily="2" charset="-122"/>
              <a:cs typeface="Times New Roman" panose="02020603050405020304" pitchFamily="18" charset="0"/>
            </a:endParaRPr>
          </a:p>
          <a:p>
            <a:pPr marL="269240" algn="just">
              <a:spcBef>
                <a:spcPts val="360"/>
              </a:spcBef>
              <a:buNone/>
            </a:pP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ADT Array {</a:t>
            </a:r>
            <a:endPar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endParaRPr>
          </a:p>
          <a:p>
            <a:pPr marL="449580" algn="just">
              <a:lnSpc>
                <a:spcPct val="90000"/>
              </a:lnSpc>
              <a:buNone/>
            </a:pPr>
            <a:r>
              <a:rPr lang="zh-CN" altLang="zh-CN" sz="1800" kern="100" dirty="0">
                <a:effectLst/>
                <a:latin typeface="等线" panose="02010600030101010101" pitchFamily="2" charset="-122"/>
                <a:ea typeface="黑体" panose="02010609060101010101" pitchFamily="49" charset="-122"/>
                <a:cs typeface="Courier New" panose="02070309020205020404" pitchFamily="49" charset="0"/>
              </a:rPr>
              <a:t>数据对象</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D = </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kern="100" dirty="0" err="1">
                <a:effectLst/>
                <a:latin typeface="Courier New" panose="02070309020205020404" pitchFamily="49" charset="0"/>
                <a:ea typeface="宋体" panose="02010600030101010101" pitchFamily="2" charset="-122"/>
                <a:cs typeface="Times New Roman" panose="02020603050405020304" pitchFamily="18" charset="0"/>
              </a:rPr>
              <a:t>a</a:t>
            </a:r>
            <a:r>
              <a:rPr lang="en-US" altLang="zh-CN" sz="1800" kern="100" baseline="-25000" dirty="0" err="1">
                <a:effectLst/>
                <a:latin typeface="Courier New" panose="02070309020205020404" pitchFamily="49" charset="0"/>
                <a:ea typeface="宋体" panose="02010600030101010101" pitchFamily="2" charset="-122"/>
                <a:cs typeface="Times New Roman" panose="02020603050405020304" pitchFamily="18" charset="0"/>
              </a:rPr>
              <a:t>j1j2</a:t>
            </a:r>
            <a:r>
              <a:rPr lang="zh-CN" altLang="zh-CN" sz="1800" kern="100" baseline="-25000" dirty="0">
                <a:effectLst/>
                <a:latin typeface="等线" panose="02010600030101010101" pitchFamily="2" charset="-122"/>
                <a:ea typeface="宋体" panose="02010600030101010101" pitchFamily="2" charset="-122"/>
                <a:cs typeface="Courier New" panose="02070309020205020404" pitchFamily="49" charset="0"/>
              </a:rPr>
              <a:t>…</a:t>
            </a:r>
            <a:r>
              <a:rPr lang="en-US" altLang="zh-CN" sz="1800" kern="100" baseline="-25000" dirty="0" err="1">
                <a:effectLst/>
                <a:latin typeface="Courier New" panose="02070309020205020404" pitchFamily="49" charset="0"/>
                <a:ea typeface="宋体" panose="02010600030101010101" pitchFamily="2" charset="-122"/>
                <a:cs typeface="Times New Roman" panose="02020603050405020304" pitchFamily="18" charset="0"/>
              </a:rPr>
              <a:t>jn</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zh-CN" altLang="zh-CN" sz="1800" b="1" kern="100" dirty="0">
                <a:effectLst/>
                <a:latin typeface="等线" panose="02010600030101010101" pitchFamily="2" charset="-122"/>
                <a:ea typeface="等线" panose="02010600030101010101" pitchFamily="2" charset="-122"/>
                <a:cs typeface="Courier New" panose="02070309020205020404" pitchFamily="49" charset="0"/>
              </a:rPr>
              <a:t>∣</a:t>
            </a:r>
            <a:r>
              <a:rPr lang="zh-CN" altLang="zh-CN" sz="1800" kern="100" dirty="0">
                <a:effectLst/>
                <a:latin typeface="等线" panose="02010600030101010101" pitchFamily="2" charset="-122"/>
                <a:ea typeface="Courier New" panose="02070309020205020404" pitchFamily="49" charset="0"/>
                <a:cs typeface="Times New Roman" panose="02020603050405020304" pitchFamily="18" charset="0"/>
              </a:rPr>
              <a:t> </a:t>
            </a:r>
            <a:r>
              <a:rPr lang="en-US" altLang="zh-CN" sz="1800" kern="100" dirty="0">
                <a:effectLst/>
                <a:latin typeface="等线" panose="02010600030101010101" pitchFamily="2" charset="-122"/>
                <a:ea typeface="Courier New" panose="02070309020205020404" pitchFamily="49" charset="0"/>
                <a:cs typeface="Times New Roman" panose="02020603050405020304" pitchFamily="18" charset="0"/>
              </a:rPr>
              <a:t>n</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&gt;0</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）称为数组的维数，</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b</a:t>
            </a:r>
            <a:r>
              <a:rPr lang="en-US" altLang="zh-CN" sz="1800" kern="100" baseline="-25000" dirty="0">
                <a:effectLst/>
                <a:latin typeface="Courier New" panose="02070309020205020404" pitchFamily="49" charset="0"/>
                <a:ea typeface="宋体" panose="02010600030101010101" pitchFamily="2" charset="-122"/>
                <a:cs typeface="Times New Roman" panose="02020603050405020304" pitchFamily="18" charset="0"/>
              </a:rPr>
              <a:t>i</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是数组第</a:t>
            </a:r>
            <a:r>
              <a:rPr lang="en-US" altLang="zh-CN" sz="1800" kern="100" dirty="0" err="1">
                <a:effectLst/>
                <a:latin typeface="Courier New" panose="02070309020205020404" pitchFamily="49" charset="0"/>
                <a:ea typeface="宋体" panose="02010600030101010101" pitchFamily="2" charset="-122"/>
                <a:cs typeface="Times New Roman" panose="02020603050405020304" pitchFamily="18" charset="0"/>
              </a:rPr>
              <a:t>i</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维的长度，</a:t>
            </a:r>
            <a:endPar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endParaRPr>
          </a:p>
          <a:p>
            <a:pPr marL="449580" indent="1600200" algn="just">
              <a:lnSpc>
                <a:spcPct val="90000"/>
              </a:lnSpc>
              <a:buNone/>
            </a:pP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j</a:t>
            </a:r>
            <a:r>
              <a:rPr lang="en-US" altLang="zh-CN" sz="1800" kern="100" baseline="-25000" dirty="0">
                <a:effectLst/>
                <a:latin typeface="Courier New" panose="02070309020205020404" pitchFamily="49" charset="0"/>
                <a:ea typeface="宋体" panose="02010600030101010101" pitchFamily="2" charset="-122"/>
                <a:cs typeface="Times New Roman" panose="02020603050405020304" pitchFamily="18" charset="0"/>
              </a:rPr>
              <a:t>i</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 0</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800" kern="100" dirty="0">
                <a:effectLst/>
                <a:latin typeface="等线" panose="02010600030101010101" pitchFamily="2" charset="-122"/>
                <a:ea typeface="宋体" panose="02010600030101010101" pitchFamily="2" charset="-122"/>
                <a:cs typeface="Courier New" panose="02070309020205020404" pitchFamily="49" charset="0"/>
              </a:rPr>
              <a:t>…</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b</a:t>
            </a:r>
            <a:r>
              <a:rPr lang="en-US" altLang="zh-CN" sz="1800" kern="100" baseline="-25000" dirty="0">
                <a:effectLst/>
                <a:latin typeface="Courier New" panose="02070309020205020404" pitchFamily="49" charset="0"/>
                <a:ea typeface="宋体" panose="02010600030101010101" pitchFamily="2" charset="-122"/>
                <a:cs typeface="Times New Roman" panose="02020603050405020304" pitchFamily="18" charset="0"/>
              </a:rPr>
              <a:t>i</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-1</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a:t>
            </a:r>
            <a:r>
              <a:rPr lang="en-US" altLang="zh-CN" sz="1800" kern="100" dirty="0" err="1">
                <a:effectLst/>
                <a:latin typeface="Courier New" panose="02070309020205020404" pitchFamily="49" charset="0"/>
                <a:ea typeface="宋体" panose="02010600030101010101" pitchFamily="2" charset="-122"/>
                <a:cs typeface="Times New Roman" panose="02020603050405020304" pitchFamily="18" charset="0"/>
              </a:rPr>
              <a:t>i</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=1</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2</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800" kern="100" dirty="0">
                <a:effectLst/>
                <a:latin typeface="等线" panose="02010600030101010101" pitchFamily="2" charset="-122"/>
                <a:ea typeface="宋体" panose="02010600030101010101" pitchFamily="2" charset="-122"/>
                <a:cs typeface="Courier New" panose="02070309020205020404" pitchFamily="49" charset="0"/>
              </a:rPr>
              <a:t>…</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n</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a:t>
            </a:r>
            <a:endPar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endParaRPr>
          </a:p>
          <a:p>
            <a:pPr marL="449580" indent="1600200" algn="just">
              <a:lnSpc>
                <a:spcPct val="90000"/>
              </a:lnSpc>
              <a:buNone/>
            </a:pP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j</a:t>
            </a:r>
            <a:r>
              <a:rPr lang="en-US" altLang="zh-CN" sz="1800" kern="100" baseline="-25000" dirty="0">
                <a:effectLst/>
                <a:latin typeface="Courier New" panose="02070309020205020404" pitchFamily="49" charset="0"/>
                <a:ea typeface="宋体" panose="02010600030101010101" pitchFamily="2" charset="-122"/>
                <a:cs typeface="Times New Roman" panose="02020603050405020304" pitchFamily="18" charset="0"/>
              </a:rPr>
              <a:t>i</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是数组元素的第</a:t>
            </a:r>
            <a:r>
              <a:rPr lang="en-US" altLang="zh-CN" sz="1800" kern="100" dirty="0" err="1">
                <a:effectLst/>
                <a:latin typeface="Courier New" panose="02070309020205020404" pitchFamily="49" charset="0"/>
                <a:ea typeface="宋体" panose="02010600030101010101" pitchFamily="2" charset="-122"/>
                <a:cs typeface="Times New Roman" panose="02020603050405020304" pitchFamily="18" charset="0"/>
              </a:rPr>
              <a:t>i</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维下标，</a:t>
            </a:r>
            <a:r>
              <a:rPr lang="en-US" altLang="zh-CN" sz="1800" kern="100" dirty="0" err="1">
                <a:effectLst/>
                <a:latin typeface="Courier New" panose="02070309020205020404" pitchFamily="49" charset="0"/>
                <a:ea typeface="宋体" panose="02010600030101010101" pitchFamily="2" charset="-122"/>
                <a:cs typeface="Times New Roman" panose="02020603050405020304" pitchFamily="18" charset="0"/>
              </a:rPr>
              <a:t>a</a:t>
            </a:r>
            <a:r>
              <a:rPr lang="en-US" altLang="zh-CN" sz="1800" kern="100" baseline="-25000" dirty="0" err="1">
                <a:effectLst/>
                <a:latin typeface="Courier New" panose="02070309020205020404" pitchFamily="49" charset="0"/>
                <a:ea typeface="宋体" panose="02010600030101010101" pitchFamily="2" charset="-122"/>
                <a:cs typeface="Times New Roman" panose="02020603050405020304" pitchFamily="18" charset="0"/>
              </a:rPr>
              <a:t>j1j2</a:t>
            </a:r>
            <a:r>
              <a:rPr lang="zh-CN" altLang="zh-CN" sz="1800" kern="100" baseline="-25000" dirty="0">
                <a:effectLst/>
                <a:latin typeface="等线" panose="02010600030101010101" pitchFamily="2" charset="-122"/>
                <a:ea typeface="宋体" panose="02010600030101010101" pitchFamily="2" charset="-122"/>
                <a:cs typeface="Courier New" panose="02070309020205020404" pitchFamily="49" charset="0"/>
              </a:rPr>
              <a:t>…</a:t>
            </a:r>
            <a:r>
              <a:rPr lang="en-US" altLang="zh-CN" sz="1800" kern="100" baseline="-25000" dirty="0" err="1">
                <a:effectLst/>
                <a:latin typeface="Courier New" panose="02070309020205020404" pitchFamily="49" charset="0"/>
                <a:ea typeface="宋体" panose="02010600030101010101" pitchFamily="2" charset="-122"/>
                <a:cs typeface="Times New Roman" panose="02020603050405020304" pitchFamily="18" charset="0"/>
              </a:rPr>
              <a:t>jn</a:t>
            </a:r>
            <a:r>
              <a:rPr lang="en-US" altLang="zh-CN" sz="1800" kern="100" baseline="-250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kern="100" dirty="0">
                <a:effectLst/>
                <a:latin typeface="Courier New" panose="02070309020205020404" pitchFamily="49" charset="0"/>
                <a:ea typeface="宋体" panose="02010600030101010101" pitchFamily="2" charset="-122"/>
                <a:cs typeface="Courier New" panose="02070309020205020404" pitchFamily="49" charset="0"/>
                <a:sym typeface="Symbol" panose="05050102010706020507" pitchFamily="18" charset="2"/>
              </a:rPr>
              <a:t></a:t>
            </a:r>
            <a:r>
              <a:rPr lang="en-US" altLang="zh-CN" sz="1800" kern="100" dirty="0" err="1">
                <a:effectLst/>
                <a:latin typeface="Courier New" panose="02070309020205020404" pitchFamily="49" charset="0"/>
                <a:ea typeface="宋体" panose="02010600030101010101" pitchFamily="2" charset="-122"/>
                <a:cs typeface="Times New Roman" panose="02020603050405020304" pitchFamily="18" charset="0"/>
              </a:rPr>
              <a:t>ElemSet</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a:t>
            </a:r>
            <a:endPar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endParaRPr>
          </a:p>
          <a:p>
            <a:pPr marL="449580" algn="just">
              <a:buNone/>
            </a:pPr>
            <a:r>
              <a:rPr lang="zh-CN" altLang="zh-CN" sz="1800" kern="100" dirty="0">
                <a:effectLst/>
                <a:latin typeface="等线" panose="02010600030101010101" pitchFamily="2" charset="-122"/>
                <a:ea typeface="黑体" panose="02010609060101010101" pitchFamily="49" charset="-122"/>
                <a:cs typeface="Courier New" panose="02070309020205020404" pitchFamily="49" charset="0"/>
              </a:rPr>
              <a:t>数据关系</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R = </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kern="100" dirty="0" err="1">
                <a:effectLst/>
                <a:latin typeface="Courier New" panose="02070309020205020404" pitchFamily="49" charset="0"/>
                <a:ea typeface="宋体" panose="02010600030101010101" pitchFamily="2" charset="-122"/>
                <a:cs typeface="Times New Roman" panose="02020603050405020304" pitchFamily="18" charset="0"/>
              </a:rPr>
              <a:t>R</a:t>
            </a:r>
            <a:r>
              <a:rPr lang="en-US" altLang="zh-CN" sz="1800" kern="100" baseline="-25000" dirty="0" err="1">
                <a:effectLst/>
                <a:latin typeface="Courier New" panose="02070309020205020404" pitchFamily="49" charset="0"/>
                <a:ea typeface="宋体" panose="02010600030101010101" pitchFamily="2" charset="-122"/>
                <a:cs typeface="Times New Roman" panose="02020603050405020304" pitchFamily="18" charset="0"/>
              </a:rPr>
              <a:t>1</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kern="100" dirty="0" err="1">
                <a:effectLst/>
                <a:latin typeface="Courier New" panose="02070309020205020404" pitchFamily="49" charset="0"/>
                <a:ea typeface="宋体" panose="02010600030101010101" pitchFamily="2" charset="-122"/>
                <a:cs typeface="Times New Roman" panose="02020603050405020304" pitchFamily="18" charset="0"/>
              </a:rPr>
              <a:t>R</a:t>
            </a:r>
            <a:r>
              <a:rPr lang="en-US" altLang="zh-CN" sz="1800" kern="100" baseline="-25000" dirty="0" err="1">
                <a:effectLst/>
                <a:latin typeface="Courier New" panose="02070309020205020404" pitchFamily="49" charset="0"/>
                <a:ea typeface="宋体" panose="02010600030101010101" pitchFamily="2" charset="-122"/>
                <a:cs typeface="Times New Roman" panose="02020603050405020304" pitchFamily="18" charset="0"/>
              </a:rPr>
              <a:t>2</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kern="100" dirty="0">
                <a:effectLst/>
                <a:latin typeface="等线" panose="02010600030101010101" pitchFamily="2" charset="-122"/>
                <a:ea typeface="宋体" panose="02010600030101010101" pitchFamily="2" charset="-122"/>
                <a:cs typeface="Courier New" panose="02070309020205020404" pitchFamily="49" charset="0"/>
              </a:rPr>
              <a:t>…</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R</a:t>
            </a:r>
            <a:r>
              <a:rPr lang="en-US" altLang="zh-CN" sz="1800" kern="100" baseline="-25000" dirty="0">
                <a:effectLst/>
                <a:latin typeface="Courier New" panose="02070309020205020404" pitchFamily="49" charset="0"/>
                <a:ea typeface="宋体" panose="02010600030101010101" pitchFamily="2" charset="-122"/>
                <a:cs typeface="Times New Roman" panose="02020603050405020304" pitchFamily="18" charset="0"/>
              </a:rPr>
              <a:t>n</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a:t>
            </a:r>
            <a:endPar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endParaRPr>
          </a:p>
          <a:p>
            <a:pPr marL="449580" indent="571500" algn="just">
              <a:lnSpc>
                <a:spcPct val="90000"/>
              </a:lnSpc>
              <a:buNone/>
            </a:pP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R</a:t>
            </a:r>
            <a:r>
              <a:rPr lang="en-US" altLang="zh-CN" sz="1800" kern="100" baseline="-25000" dirty="0">
                <a:effectLst/>
                <a:latin typeface="Courier New" panose="02070309020205020404" pitchFamily="49" charset="0"/>
                <a:ea typeface="宋体" panose="02010600030101010101" pitchFamily="2" charset="-122"/>
                <a:cs typeface="Times New Roman" panose="02020603050405020304" pitchFamily="18" charset="0"/>
              </a:rPr>
              <a:t>i </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&lt; </a:t>
            </a:r>
            <a:r>
              <a:rPr lang="en-US" altLang="zh-CN" sz="1800" kern="100" dirty="0" err="1">
                <a:effectLst/>
                <a:latin typeface="Courier New" panose="02070309020205020404" pitchFamily="49" charset="0"/>
                <a:ea typeface="宋体" panose="02010600030101010101" pitchFamily="2" charset="-122"/>
                <a:cs typeface="Times New Roman" panose="02020603050405020304" pitchFamily="18" charset="0"/>
              </a:rPr>
              <a:t>a</a:t>
            </a:r>
            <a:r>
              <a:rPr lang="en-US" altLang="zh-CN" sz="1800" kern="100" baseline="-25000" dirty="0" err="1">
                <a:effectLst/>
                <a:latin typeface="Courier New" panose="02070309020205020404" pitchFamily="49" charset="0"/>
                <a:ea typeface="宋体" panose="02010600030101010101" pitchFamily="2" charset="-122"/>
                <a:cs typeface="Times New Roman" panose="02020603050405020304" pitchFamily="18" charset="0"/>
              </a:rPr>
              <a:t>j1</a:t>
            </a:r>
            <a:r>
              <a:rPr lang="zh-CN" altLang="zh-CN" sz="1800" kern="100" baseline="-25000" dirty="0">
                <a:effectLst/>
                <a:latin typeface="等线" panose="02010600030101010101" pitchFamily="2" charset="-122"/>
                <a:ea typeface="宋体" panose="02010600030101010101" pitchFamily="2" charset="-122"/>
                <a:cs typeface="Courier New" panose="02070309020205020404" pitchFamily="49" charset="0"/>
              </a:rPr>
              <a:t>…</a:t>
            </a:r>
            <a:r>
              <a:rPr lang="en-US" altLang="zh-CN" sz="1800" kern="100" baseline="-25000" dirty="0">
                <a:effectLst/>
                <a:latin typeface="Courier New" panose="02070309020205020404" pitchFamily="49" charset="0"/>
                <a:ea typeface="宋体" panose="02010600030101010101" pitchFamily="2" charset="-122"/>
                <a:cs typeface="Times New Roman" panose="02020603050405020304" pitchFamily="18" charset="0"/>
              </a:rPr>
              <a:t>ji</a:t>
            </a:r>
            <a:r>
              <a:rPr lang="zh-CN" altLang="zh-CN" sz="1800" kern="100" baseline="-25000" dirty="0">
                <a:effectLst/>
                <a:latin typeface="等线" panose="02010600030101010101" pitchFamily="2" charset="-122"/>
                <a:ea typeface="宋体" panose="02010600030101010101" pitchFamily="2" charset="-122"/>
                <a:cs typeface="Courier New" panose="02070309020205020404" pitchFamily="49" charset="0"/>
              </a:rPr>
              <a:t>…</a:t>
            </a:r>
            <a:r>
              <a:rPr lang="en-US" altLang="zh-CN" sz="1800" kern="100" baseline="-25000" dirty="0" err="1">
                <a:effectLst/>
                <a:latin typeface="Courier New" panose="02070309020205020404" pitchFamily="49" charset="0"/>
                <a:ea typeface="宋体" panose="02010600030101010101" pitchFamily="2" charset="-122"/>
                <a:cs typeface="Times New Roman" panose="02020603050405020304" pitchFamily="18" charset="0"/>
              </a:rPr>
              <a:t>jn</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kern="100" dirty="0" err="1">
                <a:effectLst/>
                <a:latin typeface="Courier New" panose="02070309020205020404" pitchFamily="49" charset="0"/>
                <a:ea typeface="宋体" panose="02010600030101010101" pitchFamily="2" charset="-122"/>
                <a:cs typeface="Times New Roman" panose="02020603050405020304" pitchFamily="18" charset="0"/>
              </a:rPr>
              <a:t>a</a:t>
            </a:r>
            <a:r>
              <a:rPr lang="en-US" altLang="zh-CN" sz="1800" kern="100" baseline="-25000" dirty="0" err="1">
                <a:effectLst/>
                <a:latin typeface="Courier New" panose="02070309020205020404" pitchFamily="49" charset="0"/>
                <a:ea typeface="宋体" panose="02010600030101010101" pitchFamily="2" charset="-122"/>
                <a:cs typeface="Times New Roman" panose="02020603050405020304" pitchFamily="18" charset="0"/>
              </a:rPr>
              <a:t>j1</a:t>
            </a:r>
            <a:r>
              <a:rPr lang="zh-CN" altLang="zh-CN" sz="1800" kern="100" baseline="-25000" dirty="0">
                <a:effectLst/>
                <a:latin typeface="等线" panose="02010600030101010101" pitchFamily="2" charset="-122"/>
                <a:ea typeface="宋体" panose="02010600030101010101" pitchFamily="2" charset="-122"/>
                <a:cs typeface="Courier New" panose="02070309020205020404" pitchFamily="49" charset="0"/>
              </a:rPr>
              <a:t>…</a:t>
            </a:r>
            <a:r>
              <a:rPr lang="en-US" altLang="zh-CN" sz="1800" kern="100" baseline="-25000" dirty="0" err="1">
                <a:effectLst/>
                <a:latin typeface="Courier New" panose="02070309020205020404" pitchFamily="49" charset="0"/>
                <a:ea typeface="宋体" panose="02010600030101010101" pitchFamily="2" charset="-122"/>
                <a:cs typeface="Times New Roman" panose="02020603050405020304" pitchFamily="18" charset="0"/>
              </a:rPr>
              <a:t>ji+1</a:t>
            </a:r>
            <a:r>
              <a:rPr lang="zh-CN" altLang="zh-CN" sz="1800" kern="100" baseline="-25000" dirty="0">
                <a:effectLst/>
                <a:latin typeface="等线" panose="02010600030101010101" pitchFamily="2" charset="-122"/>
                <a:ea typeface="宋体" panose="02010600030101010101" pitchFamily="2" charset="-122"/>
                <a:cs typeface="Courier New" panose="02070309020205020404" pitchFamily="49" charset="0"/>
              </a:rPr>
              <a:t>…</a:t>
            </a:r>
            <a:r>
              <a:rPr lang="en-US" altLang="zh-CN" sz="1800" kern="100" baseline="-25000" dirty="0" err="1">
                <a:effectLst/>
                <a:latin typeface="Courier New" panose="02070309020205020404" pitchFamily="49" charset="0"/>
                <a:ea typeface="宋体" panose="02010600030101010101" pitchFamily="2" charset="-122"/>
                <a:cs typeface="Times New Roman" panose="02020603050405020304" pitchFamily="18" charset="0"/>
              </a:rPr>
              <a:t>jn</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&gt;</a:t>
            </a:r>
            <a:r>
              <a:rPr lang="zh-CN" altLang="zh-CN" sz="1800" b="1" kern="100" dirty="0">
                <a:effectLst/>
                <a:latin typeface="等线" panose="02010600030101010101" pitchFamily="2" charset="-122"/>
                <a:ea typeface="等线" panose="02010600030101010101" pitchFamily="2" charset="-122"/>
                <a:cs typeface="Courier New" panose="02070309020205020404" pitchFamily="49" charset="0"/>
              </a:rPr>
              <a:t>∣</a:t>
            </a:r>
            <a:endPar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endParaRPr>
          </a:p>
          <a:p>
            <a:pPr marL="449580" indent="1257300" algn="just">
              <a:lnSpc>
                <a:spcPct val="90000"/>
              </a:lnSpc>
              <a:buNone/>
            </a:pP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0</a:t>
            </a:r>
            <a:r>
              <a:rPr lang="zh-CN" altLang="zh-CN" sz="1800" kern="100" dirty="0">
                <a:effectLst/>
                <a:latin typeface="等线" panose="02010600030101010101" pitchFamily="2" charset="-122"/>
                <a:ea typeface="等线 Light" panose="02010600030101010101" pitchFamily="2" charset="-122"/>
                <a:cs typeface="Courier New" panose="02070309020205020404" pitchFamily="49" charset="0"/>
              </a:rPr>
              <a:t>≤</a:t>
            </a:r>
            <a:r>
              <a:rPr lang="en-US" altLang="zh-CN" sz="1800" kern="100" dirty="0" err="1">
                <a:effectLst/>
                <a:latin typeface="Courier New" panose="02070309020205020404" pitchFamily="49" charset="0"/>
                <a:ea typeface="宋体" panose="02010600030101010101" pitchFamily="2" charset="-122"/>
                <a:cs typeface="Times New Roman" panose="02020603050405020304" pitchFamily="18" charset="0"/>
              </a:rPr>
              <a:t>j</a:t>
            </a:r>
            <a:r>
              <a:rPr lang="en-US" altLang="zh-CN" sz="1800" kern="100" baseline="-25000" dirty="0" err="1">
                <a:effectLst/>
                <a:latin typeface="Courier New" panose="02070309020205020404" pitchFamily="49" charset="0"/>
                <a:ea typeface="宋体" panose="02010600030101010101" pitchFamily="2" charset="-122"/>
                <a:cs typeface="Times New Roman" panose="02020603050405020304" pitchFamily="18" charset="0"/>
              </a:rPr>
              <a:t>k</a:t>
            </a:r>
            <a:r>
              <a:rPr lang="zh-CN" altLang="zh-CN" sz="1800" kern="100" dirty="0">
                <a:effectLst/>
                <a:latin typeface="等线" panose="02010600030101010101" pitchFamily="2" charset="-122"/>
                <a:ea typeface="等线 Light" panose="02010600030101010101" pitchFamily="2" charset="-122"/>
                <a:cs typeface="Courier New" panose="02070309020205020404" pitchFamily="49" charset="0"/>
              </a:rPr>
              <a:t>≤</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b</a:t>
            </a:r>
            <a:r>
              <a:rPr lang="en-US" altLang="zh-CN" sz="1800" kern="100" baseline="-25000" dirty="0">
                <a:effectLst/>
                <a:latin typeface="Courier New" panose="02070309020205020404" pitchFamily="49" charset="0"/>
                <a:ea typeface="宋体" panose="02010600030101010101" pitchFamily="2" charset="-122"/>
                <a:cs typeface="Times New Roman" panose="02020603050405020304" pitchFamily="18" charset="0"/>
              </a:rPr>
              <a:t>k</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-1</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1</a:t>
            </a:r>
            <a:r>
              <a:rPr lang="zh-CN" altLang="zh-CN" sz="1800" kern="100" dirty="0">
                <a:effectLst/>
                <a:latin typeface="等线" panose="02010600030101010101" pitchFamily="2" charset="-122"/>
                <a:ea typeface="等线 Light" panose="02010600030101010101" pitchFamily="2" charset="-122"/>
                <a:cs typeface="Courier New" panose="02070309020205020404" pitchFamily="49" charset="0"/>
              </a:rPr>
              <a:t>≤</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k</a:t>
            </a:r>
            <a:r>
              <a:rPr lang="zh-CN" altLang="zh-CN" sz="1800" kern="100" dirty="0">
                <a:effectLst/>
                <a:latin typeface="等线" panose="02010600030101010101" pitchFamily="2" charset="-122"/>
                <a:ea typeface="等线 Light" panose="02010600030101010101" pitchFamily="2" charset="-122"/>
                <a:cs typeface="Courier New" panose="02070309020205020404" pitchFamily="49" charset="0"/>
              </a:rPr>
              <a:t>≤</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n</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且</a:t>
            </a:r>
            <a:r>
              <a:rPr lang="en-US" altLang="zh-CN" sz="1800" kern="100" dirty="0" err="1">
                <a:effectLst/>
                <a:latin typeface="Courier New" panose="02070309020205020404" pitchFamily="49" charset="0"/>
                <a:ea typeface="宋体" panose="02010600030101010101" pitchFamily="2" charset="-122"/>
                <a:cs typeface="Times New Roman" panose="02020603050405020304" pitchFamily="18" charset="0"/>
              </a:rPr>
              <a:t>k≠i</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a:t>
            </a:r>
            <a:endPar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endParaRPr>
          </a:p>
          <a:p>
            <a:pPr marL="449580" indent="1257300" algn="just">
              <a:lnSpc>
                <a:spcPct val="90000"/>
              </a:lnSpc>
              <a:buNone/>
            </a:pP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0</a:t>
            </a:r>
            <a:r>
              <a:rPr lang="zh-CN" altLang="zh-CN" sz="1800" kern="100" dirty="0">
                <a:effectLst/>
                <a:latin typeface="等线" panose="02010600030101010101" pitchFamily="2" charset="-122"/>
                <a:ea typeface="等线 Light" panose="02010600030101010101" pitchFamily="2" charset="-122"/>
                <a:cs typeface="Courier New" panose="02070309020205020404" pitchFamily="49" charset="0"/>
              </a:rPr>
              <a:t>≤</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j</a:t>
            </a:r>
            <a:r>
              <a:rPr lang="en-US" altLang="zh-CN" sz="1800" kern="100" baseline="-25000" dirty="0">
                <a:effectLst/>
                <a:latin typeface="Courier New" panose="02070309020205020404" pitchFamily="49" charset="0"/>
                <a:ea typeface="宋体" panose="02010600030101010101" pitchFamily="2" charset="-122"/>
                <a:cs typeface="Times New Roman" panose="02020603050405020304" pitchFamily="18" charset="0"/>
              </a:rPr>
              <a:t>i</a:t>
            </a:r>
            <a:r>
              <a:rPr lang="zh-CN" altLang="zh-CN" sz="1800" kern="100" dirty="0">
                <a:effectLst/>
                <a:latin typeface="等线" panose="02010600030101010101" pitchFamily="2" charset="-122"/>
                <a:ea typeface="等线 Light" panose="02010600030101010101" pitchFamily="2" charset="-122"/>
                <a:cs typeface="Courier New" panose="02070309020205020404" pitchFamily="49" charset="0"/>
              </a:rPr>
              <a:t>≤</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b</a:t>
            </a:r>
            <a:r>
              <a:rPr lang="en-US" altLang="zh-CN" sz="1800" kern="100" baseline="-25000" dirty="0">
                <a:effectLst/>
                <a:latin typeface="Courier New" panose="02070309020205020404" pitchFamily="49" charset="0"/>
                <a:ea typeface="宋体" panose="02010600030101010101" pitchFamily="2" charset="-122"/>
                <a:cs typeface="Times New Roman" panose="02020603050405020304" pitchFamily="18" charset="0"/>
              </a:rPr>
              <a:t>i</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-2</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a:t>
            </a:r>
            <a:endPar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endParaRPr>
          </a:p>
          <a:p>
            <a:pPr marL="449580" indent="1257300" algn="just">
              <a:lnSpc>
                <a:spcPct val="90000"/>
              </a:lnSpc>
              <a:buNone/>
            </a:pP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kern="100" dirty="0" err="1">
                <a:effectLst/>
                <a:latin typeface="Courier New" panose="02070309020205020404" pitchFamily="49" charset="0"/>
                <a:ea typeface="宋体" panose="02010600030101010101" pitchFamily="2" charset="-122"/>
                <a:cs typeface="Times New Roman" panose="02020603050405020304" pitchFamily="18" charset="0"/>
              </a:rPr>
              <a:t>a</a:t>
            </a:r>
            <a:r>
              <a:rPr lang="en-US" altLang="zh-CN" sz="1800" kern="100" baseline="-25000" dirty="0" err="1">
                <a:effectLst/>
                <a:latin typeface="Courier New" panose="02070309020205020404" pitchFamily="49" charset="0"/>
                <a:ea typeface="宋体" panose="02010600030101010101" pitchFamily="2" charset="-122"/>
                <a:cs typeface="Times New Roman" panose="02020603050405020304" pitchFamily="18" charset="0"/>
              </a:rPr>
              <a:t>j1</a:t>
            </a:r>
            <a:r>
              <a:rPr lang="zh-CN" altLang="zh-CN" sz="1800" kern="100" baseline="-25000" dirty="0">
                <a:effectLst/>
                <a:latin typeface="等线" panose="02010600030101010101" pitchFamily="2" charset="-122"/>
                <a:ea typeface="宋体" panose="02010600030101010101" pitchFamily="2" charset="-122"/>
                <a:cs typeface="Courier New" panose="02070309020205020404" pitchFamily="49" charset="0"/>
              </a:rPr>
              <a:t>…</a:t>
            </a:r>
            <a:r>
              <a:rPr lang="en-US" altLang="zh-CN" sz="1800" kern="100" baseline="-25000" dirty="0">
                <a:effectLst/>
                <a:latin typeface="Courier New" panose="02070309020205020404" pitchFamily="49" charset="0"/>
                <a:ea typeface="宋体" panose="02010600030101010101" pitchFamily="2" charset="-122"/>
                <a:cs typeface="Times New Roman" panose="02020603050405020304" pitchFamily="18" charset="0"/>
              </a:rPr>
              <a:t>ji</a:t>
            </a:r>
            <a:r>
              <a:rPr lang="zh-CN" altLang="zh-CN" sz="1800" kern="100" baseline="-25000" dirty="0">
                <a:effectLst/>
                <a:latin typeface="等线" panose="02010600030101010101" pitchFamily="2" charset="-122"/>
                <a:ea typeface="宋体" panose="02010600030101010101" pitchFamily="2" charset="-122"/>
                <a:cs typeface="Courier New" panose="02070309020205020404" pitchFamily="49" charset="0"/>
              </a:rPr>
              <a:t>…</a:t>
            </a:r>
            <a:r>
              <a:rPr lang="en-US" altLang="zh-CN" sz="1800" kern="100" baseline="-25000" dirty="0" err="1">
                <a:effectLst/>
                <a:latin typeface="Courier New" panose="02070309020205020404" pitchFamily="49" charset="0"/>
                <a:ea typeface="宋体" panose="02010600030101010101" pitchFamily="2" charset="-122"/>
                <a:cs typeface="Times New Roman" panose="02020603050405020304" pitchFamily="18" charset="0"/>
              </a:rPr>
              <a:t>jn</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kern="100" dirty="0" err="1">
                <a:effectLst/>
                <a:latin typeface="Courier New" panose="02070309020205020404" pitchFamily="49" charset="0"/>
                <a:ea typeface="宋体" panose="02010600030101010101" pitchFamily="2" charset="-122"/>
                <a:cs typeface="Times New Roman" panose="02020603050405020304" pitchFamily="18" charset="0"/>
              </a:rPr>
              <a:t>a</a:t>
            </a:r>
            <a:r>
              <a:rPr lang="en-US" altLang="zh-CN" sz="1800" kern="100" baseline="-25000" dirty="0" err="1">
                <a:effectLst/>
                <a:latin typeface="Courier New" panose="02070309020205020404" pitchFamily="49" charset="0"/>
                <a:ea typeface="宋体" panose="02010600030101010101" pitchFamily="2" charset="-122"/>
                <a:cs typeface="Times New Roman" panose="02020603050405020304" pitchFamily="18" charset="0"/>
              </a:rPr>
              <a:t>j1</a:t>
            </a:r>
            <a:r>
              <a:rPr lang="zh-CN" altLang="zh-CN" sz="1800" kern="100" baseline="-25000" dirty="0">
                <a:effectLst/>
                <a:latin typeface="等线" panose="02010600030101010101" pitchFamily="2" charset="-122"/>
                <a:ea typeface="宋体" panose="02010600030101010101" pitchFamily="2" charset="-122"/>
                <a:cs typeface="Courier New" panose="02070309020205020404" pitchFamily="49" charset="0"/>
              </a:rPr>
              <a:t>…</a:t>
            </a:r>
            <a:r>
              <a:rPr lang="en-US" altLang="zh-CN" sz="1800" kern="100" baseline="-25000" dirty="0" err="1">
                <a:effectLst/>
                <a:latin typeface="Courier New" panose="02070309020205020404" pitchFamily="49" charset="0"/>
                <a:ea typeface="宋体" panose="02010600030101010101" pitchFamily="2" charset="-122"/>
                <a:cs typeface="Times New Roman" panose="02020603050405020304" pitchFamily="18" charset="0"/>
              </a:rPr>
              <a:t>ji+1</a:t>
            </a:r>
            <a:r>
              <a:rPr lang="zh-CN" altLang="zh-CN" sz="1800" kern="100" baseline="-25000" dirty="0">
                <a:effectLst/>
                <a:latin typeface="等线" panose="02010600030101010101" pitchFamily="2" charset="-122"/>
                <a:ea typeface="宋体" panose="02010600030101010101" pitchFamily="2" charset="-122"/>
                <a:cs typeface="Courier New" panose="02070309020205020404" pitchFamily="49" charset="0"/>
              </a:rPr>
              <a:t>…</a:t>
            </a:r>
            <a:r>
              <a:rPr lang="en-US" altLang="zh-CN" sz="1800" kern="100" baseline="-25000" dirty="0" err="1">
                <a:effectLst/>
                <a:latin typeface="Courier New" panose="02070309020205020404" pitchFamily="49" charset="0"/>
                <a:ea typeface="宋体" panose="02010600030101010101" pitchFamily="2" charset="-122"/>
                <a:cs typeface="Times New Roman" panose="02020603050405020304" pitchFamily="18" charset="0"/>
              </a:rPr>
              <a:t>jn</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kern="100" dirty="0">
                <a:effectLst/>
                <a:latin typeface="Courier New" panose="02070309020205020404" pitchFamily="49" charset="0"/>
                <a:ea typeface="宋体" panose="02010600030101010101" pitchFamily="2" charset="-122"/>
                <a:cs typeface="Courier New" panose="02070309020205020404" pitchFamily="49" charset="0"/>
                <a:sym typeface="Symbol" panose="05050102010706020507" pitchFamily="18" charset="2"/>
              </a:rPr>
              <a:t></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D</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a:t>
            </a:r>
            <a:r>
              <a:rPr lang="en-US" altLang="zh-CN" sz="1800" kern="100" dirty="0" err="1">
                <a:effectLst/>
                <a:latin typeface="Courier New" panose="02070309020205020404" pitchFamily="49" charset="0"/>
                <a:ea typeface="宋体" panose="02010600030101010101" pitchFamily="2" charset="-122"/>
                <a:cs typeface="Times New Roman" panose="02020603050405020304" pitchFamily="18" charset="0"/>
              </a:rPr>
              <a:t>i</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=2</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kern="100" dirty="0">
                <a:effectLst/>
                <a:latin typeface="等线" panose="02010600030101010101" pitchFamily="2" charset="-122"/>
                <a:ea typeface="宋体" panose="02010600030101010101" pitchFamily="2" charset="-122"/>
                <a:cs typeface="Courier New" panose="02070309020205020404" pitchFamily="49" charset="0"/>
              </a:rPr>
              <a:t>…</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n </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a:t>
            </a:r>
            <a:endPar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endParaRPr>
          </a:p>
          <a:p>
            <a:pPr marL="449580" algn="just">
              <a:buNone/>
            </a:pPr>
            <a:r>
              <a:rPr lang="zh-CN" altLang="zh-CN" sz="1800" kern="100" dirty="0">
                <a:effectLst/>
                <a:latin typeface="等线" panose="02010600030101010101" pitchFamily="2" charset="-122"/>
                <a:ea typeface="黑体" panose="02010609060101010101" pitchFamily="49" charset="-122"/>
                <a:cs typeface="Courier New" panose="02070309020205020404" pitchFamily="49" charset="0"/>
              </a:rPr>
              <a:t>基本操作</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a:t>
            </a:r>
            <a:endPar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endParaRPr>
          </a:p>
          <a:p>
            <a:pPr marL="449580" indent="114300" algn="just">
              <a:buNone/>
            </a:pP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NewArray</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(n, </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bound1</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a:t>
            </a:r>
            <a:r>
              <a:rPr lang="zh-CN" altLang="zh-CN" sz="1800" b="1" kern="100" dirty="0">
                <a:effectLst/>
                <a:latin typeface="等线" panose="02010600030101010101" pitchFamily="2" charset="-122"/>
                <a:ea typeface="宋体" panose="02010600030101010101" pitchFamily="2" charset="-122"/>
                <a:cs typeface="Courier New" panose="02070309020205020404" pitchFamily="49" charset="0"/>
              </a:rPr>
              <a:t>…</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boundn</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b="1" kern="100" dirty="0">
                <a:latin typeface="Courier New" panose="02070309020205020404" pitchFamily="49" charset="0"/>
                <a:ea typeface="宋体" panose="02010600030101010101" pitchFamily="2" charset="-122"/>
                <a:cs typeface="Times New Roman" panose="02020603050405020304" pitchFamily="18" charset="0"/>
              </a:rPr>
              <a:t>;</a:t>
            </a:r>
            <a:endParaRPr lang="zh-CN" altLang="zh-CN" sz="2400" b="1" kern="100" dirty="0">
              <a:effectLst/>
              <a:latin typeface="等线" panose="02010600030101010101" pitchFamily="2" charset="-122"/>
              <a:ea typeface="等线" panose="02010600030101010101" pitchFamily="2" charset="-122"/>
              <a:cs typeface="Times New Roman" panose="02020603050405020304" pitchFamily="18" charset="0"/>
            </a:endParaRPr>
          </a:p>
          <a:p>
            <a:pPr marL="449580" indent="228600" algn="just">
              <a:buNone/>
            </a:pPr>
            <a:r>
              <a:rPr lang="en-US" altLang="zh-CN" sz="1800" kern="100" dirty="0">
                <a:effectLst/>
                <a:latin typeface="Courier New" panose="02070309020205020404" pitchFamily="49" charset="0"/>
                <a:ea typeface="宋体" panose="02010600030101010101" pitchFamily="2" charset="-122"/>
                <a:cs typeface="Courier New" panose="02070309020205020404" pitchFamily="49" charset="0"/>
              </a:rPr>
              <a:t>  </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操作结果：若维数</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n</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和各维长度合法，则构建并返回相应的数组。</a:t>
            </a:r>
            <a:endPar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endParaRPr>
          </a:p>
          <a:p>
            <a:pPr marL="449580" indent="114300" algn="just">
              <a:buNone/>
            </a:pP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err="1">
                <a:latin typeface="Courier New" panose="02070309020205020404" pitchFamily="49" charset="0"/>
                <a:ea typeface="宋体" panose="02010600030101010101" pitchFamily="2" charset="-122"/>
                <a:cs typeface="Times New Roman" panose="02020603050405020304" pitchFamily="18" charset="0"/>
              </a:rPr>
              <a:t>FreeArray</a:t>
            </a:r>
            <a:r>
              <a:rPr lang="en-US" altLang="zh-CN" b="1" kern="100" dirty="0">
                <a:latin typeface="Courier New" panose="02070309020205020404" pitchFamily="49" charset="0"/>
                <a:ea typeface="宋体" panose="02010600030101010101" pitchFamily="2" charset="-122"/>
                <a:cs typeface="Times New Roman" panose="02020603050405020304" pitchFamily="18" charset="0"/>
              </a:rPr>
              <a:t>(A);</a:t>
            </a:r>
            <a:endParaRPr lang="zh-CN" altLang="zh-CN" b="1" kern="100" dirty="0">
              <a:latin typeface="Courier New" panose="02070309020205020404" pitchFamily="49" charset="0"/>
              <a:ea typeface="宋体" panose="02010600030101010101" pitchFamily="2" charset="-122"/>
              <a:cs typeface="Times New Roman" panose="02020603050405020304" pitchFamily="18" charset="0"/>
            </a:endParaRPr>
          </a:p>
          <a:p>
            <a:pPr marL="449580" indent="228600" algn="just">
              <a:buNone/>
            </a:pPr>
            <a:r>
              <a:rPr lang="en-US" altLang="zh-CN" sz="1800" kern="100" dirty="0">
                <a:effectLst/>
                <a:latin typeface="Courier New" panose="02070309020205020404" pitchFamily="49" charset="0"/>
                <a:ea typeface="宋体" panose="02010600030101010101" pitchFamily="2" charset="-122"/>
                <a:cs typeface="Courier New" panose="02070309020205020404" pitchFamily="49" charset="0"/>
              </a:rPr>
              <a:t>  </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操作结果：回收数组</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A</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，须重新构建才能作为数组使用，返回</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NULL</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a:t>
            </a:r>
            <a:endPar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endParaRPr>
          </a:p>
          <a:p>
            <a:pPr marL="449580" indent="114300" algn="just">
              <a:buNone/>
            </a:pP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err="1">
                <a:latin typeface="Courier New" panose="02070309020205020404" pitchFamily="49" charset="0"/>
                <a:ea typeface="宋体" panose="02010600030101010101" pitchFamily="2" charset="-122"/>
                <a:cs typeface="Times New Roman" panose="02020603050405020304" pitchFamily="18" charset="0"/>
              </a:rPr>
              <a:t>PutElem</a:t>
            </a:r>
            <a:r>
              <a:rPr lang="en-US" altLang="zh-CN" b="1" kern="100" dirty="0">
                <a:latin typeface="Courier New" panose="02070309020205020404" pitchFamily="49" charset="0"/>
                <a:ea typeface="宋体" panose="02010600030101010101" pitchFamily="2" charset="-122"/>
                <a:cs typeface="Times New Roman" panose="02020603050405020304" pitchFamily="18" charset="0"/>
              </a:rPr>
              <a:t>(A, e, </a:t>
            </a:r>
            <a:r>
              <a:rPr lang="en-US" altLang="zh-CN" b="1" kern="100" dirty="0" err="1">
                <a:latin typeface="Courier New" panose="02070309020205020404" pitchFamily="49" charset="0"/>
                <a:ea typeface="宋体" panose="02010600030101010101" pitchFamily="2" charset="-122"/>
                <a:cs typeface="Times New Roman" panose="02020603050405020304" pitchFamily="18" charset="0"/>
              </a:rPr>
              <a:t>index1</a:t>
            </a:r>
            <a:r>
              <a:rPr lang="en-US" altLang="zh-CN" b="1" kern="100" dirty="0">
                <a:latin typeface="Courier New" panose="02070309020205020404" pitchFamily="49" charset="0"/>
                <a:ea typeface="宋体" panose="02010600030101010101" pitchFamily="2" charset="-122"/>
                <a:cs typeface="Times New Roman" panose="02020603050405020304" pitchFamily="18" charset="0"/>
              </a:rPr>
              <a:t>,</a:t>
            </a:r>
            <a:r>
              <a:rPr lang="zh-CN" altLang="zh-CN" b="1" kern="100" dirty="0">
                <a:latin typeface="Courier New" panose="02070309020205020404" pitchFamily="49" charset="0"/>
                <a:ea typeface="宋体" panose="02010600030101010101" pitchFamily="2" charset="-122"/>
                <a:cs typeface="Times New Roman" panose="02020603050405020304" pitchFamily="18" charset="0"/>
              </a:rPr>
              <a:t>…</a:t>
            </a:r>
            <a:r>
              <a:rPr lang="en-US" altLang="zh-CN" b="1" kern="100" dirty="0">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err="1">
                <a:latin typeface="Courier New" panose="02070309020205020404" pitchFamily="49" charset="0"/>
                <a:ea typeface="宋体" panose="02010600030101010101" pitchFamily="2" charset="-122"/>
                <a:cs typeface="Times New Roman" panose="02020603050405020304" pitchFamily="18" charset="0"/>
              </a:rPr>
              <a:t>indexn</a:t>
            </a:r>
            <a:r>
              <a:rPr lang="en-US" altLang="zh-CN" b="1" kern="100" dirty="0">
                <a:latin typeface="Courier New" panose="02070309020205020404" pitchFamily="49" charset="0"/>
                <a:ea typeface="宋体" panose="02010600030101010101" pitchFamily="2" charset="-122"/>
                <a:cs typeface="Times New Roman" panose="02020603050405020304" pitchFamily="18" charset="0"/>
              </a:rPr>
              <a:t>);</a:t>
            </a:r>
            <a:endParaRPr lang="zh-CN" altLang="zh-CN" b="1" kern="100" dirty="0">
              <a:latin typeface="Courier New" panose="02070309020205020404" pitchFamily="49" charset="0"/>
              <a:ea typeface="宋体" panose="02010600030101010101" pitchFamily="2" charset="-122"/>
              <a:cs typeface="Times New Roman" panose="02020603050405020304" pitchFamily="18" charset="0"/>
            </a:endParaRPr>
          </a:p>
          <a:p>
            <a:pPr marL="449580" indent="228600" algn="just">
              <a:buNone/>
            </a:pPr>
            <a:r>
              <a:rPr lang="en-US" altLang="zh-CN" sz="1800" kern="100" dirty="0">
                <a:effectLst/>
                <a:latin typeface="Courier New" panose="02070309020205020404" pitchFamily="49" charset="0"/>
                <a:ea typeface="宋体" panose="02010600030101010101" pitchFamily="2" charset="-122"/>
                <a:cs typeface="Courier New" panose="02070309020205020404" pitchFamily="49" charset="0"/>
              </a:rPr>
              <a:t>  </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初始条件：</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A</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是</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n</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维数组，</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e</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为元素，随后是</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n</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个下标值。</a:t>
            </a:r>
            <a:endPar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endParaRPr>
          </a:p>
          <a:p>
            <a:pPr marL="449580" indent="228600" algn="just">
              <a:buNone/>
            </a:pPr>
            <a:r>
              <a:rPr lang="en-US" altLang="zh-CN" sz="1800" kern="100" dirty="0">
                <a:effectLst/>
                <a:latin typeface="Courier New" panose="02070309020205020404" pitchFamily="49" charset="0"/>
                <a:ea typeface="宋体" panose="02010600030101010101" pitchFamily="2" charset="-122"/>
                <a:cs typeface="Courier New" panose="02070309020205020404" pitchFamily="49" charset="0"/>
              </a:rPr>
              <a:t>  </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操作结果：若下标不超界，则将</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e</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的值赋给所指定的</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A</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的元素，并返回</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OK</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a:t>
            </a:r>
            <a:endPar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endParaRPr>
          </a:p>
          <a:p>
            <a:pPr marL="449580" indent="114300" algn="just">
              <a:buNone/>
            </a:pPr>
            <a:r>
              <a:rPr lang="en-US" altLang="zh-CN" b="1" kern="100" dirty="0">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err="1">
                <a:latin typeface="Courier New" panose="02070309020205020404" pitchFamily="49" charset="0"/>
                <a:ea typeface="宋体" panose="02010600030101010101" pitchFamily="2" charset="-122"/>
                <a:cs typeface="Times New Roman" panose="02020603050405020304" pitchFamily="18" charset="0"/>
              </a:rPr>
              <a:t>GetElem</a:t>
            </a:r>
            <a:r>
              <a:rPr lang="en-US" altLang="zh-CN" b="1" kern="100" dirty="0">
                <a:latin typeface="Courier New" panose="02070309020205020404" pitchFamily="49" charset="0"/>
                <a:ea typeface="宋体" panose="02010600030101010101" pitchFamily="2" charset="-122"/>
                <a:cs typeface="Times New Roman" panose="02020603050405020304" pitchFamily="18" charset="0"/>
              </a:rPr>
              <a:t>(A, </a:t>
            </a:r>
            <a:r>
              <a:rPr lang="en-US" altLang="zh-CN" b="1" kern="100" dirty="0" err="1">
                <a:latin typeface="Courier New" panose="02070309020205020404" pitchFamily="49" charset="0"/>
                <a:ea typeface="宋体" panose="02010600030101010101" pitchFamily="2" charset="-122"/>
                <a:cs typeface="Times New Roman" panose="02020603050405020304" pitchFamily="18" charset="0"/>
              </a:rPr>
              <a:t>indexl</a:t>
            </a:r>
            <a:r>
              <a:rPr lang="en-US" altLang="zh-CN" b="1" kern="100" dirty="0">
                <a:latin typeface="Courier New" panose="02070309020205020404" pitchFamily="49" charset="0"/>
                <a:ea typeface="宋体" panose="02010600030101010101" pitchFamily="2" charset="-122"/>
                <a:cs typeface="Times New Roman" panose="02020603050405020304" pitchFamily="18" charset="0"/>
              </a:rPr>
              <a:t>,</a:t>
            </a:r>
            <a:r>
              <a:rPr lang="zh-CN" altLang="zh-CN" b="1" kern="100" dirty="0">
                <a:latin typeface="Courier New" panose="02070309020205020404" pitchFamily="49" charset="0"/>
                <a:ea typeface="宋体" panose="02010600030101010101" pitchFamily="2" charset="-122"/>
                <a:cs typeface="Times New Roman" panose="02020603050405020304" pitchFamily="18" charset="0"/>
              </a:rPr>
              <a:t>…</a:t>
            </a:r>
            <a:r>
              <a:rPr lang="en-US" altLang="zh-CN" b="1" kern="100" dirty="0">
                <a:latin typeface="Courier New" panose="02070309020205020404" pitchFamily="49" charset="0"/>
                <a:ea typeface="宋体" panose="02010600030101010101" pitchFamily="2" charset="-122"/>
                <a:cs typeface="Times New Roman" panose="02020603050405020304" pitchFamily="18" charset="0"/>
              </a:rPr>
              <a:t>, </a:t>
            </a:r>
            <a:r>
              <a:rPr lang="en-US" altLang="zh-CN" b="1" kern="100" dirty="0" err="1">
                <a:latin typeface="Courier New" panose="02070309020205020404" pitchFamily="49" charset="0"/>
                <a:ea typeface="宋体" panose="02010600030101010101" pitchFamily="2" charset="-122"/>
                <a:cs typeface="Times New Roman" panose="02020603050405020304" pitchFamily="18" charset="0"/>
              </a:rPr>
              <a:t>indexn</a:t>
            </a:r>
            <a:r>
              <a:rPr lang="en-US" altLang="zh-CN" b="1" kern="100" dirty="0">
                <a:latin typeface="Courier New" panose="02070309020205020404" pitchFamily="49" charset="0"/>
                <a:ea typeface="宋体" panose="02010600030101010101" pitchFamily="2" charset="-122"/>
                <a:cs typeface="Times New Roman" panose="02020603050405020304" pitchFamily="18" charset="0"/>
              </a:rPr>
              <a:t>);</a:t>
            </a:r>
            <a:endParaRPr lang="zh-CN" altLang="zh-CN" b="1" kern="100" dirty="0">
              <a:latin typeface="Courier New" panose="02070309020205020404" pitchFamily="49" charset="0"/>
              <a:ea typeface="宋体" panose="02010600030101010101" pitchFamily="2" charset="-122"/>
              <a:cs typeface="Times New Roman" panose="02020603050405020304" pitchFamily="18" charset="0"/>
            </a:endParaRPr>
          </a:p>
          <a:p>
            <a:pPr marL="449580" indent="228600" algn="just">
              <a:buNone/>
            </a:pPr>
            <a:r>
              <a:rPr lang="en-US" altLang="zh-CN" sz="1800" kern="100" dirty="0">
                <a:effectLst/>
                <a:latin typeface="Courier New" panose="02070309020205020404" pitchFamily="49" charset="0"/>
                <a:ea typeface="宋体" panose="02010600030101010101" pitchFamily="2" charset="-122"/>
                <a:cs typeface="Courier New" panose="02070309020205020404" pitchFamily="49" charset="0"/>
              </a:rPr>
              <a:t>  </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初始条件：</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A</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是</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n</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维数组，随后是</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n</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个下标值。</a:t>
            </a:r>
            <a:endPar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endParaRPr>
          </a:p>
          <a:p>
            <a:pPr marL="449580" indent="228600" algn="just">
              <a:buNone/>
            </a:pPr>
            <a:r>
              <a:rPr lang="en-US" altLang="zh-CN" sz="1800" kern="100" dirty="0">
                <a:effectLst/>
                <a:latin typeface="Courier New" panose="02070309020205020404" pitchFamily="49" charset="0"/>
                <a:ea typeface="宋体" panose="02010600030101010101" pitchFamily="2" charset="-122"/>
                <a:cs typeface="Courier New" panose="02070309020205020404" pitchFamily="49" charset="0"/>
              </a:rPr>
              <a:t>  </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操作结果：若各下标不超界，则返回所指定的</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A</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的元素值。</a:t>
            </a:r>
            <a:endPar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endParaRPr>
          </a:p>
          <a:p>
            <a:pPr marL="269240" algn="just">
              <a:spcAft>
                <a:spcPts val="600"/>
              </a:spcAft>
              <a:buNone/>
            </a:pP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 ADT</a:t>
            </a:r>
            <a:r>
              <a:rPr lang="en-US" altLang="zh-CN" sz="1800" kern="100" dirty="0">
                <a:effectLst/>
                <a:latin typeface="Courier New" panose="02070309020205020404" pitchFamily="49" charset="0"/>
                <a:ea typeface="宋体" panose="02010600030101010101" pitchFamily="2" charset="-122"/>
                <a:cs typeface="Times New Roman" panose="02020603050405020304" pitchFamily="18" charset="0"/>
              </a:rPr>
              <a:t> Array</a:t>
            </a:r>
            <a:endParaRPr lang="zh-CN" altLang="zh-CN" sz="24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2491147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灯片编号占位符 1">
            <a:extLst>
              <a:ext uri="{FF2B5EF4-FFF2-40B4-BE49-F238E27FC236}">
                <a16:creationId xmlns:a16="http://schemas.microsoft.com/office/drawing/2014/main" id="{2D8A7640-1700-426E-8570-37A105D71DBF}"/>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ED34E4AA-2AD5-42CB-BBF7-9DBD56C8E0F7}" type="slidenum">
              <a:rPr lang="zh-CN" altLang="en-US" u="none"/>
              <a:pPr/>
              <a:t>3</a:t>
            </a:fld>
            <a:endParaRPr lang="zh-CN" altLang="en-US" u="none"/>
          </a:p>
        </p:txBody>
      </p:sp>
      <p:sp>
        <p:nvSpPr>
          <p:cNvPr id="27651" name="文本占位符 204802">
            <a:extLst>
              <a:ext uri="{FF2B5EF4-FFF2-40B4-BE49-F238E27FC236}">
                <a16:creationId xmlns:a16="http://schemas.microsoft.com/office/drawing/2014/main" id="{832CB34F-4EAE-4B70-B45E-1EA59CD7930A}"/>
              </a:ext>
            </a:extLst>
          </p:cNvPr>
          <p:cNvSpPr>
            <a:spLocks noGrp="1" noChangeArrowheads="1"/>
          </p:cNvSpPr>
          <p:nvPr>
            <p:ph type="body" idx="4294967295"/>
          </p:nvPr>
        </p:nvSpPr>
        <p:spPr>
          <a:xfrm>
            <a:off x="517340" y="2148664"/>
            <a:ext cx="6203928" cy="4280832"/>
          </a:xfrm>
          <a:solidFill>
            <a:srgbClr val="F5FAF5"/>
          </a:solidFill>
          <a:ln w="12700">
            <a:solidFill>
              <a:schemeClr val="tx1"/>
            </a:solidFill>
          </a:ln>
        </p:spPr>
        <p:txBody>
          <a:bodyPr lIns="144000" tIns="180000" rIns="72000" bIns="72000">
            <a:noAutofit/>
          </a:bodyPr>
          <a:lstStyle/>
          <a:p>
            <a:pPr>
              <a:lnSpc>
                <a:spcPct val="80000"/>
              </a:lnSpc>
              <a:buFontTx/>
              <a:buNone/>
            </a:pPr>
            <a:r>
              <a:rPr lang="en-US" altLang="zh-CN" sz="1600" b="1" dirty="0">
                <a:solidFill>
                  <a:schemeClr val="accent2">
                    <a:lumMod val="50000"/>
                  </a:schemeClr>
                </a:solidFill>
                <a:latin typeface="Courier New" panose="02070309020205020404" pitchFamily="49" charset="0"/>
                <a:cs typeface="Courier New" panose="02070309020205020404" pitchFamily="49" charset="0"/>
              </a:rPr>
              <a:t>//----- </a:t>
            </a:r>
            <a:r>
              <a:rPr lang="zh-CN" altLang="en-US" sz="1600" b="1" dirty="0">
                <a:solidFill>
                  <a:schemeClr val="accent2">
                    <a:lumMod val="50000"/>
                  </a:schemeClr>
                </a:solidFill>
                <a:latin typeface="Courier New" panose="02070309020205020404" pitchFamily="49" charset="0"/>
                <a:cs typeface="Courier New" panose="02070309020205020404" pitchFamily="49" charset="0"/>
              </a:rPr>
              <a:t>数组的顺序存储表示 </a:t>
            </a:r>
            <a:r>
              <a:rPr lang="en-US" altLang="zh-CN" sz="1600" b="1" dirty="0">
                <a:solidFill>
                  <a:schemeClr val="accent2">
                    <a:lumMod val="50000"/>
                  </a:schemeClr>
                </a:solidFill>
                <a:latin typeface="Courier New" panose="02070309020205020404" pitchFamily="49" charset="0"/>
                <a:cs typeface="Courier New" panose="02070309020205020404" pitchFamily="49" charset="0"/>
              </a:rPr>
              <a:t>-----</a:t>
            </a:r>
          </a:p>
          <a:p>
            <a:pPr>
              <a:lnSpc>
                <a:spcPct val="80000"/>
              </a:lnSpc>
              <a:buNone/>
            </a:pPr>
            <a:r>
              <a:rPr lang="en-US" altLang="zh-CN" sz="18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#include </a:t>
            </a:r>
            <a:r>
              <a:rPr lang="en-US" altLang="zh-CN" sz="1800" b="1" dirty="0">
                <a:latin typeface="Courier New" panose="02070309020205020404" pitchFamily="49" charset="0"/>
                <a:cs typeface="Courier New" panose="02070309020205020404" pitchFamily="49" charset="0"/>
              </a:rPr>
              <a:t>&lt;</a:t>
            </a:r>
            <a:r>
              <a:rPr lang="en-US" altLang="zh-CN" sz="1800" b="1" dirty="0" err="1">
                <a:latin typeface="Courier New" panose="02070309020205020404" pitchFamily="49" charset="0"/>
                <a:cs typeface="Courier New" panose="02070309020205020404" pitchFamily="49" charset="0"/>
              </a:rPr>
              <a:t>stdarg.h</a:t>
            </a:r>
            <a:r>
              <a:rPr lang="en-US" altLang="zh-CN" sz="1800" b="1" dirty="0">
                <a:latin typeface="Courier New" panose="02070309020205020404" pitchFamily="49" charset="0"/>
                <a:cs typeface="Courier New" panose="02070309020205020404" pitchFamily="49" charset="0"/>
              </a:rPr>
              <a:t>&gt;  </a:t>
            </a:r>
            <a:r>
              <a:rPr lang="en-US" altLang="zh-CN" sz="1600" b="1" dirty="0">
                <a:solidFill>
                  <a:schemeClr val="accent2">
                    <a:lumMod val="50000"/>
                  </a:schemeClr>
                </a:solidFill>
                <a:latin typeface="Courier New" panose="02070309020205020404" pitchFamily="49" charset="0"/>
                <a:cs typeface="Courier New" panose="02070309020205020404" pitchFamily="49" charset="0"/>
              </a:rPr>
              <a:t>// </a:t>
            </a:r>
            <a:r>
              <a:rPr lang="zh-CN" altLang="en-US" sz="1600" b="1" dirty="0">
                <a:solidFill>
                  <a:schemeClr val="accent2">
                    <a:lumMod val="50000"/>
                  </a:schemeClr>
                </a:solidFill>
                <a:latin typeface="Courier New" panose="02070309020205020404" pitchFamily="49" charset="0"/>
                <a:cs typeface="Courier New" panose="02070309020205020404" pitchFamily="49" charset="0"/>
              </a:rPr>
              <a:t>标准头文件，</a:t>
            </a:r>
          </a:p>
          <a:p>
            <a:pPr>
              <a:lnSpc>
                <a:spcPct val="80000"/>
              </a:lnSpc>
              <a:buNone/>
            </a:pPr>
            <a:r>
              <a:rPr lang="zh-CN" altLang="en-US" sz="1600" b="1" dirty="0">
                <a:solidFill>
                  <a:srgbClr val="990033"/>
                </a:solidFill>
                <a:latin typeface="Courier New" panose="02070309020205020404" pitchFamily="49" charset="0"/>
                <a:cs typeface="Courier New" panose="02070309020205020404" pitchFamily="49" charset="0"/>
              </a:rPr>
              <a:t>     </a:t>
            </a:r>
            <a:r>
              <a:rPr lang="en-US" altLang="zh-CN" sz="1600" b="1" dirty="0">
                <a:solidFill>
                  <a:schemeClr val="accent2">
                    <a:lumMod val="50000"/>
                  </a:schemeClr>
                </a:solidFill>
                <a:latin typeface="Courier New" panose="02070309020205020404" pitchFamily="49" charset="0"/>
                <a:cs typeface="Courier New" panose="02070309020205020404" pitchFamily="49" charset="0"/>
              </a:rPr>
              <a:t>// </a:t>
            </a:r>
            <a:r>
              <a:rPr lang="zh-CN" altLang="en-US" sz="1600" b="1" dirty="0">
                <a:solidFill>
                  <a:schemeClr val="accent2">
                    <a:lumMod val="50000"/>
                  </a:schemeClr>
                </a:solidFill>
                <a:latin typeface="Courier New" panose="02070309020205020404" pitchFamily="49" charset="0"/>
                <a:cs typeface="Courier New" panose="02070309020205020404" pitchFamily="49" charset="0"/>
              </a:rPr>
              <a:t>提供宏</a:t>
            </a:r>
            <a:r>
              <a:rPr lang="en-US" altLang="zh-CN" sz="1600" b="1" dirty="0" err="1">
                <a:solidFill>
                  <a:schemeClr val="accent2">
                    <a:lumMod val="50000"/>
                  </a:schemeClr>
                </a:solidFill>
                <a:latin typeface="Courier New" panose="02070309020205020404" pitchFamily="49" charset="0"/>
                <a:cs typeface="Courier New" panose="02070309020205020404" pitchFamily="49" charset="0"/>
              </a:rPr>
              <a:t>va_start</a:t>
            </a:r>
            <a:r>
              <a:rPr lang="zh-CN" altLang="en-US" sz="1600" b="1" dirty="0">
                <a:solidFill>
                  <a:schemeClr val="accent2">
                    <a:lumMod val="50000"/>
                  </a:schemeClr>
                </a:solidFill>
                <a:latin typeface="Courier New" panose="02070309020205020404" pitchFamily="49" charset="0"/>
                <a:cs typeface="Courier New" panose="02070309020205020404" pitchFamily="49" charset="0"/>
              </a:rPr>
              <a:t>、</a:t>
            </a:r>
            <a:r>
              <a:rPr lang="en-US" altLang="zh-CN" sz="1600" b="1" dirty="0" err="1">
                <a:solidFill>
                  <a:schemeClr val="accent2">
                    <a:lumMod val="50000"/>
                  </a:schemeClr>
                </a:solidFill>
                <a:latin typeface="Courier New" panose="02070309020205020404" pitchFamily="49" charset="0"/>
                <a:cs typeface="Courier New" panose="02070309020205020404" pitchFamily="49" charset="0"/>
              </a:rPr>
              <a:t>va_arg</a:t>
            </a:r>
            <a:r>
              <a:rPr lang="zh-CN" altLang="en-US" sz="1600" b="1" dirty="0">
                <a:solidFill>
                  <a:schemeClr val="accent2">
                    <a:lumMod val="50000"/>
                  </a:schemeClr>
                </a:solidFill>
                <a:latin typeface="Courier New" panose="02070309020205020404" pitchFamily="49" charset="0"/>
                <a:cs typeface="Courier New" panose="02070309020205020404" pitchFamily="49" charset="0"/>
              </a:rPr>
              <a:t>和</a:t>
            </a:r>
            <a:r>
              <a:rPr lang="en-US" altLang="zh-CN" sz="1600" b="1" dirty="0" err="1">
                <a:solidFill>
                  <a:schemeClr val="accent2">
                    <a:lumMod val="50000"/>
                  </a:schemeClr>
                </a:solidFill>
                <a:latin typeface="Courier New" panose="02070309020205020404" pitchFamily="49" charset="0"/>
                <a:cs typeface="Courier New" panose="02070309020205020404" pitchFamily="49" charset="0"/>
              </a:rPr>
              <a:t>va_end</a:t>
            </a:r>
            <a:r>
              <a:rPr lang="zh-CN" altLang="en-US" sz="1600" b="1" dirty="0">
                <a:solidFill>
                  <a:schemeClr val="accent2">
                    <a:lumMod val="50000"/>
                  </a:schemeClr>
                </a:solidFill>
                <a:latin typeface="Courier New" panose="02070309020205020404" pitchFamily="49" charset="0"/>
                <a:cs typeface="Courier New" panose="02070309020205020404" pitchFamily="49" charset="0"/>
              </a:rPr>
              <a:t>，</a:t>
            </a:r>
            <a:endParaRPr lang="en-US" altLang="zh-CN" sz="1600" b="1" dirty="0">
              <a:solidFill>
                <a:schemeClr val="accent2">
                  <a:lumMod val="50000"/>
                </a:schemeClr>
              </a:solidFill>
              <a:latin typeface="Courier New" panose="02070309020205020404" pitchFamily="49" charset="0"/>
              <a:cs typeface="Courier New" panose="02070309020205020404" pitchFamily="49" charset="0"/>
            </a:endParaRPr>
          </a:p>
          <a:p>
            <a:pPr>
              <a:lnSpc>
                <a:spcPct val="80000"/>
              </a:lnSpc>
              <a:buNone/>
            </a:pPr>
            <a:r>
              <a:rPr lang="en-US" altLang="zh-CN" sz="1600" b="1" dirty="0">
                <a:solidFill>
                  <a:schemeClr val="accent2">
                    <a:lumMod val="50000"/>
                  </a:schemeClr>
                </a:solidFill>
                <a:latin typeface="Courier New" panose="02070309020205020404" pitchFamily="49" charset="0"/>
                <a:cs typeface="Courier New" panose="02070309020205020404" pitchFamily="49" charset="0"/>
              </a:rPr>
              <a:t>    </a:t>
            </a:r>
            <a:r>
              <a:rPr lang="zh-CN" altLang="en-US" sz="1600" b="1" dirty="0">
                <a:solidFill>
                  <a:schemeClr val="accent2">
                    <a:lumMod val="50000"/>
                  </a:schemeClr>
                </a:solidFill>
                <a:latin typeface="Courier New" panose="02070309020205020404" pitchFamily="49" charset="0"/>
                <a:cs typeface="Courier New" panose="02070309020205020404" pitchFamily="49" charset="0"/>
              </a:rPr>
              <a:t> </a:t>
            </a:r>
            <a:r>
              <a:rPr lang="en-US" altLang="zh-CN" sz="1600" b="1" dirty="0">
                <a:solidFill>
                  <a:schemeClr val="accent2">
                    <a:lumMod val="50000"/>
                  </a:schemeClr>
                </a:solidFill>
                <a:latin typeface="Courier New" panose="02070309020205020404" pitchFamily="49" charset="0"/>
                <a:cs typeface="Courier New" panose="02070309020205020404" pitchFamily="49" charset="0"/>
              </a:rPr>
              <a:t>// </a:t>
            </a:r>
            <a:r>
              <a:rPr lang="zh-CN" altLang="en-US" sz="1600" b="1" dirty="0">
                <a:solidFill>
                  <a:schemeClr val="accent2">
                    <a:lumMod val="50000"/>
                  </a:schemeClr>
                </a:solidFill>
                <a:latin typeface="Courier New" panose="02070309020205020404" pitchFamily="49" charset="0"/>
                <a:cs typeface="Courier New" panose="02070309020205020404" pitchFamily="49" charset="0"/>
              </a:rPr>
              <a:t>用于获取变长参数表的实际参数</a:t>
            </a:r>
          </a:p>
          <a:p>
            <a:pPr>
              <a:lnSpc>
                <a:spcPct val="80000"/>
              </a:lnSpc>
              <a:buNone/>
            </a:pPr>
            <a:r>
              <a:rPr lang="en-US" altLang="zh-CN" sz="1800" b="1" dirty="0">
                <a:latin typeface="Courier New" panose="02070309020205020404" pitchFamily="49" charset="0"/>
                <a:cs typeface="Courier New" panose="02070309020205020404" pitchFamily="49" charset="0"/>
              </a:rPr>
              <a:t>#</a:t>
            </a:r>
            <a:r>
              <a:rPr lang="en-US" altLang="zh-CN" sz="18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define</a:t>
            </a:r>
            <a:r>
              <a:rPr lang="en-US" altLang="zh-CN" sz="1800" b="1" dirty="0">
                <a:latin typeface="Courier New" panose="02070309020205020404" pitchFamily="49" charset="0"/>
                <a:cs typeface="Courier New" panose="02070309020205020404" pitchFamily="49" charset="0"/>
              </a:rPr>
              <a:t>  MAX_ARRAY_DIM  8  </a:t>
            </a:r>
            <a:r>
              <a:rPr lang="en-US" altLang="zh-CN" sz="1600" b="1" dirty="0">
                <a:solidFill>
                  <a:schemeClr val="accent2">
                    <a:lumMod val="50000"/>
                  </a:schemeClr>
                </a:solidFill>
                <a:latin typeface="Courier New" panose="02070309020205020404" pitchFamily="49" charset="0"/>
                <a:cs typeface="Courier New" panose="02070309020205020404" pitchFamily="49" charset="0"/>
              </a:rPr>
              <a:t>// </a:t>
            </a:r>
            <a:r>
              <a:rPr lang="zh-CN" altLang="en-US" sz="1600" b="1" dirty="0">
                <a:solidFill>
                  <a:schemeClr val="accent2">
                    <a:lumMod val="50000"/>
                  </a:schemeClr>
                </a:solidFill>
                <a:latin typeface="Courier New" panose="02070309020205020404" pitchFamily="49" charset="0"/>
                <a:cs typeface="Courier New" panose="02070309020205020404" pitchFamily="49" charset="0"/>
              </a:rPr>
              <a:t>设定维数最大值为 </a:t>
            </a:r>
            <a:r>
              <a:rPr lang="en-US" altLang="zh-CN" sz="1600" b="1" dirty="0">
                <a:solidFill>
                  <a:schemeClr val="accent2">
                    <a:lumMod val="50000"/>
                  </a:schemeClr>
                </a:solidFill>
                <a:latin typeface="Courier New" panose="02070309020205020404" pitchFamily="49" charset="0"/>
                <a:cs typeface="Courier New" panose="02070309020205020404" pitchFamily="49" charset="0"/>
              </a:rPr>
              <a:t>8</a:t>
            </a:r>
          </a:p>
          <a:p>
            <a:pPr>
              <a:lnSpc>
                <a:spcPct val="80000"/>
              </a:lnSpc>
              <a:buFontTx/>
              <a:buNone/>
            </a:pPr>
            <a:r>
              <a:rPr lang="en-US" altLang="zh-CN" sz="18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typedef</a:t>
            </a:r>
            <a:r>
              <a:rPr lang="en-US" altLang="zh-CN" sz="1800" b="1" dirty="0">
                <a:latin typeface="Courier New" panose="02070309020205020404" pitchFamily="49" charset="0"/>
                <a:cs typeface="Courier New" panose="02070309020205020404" pitchFamily="49" charset="0"/>
              </a:rPr>
              <a:t> </a:t>
            </a:r>
            <a:r>
              <a:rPr lang="en-US" altLang="zh-CN" sz="18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struct</a:t>
            </a:r>
            <a:r>
              <a:rPr lang="en-US" altLang="zh-CN" sz="1800" b="1" dirty="0">
                <a:latin typeface="Courier New" panose="02070309020205020404" pitchFamily="49" charset="0"/>
                <a:cs typeface="Courier New" panose="02070309020205020404" pitchFamily="49" charset="0"/>
              </a:rPr>
              <a:t> </a:t>
            </a:r>
            <a:r>
              <a:rPr lang="en-US" altLang="zh-CN" sz="18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p>
          <a:p>
            <a:pPr>
              <a:lnSpc>
                <a:spcPct val="80000"/>
              </a:lnSpc>
              <a:buFontTx/>
              <a:buNone/>
            </a:pPr>
            <a:r>
              <a:rPr lang="en-US" altLang="zh-CN" sz="1600" b="1" dirty="0">
                <a:latin typeface="Courier New" panose="02070309020205020404" pitchFamily="49" charset="0"/>
                <a:cs typeface="Courier New" panose="02070309020205020404" pitchFamily="49" charset="0"/>
              </a:rPr>
              <a:t>  </a:t>
            </a:r>
            <a:r>
              <a:rPr lang="en-US" altLang="zh-CN" sz="1800" b="1" dirty="0" err="1">
                <a:latin typeface="Courier New" panose="02070309020205020404" pitchFamily="49" charset="0"/>
                <a:cs typeface="Courier New" panose="02070309020205020404" pitchFamily="49" charset="0"/>
              </a:rPr>
              <a:t>ElemType</a:t>
            </a:r>
            <a:r>
              <a:rPr lang="en-US" altLang="zh-CN" sz="1800" b="1" dirty="0">
                <a:latin typeface="Courier New" panose="02070309020205020404" pitchFamily="49" charset="0"/>
                <a:cs typeface="Courier New" panose="02070309020205020404" pitchFamily="49" charset="0"/>
              </a:rPr>
              <a:t> *base;</a:t>
            </a:r>
            <a:r>
              <a:rPr lang="en-US" altLang="zh-CN" sz="1600" b="1" dirty="0">
                <a:latin typeface="Courier New" panose="02070309020205020404" pitchFamily="49" charset="0"/>
                <a:cs typeface="Courier New" panose="02070309020205020404" pitchFamily="49" charset="0"/>
              </a:rPr>
              <a:t>   </a:t>
            </a:r>
            <a:r>
              <a:rPr lang="en-US" altLang="zh-CN" sz="1600" b="1" dirty="0">
                <a:solidFill>
                  <a:schemeClr val="accent2">
                    <a:lumMod val="50000"/>
                  </a:schemeClr>
                </a:solidFill>
                <a:latin typeface="Courier New" panose="02070309020205020404" pitchFamily="49" charset="0"/>
                <a:cs typeface="Courier New" panose="02070309020205020404" pitchFamily="49" charset="0"/>
              </a:rPr>
              <a:t>// </a:t>
            </a:r>
            <a:r>
              <a:rPr lang="zh-CN" altLang="en-US" sz="1600" b="1" dirty="0">
                <a:solidFill>
                  <a:schemeClr val="accent2">
                    <a:lumMod val="50000"/>
                  </a:schemeClr>
                </a:solidFill>
                <a:latin typeface="Courier New" panose="02070309020205020404" pitchFamily="49" charset="0"/>
                <a:cs typeface="Courier New" panose="02070309020205020404" pitchFamily="49" charset="0"/>
              </a:rPr>
              <a:t>元素基址，由</a:t>
            </a:r>
            <a:r>
              <a:rPr lang="en-US" altLang="zh-CN" sz="1600" b="1" dirty="0" err="1">
                <a:solidFill>
                  <a:schemeClr val="accent2">
                    <a:lumMod val="50000"/>
                  </a:schemeClr>
                </a:solidFill>
                <a:latin typeface="Courier New" panose="02070309020205020404" pitchFamily="49" charset="0"/>
                <a:cs typeface="Courier New" panose="02070309020205020404" pitchFamily="49" charset="0"/>
              </a:rPr>
              <a:t>InitArray</a:t>
            </a:r>
            <a:r>
              <a:rPr lang="zh-CN" altLang="en-US" sz="1600" b="1" dirty="0">
                <a:solidFill>
                  <a:schemeClr val="accent2">
                    <a:lumMod val="50000"/>
                  </a:schemeClr>
                </a:solidFill>
                <a:latin typeface="Courier New" panose="02070309020205020404" pitchFamily="49" charset="0"/>
                <a:cs typeface="Courier New" panose="02070309020205020404" pitchFamily="49" charset="0"/>
              </a:rPr>
              <a:t>分配</a:t>
            </a:r>
          </a:p>
          <a:p>
            <a:pPr>
              <a:lnSpc>
                <a:spcPct val="80000"/>
              </a:lnSpc>
              <a:buFontTx/>
              <a:buNone/>
            </a:pPr>
            <a:r>
              <a:rPr lang="zh-CN" altLang="en-US" sz="1600" b="1" dirty="0">
                <a:latin typeface="Courier New" panose="02070309020205020404" pitchFamily="49" charset="0"/>
                <a:cs typeface="Courier New" panose="02070309020205020404" pitchFamily="49" charset="0"/>
              </a:rPr>
              <a:t>  </a:t>
            </a:r>
            <a:r>
              <a:rPr lang="en-US" altLang="zh-CN" sz="18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int</a:t>
            </a:r>
            <a:r>
              <a:rPr lang="en-US" altLang="zh-CN" sz="1800" b="1" dirty="0">
                <a:latin typeface="Courier New" panose="02070309020205020404" pitchFamily="49" charset="0"/>
                <a:cs typeface="Courier New" panose="02070309020205020404" pitchFamily="49" charset="0"/>
              </a:rPr>
              <a:t>   dim;</a:t>
            </a:r>
            <a:r>
              <a:rPr lang="en-US" altLang="zh-CN" sz="1600" b="1" dirty="0">
                <a:latin typeface="Courier New" panose="02070309020205020404" pitchFamily="49" charset="0"/>
                <a:cs typeface="Courier New" panose="02070309020205020404" pitchFamily="49" charset="0"/>
              </a:rPr>
              <a:t>        </a:t>
            </a:r>
            <a:r>
              <a:rPr lang="en-US" altLang="zh-CN" sz="1600" b="1" dirty="0">
                <a:solidFill>
                  <a:schemeClr val="accent2">
                    <a:lumMod val="50000"/>
                  </a:schemeClr>
                </a:solidFill>
                <a:latin typeface="Courier New" panose="02070309020205020404" pitchFamily="49" charset="0"/>
                <a:cs typeface="Courier New" panose="02070309020205020404" pitchFamily="49" charset="0"/>
              </a:rPr>
              <a:t>// </a:t>
            </a:r>
            <a:r>
              <a:rPr lang="zh-CN" altLang="en-US" sz="1600" b="1" dirty="0">
                <a:solidFill>
                  <a:schemeClr val="accent2">
                    <a:lumMod val="50000"/>
                  </a:schemeClr>
                </a:solidFill>
                <a:latin typeface="Courier New" panose="02070309020205020404" pitchFamily="49" charset="0"/>
                <a:cs typeface="Courier New" panose="02070309020205020404" pitchFamily="49" charset="0"/>
              </a:rPr>
              <a:t>数组维数</a:t>
            </a:r>
          </a:p>
          <a:p>
            <a:pPr>
              <a:lnSpc>
                <a:spcPct val="80000"/>
              </a:lnSpc>
              <a:buNone/>
            </a:pPr>
            <a:r>
              <a:rPr lang="zh-CN" altLang="en-US" sz="1600" b="1" dirty="0">
                <a:latin typeface="Courier New" panose="02070309020205020404" pitchFamily="49" charset="0"/>
                <a:cs typeface="Courier New" panose="02070309020205020404" pitchFamily="49" charset="0"/>
              </a:rPr>
              <a:t>  </a:t>
            </a:r>
            <a:r>
              <a:rPr lang="en-US" altLang="zh-CN" sz="18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int</a:t>
            </a:r>
            <a:r>
              <a:rPr lang="en-US" altLang="zh-CN" sz="1800" b="1" dirty="0">
                <a:latin typeface="Courier New" panose="02070309020205020404" pitchFamily="49" charset="0"/>
                <a:cs typeface="Courier New" panose="02070309020205020404" pitchFamily="49" charset="0"/>
              </a:rPr>
              <a:t>  *bounds;</a:t>
            </a:r>
            <a:r>
              <a:rPr lang="en-US" altLang="zh-CN" sz="1600" b="1" dirty="0">
                <a:latin typeface="Courier New" panose="02070309020205020404" pitchFamily="49" charset="0"/>
                <a:cs typeface="Courier New" panose="02070309020205020404" pitchFamily="49" charset="0"/>
              </a:rPr>
              <a:t>     </a:t>
            </a:r>
            <a:r>
              <a:rPr lang="en-US" altLang="zh-CN" sz="1600" b="1" dirty="0">
                <a:solidFill>
                  <a:schemeClr val="accent2">
                    <a:lumMod val="50000"/>
                  </a:schemeClr>
                </a:solidFill>
                <a:latin typeface="Courier New" panose="02070309020205020404" pitchFamily="49" charset="0"/>
                <a:cs typeface="Courier New" panose="02070309020205020404" pitchFamily="49" charset="0"/>
              </a:rPr>
              <a:t>// </a:t>
            </a:r>
            <a:r>
              <a:rPr lang="zh-CN" altLang="en-US" sz="1600" b="1" dirty="0">
                <a:solidFill>
                  <a:schemeClr val="accent2">
                    <a:lumMod val="50000"/>
                  </a:schemeClr>
                </a:solidFill>
                <a:latin typeface="Courier New" panose="02070309020205020404" pitchFamily="49" charset="0"/>
                <a:cs typeface="Courier New" panose="02070309020205020404" pitchFamily="49" charset="0"/>
              </a:rPr>
              <a:t>维界的基址，由</a:t>
            </a:r>
            <a:r>
              <a:rPr lang="en-US" altLang="zh-CN" sz="1600" b="1" dirty="0" err="1">
                <a:solidFill>
                  <a:schemeClr val="accent2">
                    <a:lumMod val="50000"/>
                  </a:schemeClr>
                </a:solidFill>
                <a:latin typeface="Courier New" panose="02070309020205020404" pitchFamily="49" charset="0"/>
                <a:cs typeface="Courier New" panose="02070309020205020404" pitchFamily="49" charset="0"/>
              </a:rPr>
              <a:t>InitArray</a:t>
            </a:r>
            <a:r>
              <a:rPr lang="zh-CN" altLang="en-US" sz="1600" b="1" dirty="0">
                <a:solidFill>
                  <a:schemeClr val="accent2">
                    <a:lumMod val="50000"/>
                  </a:schemeClr>
                </a:solidFill>
                <a:latin typeface="Courier New" panose="02070309020205020404" pitchFamily="49" charset="0"/>
                <a:cs typeface="Courier New" panose="02070309020205020404" pitchFamily="49" charset="0"/>
              </a:rPr>
              <a:t>分配</a:t>
            </a:r>
          </a:p>
          <a:p>
            <a:pPr>
              <a:lnSpc>
                <a:spcPct val="80000"/>
              </a:lnSpc>
              <a:buNone/>
            </a:pPr>
            <a:r>
              <a:rPr lang="zh-CN" altLang="en-US" sz="1600" b="1" dirty="0">
                <a:latin typeface="Courier New" panose="02070309020205020404" pitchFamily="49" charset="0"/>
                <a:cs typeface="Courier New" panose="02070309020205020404" pitchFamily="49" charset="0"/>
              </a:rPr>
              <a:t>  </a:t>
            </a:r>
            <a:r>
              <a:rPr lang="en-US" altLang="zh-CN" sz="18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int</a:t>
            </a:r>
            <a:r>
              <a:rPr lang="en-US" altLang="zh-CN" sz="1800" b="1" dirty="0">
                <a:latin typeface="Courier New" panose="02070309020205020404" pitchFamily="49" charset="0"/>
                <a:cs typeface="Courier New" panose="02070309020205020404" pitchFamily="49" charset="0"/>
              </a:rPr>
              <a:t>  *constants;</a:t>
            </a:r>
            <a:r>
              <a:rPr lang="en-US" altLang="zh-CN" sz="1600" b="1" dirty="0">
                <a:latin typeface="Courier New" panose="02070309020205020404" pitchFamily="49" charset="0"/>
                <a:cs typeface="Courier New" panose="02070309020205020404" pitchFamily="49" charset="0"/>
              </a:rPr>
              <a:t> </a:t>
            </a:r>
            <a:r>
              <a:rPr lang="en-US" altLang="zh-CN" sz="1600" b="1" dirty="0">
                <a:solidFill>
                  <a:schemeClr val="accent2">
                    <a:lumMod val="50000"/>
                  </a:schemeClr>
                </a:solidFill>
                <a:latin typeface="Courier New" panose="02070309020205020404" pitchFamily="49" charset="0"/>
                <a:cs typeface="Courier New" panose="02070309020205020404" pitchFamily="49" charset="0"/>
              </a:rPr>
              <a:t>// </a:t>
            </a:r>
            <a:r>
              <a:rPr lang="zh-CN" altLang="en-US" sz="1600" b="1" dirty="0">
                <a:solidFill>
                  <a:schemeClr val="accent2">
                    <a:lumMod val="50000"/>
                  </a:schemeClr>
                </a:solidFill>
                <a:latin typeface="Courier New" panose="02070309020205020404" pitchFamily="49" charset="0"/>
                <a:cs typeface="Courier New" panose="02070309020205020404" pitchFamily="49" charset="0"/>
              </a:rPr>
              <a:t>数组映象函数的常数表基址，</a:t>
            </a:r>
          </a:p>
          <a:p>
            <a:pPr>
              <a:lnSpc>
                <a:spcPct val="80000"/>
              </a:lnSpc>
              <a:buNone/>
            </a:pPr>
            <a:r>
              <a:rPr lang="zh-CN" altLang="en-US" sz="1600" b="1" dirty="0">
                <a:latin typeface="Courier New" panose="02070309020205020404" pitchFamily="49" charset="0"/>
                <a:cs typeface="Courier New" panose="02070309020205020404" pitchFamily="49" charset="0"/>
              </a:rPr>
              <a:t>                     </a:t>
            </a:r>
            <a:r>
              <a:rPr lang="en-US" altLang="zh-CN" sz="1600" b="1" dirty="0">
                <a:solidFill>
                  <a:schemeClr val="accent2">
                    <a:lumMod val="50000"/>
                  </a:schemeClr>
                </a:solidFill>
                <a:latin typeface="Courier New" panose="02070309020205020404" pitchFamily="49" charset="0"/>
                <a:cs typeface="Courier New" panose="02070309020205020404" pitchFamily="49" charset="0"/>
              </a:rPr>
              <a:t>// </a:t>
            </a:r>
            <a:r>
              <a:rPr lang="zh-CN" altLang="en-US" sz="1600" b="1" dirty="0">
                <a:solidFill>
                  <a:schemeClr val="accent2">
                    <a:lumMod val="50000"/>
                  </a:schemeClr>
                </a:solidFill>
                <a:latin typeface="Courier New" panose="02070309020205020404" pitchFamily="49" charset="0"/>
                <a:cs typeface="Courier New" panose="02070309020205020404" pitchFamily="49" charset="0"/>
              </a:rPr>
              <a:t>由</a:t>
            </a:r>
            <a:r>
              <a:rPr lang="en-US" altLang="zh-CN" sz="1600" b="1" dirty="0" err="1">
                <a:solidFill>
                  <a:schemeClr val="accent2">
                    <a:lumMod val="50000"/>
                  </a:schemeClr>
                </a:solidFill>
                <a:latin typeface="Courier New" panose="02070309020205020404" pitchFamily="49" charset="0"/>
                <a:cs typeface="Courier New" panose="02070309020205020404" pitchFamily="49" charset="0"/>
              </a:rPr>
              <a:t>InitArray</a:t>
            </a:r>
            <a:r>
              <a:rPr lang="zh-CN" altLang="en-US" sz="1600" b="1" dirty="0">
                <a:solidFill>
                  <a:schemeClr val="accent2">
                    <a:lumMod val="50000"/>
                  </a:schemeClr>
                </a:solidFill>
                <a:latin typeface="Courier New" panose="02070309020205020404" pitchFamily="49" charset="0"/>
                <a:cs typeface="Courier New" panose="02070309020205020404" pitchFamily="49" charset="0"/>
              </a:rPr>
              <a:t>分配</a:t>
            </a:r>
          </a:p>
          <a:p>
            <a:pPr>
              <a:lnSpc>
                <a:spcPct val="80000"/>
              </a:lnSpc>
              <a:buFontTx/>
              <a:buNone/>
            </a:pPr>
            <a:r>
              <a:rPr lang="en-US" altLang="zh-CN" sz="18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en-US" altLang="zh-CN" sz="1800" b="1" dirty="0">
                <a:latin typeface="Courier New" panose="02070309020205020404" pitchFamily="49" charset="0"/>
                <a:cs typeface="Courier New" panose="02070309020205020404" pitchFamily="49" charset="0"/>
              </a:rPr>
              <a:t> *Array;   </a:t>
            </a:r>
            <a:r>
              <a:rPr lang="en-US" altLang="zh-CN" sz="1600" b="1" dirty="0">
                <a:solidFill>
                  <a:schemeClr val="accent2">
                    <a:lumMod val="50000"/>
                  </a:schemeClr>
                </a:solidFill>
                <a:latin typeface="Courier New" panose="02070309020205020404" pitchFamily="49" charset="0"/>
                <a:cs typeface="Courier New" panose="02070309020205020404" pitchFamily="49" charset="0"/>
              </a:rPr>
              <a:t>// </a:t>
            </a:r>
            <a:r>
              <a:rPr lang="zh-CN" altLang="en-US" sz="1600" b="1" dirty="0">
                <a:solidFill>
                  <a:schemeClr val="accent2">
                    <a:lumMod val="50000"/>
                  </a:schemeClr>
                </a:solidFill>
                <a:latin typeface="Courier New" panose="02070309020205020404" pitchFamily="49" charset="0"/>
                <a:cs typeface="Courier New" panose="02070309020205020404" pitchFamily="49" charset="0"/>
              </a:rPr>
              <a:t>多维数组类型</a:t>
            </a:r>
            <a:endParaRPr lang="en-US" altLang="zh-CN" sz="1600" b="1" dirty="0">
              <a:solidFill>
                <a:schemeClr val="accent2">
                  <a:lumMod val="50000"/>
                </a:schemeClr>
              </a:solidFill>
              <a:latin typeface="Courier New" panose="02070309020205020404" pitchFamily="49" charset="0"/>
              <a:cs typeface="Courier New" panose="02070309020205020404" pitchFamily="49" charset="0"/>
            </a:endParaRPr>
          </a:p>
        </p:txBody>
      </p:sp>
      <p:sp>
        <p:nvSpPr>
          <p:cNvPr id="5" name="文本占位符 217090">
            <a:extLst>
              <a:ext uri="{FF2B5EF4-FFF2-40B4-BE49-F238E27FC236}">
                <a16:creationId xmlns:a16="http://schemas.microsoft.com/office/drawing/2014/main" id="{EF594DBE-BCF8-4CE4-9A4E-9BC65CDB053E}"/>
              </a:ext>
            </a:extLst>
          </p:cNvPr>
          <p:cNvSpPr txBox="1">
            <a:spLocks/>
          </p:cNvSpPr>
          <p:nvPr/>
        </p:nvSpPr>
        <p:spPr>
          <a:xfrm>
            <a:off x="6767726" y="952344"/>
            <a:ext cx="5097970" cy="467567"/>
          </a:xfrm>
          <a:prstGeom prst="rect">
            <a:avLst/>
          </a:prstGeom>
        </p:spPr>
        <p:txBody>
          <a:bodyPr vert="horz" lIns="91440" tIns="45720" rIns="91440" bIns="45720" rtlCol="0" anchor="ctr" anchorCtr="0">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None/>
            </a:pPr>
            <a:r>
              <a:rPr lang="zh-CN" altLang="en-US" sz="2300" b="1" noProof="1">
                <a:solidFill>
                  <a:srgbClr val="A50021"/>
                </a:solidFill>
                <a:effectLst>
                  <a:outerShdw blurRad="38100" dist="38100" dir="2700000">
                    <a:srgbClr val="000000"/>
                  </a:outerShdw>
                </a:effectLst>
                <a:ea typeface="黑体" panose="02010609060101010101" pitchFamily="49" charset="-122"/>
              </a:rPr>
              <a:t>例</a:t>
            </a:r>
            <a:r>
              <a:rPr lang="zh-CN" altLang="en-US" sz="2000" b="1" noProof="1">
                <a:effectLst>
                  <a:outerShdw blurRad="38100" dist="38100" dir="2700000">
                    <a:srgbClr val="FFFFFF"/>
                  </a:outerShdw>
                </a:effectLst>
              </a:rPr>
              <a:t>   </a:t>
            </a:r>
            <a:r>
              <a:rPr lang="en-US" altLang="zh-CN" sz="2400" b="1" noProof="1">
                <a:solidFill>
                  <a:srgbClr val="041ABC"/>
                </a:solidFill>
                <a:effectLst>
                  <a:outerShdw blurRad="38100" dist="38100" dir="2700000">
                    <a:srgbClr val="FFFFFF"/>
                  </a:outerShdw>
                </a:effectLst>
                <a:latin typeface="Courier New" panose="02070309020205020404" pitchFamily="49" charset="0"/>
                <a:cs typeface="Courier New" panose="02070309020205020404" pitchFamily="49" charset="0"/>
              </a:rPr>
              <a:t>int</a:t>
            </a:r>
            <a:r>
              <a:rPr lang="en-US" altLang="zh-CN" sz="2400" b="1" noProof="1">
                <a:effectLst>
                  <a:outerShdw blurRad="38100" dist="38100" dir="2700000">
                    <a:srgbClr val="FFFFFF"/>
                  </a:outerShdw>
                </a:effectLst>
                <a:latin typeface="Courier New" panose="02070309020205020404" pitchFamily="49" charset="0"/>
                <a:cs typeface="Courier New" panose="02070309020205020404" pitchFamily="49" charset="0"/>
              </a:rPr>
              <a:t> </a:t>
            </a:r>
            <a:r>
              <a:rPr lang="en-US" altLang="zh-CN" sz="2400" b="1" noProof="1">
                <a:latin typeface="Courier New" panose="02070309020205020404" pitchFamily="49" charset="0"/>
                <a:cs typeface="Courier New" panose="02070309020205020404" pitchFamily="49" charset="0"/>
              </a:rPr>
              <a:t>a[4][5][6]; </a:t>
            </a:r>
            <a:r>
              <a:rPr lang="zh-CN" altLang="en-US" sz="2300" b="1" noProof="1">
                <a:effectLst>
                  <a:outerShdw blurRad="38100" dist="38100" dir="2700000">
                    <a:srgbClr val="FFFFFF"/>
                  </a:outerShdw>
                </a:effectLst>
              </a:rPr>
              <a:t>的存储结构  </a:t>
            </a:r>
            <a:r>
              <a:rPr lang="en-US" altLang="zh-CN" sz="2300" b="1" noProof="1">
                <a:effectLst>
                  <a:outerShdw blurRad="38100" dist="38100" dir="2700000">
                    <a:srgbClr val="FFFFFF"/>
                  </a:outerShdw>
                </a:effectLst>
              </a:rPr>
              <a:t>Array   A</a:t>
            </a:r>
            <a:r>
              <a:rPr lang="zh-CN" altLang="en-US" sz="2300" b="1" noProof="1">
                <a:effectLst>
                  <a:outerShdw blurRad="38100" dist="38100" dir="2700000">
                    <a:srgbClr val="FFFFFF"/>
                  </a:outerShdw>
                </a:effectLst>
              </a:rPr>
              <a:t>；</a:t>
            </a:r>
          </a:p>
        </p:txBody>
      </p:sp>
      <p:grpSp>
        <p:nvGrpSpPr>
          <p:cNvPr id="6" name="组合 5">
            <a:extLst>
              <a:ext uri="{FF2B5EF4-FFF2-40B4-BE49-F238E27FC236}">
                <a16:creationId xmlns:a16="http://schemas.microsoft.com/office/drawing/2014/main" id="{FC541320-2329-4E69-AF1A-7E711A491BD8}"/>
              </a:ext>
            </a:extLst>
          </p:cNvPr>
          <p:cNvGrpSpPr>
            <a:grpSpLocks/>
          </p:cNvGrpSpPr>
          <p:nvPr/>
        </p:nvGrpSpPr>
        <p:grpSpPr bwMode="auto">
          <a:xfrm>
            <a:off x="7051859" y="1919485"/>
            <a:ext cx="1532594" cy="1200671"/>
            <a:chOff x="897" y="1451"/>
            <a:chExt cx="1054" cy="1398"/>
          </a:xfrm>
        </p:grpSpPr>
        <p:sp>
          <p:nvSpPr>
            <p:cNvPr id="7" name="矩形 217091">
              <a:extLst>
                <a:ext uri="{FF2B5EF4-FFF2-40B4-BE49-F238E27FC236}">
                  <a16:creationId xmlns:a16="http://schemas.microsoft.com/office/drawing/2014/main" id="{B6048B90-1E0D-481E-BC56-44F183BD7D9E}"/>
                </a:ext>
              </a:extLst>
            </p:cNvPr>
            <p:cNvSpPr>
              <a:spLocks noChangeArrowheads="1"/>
            </p:cNvSpPr>
            <p:nvPr/>
          </p:nvSpPr>
          <p:spPr bwMode="auto">
            <a:xfrm>
              <a:off x="1643" y="1527"/>
              <a:ext cx="308" cy="318"/>
            </a:xfrm>
            <a:prstGeom prst="rect">
              <a:avLst/>
            </a:prstGeom>
            <a:solidFill>
              <a:schemeClr val="accent6">
                <a:lumMod val="20000"/>
                <a:lumOff val="80000"/>
              </a:schemeClr>
            </a:solidFill>
            <a:ln w="28575">
              <a:solidFill>
                <a:schemeClr val="tx1"/>
              </a:solidFill>
              <a:miter lim="800000"/>
              <a:headEnd/>
              <a:tailEnd/>
            </a:ln>
          </p:spPr>
          <p:txBody>
            <a:bodyPr/>
            <a:lstStyle/>
            <a:p>
              <a:endParaRPr lang="zh-CN" altLang="en-US" sz="2400" b="1"/>
            </a:p>
          </p:txBody>
        </p:sp>
        <p:sp>
          <p:nvSpPr>
            <p:cNvPr id="8" name="矩形 217092">
              <a:extLst>
                <a:ext uri="{FF2B5EF4-FFF2-40B4-BE49-F238E27FC236}">
                  <a16:creationId xmlns:a16="http://schemas.microsoft.com/office/drawing/2014/main" id="{314E5AF6-51C5-4EBF-B290-94DFB5C39913}"/>
                </a:ext>
              </a:extLst>
            </p:cNvPr>
            <p:cNvSpPr>
              <a:spLocks noChangeArrowheads="1"/>
            </p:cNvSpPr>
            <p:nvPr/>
          </p:nvSpPr>
          <p:spPr bwMode="auto">
            <a:xfrm>
              <a:off x="1643" y="1845"/>
              <a:ext cx="308" cy="318"/>
            </a:xfrm>
            <a:prstGeom prst="rect">
              <a:avLst/>
            </a:prstGeom>
            <a:solidFill>
              <a:schemeClr val="accent3">
                <a:lumMod val="20000"/>
                <a:lumOff val="80000"/>
              </a:schemeClr>
            </a:solidFill>
            <a:ln w="28575">
              <a:solidFill>
                <a:schemeClr val="tx1"/>
              </a:solidFill>
              <a:miter lim="800000"/>
              <a:headEnd/>
              <a:tailEnd/>
            </a:ln>
          </p:spPr>
          <p:txBody>
            <a:bodyPr wrap="none" anchor="ctr"/>
            <a:lstStyle/>
            <a:p>
              <a:pPr algn="ctr"/>
              <a:r>
                <a:rPr lang="en-US" altLang="zh-CN" b="1"/>
                <a:t>3</a:t>
              </a:r>
            </a:p>
          </p:txBody>
        </p:sp>
        <p:sp>
          <p:nvSpPr>
            <p:cNvPr id="9" name="矩形 217093">
              <a:extLst>
                <a:ext uri="{FF2B5EF4-FFF2-40B4-BE49-F238E27FC236}">
                  <a16:creationId xmlns:a16="http://schemas.microsoft.com/office/drawing/2014/main" id="{AE8A91B8-B811-4A6F-973E-BCFE8272FC47}"/>
                </a:ext>
              </a:extLst>
            </p:cNvPr>
            <p:cNvSpPr>
              <a:spLocks noChangeArrowheads="1"/>
            </p:cNvSpPr>
            <p:nvPr/>
          </p:nvSpPr>
          <p:spPr bwMode="auto">
            <a:xfrm>
              <a:off x="1643" y="2162"/>
              <a:ext cx="308" cy="318"/>
            </a:xfrm>
            <a:prstGeom prst="rect">
              <a:avLst/>
            </a:prstGeom>
            <a:solidFill>
              <a:schemeClr val="accent4">
                <a:lumMod val="20000"/>
                <a:lumOff val="80000"/>
              </a:schemeClr>
            </a:solidFill>
            <a:ln w="28575">
              <a:solidFill>
                <a:schemeClr val="tx1"/>
              </a:solidFill>
              <a:miter lim="800000"/>
              <a:headEnd/>
              <a:tailEnd/>
            </a:ln>
          </p:spPr>
          <p:txBody>
            <a:bodyPr/>
            <a:lstStyle/>
            <a:p>
              <a:endParaRPr lang="zh-CN" altLang="en-US" sz="2400" b="1"/>
            </a:p>
          </p:txBody>
        </p:sp>
        <p:sp>
          <p:nvSpPr>
            <p:cNvPr id="10" name="矩形 217094">
              <a:extLst>
                <a:ext uri="{FF2B5EF4-FFF2-40B4-BE49-F238E27FC236}">
                  <a16:creationId xmlns:a16="http://schemas.microsoft.com/office/drawing/2014/main" id="{2AAD2315-C62A-4F11-B545-FDBAD384733D}"/>
                </a:ext>
              </a:extLst>
            </p:cNvPr>
            <p:cNvSpPr>
              <a:spLocks noChangeArrowheads="1"/>
            </p:cNvSpPr>
            <p:nvPr/>
          </p:nvSpPr>
          <p:spPr bwMode="auto">
            <a:xfrm>
              <a:off x="1643" y="2480"/>
              <a:ext cx="308" cy="318"/>
            </a:xfrm>
            <a:prstGeom prst="rect">
              <a:avLst/>
            </a:prstGeom>
            <a:solidFill>
              <a:schemeClr val="accent5">
                <a:lumMod val="20000"/>
                <a:lumOff val="80000"/>
              </a:schemeClr>
            </a:solidFill>
            <a:ln w="28575">
              <a:solidFill>
                <a:schemeClr val="tx1"/>
              </a:solidFill>
              <a:miter lim="800000"/>
              <a:headEnd/>
              <a:tailEnd/>
            </a:ln>
          </p:spPr>
          <p:txBody>
            <a:bodyPr/>
            <a:lstStyle/>
            <a:p>
              <a:endParaRPr lang="zh-CN" altLang="en-US" sz="2400" b="1"/>
            </a:p>
          </p:txBody>
        </p:sp>
        <p:sp>
          <p:nvSpPr>
            <p:cNvPr id="11" name="文本框 217095">
              <a:extLst>
                <a:ext uri="{FF2B5EF4-FFF2-40B4-BE49-F238E27FC236}">
                  <a16:creationId xmlns:a16="http://schemas.microsoft.com/office/drawing/2014/main" id="{7ECF9464-7DC3-4118-8D3C-717B58D26F04}"/>
                </a:ext>
              </a:extLst>
            </p:cNvPr>
            <p:cNvSpPr txBox="1">
              <a:spLocks noChangeArrowheads="1"/>
            </p:cNvSpPr>
            <p:nvPr/>
          </p:nvSpPr>
          <p:spPr bwMode="auto">
            <a:xfrm>
              <a:off x="897" y="1451"/>
              <a:ext cx="762" cy="1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r"/>
              <a:r>
                <a:rPr lang="en-US" altLang="zh-CN" b="1" dirty="0">
                  <a:solidFill>
                    <a:srgbClr val="041ABC"/>
                  </a:solidFill>
                </a:rPr>
                <a:t>base</a:t>
              </a:r>
            </a:p>
            <a:p>
              <a:pPr algn="r"/>
              <a:r>
                <a:rPr lang="en-US" altLang="zh-CN" b="1" dirty="0">
                  <a:solidFill>
                    <a:srgbClr val="041ABC"/>
                  </a:solidFill>
                </a:rPr>
                <a:t>dim</a:t>
              </a:r>
            </a:p>
            <a:p>
              <a:pPr algn="r"/>
              <a:r>
                <a:rPr lang="en-US" altLang="zh-CN" b="1" dirty="0">
                  <a:solidFill>
                    <a:srgbClr val="041ABC"/>
                  </a:solidFill>
                </a:rPr>
                <a:t>Bounds</a:t>
              </a:r>
            </a:p>
            <a:p>
              <a:pPr algn="r"/>
              <a:r>
                <a:rPr lang="en-US" altLang="zh-CN" b="1" dirty="0">
                  <a:solidFill>
                    <a:srgbClr val="041ABC"/>
                  </a:solidFill>
                </a:rPr>
                <a:t>constants</a:t>
              </a:r>
            </a:p>
          </p:txBody>
        </p:sp>
      </p:grpSp>
      <p:grpSp>
        <p:nvGrpSpPr>
          <p:cNvPr id="17" name="组合 16">
            <a:extLst>
              <a:ext uri="{FF2B5EF4-FFF2-40B4-BE49-F238E27FC236}">
                <a16:creationId xmlns:a16="http://schemas.microsoft.com/office/drawing/2014/main" id="{620EA848-5BE7-4589-BAE2-C25AA0E96C6A}"/>
              </a:ext>
            </a:extLst>
          </p:cNvPr>
          <p:cNvGrpSpPr>
            <a:grpSpLocks/>
          </p:cNvGrpSpPr>
          <p:nvPr/>
        </p:nvGrpSpPr>
        <p:grpSpPr bwMode="auto">
          <a:xfrm>
            <a:off x="8388691" y="2826052"/>
            <a:ext cx="1211847" cy="278368"/>
            <a:chOff x="1769" y="2502"/>
            <a:chExt cx="1520" cy="318"/>
          </a:xfrm>
          <a:solidFill>
            <a:schemeClr val="accent5">
              <a:lumMod val="20000"/>
              <a:lumOff val="80000"/>
            </a:schemeClr>
          </a:solidFill>
        </p:grpSpPr>
        <p:sp>
          <p:nvSpPr>
            <p:cNvPr id="18" name="直接连接符 217103">
              <a:extLst>
                <a:ext uri="{FF2B5EF4-FFF2-40B4-BE49-F238E27FC236}">
                  <a16:creationId xmlns:a16="http://schemas.microsoft.com/office/drawing/2014/main" id="{6123D74F-810E-4110-A38A-F4F7A3157013}"/>
                </a:ext>
              </a:extLst>
            </p:cNvPr>
            <p:cNvSpPr>
              <a:spLocks noChangeShapeType="1"/>
            </p:cNvSpPr>
            <p:nvPr/>
          </p:nvSpPr>
          <p:spPr bwMode="auto">
            <a:xfrm>
              <a:off x="1769" y="2638"/>
              <a:ext cx="386" cy="0"/>
            </a:xfrm>
            <a:prstGeom prst="line">
              <a:avLst/>
            </a:prstGeom>
            <a:grpFill/>
            <a:ln w="28575">
              <a:solidFill>
                <a:srgbClr val="C00000"/>
              </a:solidFill>
              <a:round/>
              <a:headEnd type="oval" w="med" len="med"/>
              <a:tailEnd type="triangle" w="med" len="lg"/>
            </a:ln>
          </p:spPr>
          <p:txBody>
            <a:bodyPr/>
            <a:lstStyle/>
            <a:p>
              <a:endParaRPr lang="zh-CN" altLang="en-US" b="1"/>
            </a:p>
          </p:txBody>
        </p:sp>
        <p:grpSp>
          <p:nvGrpSpPr>
            <p:cNvPr id="19" name="组合 217108">
              <a:extLst>
                <a:ext uri="{FF2B5EF4-FFF2-40B4-BE49-F238E27FC236}">
                  <a16:creationId xmlns:a16="http://schemas.microsoft.com/office/drawing/2014/main" id="{E1BA0720-9929-42AA-B8A7-05B16A7F9BD3}"/>
                </a:ext>
              </a:extLst>
            </p:cNvPr>
            <p:cNvGrpSpPr>
              <a:grpSpLocks/>
            </p:cNvGrpSpPr>
            <p:nvPr/>
          </p:nvGrpSpPr>
          <p:grpSpPr bwMode="auto">
            <a:xfrm>
              <a:off x="2155" y="2502"/>
              <a:ext cx="1134" cy="318"/>
              <a:chOff x="1837" y="2568"/>
              <a:chExt cx="1134" cy="318"/>
            </a:xfrm>
            <a:grpFill/>
          </p:grpSpPr>
          <p:sp>
            <p:nvSpPr>
              <p:cNvPr id="20" name="矩形 217105">
                <a:extLst>
                  <a:ext uri="{FF2B5EF4-FFF2-40B4-BE49-F238E27FC236}">
                    <a16:creationId xmlns:a16="http://schemas.microsoft.com/office/drawing/2014/main" id="{7EB9BC51-CAF9-47F7-83A3-BB92BD75FE55}"/>
                  </a:ext>
                </a:extLst>
              </p:cNvPr>
              <p:cNvSpPr>
                <a:spLocks noChangeArrowheads="1"/>
              </p:cNvSpPr>
              <p:nvPr/>
            </p:nvSpPr>
            <p:spPr bwMode="auto">
              <a:xfrm>
                <a:off x="1837" y="2568"/>
                <a:ext cx="1134" cy="318"/>
              </a:xfrm>
              <a:prstGeom prst="rect">
                <a:avLst/>
              </a:prstGeom>
              <a:grpFill/>
              <a:ln w="28575">
                <a:solidFill>
                  <a:schemeClr val="tx1"/>
                </a:solidFill>
                <a:miter lim="800000"/>
                <a:headEnd/>
                <a:tailEnd/>
              </a:ln>
            </p:spPr>
            <p:txBody>
              <a:bodyPr wrap="none" lIns="36000" anchor="ctr"/>
              <a:lstStyle/>
              <a:p>
                <a:r>
                  <a:rPr lang="en-US" altLang="zh-CN" b="1" dirty="0">
                    <a:solidFill>
                      <a:srgbClr val="041ABC"/>
                    </a:solidFill>
                    <a:effectLst>
                      <a:outerShdw blurRad="38100" dist="38100" dir="2700000" algn="tl">
                        <a:srgbClr val="000000">
                          <a:alpha val="43137"/>
                        </a:srgbClr>
                      </a:outerShdw>
                    </a:effectLst>
                  </a:rPr>
                  <a:t>30   6 </a:t>
                </a:r>
                <a:r>
                  <a:rPr lang="en-US" altLang="zh-CN" sz="1200" b="1" dirty="0">
                    <a:solidFill>
                      <a:srgbClr val="041ABC"/>
                    </a:solidFill>
                    <a:effectLst>
                      <a:outerShdw blurRad="38100" dist="38100" dir="2700000" algn="tl">
                        <a:srgbClr val="000000">
                          <a:alpha val="43137"/>
                        </a:srgbClr>
                      </a:outerShdw>
                    </a:effectLst>
                  </a:rPr>
                  <a:t>  </a:t>
                </a:r>
                <a:r>
                  <a:rPr lang="en-US" altLang="zh-CN" b="1" dirty="0">
                    <a:solidFill>
                      <a:srgbClr val="041ABC"/>
                    </a:solidFill>
                    <a:effectLst>
                      <a:outerShdw blurRad="38100" dist="38100" dir="2700000" algn="tl">
                        <a:srgbClr val="000000">
                          <a:alpha val="43137"/>
                        </a:srgbClr>
                      </a:outerShdw>
                    </a:effectLst>
                  </a:rPr>
                  <a:t>1</a:t>
                </a:r>
              </a:p>
            </p:txBody>
          </p:sp>
          <p:sp>
            <p:nvSpPr>
              <p:cNvPr id="21" name="直接连接符 217106">
                <a:extLst>
                  <a:ext uri="{FF2B5EF4-FFF2-40B4-BE49-F238E27FC236}">
                    <a16:creationId xmlns:a16="http://schemas.microsoft.com/office/drawing/2014/main" id="{FA8FD921-0204-45D7-AD8B-55EE4C5C78C9}"/>
                  </a:ext>
                </a:extLst>
              </p:cNvPr>
              <p:cNvSpPr>
                <a:spLocks noChangeShapeType="1"/>
              </p:cNvSpPr>
              <p:nvPr/>
            </p:nvSpPr>
            <p:spPr bwMode="auto">
              <a:xfrm>
                <a:off x="2238" y="2568"/>
                <a:ext cx="0" cy="318"/>
              </a:xfrm>
              <a:prstGeom prst="line">
                <a:avLst/>
              </a:prstGeom>
              <a:grpFill/>
              <a:ln w="28575">
                <a:solidFill>
                  <a:schemeClr val="tx1"/>
                </a:solidFill>
                <a:round/>
                <a:headEnd/>
                <a:tailEnd/>
              </a:ln>
            </p:spPr>
            <p:txBody>
              <a:bodyPr/>
              <a:lstStyle/>
              <a:p>
                <a:endParaRPr lang="zh-CN" altLang="en-US" b="1"/>
              </a:p>
            </p:txBody>
          </p:sp>
          <p:sp>
            <p:nvSpPr>
              <p:cNvPr id="22" name="直接连接符 217107">
                <a:extLst>
                  <a:ext uri="{FF2B5EF4-FFF2-40B4-BE49-F238E27FC236}">
                    <a16:creationId xmlns:a16="http://schemas.microsoft.com/office/drawing/2014/main" id="{0984DE55-1A40-45B4-AB3E-8D2F59C1E813}"/>
                  </a:ext>
                </a:extLst>
              </p:cNvPr>
              <p:cNvSpPr>
                <a:spLocks noChangeShapeType="1"/>
              </p:cNvSpPr>
              <p:nvPr/>
            </p:nvSpPr>
            <p:spPr bwMode="auto">
              <a:xfrm>
                <a:off x="2615" y="2568"/>
                <a:ext cx="0" cy="318"/>
              </a:xfrm>
              <a:prstGeom prst="line">
                <a:avLst/>
              </a:prstGeom>
              <a:grpFill/>
              <a:ln w="28575">
                <a:solidFill>
                  <a:schemeClr val="tx1"/>
                </a:solidFill>
                <a:round/>
                <a:headEnd/>
                <a:tailEnd/>
              </a:ln>
            </p:spPr>
            <p:txBody>
              <a:bodyPr/>
              <a:lstStyle/>
              <a:p>
                <a:endParaRPr lang="zh-CN" altLang="en-US" b="1"/>
              </a:p>
            </p:txBody>
          </p:sp>
        </p:grpSp>
      </p:grpSp>
      <p:grpSp>
        <p:nvGrpSpPr>
          <p:cNvPr id="35" name="组合 34">
            <a:extLst>
              <a:ext uri="{FF2B5EF4-FFF2-40B4-BE49-F238E27FC236}">
                <a16:creationId xmlns:a16="http://schemas.microsoft.com/office/drawing/2014/main" id="{D1A36713-AF46-448B-BA57-3F0184E6A945}"/>
              </a:ext>
            </a:extLst>
          </p:cNvPr>
          <p:cNvGrpSpPr/>
          <p:nvPr/>
        </p:nvGrpSpPr>
        <p:grpSpPr>
          <a:xfrm>
            <a:off x="8384713" y="1700747"/>
            <a:ext cx="3035300" cy="589940"/>
            <a:chOff x="8400300" y="1700746"/>
            <a:chExt cx="3035300" cy="589940"/>
          </a:xfrm>
        </p:grpSpPr>
        <p:grpSp>
          <p:nvGrpSpPr>
            <p:cNvPr id="23" name="组合 22">
              <a:extLst>
                <a:ext uri="{FF2B5EF4-FFF2-40B4-BE49-F238E27FC236}">
                  <a16:creationId xmlns:a16="http://schemas.microsoft.com/office/drawing/2014/main" id="{B0532FF2-6F95-4663-A0B1-86C6E00F4AA2}"/>
                </a:ext>
              </a:extLst>
            </p:cNvPr>
            <p:cNvGrpSpPr>
              <a:grpSpLocks/>
            </p:cNvGrpSpPr>
            <p:nvPr/>
          </p:nvGrpSpPr>
          <p:grpSpPr bwMode="auto">
            <a:xfrm>
              <a:off x="8400300" y="1700746"/>
              <a:ext cx="3035300" cy="577970"/>
              <a:chOff x="1754" y="1315"/>
              <a:chExt cx="1912" cy="446"/>
            </a:xfrm>
          </p:grpSpPr>
          <p:sp>
            <p:nvSpPr>
              <p:cNvPr id="24" name="直接连接符 217097">
                <a:extLst>
                  <a:ext uri="{FF2B5EF4-FFF2-40B4-BE49-F238E27FC236}">
                    <a16:creationId xmlns:a16="http://schemas.microsoft.com/office/drawing/2014/main" id="{64274CCB-677D-4A6D-9069-2C16A0C951CA}"/>
                  </a:ext>
                </a:extLst>
              </p:cNvPr>
              <p:cNvSpPr>
                <a:spLocks noChangeShapeType="1"/>
              </p:cNvSpPr>
              <p:nvPr/>
            </p:nvSpPr>
            <p:spPr bwMode="auto">
              <a:xfrm flipV="1">
                <a:off x="1754" y="1650"/>
                <a:ext cx="289" cy="0"/>
              </a:xfrm>
              <a:prstGeom prst="line">
                <a:avLst/>
              </a:prstGeom>
              <a:noFill/>
              <a:ln w="28575">
                <a:solidFill>
                  <a:srgbClr val="C00000"/>
                </a:solidFill>
                <a:round/>
                <a:headEnd type="oval" w="med" len="med"/>
                <a:tailEnd type="triangle" w="med" len="lg"/>
              </a:ln>
              <a:extLst>
                <a:ext uri="{909E8E84-426E-40DD-AFC4-6F175D3DCCD1}">
                  <a14:hiddenFill xmlns:a14="http://schemas.microsoft.com/office/drawing/2010/main">
                    <a:noFill/>
                  </a14:hiddenFill>
                </a:ext>
              </a:extLst>
            </p:spPr>
            <p:txBody>
              <a:bodyPr/>
              <a:lstStyle/>
              <a:p>
                <a:endParaRPr lang="zh-CN" altLang="en-US"/>
              </a:p>
            </p:txBody>
          </p:sp>
          <p:grpSp>
            <p:nvGrpSpPr>
              <p:cNvPr id="25" name="组合 217114">
                <a:extLst>
                  <a:ext uri="{FF2B5EF4-FFF2-40B4-BE49-F238E27FC236}">
                    <a16:creationId xmlns:a16="http://schemas.microsoft.com/office/drawing/2014/main" id="{1264975F-23FF-4D55-9657-352FCCC05731}"/>
                  </a:ext>
                </a:extLst>
              </p:cNvPr>
              <p:cNvGrpSpPr>
                <a:grpSpLocks/>
              </p:cNvGrpSpPr>
              <p:nvPr/>
            </p:nvGrpSpPr>
            <p:grpSpPr bwMode="auto">
              <a:xfrm>
                <a:off x="1980" y="1315"/>
                <a:ext cx="1686" cy="446"/>
                <a:chOff x="1980" y="1315"/>
                <a:chExt cx="1686" cy="446"/>
              </a:xfrm>
            </p:grpSpPr>
            <p:sp>
              <p:nvSpPr>
                <p:cNvPr id="26" name="文本框 217109">
                  <a:extLst>
                    <a:ext uri="{FF2B5EF4-FFF2-40B4-BE49-F238E27FC236}">
                      <a16:creationId xmlns:a16="http://schemas.microsoft.com/office/drawing/2014/main" id="{88DAE081-E9B3-4EE6-A14E-64AACD9F5AB9}"/>
                    </a:ext>
                  </a:extLst>
                </p:cNvPr>
                <p:cNvSpPr txBox="1">
                  <a:spLocks noChangeArrowheads="1"/>
                </p:cNvSpPr>
                <p:nvPr/>
              </p:nvSpPr>
              <p:spPr bwMode="auto">
                <a:xfrm>
                  <a:off x="1980" y="1315"/>
                  <a:ext cx="1686" cy="2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1600" b="1" dirty="0"/>
                    <a:t>0</a:t>
                  </a:r>
                  <a:r>
                    <a:rPr lang="en-US" altLang="zh-CN" sz="800" b="1" dirty="0"/>
                    <a:t> </a:t>
                  </a:r>
                  <a:r>
                    <a:rPr lang="en-US" altLang="zh-CN" sz="1600" b="1" dirty="0"/>
                    <a:t>1</a:t>
                  </a:r>
                  <a:r>
                    <a:rPr lang="en-US" altLang="zh-CN" sz="800" b="1" dirty="0"/>
                    <a:t> </a:t>
                  </a:r>
                  <a:r>
                    <a:rPr lang="en-US" altLang="zh-CN" sz="1600" b="1" dirty="0"/>
                    <a:t>2     …     45   …         119</a:t>
                  </a:r>
                </a:p>
              </p:txBody>
            </p:sp>
            <p:sp>
              <p:nvSpPr>
                <p:cNvPr id="27" name="矩形 217096">
                  <a:extLst>
                    <a:ext uri="{FF2B5EF4-FFF2-40B4-BE49-F238E27FC236}">
                      <a16:creationId xmlns:a16="http://schemas.microsoft.com/office/drawing/2014/main" id="{4D873E32-065D-45F0-BF30-4389E23BAA1A}"/>
                    </a:ext>
                  </a:extLst>
                </p:cNvPr>
                <p:cNvSpPr>
                  <a:spLocks noChangeArrowheads="1"/>
                </p:cNvSpPr>
                <p:nvPr/>
              </p:nvSpPr>
              <p:spPr bwMode="auto">
                <a:xfrm>
                  <a:off x="2035" y="1550"/>
                  <a:ext cx="378" cy="211"/>
                </a:xfrm>
                <a:prstGeom prst="rect">
                  <a:avLst/>
                </a:prstGeom>
                <a:solidFill>
                  <a:schemeClr val="accent6">
                    <a:lumMod val="20000"/>
                    <a:lumOff val="80000"/>
                  </a:schemeClr>
                </a:solidFill>
                <a:ln w="28575">
                  <a:solidFill>
                    <a:schemeClr val="tx1"/>
                  </a:solidFill>
                  <a:miter lim="800000"/>
                  <a:headEnd/>
                  <a:tailEnd/>
                </a:ln>
              </p:spPr>
              <p:txBody>
                <a:bodyPr/>
                <a:lstStyle/>
                <a:p>
                  <a:endParaRPr lang="zh-CN" altLang="en-US"/>
                </a:p>
              </p:txBody>
            </p:sp>
          </p:grpSp>
        </p:grpSp>
        <p:sp>
          <p:nvSpPr>
            <p:cNvPr id="29" name="矩形 217096">
              <a:extLst>
                <a:ext uri="{FF2B5EF4-FFF2-40B4-BE49-F238E27FC236}">
                  <a16:creationId xmlns:a16="http://schemas.microsoft.com/office/drawing/2014/main" id="{82952726-2E28-4773-9E2E-E79F1D19F0E3}"/>
                </a:ext>
              </a:extLst>
            </p:cNvPr>
            <p:cNvSpPr>
              <a:spLocks noChangeArrowheads="1"/>
            </p:cNvSpPr>
            <p:nvPr/>
          </p:nvSpPr>
          <p:spPr bwMode="auto">
            <a:xfrm>
              <a:off x="9671227" y="2004246"/>
              <a:ext cx="600075" cy="273437"/>
            </a:xfrm>
            <a:prstGeom prst="rect">
              <a:avLst/>
            </a:prstGeom>
            <a:solidFill>
              <a:schemeClr val="accent6">
                <a:lumMod val="20000"/>
                <a:lumOff val="80000"/>
              </a:schemeClr>
            </a:solidFill>
            <a:ln w="28575">
              <a:solidFill>
                <a:schemeClr val="tx1"/>
              </a:solidFill>
              <a:miter lim="800000"/>
              <a:headEnd/>
              <a:tailEnd/>
            </a:ln>
          </p:spPr>
          <p:txBody>
            <a:bodyPr/>
            <a:lstStyle/>
            <a:p>
              <a:endParaRPr lang="zh-CN" altLang="en-US"/>
            </a:p>
          </p:txBody>
        </p:sp>
        <p:sp>
          <p:nvSpPr>
            <p:cNvPr id="31" name="矩形 217096">
              <a:extLst>
                <a:ext uri="{FF2B5EF4-FFF2-40B4-BE49-F238E27FC236}">
                  <a16:creationId xmlns:a16="http://schemas.microsoft.com/office/drawing/2014/main" id="{E30DA185-152A-4EE9-A1E8-5DA00B89519C}"/>
                </a:ext>
              </a:extLst>
            </p:cNvPr>
            <p:cNvSpPr>
              <a:spLocks noChangeArrowheads="1"/>
            </p:cNvSpPr>
            <p:nvPr/>
          </p:nvSpPr>
          <p:spPr bwMode="auto">
            <a:xfrm>
              <a:off x="10496066" y="2004245"/>
              <a:ext cx="600075" cy="273437"/>
            </a:xfrm>
            <a:prstGeom prst="rect">
              <a:avLst/>
            </a:prstGeom>
            <a:solidFill>
              <a:schemeClr val="accent6">
                <a:lumMod val="20000"/>
                <a:lumOff val="80000"/>
              </a:schemeClr>
            </a:solidFill>
            <a:ln w="28575">
              <a:solidFill>
                <a:schemeClr val="tx1"/>
              </a:solidFill>
              <a:miter lim="800000"/>
              <a:headEnd/>
              <a:tailEnd/>
            </a:ln>
          </p:spPr>
          <p:txBody>
            <a:bodyPr/>
            <a:lstStyle/>
            <a:p>
              <a:endParaRPr lang="zh-CN" altLang="en-US"/>
            </a:p>
          </p:txBody>
        </p:sp>
        <p:sp>
          <p:nvSpPr>
            <p:cNvPr id="32" name="矩形 217096">
              <a:extLst>
                <a:ext uri="{FF2B5EF4-FFF2-40B4-BE49-F238E27FC236}">
                  <a16:creationId xmlns:a16="http://schemas.microsoft.com/office/drawing/2014/main" id="{2D2FA0C5-BB5F-410C-BB47-565021FE8FD0}"/>
                </a:ext>
              </a:extLst>
            </p:cNvPr>
            <p:cNvSpPr>
              <a:spLocks noChangeArrowheads="1"/>
            </p:cNvSpPr>
            <p:nvPr/>
          </p:nvSpPr>
          <p:spPr bwMode="auto">
            <a:xfrm>
              <a:off x="9427819" y="1985277"/>
              <a:ext cx="300038" cy="305409"/>
            </a:xfrm>
            <a:prstGeom prst="rect">
              <a:avLst/>
            </a:prstGeom>
            <a:solidFill>
              <a:schemeClr val="accent6">
                <a:lumMod val="20000"/>
                <a:lumOff val="80000"/>
              </a:schemeClr>
            </a:solidFill>
            <a:ln w="28575">
              <a:noFill/>
              <a:miter lim="800000"/>
              <a:headEnd/>
              <a:tailEnd/>
            </a:ln>
          </p:spPr>
          <p:txBody>
            <a:bodyPr/>
            <a:lstStyle/>
            <a:p>
              <a:endParaRPr lang="zh-CN" altLang="en-US"/>
            </a:p>
          </p:txBody>
        </p:sp>
        <p:sp>
          <p:nvSpPr>
            <p:cNvPr id="33" name="矩形 217096">
              <a:extLst>
                <a:ext uri="{FF2B5EF4-FFF2-40B4-BE49-F238E27FC236}">
                  <a16:creationId xmlns:a16="http://schemas.microsoft.com/office/drawing/2014/main" id="{1F285C70-5ABF-40DD-9F3A-C22FC8E78291}"/>
                </a:ext>
              </a:extLst>
            </p:cNvPr>
            <p:cNvSpPr>
              <a:spLocks noChangeArrowheads="1"/>
            </p:cNvSpPr>
            <p:nvPr/>
          </p:nvSpPr>
          <p:spPr bwMode="auto">
            <a:xfrm>
              <a:off x="10253842" y="1984519"/>
              <a:ext cx="300038" cy="305409"/>
            </a:xfrm>
            <a:prstGeom prst="rect">
              <a:avLst/>
            </a:prstGeom>
            <a:solidFill>
              <a:schemeClr val="accent6">
                <a:lumMod val="20000"/>
                <a:lumOff val="80000"/>
              </a:schemeClr>
            </a:solidFill>
            <a:ln w="28575">
              <a:noFill/>
              <a:miter lim="800000"/>
              <a:headEnd/>
              <a:tailEnd/>
            </a:ln>
          </p:spPr>
          <p:txBody>
            <a:bodyPr/>
            <a:lstStyle/>
            <a:p>
              <a:endParaRPr lang="zh-CN" altLang="en-US"/>
            </a:p>
          </p:txBody>
        </p:sp>
      </p:grpSp>
      <p:sp>
        <p:nvSpPr>
          <p:cNvPr id="34" name="矩形 33">
            <a:extLst>
              <a:ext uri="{FF2B5EF4-FFF2-40B4-BE49-F238E27FC236}">
                <a16:creationId xmlns:a16="http://schemas.microsoft.com/office/drawing/2014/main" id="{D474F46E-ED2B-4A10-A5D6-FF1E88756C49}"/>
              </a:ext>
            </a:extLst>
          </p:cNvPr>
          <p:cNvSpPr/>
          <p:nvPr/>
        </p:nvSpPr>
        <p:spPr>
          <a:xfrm>
            <a:off x="6821632" y="4034013"/>
            <a:ext cx="5227992" cy="1558759"/>
          </a:xfrm>
          <a:prstGeom prst="rect">
            <a:avLst/>
          </a:prstGeom>
          <a:noFill/>
          <a:ln w="9525">
            <a:noFill/>
          </a:ln>
        </p:spPr>
        <p:txBody>
          <a:bodyPr/>
          <a:lstStyle>
            <a:lvl1pPr marL="342900" lvl="0" indent="-342900" algn="l" defTabSz="914400" rtl="0" eaLnBrk="1" fontAlgn="base" latinLnBrk="0" hangingPunct="1">
              <a:lnSpc>
                <a:spcPct val="100000"/>
              </a:lnSpc>
              <a:spcBef>
                <a:spcPct val="20000"/>
              </a:spcBef>
              <a:spcAft>
                <a:spcPct val="0"/>
              </a:spcAft>
              <a:buChar char="•"/>
              <a:defRPr sz="32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8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5pPr>
          </a:lstStyle>
          <a:p>
            <a:pPr>
              <a:buFontTx/>
              <a:buNone/>
            </a:pPr>
            <a:r>
              <a:rPr lang="zh-CN" altLang="en-US" sz="2000" b="1" noProof="1">
                <a:effectLst>
                  <a:outerShdw blurRad="38100" dist="38100" dir="2700000">
                    <a:srgbClr val="FFFFFF"/>
                  </a:outerShdw>
                </a:effectLst>
              </a:rPr>
              <a:t>元素 </a:t>
            </a:r>
            <a:r>
              <a:rPr lang="en-US" altLang="zh-CN" sz="2000" b="1" noProof="1">
                <a:effectLst>
                  <a:outerShdw blurRad="38100" dist="38100" dir="2700000">
                    <a:srgbClr val="FFFFFF"/>
                  </a:outerShdw>
                </a:effectLst>
              </a:rPr>
              <a:t>a[</a:t>
            </a:r>
            <a:r>
              <a:rPr lang="en-US" altLang="zh-CN" sz="2000" b="1" noProof="1">
                <a:solidFill>
                  <a:srgbClr val="C00000"/>
                </a:solidFill>
                <a:effectLst>
                  <a:outerShdw blurRad="38100" dist="38100" dir="2700000">
                    <a:srgbClr val="FFFFFF"/>
                  </a:outerShdw>
                </a:effectLst>
              </a:rPr>
              <a:t>1</a:t>
            </a:r>
            <a:r>
              <a:rPr lang="en-US" altLang="zh-CN" sz="2000" b="1" noProof="1">
                <a:effectLst>
                  <a:outerShdw blurRad="38100" dist="38100" dir="2700000">
                    <a:srgbClr val="FFFFFF"/>
                  </a:outerShdw>
                </a:effectLst>
              </a:rPr>
              <a:t>][</a:t>
            </a:r>
            <a:r>
              <a:rPr lang="en-US" altLang="zh-CN" sz="2000" b="1" noProof="1">
                <a:solidFill>
                  <a:srgbClr val="C00000"/>
                </a:solidFill>
                <a:effectLst>
                  <a:outerShdw blurRad="38100" dist="38100" dir="2700000">
                    <a:srgbClr val="FFFFFF"/>
                  </a:outerShdw>
                </a:effectLst>
              </a:rPr>
              <a:t>2</a:t>
            </a:r>
            <a:r>
              <a:rPr lang="en-US" altLang="zh-CN" sz="2000" b="1" noProof="1">
                <a:effectLst>
                  <a:outerShdw blurRad="38100" dist="38100" dir="2700000">
                    <a:srgbClr val="FFFFFF"/>
                  </a:outerShdw>
                </a:effectLst>
              </a:rPr>
              <a:t>][</a:t>
            </a:r>
            <a:r>
              <a:rPr lang="en-US" altLang="zh-CN" sz="2000" b="1" noProof="1">
                <a:solidFill>
                  <a:srgbClr val="C00000"/>
                </a:solidFill>
                <a:effectLst>
                  <a:outerShdw blurRad="38100" dist="38100" dir="2700000">
                    <a:srgbClr val="FFFFFF"/>
                  </a:outerShdw>
                </a:effectLst>
              </a:rPr>
              <a:t>3</a:t>
            </a:r>
            <a:r>
              <a:rPr lang="en-US" altLang="zh-CN" sz="2000" b="1" noProof="1">
                <a:effectLst>
                  <a:outerShdw blurRad="38100" dist="38100" dir="2700000">
                    <a:srgbClr val="FFFFFF"/>
                  </a:outerShdw>
                </a:effectLst>
              </a:rPr>
              <a:t>]</a:t>
            </a:r>
            <a:r>
              <a:rPr lang="zh-CN" altLang="en-US" sz="2000" b="1" noProof="1">
                <a:effectLst>
                  <a:outerShdw blurRad="38100" dist="38100" dir="2700000">
                    <a:srgbClr val="FFFFFF"/>
                  </a:outerShdw>
                </a:effectLst>
              </a:rPr>
              <a:t>的存储位置：</a:t>
            </a:r>
            <a:endParaRPr lang="en-US" altLang="zh-CN" sz="2000" b="1" noProof="1">
              <a:effectLst>
                <a:outerShdw blurRad="38100" dist="38100" dir="2700000">
                  <a:srgbClr val="FFFFFF"/>
                </a:outerShdw>
              </a:effectLst>
            </a:endParaRPr>
          </a:p>
          <a:p>
            <a:pPr>
              <a:buNone/>
            </a:pPr>
            <a:r>
              <a:rPr lang="en-US" altLang="zh-CN" sz="2000" b="1" noProof="1">
                <a:effectLst>
                  <a:outerShdw blurRad="38100" dist="38100" dir="2700000">
                    <a:srgbClr val="FFFFFF"/>
                  </a:outerShdw>
                </a:effectLst>
              </a:rPr>
              <a:t>A</a:t>
            </a:r>
            <a:r>
              <a:rPr lang="en-US" altLang="zh-CN" sz="2000" b="1" noProof="1">
                <a:effectLst>
                  <a:outerShdw blurRad="38100" dist="38100" dir="2700000">
                    <a:srgbClr val="FFFFFF"/>
                  </a:outerShdw>
                </a:effectLst>
                <a:latin typeface="Courier New" panose="02070309020205020404" pitchFamily="49" charset="0"/>
                <a:cs typeface="Courier New" panose="02070309020205020404" pitchFamily="49" charset="0"/>
              </a:rPr>
              <a:t>-&gt;</a:t>
            </a:r>
            <a:r>
              <a:rPr lang="en-US" altLang="zh-CN" sz="2000" b="1" noProof="1">
                <a:effectLst>
                  <a:outerShdw blurRad="38100" dist="38100" dir="2700000">
                    <a:srgbClr val="FFFFFF"/>
                  </a:outerShdw>
                </a:effectLst>
              </a:rPr>
              <a:t>base + c</a:t>
            </a:r>
            <a:r>
              <a:rPr lang="en-US" altLang="zh-CN" sz="2000" b="1" baseline="-25000" noProof="1">
                <a:effectLst>
                  <a:outerShdw blurRad="38100" dist="38100" dir="2700000">
                    <a:srgbClr val="FFFFFF"/>
                  </a:outerShdw>
                </a:effectLst>
              </a:rPr>
              <a:t>1 </a:t>
            </a:r>
            <a:r>
              <a:rPr lang="en-US" altLang="zh-CN" sz="2000" b="1" noProof="1">
                <a:effectLst>
                  <a:outerShdw blurRad="38100" dist="38100" dir="2700000">
                    <a:srgbClr val="FFFFFF"/>
                  </a:outerShdw>
                </a:effectLst>
              </a:rPr>
              <a:t>*</a:t>
            </a:r>
            <a:r>
              <a:rPr lang="en-US" altLang="zh-CN" sz="2000" b="1" noProof="1">
                <a:solidFill>
                  <a:srgbClr val="C00000"/>
                </a:solidFill>
                <a:effectLst>
                  <a:outerShdw blurRad="38100" dist="38100" dir="2700000">
                    <a:srgbClr val="FFFFFF"/>
                  </a:outerShdw>
                </a:effectLst>
              </a:rPr>
              <a:t>1</a:t>
            </a:r>
            <a:r>
              <a:rPr lang="en-US" altLang="zh-CN" sz="2000" b="1" noProof="1">
                <a:effectLst>
                  <a:outerShdw blurRad="38100" dist="38100" dir="2700000">
                    <a:srgbClr val="FFFFFF"/>
                  </a:outerShdw>
                </a:effectLst>
              </a:rPr>
              <a:t> + c</a:t>
            </a:r>
            <a:r>
              <a:rPr lang="en-US" altLang="zh-CN" sz="2000" b="1" baseline="-25000" noProof="1">
                <a:effectLst>
                  <a:outerShdw blurRad="38100" dist="38100" dir="2700000">
                    <a:srgbClr val="FFFFFF"/>
                  </a:outerShdw>
                </a:effectLst>
              </a:rPr>
              <a:t>2</a:t>
            </a:r>
            <a:r>
              <a:rPr lang="en-US" altLang="zh-CN" sz="2000" b="1" noProof="1">
                <a:effectLst>
                  <a:outerShdw blurRad="38100" dist="38100" dir="2700000">
                    <a:srgbClr val="FFFFFF"/>
                  </a:outerShdw>
                </a:effectLst>
              </a:rPr>
              <a:t>*</a:t>
            </a:r>
            <a:r>
              <a:rPr lang="en-US" altLang="zh-CN" sz="2000" b="1" noProof="1">
                <a:solidFill>
                  <a:srgbClr val="C00000"/>
                </a:solidFill>
                <a:effectLst>
                  <a:outerShdw blurRad="38100" dist="38100" dir="2700000">
                    <a:srgbClr val="FFFFFF"/>
                  </a:outerShdw>
                </a:effectLst>
              </a:rPr>
              <a:t>2</a:t>
            </a:r>
            <a:r>
              <a:rPr lang="en-US" altLang="zh-CN" sz="2000" b="1" noProof="1">
                <a:effectLst>
                  <a:outerShdw blurRad="38100" dist="38100" dir="2700000">
                    <a:srgbClr val="FFFFFF"/>
                  </a:outerShdw>
                </a:effectLst>
              </a:rPr>
              <a:t> + c</a:t>
            </a:r>
            <a:r>
              <a:rPr lang="en-US" altLang="zh-CN" sz="2000" b="1" baseline="-25000" noProof="1">
                <a:effectLst>
                  <a:outerShdw blurRad="38100" dist="38100" dir="2700000">
                    <a:srgbClr val="FFFFFF"/>
                  </a:outerShdw>
                </a:effectLst>
              </a:rPr>
              <a:t>3</a:t>
            </a:r>
            <a:r>
              <a:rPr lang="en-US" altLang="zh-CN" sz="2000" b="1" noProof="1">
                <a:effectLst>
                  <a:outerShdw blurRad="38100" dist="38100" dir="2700000">
                    <a:srgbClr val="FFFFFF"/>
                  </a:outerShdw>
                </a:effectLst>
              </a:rPr>
              <a:t>*</a:t>
            </a:r>
            <a:r>
              <a:rPr lang="en-US" altLang="zh-CN" sz="2000" b="1" noProof="1">
                <a:solidFill>
                  <a:srgbClr val="C00000"/>
                </a:solidFill>
                <a:effectLst>
                  <a:outerShdw blurRad="38100" dist="38100" dir="2700000">
                    <a:srgbClr val="FFFFFF"/>
                  </a:outerShdw>
                </a:effectLst>
              </a:rPr>
              <a:t>3</a:t>
            </a:r>
            <a:r>
              <a:rPr lang="en-US" altLang="zh-CN" sz="2000" b="1" noProof="1">
                <a:effectLst>
                  <a:outerShdw blurRad="38100" dist="38100" dir="2700000">
                    <a:srgbClr val="FFFFFF"/>
                  </a:outerShdw>
                </a:effectLst>
              </a:rPr>
              <a:t> =</a:t>
            </a:r>
          </a:p>
          <a:p>
            <a:pPr>
              <a:buFontTx/>
              <a:buNone/>
            </a:pPr>
            <a:r>
              <a:rPr lang="en-US" altLang="zh-CN" sz="2000" b="1" noProof="1">
                <a:effectLst>
                  <a:outerShdw blurRad="38100" dist="38100" dir="2700000">
                    <a:srgbClr val="FFFFFF"/>
                  </a:outerShdw>
                </a:effectLst>
              </a:rPr>
              <a:t>A</a:t>
            </a:r>
            <a:r>
              <a:rPr lang="en-US" altLang="zh-CN" sz="2000" b="1" noProof="1">
                <a:effectLst>
                  <a:outerShdw blurRad="38100" dist="38100" dir="2700000">
                    <a:srgbClr val="FFFFFF"/>
                  </a:outerShdw>
                </a:effectLst>
                <a:latin typeface="Courier New" panose="02070309020205020404" pitchFamily="49" charset="0"/>
                <a:cs typeface="Courier New" panose="02070309020205020404" pitchFamily="49" charset="0"/>
              </a:rPr>
              <a:t>-&gt;</a:t>
            </a:r>
            <a:r>
              <a:rPr lang="en-US" altLang="zh-CN" sz="2000" b="1" noProof="1">
                <a:effectLst>
                  <a:outerShdw blurRad="38100" dist="38100" dir="2700000">
                    <a:srgbClr val="FFFFFF"/>
                  </a:outerShdw>
                </a:effectLst>
              </a:rPr>
              <a:t>base + </a:t>
            </a:r>
            <a:r>
              <a:rPr lang="en-US" altLang="zh-CN" sz="2000" b="1" noProof="1">
                <a:solidFill>
                  <a:srgbClr val="0070C0"/>
                </a:solidFill>
                <a:effectLst>
                  <a:outerShdw blurRad="38100" dist="38100" dir="2700000">
                    <a:srgbClr val="FFFFFF"/>
                  </a:outerShdw>
                </a:effectLst>
              </a:rPr>
              <a:t>30</a:t>
            </a:r>
            <a:r>
              <a:rPr lang="en-US" altLang="zh-CN" sz="2000" b="1" noProof="1">
                <a:effectLst>
                  <a:outerShdw blurRad="38100" dist="38100" dir="2700000">
                    <a:srgbClr val="FFFFFF"/>
                  </a:outerShdw>
                </a:effectLst>
              </a:rPr>
              <a:t>*</a:t>
            </a:r>
            <a:r>
              <a:rPr lang="en-US" altLang="zh-CN" sz="2000" b="1" noProof="1">
                <a:solidFill>
                  <a:srgbClr val="C00000"/>
                </a:solidFill>
                <a:effectLst>
                  <a:outerShdw blurRad="38100" dist="38100" dir="2700000">
                    <a:srgbClr val="FFFFFF"/>
                  </a:outerShdw>
                </a:effectLst>
              </a:rPr>
              <a:t>1</a:t>
            </a:r>
            <a:r>
              <a:rPr lang="en-US" altLang="zh-CN" sz="2000" b="1" noProof="1">
                <a:effectLst>
                  <a:outerShdw blurRad="38100" dist="38100" dir="2700000">
                    <a:srgbClr val="FFFFFF"/>
                  </a:outerShdw>
                </a:effectLst>
              </a:rPr>
              <a:t> + </a:t>
            </a:r>
            <a:r>
              <a:rPr lang="en-US" altLang="zh-CN" sz="2000" b="1" noProof="1">
                <a:solidFill>
                  <a:srgbClr val="0070C0"/>
                </a:solidFill>
                <a:effectLst>
                  <a:outerShdw blurRad="38100" dist="38100" dir="2700000">
                    <a:srgbClr val="FFFFFF"/>
                  </a:outerShdw>
                </a:effectLst>
              </a:rPr>
              <a:t>6</a:t>
            </a:r>
            <a:r>
              <a:rPr lang="en-US" altLang="zh-CN" sz="2000" b="1" noProof="1">
                <a:effectLst>
                  <a:outerShdw blurRad="38100" dist="38100" dir="2700000">
                    <a:srgbClr val="FFFFFF"/>
                  </a:outerShdw>
                </a:effectLst>
              </a:rPr>
              <a:t>*</a:t>
            </a:r>
            <a:r>
              <a:rPr lang="en-US" altLang="zh-CN" sz="2000" b="1" noProof="1">
                <a:solidFill>
                  <a:srgbClr val="C00000"/>
                </a:solidFill>
                <a:effectLst>
                  <a:outerShdw blurRad="38100" dist="38100" dir="2700000">
                    <a:srgbClr val="FFFFFF"/>
                  </a:outerShdw>
                </a:effectLst>
              </a:rPr>
              <a:t>2</a:t>
            </a:r>
            <a:r>
              <a:rPr lang="en-US" altLang="zh-CN" sz="2000" b="1" noProof="1">
                <a:effectLst>
                  <a:outerShdw blurRad="38100" dist="38100" dir="2700000">
                    <a:srgbClr val="FFFFFF"/>
                  </a:outerShdw>
                </a:effectLst>
              </a:rPr>
              <a:t>  + </a:t>
            </a:r>
            <a:r>
              <a:rPr lang="en-US" altLang="zh-CN" sz="2000" b="1" noProof="1">
                <a:solidFill>
                  <a:srgbClr val="0070C0"/>
                </a:solidFill>
                <a:effectLst>
                  <a:outerShdw blurRad="38100" dist="38100" dir="2700000">
                    <a:srgbClr val="FFFFFF"/>
                  </a:outerShdw>
                </a:effectLst>
              </a:rPr>
              <a:t>1</a:t>
            </a:r>
            <a:r>
              <a:rPr lang="en-US" altLang="zh-CN" sz="2000" b="1" noProof="1">
                <a:effectLst>
                  <a:outerShdw blurRad="38100" dist="38100" dir="2700000">
                    <a:srgbClr val="FFFFFF"/>
                  </a:outerShdw>
                </a:effectLst>
              </a:rPr>
              <a:t>*</a:t>
            </a:r>
            <a:r>
              <a:rPr lang="en-US" altLang="zh-CN" sz="2000" b="1" noProof="1">
                <a:solidFill>
                  <a:srgbClr val="C00000"/>
                </a:solidFill>
                <a:effectLst>
                  <a:outerShdw blurRad="38100" dist="38100" dir="2700000">
                    <a:srgbClr val="FFFFFF"/>
                  </a:outerShdw>
                </a:effectLst>
              </a:rPr>
              <a:t>3</a:t>
            </a:r>
            <a:r>
              <a:rPr lang="en-US" altLang="zh-CN" sz="2000" b="1" noProof="1">
                <a:effectLst>
                  <a:outerShdw blurRad="38100" dist="38100" dir="2700000">
                    <a:srgbClr val="FFFFFF"/>
                  </a:outerShdw>
                </a:effectLst>
              </a:rPr>
              <a:t>  = A</a:t>
            </a:r>
            <a:r>
              <a:rPr lang="en-US" altLang="zh-CN" sz="2000" b="1" noProof="1">
                <a:effectLst>
                  <a:outerShdw blurRad="38100" dist="38100" dir="2700000">
                    <a:srgbClr val="FFFFFF"/>
                  </a:outerShdw>
                </a:effectLst>
                <a:latin typeface="Courier New" panose="02070309020205020404" pitchFamily="49" charset="0"/>
                <a:cs typeface="Courier New" panose="02070309020205020404" pitchFamily="49" charset="0"/>
              </a:rPr>
              <a:t>-&gt;</a:t>
            </a:r>
            <a:r>
              <a:rPr lang="en-US" altLang="zh-CN" sz="2000" b="1" noProof="1">
                <a:effectLst>
                  <a:outerShdw blurRad="38100" dist="38100" dir="2700000">
                    <a:srgbClr val="FFFFFF"/>
                  </a:outerShdw>
                </a:effectLst>
              </a:rPr>
              <a:t>base + 45 </a:t>
            </a:r>
          </a:p>
          <a:p>
            <a:pPr>
              <a:buFontTx/>
              <a:buNone/>
            </a:pPr>
            <a:r>
              <a:rPr lang="zh-CN" altLang="en-US" sz="2000" b="1" noProof="1">
                <a:effectLst>
                  <a:outerShdw blurRad="38100" dist="38100" dir="2700000">
                    <a:srgbClr val="FFFFFF"/>
                  </a:outerShdw>
                </a:effectLst>
              </a:rPr>
              <a:t>                                             即： </a:t>
            </a:r>
            <a:r>
              <a:rPr lang="en-US" altLang="zh-CN" sz="2000" b="1" noProof="1">
                <a:effectLst>
                  <a:outerShdw blurRad="38100" dist="38100" dir="2700000">
                    <a:srgbClr val="FFFFFF"/>
                  </a:outerShdw>
                </a:effectLst>
              </a:rPr>
              <a:t>A</a:t>
            </a:r>
            <a:r>
              <a:rPr lang="en-US" altLang="zh-CN" sz="2000" b="1" noProof="1">
                <a:effectLst>
                  <a:outerShdw blurRad="38100" dist="38100" dir="2700000">
                    <a:srgbClr val="FFFFFF"/>
                  </a:outerShdw>
                </a:effectLst>
                <a:latin typeface="Courier New" panose="02070309020205020404" pitchFamily="49" charset="0"/>
                <a:cs typeface="Courier New" panose="02070309020205020404" pitchFamily="49" charset="0"/>
              </a:rPr>
              <a:t>-&gt;</a:t>
            </a:r>
            <a:r>
              <a:rPr lang="en-US" altLang="zh-CN" sz="2000" b="1" noProof="1">
                <a:effectLst>
                  <a:outerShdw blurRad="38100" dist="38100" dir="2700000">
                    <a:srgbClr val="FFFFFF"/>
                  </a:outerShdw>
                </a:effectLst>
              </a:rPr>
              <a:t>base</a:t>
            </a:r>
            <a:r>
              <a:rPr lang="en-US" altLang="zh-CN" sz="2000" b="1" noProof="1">
                <a:effectLst>
                  <a:outerShdw blurRad="38100" dist="38100" dir="2700000">
                    <a:srgbClr val="FFFFFF"/>
                  </a:outerShdw>
                </a:effectLst>
                <a:latin typeface="Courier New" panose="02070309020205020404" pitchFamily="49" charset="0"/>
                <a:cs typeface="Courier New" panose="02070309020205020404" pitchFamily="49" charset="0"/>
              </a:rPr>
              <a:t>[</a:t>
            </a:r>
            <a:r>
              <a:rPr lang="en-US" altLang="zh-CN" sz="2000" b="1" noProof="1">
                <a:effectLst>
                  <a:outerShdw blurRad="38100" dist="38100" dir="2700000">
                    <a:srgbClr val="FFFFFF"/>
                  </a:outerShdw>
                </a:effectLst>
              </a:rPr>
              <a:t>45</a:t>
            </a:r>
            <a:r>
              <a:rPr lang="en-US" altLang="zh-CN" sz="2000" b="1" noProof="1">
                <a:effectLst>
                  <a:outerShdw blurRad="38100" dist="38100" dir="2700000">
                    <a:srgbClr val="FFFFFF"/>
                  </a:outerShdw>
                </a:effectLst>
                <a:latin typeface="Courier New" panose="02070309020205020404" pitchFamily="49" charset="0"/>
                <a:cs typeface="Courier New" panose="02070309020205020404" pitchFamily="49" charset="0"/>
              </a:rPr>
              <a:t>]</a:t>
            </a:r>
          </a:p>
        </p:txBody>
      </p:sp>
      <p:grpSp>
        <p:nvGrpSpPr>
          <p:cNvPr id="39" name="组合 38">
            <a:extLst>
              <a:ext uri="{FF2B5EF4-FFF2-40B4-BE49-F238E27FC236}">
                <a16:creationId xmlns:a16="http://schemas.microsoft.com/office/drawing/2014/main" id="{79935C8D-C79D-DAA5-6076-F472D0ED80A4}"/>
              </a:ext>
            </a:extLst>
          </p:cNvPr>
          <p:cNvGrpSpPr/>
          <p:nvPr/>
        </p:nvGrpSpPr>
        <p:grpSpPr>
          <a:xfrm>
            <a:off x="8388691" y="2277806"/>
            <a:ext cx="1211847" cy="503796"/>
            <a:chOff x="8388691" y="2277806"/>
            <a:chExt cx="1211847" cy="503796"/>
          </a:xfrm>
        </p:grpSpPr>
        <p:grpSp>
          <p:nvGrpSpPr>
            <p:cNvPr id="12" name="组合 11">
              <a:extLst>
                <a:ext uri="{FF2B5EF4-FFF2-40B4-BE49-F238E27FC236}">
                  <a16:creationId xmlns:a16="http://schemas.microsoft.com/office/drawing/2014/main" id="{83516E48-9F6B-4BE4-9F3E-D38E0DAF173D}"/>
                </a:ext>
              </a:extLst>
            </p:cNvPr>
            <p:cNvGrpSpPr>
              <a:grpSpLocks/>
            </p:cNvGrpSpPr>
            <p:nvPr/>
          </p:nvGrpSpPr>
          <p:grpSpPr bwMode="auto">
            <a:xfrm>
              <a:off x="8388691" y="2504512"/>
              <a:ext cx="1211847" cy="277090"/>
              <a:chOff x="1769" y="2139"/>
              <a:chExt cx="1520" cy="318"/>
            </a:xfrm>
            <a:solidFill>
              <a:schemeClr val="accent4">
                <a:lumMod val="20000"/>
                <a:lumOff val="80000"/>
              </a:schemeClr>
            </a:solidFill>
          </p:grpSpPr>
          <p:sp>
            <p:nvSpPr>
              <p:cNvPr id="13" name="矩形 217098">
                <a:extLst>
                  <a:ext uri="{FF2B5EF4-FFF2-40B4-BE49-F238E27FC236}">
                    <a16:creationId xmlns:a16="http://schemas.microsoft.com/office/drawing/2014/main" id="{D22F435B-FC78-4B7F-9547-482D0E7C975C}"/>
                  </a:ext>
                </a:extLst>
              </p:cNvPr>
              <p:cNvSpPr>
                <a:spLocks noChangeArrowheads="1"/>
              </p:cNvSpPr>
              <p:nvPr/>
            </p:nvSpPr>
            <p:spPr bwMode="auto">
              <a:xfrm>
                <a:off x="2155" y="2139"/>
                <a:ext cx="1134" cy="318"/>
              </a:xfrm>
              <a:prstGeom prst="rect">
                <a:avLst/>
              </a:prstGeom>
              <a:grpFill/>
              <a:ln w="28575">
                <a:solidFill>
                  <a:schemeClr val="tx1"/>
                </a:solidFill>
                <a:miter lim="800000"/>
                <a:headEnd/>
                <a:tailEnd/>
              </a:ln>
            </p:spPr>
            <p:txBody>
              <a:bodyPr wrap="none" anchor="ctr"/>
              <a:lstStyle/>
              <a:p>
                <a:pPr algn="ctr"/>
                <a:r>
                  <a:rPr lang="en-US" altLang="zh-CN" b="1" dirty="0"/>
                  <a:t>4   5   6</a:t>
                </a:r>
              </a:p>
            </p:txBody>
          </p:sp>
          <p:sp>
            <p:nvSpPr>
              <p:cNvPr id="14" name="直接连接符 217099">
                <a:extLst>
                  <a:ext uri="{FF2B5EF4-FFF2-40B4-BE49-F238E27FC236}">
                    <a16:creationId xmlns:a16="http://schemas.microsoft.com/office/drawing/2014/main" id="{AD14EDBF-0882-4B81-B887-17B477071FCD}"/>
                  </a:ext>
                </a:extLst>
              </p:cNvPr>
              <p:cNvSpPr>
                <a:spLocks noChangeShapeType="1"/>
              </p:cNvSpPr>
              <p:nvPr/>
            </p:nvSpPr>
            <p:spPr bwMode="auto">
              <a:xfrm>
                <a:off x="2549" y="2139"/>
                <a:ext cx="0" cy="318"/>
              </a:xfrm>
              <a:prstGeom prst="line">
                <a:avLst/>
              </a:prstGeom>
              <a:grpFill/>
              <a:ln w="28575">
                <a:solidFill>
                  <a:schemeClr val="tx1"/>
                </a:solidFill>
                <a:round/>
                <a:headEnd/>
                <a:tailEnd/>
              </a:ln>
            </p:spPr>
            <p:txBody>
              <a:bodyPr/>
              <a:lstStyle/>
              <a:p>
                <a:endParaRPr lang="zh-CN" altLang="en-US"/>
              </a:p>
            </p:txBody>
          </p:sp>
          <p:sp>
            <p:nvSpPr>
              <p:cNvPr id="15" name="直接连接符 217100">
                <a:extLst>
                  <a:ext uri="{FF2B5EF4-FFF2-40B4-BE49-F238E27FC236}">
                    <a16:creationId xmlns:a16="http://schemas.microsoft.com/office/drawing/2014/main" id="{2EAC5517-0DB6-4913-838B-F068A7CF7D6F}"/>
                  </a:ext>
                </a:extLst>
              </p:cNvPr>
              <p:cNvSpPr>
                <a:spLocks noChangeShapeType="1"/>
              </p:cNvSpPr>
              <p:nvPr/>
            </p:nvSpPr>
            <p:spPr bwMode="auto">
              <a:xfrm>
                <a:off x="2935" y="2139"/>
                <a:ext cx="0" cy="318"/>
              </a:xfrm>
              <a:prstGeom prst="line">
                <a:avLst/>
              </a:prstGeom>
              <a:grpFill/>
              <a:ln w="28575">
                <a:solidFill>
                  <a:schemeClr val="tx1"/>
                </a:solidFill>
                <a:round/>
                <a:headEnd/>
                <a:tailEnd/>
              </a:ln>
            </p:spPr>
            <p:txBody>
              <a:bodyPr/>
              <a:lstStyle/>
              <a:p>
                <a:endParaRPr lang="zh-CN" altLang="en-US"/>
              </a:p>
            </p:txBody>
          </p:sp>
          <p:sp>
            <p:nvSpPr>
              <p:cNvPr id="16" name="直接连接符 217102">
                <a:extLst>
                  <a:ext uri="{FF2B5EF4-FFF2-40B4-BE49-F238E27FC236}">
                    <a16:creationId xmlns:a16="http://schemas.microsoft.com/office/drawing/2014/main" id="{C47F66E7-43E7-4479-9C2E-9E5F33994280}"/>
                  </a:ext>
                </a:extLst>
              </p:cNvPr>
              <p:cNvSpPr>
                <a:spLocks noChangeShapeType="1"/>
              </p:cNvSpPr>
              <p:nvPr/>
            </p:nvSpPr>
            <p:spPr bwMode="auto">
              <a:xfrm>
                <a:off x="1769" y="2298"/>
                <a:ext cx="386" cy="0"/>
              </a:xfrm>
              <a:prstGeom prst="line">
                <a:avLst/>
              </a:prstGeom>
              <a:grpFill/>
              <a:ln w="28575">
                <a:solidFill>
                  <a:srgbClr val="C00000"/>
                </a:solidFill>
                <a:round/>
                <a:headEnd type="oval" w="med" len="med"/>
                <a:tailEnd type="triangle" w="med" len="lg"/>
              </a:ln>
            </p:spPr>
            <p:txBody>
              <a:bodyPr/>
              <a:lstStyle/>
              <a:p>
                <a:endParaRPr lang="zh-CN" altLang="en-US"/>
              </a:p>
            </p:txBody>
          </p:sp>
        </p:grpSp>
        <p:sp>
          <p:nvSpPr>
            <p:cNvPr id="2" name="文本框 1">
              <a:extLst>
                <a:ext uri="{FF2B5EF4-FFF2-40B4-BE49-F238E27FC236}">
                  <a16:creationId xmlns:a16="http://schemas.microsoft.com/office/drawing/2014/main" id="{E16B93BD-94A9-464F-A996-4A9900A02186}"/>
                </a:ext>
              </a:extLst>
            </p:cNvPr>
            <p:cNvSpPr txBox="1"/>
            <p:nvPr/>
          </p:nvSpPr>
          <p:spPr>
            <a:xfrm>
              <a:off x="8782782" y="2277806"/>
              <a:ext cx="777457" cy="246221"/>
            </a:xfrm>
            <a:prstGeom prst="rect">
              <a:avLst/>
            </a:prstGeom>
            <a:noFill/>
          </p:spPr>
          <p:txBody>
            <a:bodyPr wrap="none" lIns="0" tIns="0" rIns="0" bIns="0" rtlCol="0">
              <a:spAutoFit/>
            </a:bodyPr>
            <a:lstStyle/>
            <a:p>
              <a:r>
                <a:rPr lang="en-US" altLang="zh-CN" sz="1600" b="1" dirty="0"/>
                <a:t>0   </a:t>
              </a:r>
              <a:r>
                <a:rPr lang="en-US" altLang="zh-CN" sz="1400" b="1" dirty="0"/>
                <a:t> </a:t>
              </a:r>
              <a:r>
                <a:rPr lang="en-US" altLang="zh-CN" sz="1600" b="1" dirty="0"/>
                <a:t>1 </a:t>
              </a:r>
              <a:r>
                <a:rPr lang="en-US" altLang="zh-CN" sz="1200" b="1" dirty="0"/>
                <a:t>  </a:t>
              </a:r>
              <a:r>
                <a:rPr lang="en-US" altLang="zh-CN" sz="1400" b="1" dirty="0"/>
                <a:t> </a:t>
              </a:r>
              <a:r>
                <a:rPr lang="en-US" altLang="zh-CN" sz="1600" b="1" dirty="0"/>
                <a:t>2</a:t>
              </a:r>
              <a:endParaRPr lang="zh-CN" altLang="en-US" sz="1600" b="1" dirty="0"/>
            </a:p>
          </p:txBody>
        </p:sp>
      </p:grpSp>
      <p:sp>
        <p:nvSpPr>
          <p:cNvPr id="36" name="矩形 35">
            <a:extLst>
              <a:ext uri="{FF2B5EF4-FFF2-40B4-BE49-F238E27FC236}">
                <a16:creationId xmlns:a16="http://schemas.microsoft.com/office/drawing/2014/main" id="{B9D19BA9-4EC1-4DEA-AA17-E7416443F895}"/>
              </a:ext>
            </a:extLst>
          </p:cNvPr>
          <p:cNvSpPr/>
          <p:nvPr/>
        </p:nvSpPr>
        <p:spPr>
          <a:xfrm>
            <a:off x="9708335" y="2446449"/>
            <a:ext cx="2010208" cy="1154333"/>
          </a:xfrm>
          <a:prstGeom prst="rect">
            <a:avLst/>
          </a:prstGeom>
          <a:noFill/>
          <a:ln w="9525">
            <a:noFill/>
          </a:ln>
        </p:spPr>
        <p:txBody>
          <a:bodyPr/>
          <a:lstStyle>
            <a:lvl1pPr marL="342900" lvl="0" indent="-342900" algn="l" defTabSz="914400" rtl="0" eaLnBrk="1" fontAlgn="base" latinLnBrk="0" hangingPunct="1">
              <a:lnSpc>
                <a:spcPct val="100000"/>
              </a:lnSpc>
              <a:spcBef>
                <a:spcPct val="20000"/>
              </a:spcBef>
              <a:spcAft>
                <a:spcPct val="0"/>
              </a:spcAft>
              <a:buChar char="•"/>
              <a:defRPr sz="32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8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5pPr>
          </a:lstStyle>
          <a:p>
            <a:pPr>
              <a:lnSpc>
                <a:spcPct val="80000"/>
              </a:lnSpc>
              <a:buFontTx/>
              <a:buNone/>
            </a:pPr>
            <a:r>
              <a:rPr lang="en-US" altLang="zh-CN" sz="1800" b="1" noProof="1">
                <a:effectLst>
                  <a:outerShdw blurRad="38100" dist="38100" dir="2700000">
                    <a:srgbClr val="FFFFFF"/>
                  </a:outerShdw>
                </a:effectLst>
              </a:rPr>
              <a:t>b</a:t>
            </a:r>
            <a:r>
              <a:rPr lang="en-US" altLang="zh-CN" sz="1800" b="1" baseline="-25000" noProof="1">
                <a:effectLst>
                  <a:outerShdw blurRad="38100" dist="38100" dir="2700000">
                    <a:srgbClr val="FFFFFF"/>
                  </a:outerShdw>
                </a:effectLst>
              </a:rPr>
              <a:t>1</a:t>
            </a:r>
            <a:r>
              <a:rPr lang="en-US" altLang="zh-CN" sz="1800" b="1" noProof="1">
                <a:effectLst>
                  <a:outerShdw blurRad="38100" dist="38100" dir="2700000">
                    <a:srgbClr val="FFFFFF"/>
                  </a:outerShdw>
                </a:effectLst>
              </a:rPr>
              <a:t>=4,  b</a:t>
            </a:r>
            <a:r>
              <a:rPr lang="en-US" altLang="zh-CN" sz="1800" b="1" baseline="-25000" noProof="1">
                <a:effectLst>
                  <a:outerShdw blurRad="38100" dist="38100" dir="2700000">
                    <a:srgbClr val="FFFFFF"/>
                  </a:outerShdw>
                </a:effectLst>
              </a:rPr>
              <a:t>2</a:t>
            </a:r>
            <a:r>
              <a:rPr lang="en-US" altLang="zh-CN" sz="1800" b="1" noProof="1">
                <a:effectLst>
                  <a:outerShdw blurRad="38100" dist="38100" dir="2700000">
                    <a:srgbClr val="FFFFFF"/>
                  </a:outerShdw>
                </a:effectLst>
              </a:rPr>
              <a:t>=5,  b</a:t>
            </a:r>
            <a:r>
              <a:rPr lang="en-US" altLang="zh-CN" sz="1800" b="1" baseline="-25000" noProof="1">
                <a:effectLst>
                  <a:outerShdw blurRad="38100" dist="38100" dir="2700000">
                    <a:srgbClr val="FFFFFF"/>
                  </a:outerShdw>
                </a:effectLst>
              </a:rPr>
              <a:t>3</a:t>
            </a:r>
            <a:r>
              <a:rPr lang="en-US" altLang="zh-CN" sz="1800" b="1" noProof="1">
                <a:effectLst>
                  <a:outerShdw blurRad="38100" dist="38100" dir="2700000">
                    <a:srgbClr val="FFFFFF"/>
                  </a:outerShdw>
                </a:effectLst>
              </a:rPr>
              <a:t>=6 </a:t>
            </a:r>
          </a:p>
          <a:p>
            <a:pPr>
              <a:lnSpc>
                <a:spcPct val="80000"/>
              </a:lnSpc>
              <a:buFontTx/>
              <a:buNone/>
            </a:pPr>
            <a:r>
              <a:rPr lang="en-US" altLang="zh-CN" sz="1800" b="1" noProof="1">
                <a:effectLst>
                  <a:outerShdw blurRad="38100" dist="38100" dir="2700000">
                    <a:srgbClr val="FFFFFF"/>
                  </a:outerShdw>
                </a:effectLst>
              </a:rPr>
              <a:t>c</a:t>
            </a:r>
            <a:r>
              <a:rPr lang="en-US" altLang="zh-CN" sz="1800" b="1" baseline="-25000" noProof="1">
                <a:effectLst>
                  <a:outerShdw blurRad="38100" dist="38100" dir="2700000">
                    <a:srgbClr val="FFFFFF"/>
                  </a:outerShdw>
                </a:effectLst>
              </a:rPr>
              <a:t>1</a:t>
            </a:r>
            <a:r>
              <a:rPr lang="en-US" altLang="zh-CN" sz="1800" b="1" noProof="1">
                <a:effectLst>
                  <a:outerShdw blurRad="38100" dist="38100" dir="2700000">
                    <a:srgbClr val="FFFFFF"/>
                  </a:outerShdw>
                </a:effectLst>
              </a:rPr>
              <a:t>=b</a:t>
            </a:r>
            <a:r>
              <a:rPr lang="en-US" altLang="zh-CN" sz="1800" b="1" baseline="-25000" noProof="1">
                <a:effectLst>
                  <a:outerShdw blurRad="38100" dist="38100" dir="2700000">
                    <a:srgbClr val="FFFFFF"/>
                  </a:outerShdw>
                </a:effectLst>
              </a:rPr>
              <a:t>2</a:t>
            </a:r>
            <a:r>
              <a:rPr lang="en-US" altLang="zh-CN" sz="1800" b="1" noProof="1">
                <a:effectLst>
                  <a:outerShdw blurRad="38100" dist="38100" dir="2700000">
                    <a:srgbClr val="FFFFFF"/>
                  </a:outerShdw>
                </a:effectLst>
              </a:rPr>
              <a:t>*b</a:t>
            </a:r>
            <a:r>
              <a:rPr lang="en-US" altLang="zh-CN" sz="1800" b="1" baseline="-25000" noProof="1">
                <a:effectLst>
                  <a:outerShdw blurRad="38100" dist="38100" dir="2700000">
                    <a:srgbClr val="FFFFFF"/>
                  </a:outerShdw>
                </a:effectLst>
              </a:rPr>
              <a:t>3</a:t>
            </a:r>
            <a:r>
              <a:rPr lang="en-US" altLang="zh-CN" sz="1800" b="1" noProof="1">
                <a:effectLst>
                  <a:outerShdw blurRad="38100" dist="38100" dir="2700000">
                    <a:srgbClr val="FFFFFF"/>
                  </a:outerShdw>
                </a:effectLst>
              </a:rPr>
              <a:t>=5*6=</a:t>
            </a:r>
            <a:r>
              <a:rPr lang="en-US" altLang="zh-CN" sz="1800" b="1" noProof="1">
                <a:solidFill>
                  <a:srgbClr val="0070C0"/>
                </a:solidFill>
                <a:effectLst>
                  <a:outerShdw blurRad="38100" dist="38100" dir="2700000">
                    <a:srgbClr val="FFFFFF"/>
                  </a:outerShdw>
                </a:effectLst>
              </a:rPr>
              <a:t>30</a:t>
            </a:r>
          </a:p>
          <a:p>
            <a:pPr>
              <a:lnSpc>
                <a:spcPct val="80000"/>
              </a:lnSpc>
              <a:buFontTx/>
              <a:buNone/>
            </a:pPr>
            <a:r>
              <a:rPr lang="en-US" altLang="zh-CN" sz="1800" b="1" noProof="1">
                <a:effectLst>
                  <a:outerShdw blurRad="38100" dist="38100" dir="2700000">
                    <a:srgbClr val="FFFFFF"/>
                  </a:outerShdw>
                </a:effectLst>
              </a:rPr>
              <a:t>c</a:t>
            </a:r>
            <a:r>
              <a:rPr lang="en-US" altLang="zh-CN" sz="1800" b="1" baseline="-25000" noProof="1">
                <a:effectLst>
                  <a:outerShdw blurRad="38100" dist="38100" dir="2700000">
                    <a:srgbClr val="FFFFFF"/>
                  </a:outerShdw>
                </a:effectLst>
              </a:rPr>
              <a:t>2</a:t>
            </a:r>
            <a:r>
              <a:rPr lang="en-US" altLang="zh-CN" sz="1800" b="1" noProof="1">
                <a:effectLst>
                  <a:outerShdw blurRad="38100" dist="38100" dir="2700000">
                    <a:srgbClr val="FFFFFF"/>
                  </a:outerShdw>
                </a:effectLst>
              </a:rPr>
              <a:t>=b</a:t>
            </a:r>
            <a:r>
              <a:rPr lang="en-US" altLang="zh-CN" sz="1800" b="1" baseline="-25000" noProof="1">
                <a:effectLst>
                  <a:outerShdw blurRad="38100" dist="38100" dir="2700000">
                    <a:srgbClr val="FFFFFF"/>
                  </a:outerShdw>
                </a:effectLst>
              </a:rPr>
              <a:t>3</a:t>
            </a:r>
            <a:r>
              <a:rPr lang="en-US" altLang="zh-CN" sz="1800" b="1" noProof="1">
                <a:effectLst>
                  <a:outerShdw blurRad="38100" dist="38100" dir="2700000">
                    <a:srgbClr val="FFFFFF"/>
                  </a:outerShdw>
                </a:effectLst>
              </a:rPr>
              <a:t>=</a:t>
            </a:r>
            <a:r>
              <a:rPr lang="en-US" altLang="zh-CN" sz="1800" b="1" noProof="1">
                <a:solidFill>
                  <a:srgbClr val="0070C0"/>
                </a:solidFill>
                <a:effectLst>
                  <a:outerShdw blurRad="38100" dist="38100" dir="2700000">
                    <a:srgbClr val="FFFFFF"/>
                  </a:outerShdw>
                </a:effectLst>
              </a:rPr>
              <a:t>6</a:t>
            </a:r>
            <a:endParaRPr lang="en-US" altLang="zh-CN" sz="1800" b="1" baseline="-25000" noProof="1">
              <a:solidFill>
                <a:srgbClr val="0070C0"/>
              </a:solidFill>
              <a:effectLst>
                <a:outerShdw blurRad="38100" dist="38100" dir="2700000">
                  <a:srgbClr val="FFFFFF"/>
                </a:outerShdw>
              </a:effectLst>
            </a:endParaRPr>
          </a:p>
          <a:p>
            <a:pPr>
              <a:lnSpc>
                <a:spcPct val="80000"/>
              </a:lnSpc>
              <a:buFontTx/>
              <a:buNone/>
            </a:pPr>
            <a:r>
              <a:rPr lang="en-US" altLang="zh-CN" sz="1800" b="1" noProof="1">
                <a:effectLst>
                  <a:outerShdw blurRad="38100" dist="38100" dir="2700000">
                    <a:srgbClr val="FFFFFF"/>
                  </a:outerShdw>
                </a:effectLst>
              </a:rPr>
              <a:t>c</a:t>
            </a:r>
            <a:r>
              <a:rPr lang="en-US" altLang="zh-CN" sz="1800" b="1" baseline="-25000" noProof="1">
                <a:effectLst>
                  <a:outerShdw blurRad="38100" dist="38100" dir="2700000">
                    <a:srgbClr val="FFFFFF"/>
                  </a:outerShdw>
                </a:effectLst>
              </a:rPr>
              <a:t>3</a:t>
            </a:r>
            <a:r>
              <a:rPr lang="en-US" altLang="zh-CN" sz="1800" b="1" noProof="1">
                <a:effectLst>
                  <a:outerShdw blurRad="38100" dist="38100" dir="2700000">
                    <a:srgbClr val="FFFFFF"/>
                  </a:outerShdw>
                </a:effectLst>
              </a:rPr>
              <a:t>=</a:t>
            </a:r>
            <a:r>
              <a:rPr lang="en-US" altLang="zh-CN" sz="1800" b="1" noProof="1">
                <a:solidFill>
                  <a:srgbClr val="0070C0"/>
                </a:solidFill>
                <a:effectLst>
                  <a:outerShdw blurRad="38100" dist="38100" dir="2700000">
                    <a:srgbClr val="FFFFFF"/>
                  </a:outerShdw>
                </a:effectLst>
              </a:rPr>
              <a:t>1</a:t>
            </a:r>
          </a:p>
        </p:txBody>
      </p:sp>
      <p:sp>
        <p:nvSpPr>
          <p:cNvPr id="40" name="文本框 39">
            <a:extLst>
              <a:ext uri="{FF2B5EF4-FFF2-40B4-BE49-F238E27FC236}">
                <a16:creationId xmlns:a16="http://schemas.microsoft.com/office/drawing/2014/main" id="{D88FA89D-8C5E-4EB9-BEAB-4E388A06C2FC}"/>
              </a:ext>
            </a:extLst>
          </p:cNvPr>
          <p:cNvSpPr txBox="1"/>
          <p:nvPr/>
        </p:nvSpPr>
        <p:spPr>
          <a:xfrm>
            <a:off x="532362" y="933176"/>
            <a:ext cx="5516284" cy="1122295"/>
          </a:xfrm>
          <a:prstGeom prst="rect">
            <a:avLst/>
          </a:prstGeom>
          <a:noFill/>
        </p:spPr>
        <p:txBody>
          <a:bodyPr wrap="square">
            <a:spAutoFit/>
          </a:bodyPr>
          <a:lstStyle/>
          <a:p>
            <a:pPr>
              <a:lnSpc>
                <a:spcPct val="120000"/>
              </a:lnSpc>
            </a:pPr>
            <a:r>
              <a:rPr lang="zh-CN" altLang="en-US" b="1"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多维数组</a:t>
            </a:r>
            <a:r>
              <a:rPr lang="zh-CN" altLang="en-US" b="1" dirty="0">
                <a:latin typeface="宋体" panose="02010600030101010101" pitchFamily="2" charset="-122"/>
                <a:ea typeface="宋体" panose="02010600030101010101" pitchFamily="2" charset="-122"/>
              </a:rPr>
              <a:t>的访问特性决定了应该采用</a:t>
            </a:r>
            <a:r>
              <a:rPr lang="zh-CN" altLang="en-US" b="1" dirty="0">
                <a:solidFill>
                  <a:srgbClr val="041ABC"/>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顺序存储结构</a:t>
            </a:r>
            <a:r>
              <a:rPr lang="zh-CN" altLang="en-US" b="1" dirty="0">
                <a:latin typeface="宋体" panose="02010600030101010101" pitchFamily="2" charset="-122"/>
                <a:ea typeface="宋体" panose="02010600030101010101" pitchFamily="2" charset="-122"/>
              </a:rPr>
              <a:t>，但可以有不同的具体方案。</a:t>
            </a:r>
            <a:endParaRPr lang="en-US" altLang="zh-CN" b="1" dirty="0">
              <a:latin typeface="宋体" panose="02010600030101010101" pitchFamily="2" charset="-122"/>
              <a:ea typeface="宋体" panose="02010600030101010101" pitchFamily="2" charset="-122"/>
            </a:endParaRPr>
          </a:p>
          <a:p>
            <a:pPr>
              <a:lnSpc>
                <a:spcPct val="120000"/>
              </a:lnSpc>
              <a:spcBef>
                <a:spcPts val="600"/>
              </a:spcBef>
            </a:pPr>
            <a:r>
              <a:rPr lang="zh-CN" altLang="en-US" b="1" dirty="0">
                <a:latin typeface="宋体" panose="02010600030101010101" pitchFamily="2" charset="-122"/>
                <a:ea typeface="宋体" panose="02010600030101010101" pitchFamily="2" charset="-122"/>
              </a:rPr>
              <a:t>这里讨论一种为数组元素分配</a:t>
            </a:r>
            <a:r>
              <a:rPr lang="zh-CN" altLang="en-US" b="1" dirty="0">
                <a:solidFill>
                  <a:srgbClr val="041ABC"/>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连续存储空间</a:t>
            </a:r>
            <a:r>
              <a:rPr lang="zh-CN" altLang="en-US" b="1" dirty="0">
                <a:latin typeface="宋体" panose="02010600030101010101" pitchFamily="2" charset="-122"/>
                <a:ea typeface="宋体" panose="02010600030101010101" pitchFamily="2" charset="-122"/>
              </a:rPr>
              <a:t>的方案。</a:t>
            </a:r>
            <a:endParaRPr lang="en-US" altLang="zh-CN" b="1" dirty="0">
              <a:latin typeface="宋体" panose="02010600030101010101" pitchFamily="2" charset="-122"/>
              <a:ea typeface="宋体" panose="02010600030101010101" pitchFamily="2" charset="-122"/>
            </a:endParaRPr>
          </a:p>
        </p:txBody>
      </p:sp>
      <p:sp>
        <p:nvSpPr>
          <p:cNvPr id="4" name="文本框 3">
            <a:extLst>
              <a:ext uri="{FF2B5EF4-FFF2-40B4-BE49-F238E27FC236}">
                <a16:creationId xmlns:a16="http://schemas.microsoft.com/office/drawing/2014/main" id="{EB93E3AF-1565-473C-134C-1A5A5337FB15}"/>
              </a:ext>
            </a:extLst>
          </p:cNvPr>
          <p:cNvSpPr txBox="1"/>
          <p:nvPr/>
        </p:nvSpPr>
        <p:spPr>
          <a:xfrm>
            <a:off x="1330174" y="246585"/>
            <a:ext cx="4883590" cy="523220"/>
          </a:xfrm>
          <a:prstGeom prst="rect">
            <a:avLst/>
          </a:prstGeom>
          <a:noFill/>
        </p:spPr>
        <p:txBody>
          <a:bodyPr wrap="square">
            <a:spAutoFit/>
          </a:bodyPr>
          <a:lstStyle/>
          <a:p>
            <a:pPr>
              <a:buNone/>
            </a:pPr>
            <a:r>
              <a:rPr lang="en-US" altLang="zh-CN" sz="2800" b="1" kern="100" dirty="0">
                <a:solidFill>
                  <a:srgbClr val="041ABC"/>
                </a:solidFill>
                <a:effectLst>
                  <a:outerShdw blurRad="38100" dist="38100" dir="2700000" algn="tl">
                    <a:srgbClr val="000000">
                      <a:alpha val="43137"/>
                    </a:srgbClr>
                  </a:outerShdw>
                </a:effectLst>
                <a:latin typeface="宋体" panose="02010600030101010101" pitchFamily="2" charset="-122"/>
                <a:ea typeface="微软雅黑" panose="020B0503020204020204" pitchFamily="34" charset="-122"/>
                <a:cs typeface="Times New Roman" panose="02020603050405020304" pitchFamily="18" charset="0"/>
              </a:rPr>
              <a:t>5.2  </a:t>
            </a:r>
            <a:r>
              <a:rPr lang="zh-CN" altLang="zh-CN" sz="2800" b="1" kern="100" dirty="0">
                <a:solidFill>
                  <a:srgbClr val="041ABC"/>
                </a:solidFill>
                <a:effectLst>
                  <a:outerShdw blurRad="38100" dist="38100" dir="2700000" algn="tl">
                    <a:srgbClr val="000000">
                      <a:alpha val="43137"/>
                    </a:srgbClr>
                  </a:outerShdw>
                </a:effectLst>
                <a:latin typeface="微软雅黑" panose="020B0503020204020204" pitchFamily="34" charset="-122"/>
                <a:ea typeface="宋体" panose="02010600030101010101" pitchFamily="2" charset="-122"/>
                <a:cs typeface="Times New Roman" panose="02020603050405020304" pitchFamily="18" charset="0"/>
              </a:rPr>
              <a:t>数组的顺序表示和实现</a:t>
            </a:r>
            <a:endParaRPr lang="zh-CN" altLang="zh-CN" sz="2800" b="1" kern="100" dirty="0">
              <a:solidFill>
                <a:srgbClr val="041AB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27665" name="组合 27664">
            <a:extLst>
              <a:ext uri="{FF2B5EF4-FFF2-40B4-BE49-F238E27FC236}">
                <a16:creationId xmlns:a16="http://schemas.microsoft.com/office/drawing/2014/main" id="{3A6CAF29-8684-F02F-FB0A-B7256F1BA480}"/>
              </a:ext>
            </a:extLst>
          </p:cNvPr>
          <p:cNvGrpSpPr/>
          <p:nvPr/>
        </p:nvGrpSpPr>
        <p:grpSpPr>
          <a:xfrm>
            <a:off x="7471660" y="1509344"/>
            <a:ext cx="659117" cy="475174"/>
            <a:chOff x="7471660" y="1509344"/>
            <a:chExt cx="659117" cy="475174"/>
          </a:xfrm>
        </p:grpSpPr>
        <p:sp>
          <p:nvSpPr>
            <p:cNvPr id="28" name="文本框 27">
              <a:extLst>
                <a:ext uri="{FF2B5EF4-FFF2-40B4-BE49-F238E27FC236}">
                  <a16:creationId xmlns:a16="http://schemas.microsoft.com/office/drawing/2014/main" id="{21014D01-D772-49FC-8ED5-ACEDE07049E2}"/>
                </a:ext>
              </a:extLst>
            </p:cNvPr>
            <p:cNvSpPr txBox="1"/>
            <p:nvPr/>
          </p:nvSpPr>
          <p:spPr>
            <a:xfrm>
              <a:off x="7471660" y="1509344"/>
              <a:ext cx="370614" cy="400110"/>
            </a:xfrm>
            <a:prstGeom prst="rect">
              <a:avLst/>
            </a:prstGeom>
            <a:noFill/>
          </p:spPr>
          <p:txBody>
            <a:bodyPr wrap="none" rtlCol="0">
              <a:spAutoFit/>
            </a:bodyPr>
            <a:lstStyle/>
            <a:p>
              <a:r>
                <a:rPr lang="en-US" altLang="zh-CN" sz="2000" b="1" dirty="0">
                  <a:solidFill>
                    <a:srgbClr val="C00000"/>
                  </a:solidFill>
                  <a:effectLst>
                    <a:outerShdw blurRad="38100" dist="38100" dir="2700000" algn="tl">
                      <a:srgbClr val="000000">
                        <a:alpha val="43137"/>
                      </a:srgbClr>
                    </a:outerShdw>
                  </a:effectLst>
                </a:rPr>
                <a:t>A</a:t>
              </a:r>
              <a:endParaRPr lang="zh-CN" altLang="en-US" sz="2000" b="1" dirty="0">
                <a:solidFill>
                  <a:srgbClr val="C00000"/>
                </a:solidFill>
                <a:effectLst>
                  <a:outerShdw blurRad="38100" dist="38100" dir="2700000" algn="tl">
                    <a:srgbClr val="000000">
                      <a:alpha val="43137"/>
                    </a:srgbClr>
                  </a:outerShdw>
                </a:effectLst>
              </a:endParaRPr>
            </a:p>
          </p:txBody>
        </p:sp>
        <p:sp>
          <p:nvSpPr>
            <p:cNvPr id="37" name="直接连接符 217102">
              <a:extLst>
                <a:ext uri="{FF2B5EF4-FFF2-40B4-BE49-F238E27FC236}">
                  <a16:creationId xmlns:a16="http://schemas.microsoft.com/office/drawing/2014/main" id="{237DD644-26C8-79B4-8D79-EEC84E6485CD}"/>
                </a:ext>
              </a:extLst>
            </p:cNvPr>
            <p:cNvSpPr>
              <a:spLocks noChangeShapeType="1"/>
            </p:cNvSpPr>
            <p:nvPr/>
          </p:nvSpPr>
          <p:spPr bwMode="auto">
            <a:xfrm>
              <a:off x="7842274" y="1833793"/>
              <a:ext cx="288503" cy="150725"/>
            </a:xfrm>
            <a:prstGeom prst="line">
              <a:avLst/>
            </a:prstGeom>
            <a:solidFill>
              <a:schemeClr val="accent4">
                <a:lumMod val="20000"/>
                <a:lumOff val="80000"/>
              </a:schemeClr>
            </a:solidFill>
            <a:ln w="28575">
              <a:solidFill>
                <a:srgbClr val="8E0000"/>
              </a:solidFill>
              <a:round/>
              <a:headEnd type="oval" w="med" len="med"/>
              <a:tailEnd type="triangle" w="med" len="lg"/>
            </a:ln>
          </p:spPr>
          <p:txBody>
            <a:bodyPr/>
            <a:lstStyle/>
            <a:p>
              <a:endParaRPr lang="zh-CN" altLang="en-US"/>
            </a:p>
          </p:txBody>
        </p:sp>
      </p:grpSp>
      <p:grpSp>
        <p:nvGrpSpPr>
          <p:cNvPr id="27664" name="组合 27663">
            <a:extLst>
              <a:ext uri="{FF2B5EF4-FFF2-40B4-BE49-F238E27FC236}">
                <a16:creationId xmlns:a16="http://schemas.microsoft.com/office/drawing/2014/main" id="{70577A45-6B80-C820-0CF5-861BB98140E8}"/>
              </a:ext>
            </a:extLst>
          </p:cNvPr>
          <p:cNvGrpSpPr/>
          <p:nvPr/>
        </p:nvGrpSpPr>
        <p:grpSpPr>
          <a:xfrm>
            <a:off x="8400298" y="1701682"/>
            <a:ext cx="2952750" cy="589940"/>
            <a:chOff x="8400298" y="1701682"/>
            <a:chExt cx="2952750" cy="589940"/>
          </a:xfrm>
        </p:grpSpPr>
        <p:sp>
          <p:nvSpPr>
            <p:cNvPr id="41" name="矩形 40">
              <a:extLst>
                <a:ext uri="{FF2B5EF4-FFF2-40B4-BE49-F238E27FC236}">
                  <a16:creationId xmlns:a16="http://schemas.microsoft.com/office/drawing/2014/main" id="{CC96BC35-BC52-AC2B-E2F9-A9CA12EDD705}"/>
                </a:ext>
              </a:extLst>
            </p:cNvPr>
            <p:cNvSpPr/>
            <p:nvPr/>
          </p:nvSpPr>
          <p:spPr>
            <a:xfrm>
              <a:off x="8830408" y="2006860"/>
              <a:ext cx="98523" cy="273437"/>
            </a:xfrm>
            <a:prstGeom prst="rect">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5">
                    <a:lumMod val="20000"/>
                    <a:lumOff val="80000"/>
                  </a:schemeClr>
                </a:solidFill>
              </a:endParaRPr>
            </a:p>
          </p:txBody>
        </p:sp>
        <p:sp>
          <p:nvSpPr>
            <p:cNvPr id="42" name="矩形 41">
              <a:extLst>
                <a:ext uri="{FF2B5EF4-FFF2-40B4-BE49-F238E27FC236}">
                  <a16:creationId xmlns:a16="http://schemas.microsoft.com/office/drawing/2014/main" id="{81579B31-5633-487C-A465-78B541AE7792}"/>
                </a:ext>
              </a:extLst>
            </p:cNvPr>
            <p:cNvSpPr/>
            <p:nvPr/>
          </p:nvSpPr>
          <p:spPr>
            <a:xfrm>
              <a:off x="8933707" y="2006860"/>
              <a:ext cx="98523" cy="273437"/>
            </a:xfrm>
            <a:prstGeom prst="rect">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accent5">
                    <a:lumMod val="20000"/>
                    <a:lumOff val="80000"/>
                  </a:schemeClr>
                </a:solidFill>
              </a:endParaRPr>
            </a:p>
          </p:txBody>
        </p:sp>
        <p:sp>
          <p:nvSpPr>
            <p:cNvPr id="43" name="矩形 42">
              <a:extLst>
                <a:ext uri="{FF2B5EF4-FFF2-40B4-BE49-F238E27FC236}">
                  <a16:creationId xmlns:a16="http://schemas.microsoft.com/office/drawing/2014/main" id="{81579B31-5633-487C-A465-78B541AE7792}"/>
                </a:ext>
              </a:extLst>
            </p:cNvPr>
            <p:cNvSpPr/>
            <p:nvPr/>
          </p:nvSpPr>
          <p:spPr>
            <a:xfrm>
              <a:off x="9034379" y="2005414"/>
              <a:ext cx="98523" cy="273437"/>
            </a:xfrm>
            <a:prstGeom prst="rect">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accent5">
                    <a:lumMod val="20000"/>
                    <a:lumOff val="80000"/>
                  </a:schemeClr>
                </a:solidFill>
              </a:endParaRPr>
            </a:p>
          </p:txBody>
        </p:sp>
        <p:grpSp>
          <p:nvGrpSpPr>
            <p:cNvPr id="59" name="组合 58">
              <a:extLst>
                <a:ext uri="{FF2B5EF4-FFF2-40B4-BE49-F238E27FC236}">
                  <a16:creationId xmlns:a16="http://schemas.microsoft.com/office/drawing/2014/main" id="{7BE42FA1-FDF6-58AA-74F5-DC2C1CF3938E}"/>
                </a:ext>
              </a:extLst>
            </p:cNvPr>
            <p:cNvGrpSpPr/>
            <p:nvPr/>
          </p:nvGrpSpPr>
          <p:grpSpPr>
            <a:xfrm>
              <a:off x="8400298" y="1701682"/>
              <a:ext cx="2952750" cy="589940"/>
              <a:chOff x="8400298" y="1701682"/>
              <a:chExt cx="2952750" cy="589940"/>
            </a:xfrm>
          </p:grpSpPr>
          <p:grpSp>
            <p:nvGrpSpPr>
              <p:cNvPr id="58" name="组合 57">
                <a:extLst>
                  <a:ext uri="{FF2B5EF4-FFF2-40B4-BE49-F238E27FC236}">
                    <a16:creationId xmlns:a16="http://schemas.microsoft.com/office/drawing/2014/main" id="{27DBC62C-D5F8-1A99-2F4C-ABEA11513B89}"/>
                  </a:ext>
                </a:extLst>
              </p:cNvPr>
              <p:cNvGrpSpPr/>
              <p:nvPr/>
            </p:nvGrpSpPr>
            <p:grpSpPr>
              <a:xfrm>
                <a:off x="8400298" y="1701682"/>
                <a:ext cx="2952750" cy="589940"/>
                <a:chOff x="8400298" y="1701682"/>
                <a:chExt cx="2952750" cy="589940"/>
              </a:xfrm>
            </p:grpSpPr>
            <p:grpSp>
              <p:nvGrpSpPr>
                <p:cNvPr id="45" name="组合 44">
                  <a:extLst>
                    <a:ext uri="{FF2B5EF4-FFF2-40B4-BE49-F238E27FC236}">
                      <a16:creationId xmlns:a16="http://schemas.microsoft.com/office/drawing/2014/main" id="{478F7A63-0565-5EA4-47E1-454602399BD0}"/>
                    </a:ext>
                  </a:extLst>
                </p:cNvPr>
                <p:cNvGrpSpPr/>
                <p:nvPr/>
              </p:nvGrpSpPr>
              <p:grpSpPr>
                <a:xfrm>
                  <a:off x="8400298" y="1701682"/>
                  <a:ext cx="2952750" cy="589940"/>
                  <a:chOff x="8400300" y="1700746"/>
                  <a:chExt cx="2952750" cy="589940"/>
                </a:xfrm>
              </p:grpSpPr>
              <p:grpSp>
                <p:nvGrpSpPr>
                  <p:cNvPr id="46" name="组合 45">
                    <a:extLst>
                      <a:ext uri="{FF2B5EF4-FFF2-40B4-BE49-F238E27FC236}">
                        <a16:creationId xmlns:a16="http://schemas.microsoft.com/office/drawing/2014/main" id="{C02FEB3E-E724-F555-A8FC-17B07F93062D}"/>
                      </a:ext>
                    </a:extLst>
                  </p:cNvPr>
                  <p:cNvGrpSpPr>
                    <a:grpSpLocks/>
                  </p:cNvGrpSpPr>
                  <p:nvPr/>
                </p:nvGrpSpPr>
                <p:grpSpPr bwMode="auto">
                  <a:xfrm>
                    <a:off x="8400300" y="1700746"/>
                    <a:ext cx="2952750" cy="577970"/>
                    <a:chOff x="1754" y="1315"/>
                    <a:chExt cx="1860" cy="446"/>
                  </a:xfrm>
                </p:grpSpPr>
                <p:sp>
                  <p:nvSpPr>
                    <p:cNvPr id="51" name="直接连接符 217097">
                      <a:extLst>
                        <a:ext uri="{FF2B5EF4-FFF2-40B4-BE49-F238E27FC236}">
                          <a16:creationId xmlns:a16="http://schemas.microsoft.com/office/drawing/2014/main" id="{CEBE57A6-068B-4BB3-89AA-1DF5ED1FC1D0}"/>
                        </a:ext>
                      </a:extLst>
                    </p:cNvPr>
                    <p:cNvSpPr>
                      <a:spLocks noChangeShapeType="1"/>
                    </p:cNvSpPr>
                    <p:nvPr/>
                  </p:nvSpPr>
                  <p:spPr bwMode="auto">
                    <a:xfrm flipV="1">
                      <a:off x="1754" y="1650"/>
                      <a:ext cx="289" cy="0"/>
                    </a:xfrm>
                    <a:prstGeom prst="line">
                      <a:avLst/>
                    </a:prstGeom>
                    <a:noFill/>
                    <a:ln w="28575">
                      <a:solidFill>
                        <a:srgbClr val="C00000"/>
                      </a:solidFill>
                      <a:round/>
                      <a:headEnd type="oval" w="med" len="med"/>
                      <a:tailEnd type="triangle" w="med" len="lg"/>
                    </a:ln>
                    <a:extLst>
                      <a:ext uri="{909E8E84-426E-40DD-AFC4-6F175D3DCCD1}">
                        <a14:hiddenFill xmlns:a14="http://schemas.microsoft.com/office/drawing/2010/main">
                          <a:noFill/>
                        </a14:hiddenFill>
                      </a:ext>
                    </a:extLst>
                  </p:spPr>
                  <p:txBody>
                    <a:bodyPr/>
                    <a:lstStyle/>
                    <a:p>
                      <a:endParaRPr lang="zh-CN" altLang="en-US"/>
                    </a:p>
                  </p:txBody>
                </p:sp>
                <p:grpSp>
                  <p:nvGrpSpPr>
                    <p:cNvPr id="52" name="组合 217114">
                      <a:extLst>
                        <a:ext uri="{FF2B5EF4-FFF2-40B4-BE49-F238E27FC236}">
                          <a16:creationId xmlns:a16="http://schemas.microsoft.com/office/drawing/2014/main" id="{5E2746C0-18AD-98EB-AB29-77B3188DAE2A}"/>
                        </a:ext>
                      </a:extLst>
                    </p:cNvPr>
                    <p:cNvGrpSpPr>
                      <a:grpSpLocks/>
                    </p:cNvGrpSpPr>
                    <p:nvPr/>
                  </p:nvGrpSpPr>
                  <p:grpSpPr bwMode="auto">
                    <a:xfrm>
                      <a:off x="1980" y="1315"/>
                      <a:ext cx="1634" cy="446"/>
                      <a:chOff x="1980" y="1315"/>
                      <a:chExt cx="1634" cy="446"/>
                    </a:xfrm>
                  </p:grpSpPr>
                  <p:sp>
                    <p:nvSpPr>
                      <p:cNvPr id="53" name="文本框 217109">
                        <a:extLst>
                          <a:ext uri="{FF2B5EF4-FFF2-40B4-BE49-F238E27FC236}">
                            <a16:creationId xmlns:a16="http://schemas.microsoft.com/office/drawing/2014/main" id="{E975263C-F9EE-63F5-0C6B-4945C3D5DC79}"/>
                          </a:ext>
                        </a:extLst>
                      </p:cNvPr>
                      <p:cNvSpPr txBox="1">
                        <a:spLocks noChangeArrowheads="1"/>
                      </p:cNvSpPr>
                      <p:nvPr/>
                    </p:nvSpPr>
                    <p:spPr bwMode="auto">
                      <a:xfrm>
                        <a:off x="1980" y="1315"/>
                        <a:ext cx="1634" cy="2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1600" b="1" dirty="0"/>
                          <a:t>0</a:t>
                        </a:r>
                        <a:r>
                          <a:rPr lang="en-US" altLang="zh-CN" sz="800" b="1" dirty="0"/>
                          <a:t> </a:t>
                        </a:r>
                        <a:r>
                          <a:rPr lang="en-US" altLang="zh-CN" sz="1600" b="1" dirty="0"/>
                          <a:t>1</a:t>
                        </a:r>
                        <a:r>
                          <a:rPr lang="en-US" altLang="zh-CN" sz="800" b="1" dirty="0"/>
                          <a:t> </a:t>
                        </a:r>
                        <a:r>
                          <a:rPr lang="en-US" altLang="zh-CN" sz="1600" b="1" dirty="0"/>
                          <a:t>2     …     45   …         119</a:t>
                        </a:r>
                      </a:p>
                    </p:txBody>
                  </p:sp>
                  <p:sp>
                    <p:nvSpPr>
                      <p:cNvPr id="54" name="矩形 217096">
                        <a:extLst>
                          <a:ext uri="{FF2B5EF4-FFF2-40B4-BE49-F238E27FC236}">
                            <a16:creationId xmlns:a16="http://schemas.microsoft.com/office/drawing/2014/main" id="{43B46280-C843-7EE3-2CE4-B7E88D19815E}"/>
                          </a:ext>
                        </a:extLst>
                      </p:cNvPr>
                      <p:cNvSpPr>
                        <a:spLocks noChangeArrowheads="1"/>
                      </p:cNvSpPr>
                      <p:nvPr/>
                    </p:nvSpPr>
                    <p:spPr bwMode="auto">
                      <a:xfrm>
                        <a:off x="2035" y="1550"/>
                        <a:ext cx="378" cy="211"/>
                      </a:xfrm>
                      <a:prstGeom prst="rect">
                        <a:avLst/>
                      </a:prstGeom>
                      <a:solidFill>
                        <a:schemeClr val="accent6">
                          <a:lumMod val="20000"/>
                          <a:lumOff val="80000"/>
                        </a:schemeClr>
                      </a:solidFill>
                      <a:ln w="28575">
                        <a:solidFill>
                          <a:schemeClr val="tx1"/>
                        </a:solidFill>
                        <a:miter lim="800000"/>
                        <a:headEnd/>
                        <a:tailEnd/>
                      </a:ln>
                    </p:spPr>
                    <p:txBody>
                      <a:bodyPr/>
                      <a:lstStyle/>
                      <a:p>
                        <a:endParaRPr lang="zh-CN" altLang="en-US"/>
                      </a:p>
                    </p:txBody>
                  </p:sp>
                </p:grpSp>
              </p:grpSp>
              <p:sp>
                <p:nvSpPr>
                  <p:cNvPr id="47" name="矩形 217096">
                    <a:extLst>
                      <a:ext uri="{FF2B5EF4-FFF2-40B4-BE49-F238E27FC236}">
                        <a16:creationId xmlns:a16="http://schemas.microsoft.com/office/drawing/2014/main" id="{D5C7ACA1-56A4-4FF8-FCE8-5EF403E04E0A}"/>
                      </a:ext>
                    </a:extLst>
                  </p:cNvPr>
                  <p:cNvSpPr>
                    <a:spLocks noChangeArrowheads="1"/>
                  </p:cNvSpPr>
                  <p:nvPr/>
                </p:nvSpPr>
                <p:spPr bwMode="auto">
                  <a:xfrm>
                    <a:off x="9671227" y="2004246"/>
                    <a:ext cx="600075" cy="273437"/>
                  </a:xfrm>
                  <a:prstGeom prst="rect">
                    <a:avLst/>
                  </a:prstGeom>
                  <a:solidFill>
                    <a:schemeClr val="accent6">
                      <a:lumMod val="20000"/>
                      <a:lumOff val="80000"/>
                    </a:schemeClr>
                  </a:solidFill>
                  <a:ln w="28575">
                    <a:solidFill>
                      <a:schemeClr val="tx1"/>
                    </a:solidFill>
                    <a:miter lim="800000"/>
                    <a:headEnd/>
                    <a:tailEnd/>
                  </a:ln>
                </p:spPr>
                <p:txBody>
                  <a:bodyPr/>
                  <a:lstStyle/>
                  <a:p>
                    <a:endParaRPr lang="zh-CN" altLang="en-US"/>
                  </a:p>
                </p:txBody>
              </p:sp>
              <p:sp>
                <p:nvSpPr>
                  <p:cNvPr id="48" name="矩形 217096">
                    <a:extLst>
                      <a:ext uri="{FF2B5EF4-FFF2-40B4-BE49-F238E27FC236}">
                        <a16:creationId xmlns:a16="http://schemas.microsoft.com/office/drawing/2014/main" id="{6B7F985D-9C21-6175-98DF-21B4C2EAE4A6}"/>
                      </a:ext>
                    </a:extLst>
                  </p:cNvPr>
                  <p:cNvSpPr>
                    <a:spLocks noChangeArrowheads="1"/>
                  </p:cNvSpPr>
                  <p:nvPr/>
                </p:nvSpPr>
                <p:spPr bwMode="auto">
                  <a:xfrm>
                    <a:off x="10496066" y="2004245"/>
                    <a:ext cx="600075" cy="273437"/>
                  </a:xfrm>
                  <a:prstGeom prst="rect">
                    <a:avLst/>
                  </a:prstGeom>
                  <a:solidFill>
                    <a:schemeClr val="accent6">
                      <a:lumMod val="20000"/>
                      <a:lumOff val="80000"/>
                    </a:schemeClr>
                  </a:solidFill>
                  <a:ln w="28575">
                    <a:solidFill>
                      <a:schemeClr val="tx1"/>
                    </a:solidFill>
                    <a:miter lim="800000"/>
                    <a:headEnd/>
                    <a:tailEnd/>
                  </a:ln>
                </p:spPr>
                <p:txBody>
                  <a:bodyPr/>
                  <a:lstStyle/>
                  <a:p>
                    <a:endParaRPr lang="zh-CN" altLang="en-US"/>
                  </a:p>
                </p:txBody>
              </p:sp>
              <p:sp>
                <p:nvSpPr>
                  <p:cNvPr id="49" name="矩形 217096">
                    <a:extLst>
                      <a:ext uri="{FF2B5EF4-FFF2-40B4-BE49-F238E27FC236}">
                        <a16:creationId xmlns:a16="http://schemas.microsoft.com/office/drawing/2014/main" id="{E764AEBA-EF1F-1F86-36B4-E6F723838184}"/>
                      </a:ext>
                    </a:extLst>
                  </p:cNvPr>
                  <p:cNvSpPr>
                    <a:spLocks noChangeArrowheads="1"/>
                  </p:cNvSpPr>
                  <p:nvPr/>
                </p:nvSpPr>
                <p:spPr bwMode="auto">
                  <a:xfrm>
                    <a:off x="9427819" y="1985277"/>
                    <a:ext cx="300038" cy="305409"/>
                  </a:xfrm>
                  <a:prstGeom prst="rect">
                    <a:avLst/>
                  </a:prstGeom>
                  <a:solidFill>
                    <a:schemeClr val="accent6">
                      <a:lumMod val="20000"/>
                      <a:lumOff val="80000"/>
                    </a:schemeClr>
                  </a:solidFill>
                  <a:ln w="28575">
                    <a:noFill/>
                    <a:miter lim="800000"/>
                    <a:headEnd/>
                    <a:tailEnd/>
                  </a:ln>
                </p:spPr>
                <p:txBody>
                  <a:bodyPr/>
                  <a:lstStyle/>
                  <a:p>
                    <a:endParaRPr lang="zh-CN" altLang="en-US"/>
                  </a:p>
                </p:txBody>
              </p:sp>
              <p:sp>
                <p:nvSpPr>
                  <p:cNvPr id="50" name="矩形 217096">
                    <a:extLst>
                      <a:ext uri="{FF2B5EF4-FFF2-40B4-BE49-F238E27FC236}">
                        <a16:creationId xmlns:a16="http://schemas.microsoft.com/office/drawing/2014/main" id="{A91DFD09-6677-22A2-20E4-EB9E9AB87DC0}"/>
                      </a:ext>
                    </a:extLst>
                  </p:cNvPr>
                  <p:cNvSpPr>
                    <a:spLocks noChangeArrowheads="1"/>
                  </p:cNvSpPr>
                  <p:nvPr/>
                </p:nvSpPr>
                <p:spPr bwMode="auto">
                  <a:xfrm>
                    <a:off x="10253842" y="1984519"/>
                    <a:ext cx="300038" cy="305409"/>
                  </a:xfrm>
                  <a:prstGeom prst="rect">
                    <a:avLst/>
                  </a:prstGeom>
                  <a:solidFill>
                    <a:schemeClr val="accent6">
                      <a:lumMod val="20000"/>
                      <a:lumOff val="80000"/>
                    </a:schemeClr>
                  </a:solidFill>
                  <a:ln w="28575">
                    <a:noFill/>
                    <a:miter lim="800000"/>
                    <a:headEnd/>
                    <a:tailEnd/>
                  </a:ln>
                </p:spPr>
                <p:txBody>
                  <a:bodyPr/>
                  <a:lstStyle/>
                  <a:p>
                    <a:endParaRPr lang="zh-CN" altLang="en-US"/>
                  </a:p>
                </p:txBody>
              </p:sp>
            </p:grpSp>
            <p:sp>
              <p:nvSpPr>
                <p:cNvPr id="55" name="矩形 54">
                  <a:extLst>
                    <a:ext uri="{FF2B5EF4-FFF2-40B4-BE49-F238E27FC236}">
                      <a16:creationId xmlns:a16="http://schemas.microsoft.com/office/drawing/2014/main" id="{3FE0B767-9808-8577-5E17-73D74DA9B688}"/>
                    </a:ext>
                  </a:extLst>
                </p:cNvPr>
                <p:cNvSpPr/>
                <p:nvPr/>
              </p:nvSpPr>
              <p:spPr>
                <a:xfrm>
                  <a:off x="8845993" y="2007795"/>
                  <a:ext cx="98523" cy="273437"/>
                </a:xfrm>
                <a:prstGeom prst="rect">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5">
                        <a:lumMod val="20000"/>
                        <a:lumOff val="80000"/>
                      </a:schemeClr>
                    </a:solidFill>
                  </a:endParaRPr>
                </a:p>
              </p:txBody>
            </p:sp>
            <p:sp>
              <p:nvSpPr>
                <p:cNvPr id="56" name="矩形 55">
                  <a:extLst>
                    <a:ext uri="{FF2B5EF4-FFF2-40B4-BE49-F238E27FC236}">
                      <a16:creationId xmlns:a16="http://schemas.microsoft.com/office/drawing/2014/main" id="{D360FBBB-D7EE-3A26-FB75-D01CBF627987}"/>
                    </a:ext>
                  </a:extLst>
                </p:cNvPr>
                <p:cNvSpPr/>
                <p:nvPr/>
              </p:nvSpPr>
              <p:spPr>
                <a:xfrm>
                  <a:off x="8949292" y="2007795"/>
                  <a:ext cx="98523" cy="273437"/>
                </a:xfrm>
                <a:prstGeom prst="rect">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accent5">
                        <a:lumMod val="20000"/>
                        <a:lumOff val="80000"/>
                      </a:schemeClr>
                    </a:solidFill>
                  </a:endParaRPr>
                </a:p>
              </p:txBody>
            </p:sp>
            <p:sp>
              <p:nvSpPr>
                <p:cNvPr id="57" name="矩形 56">
                  <a:extLst>
                    <a:ext uri="{FF2B5EF4-FFF2-40B4-BE49-F238E27FC236}">
                      <a16:creationId xmlns:a16="http://schemas.microsoft.com/office/drawing/2014/main" id="{E2D0114C-6108-B1D8-F710-D86E646AC0EB}"/>
                    </a:ext>
                  </a:extLst>
                </p:cNvPr>
                <p:cNvSpPr/>
                <p:nvPr/>
              </p:nvSpPr>
              <p:spPr>
                <a:xfrm>
                  <a:off x="9049964" y="2006349"/>
                  <a:ext cx="98523" cy="273437"/>
                </a:xfrm>
                <a:prstGeom prst="rect">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accent5">
                        <a:lumMod val="20000"/>
                        <a:lumOff val="80000"/>
                      </a:schemeClr>
                    </a:solidFill>
                  </a:endParaRPr>
                </a:p>
              </p:txBody>
            </p:sp>
          </p:grpSp>
          <p:sp>
            <p:nvSpPr>
              <p:cNvPr id="30" name="矩形 29">
                <a:extLst>
                  <a:ext uri="{FF2B5EF4-FFF2-40B4-BE49-F238E27FC236}">
                    <a16:creationId xmlns:a16="http://schemas.microsoft.com/office/drawing/2014/main" id="{81579B31-5633-487C-A465-78B541AE7792}"/>
                  </a:ext>
                </a:extLst>
              </p:cNvPr>
              <p:cNvSpPr/>
              <p:nvPr/>
            </p:nvSpPr>
            <p:spPr>
              <a:xfrm>
                <a:off x="9971264" y="2004246"/>
                <a:ext cx="98523" cy="273437"/>
              </a:xfrm>
              <a:prstGeom prst="rect">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5">
                      <a:lumMod val="20000"/>
                      <a:lumOff val="80000"/>
                    </a:schemeClr>
                  </a:solidFill>
                </a:endParaRPr>
              </a:p>
            </p:txBody>
          </p:sp>
          <p:sp>
            <p:nvSpPr>
              <p:cNvPr id="44" name="矩形 43">
                <a:extLst>
                  <a:ext uri="{FF2B5EF4-FFF2-40B4-BE49-F238E27FC236}">
                    <a16:creationId xmlns:a16="http://schemas.microsoft.com/office/drawing/2014/main" id="{81579B31-5633-487C-A465-78B541AE7792}"/>
                  </a:ext>
                </a:extLst>
              </p:cNvPr>
              <p:cNvSpPr/>
              <p:nvPr/>
            </p:nvSpPr>
            <p:spPr>
              <a:xfrm>
                <a:off x="10982031" y="2004246"/>
                <a:ext cx="98523" cy="273437"/>
              </a:xfrm>
              <a:prstGeom prst="rect">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accent5">
                      <a:lumMod val="20000"/>
                      <a:lumOff val="80000"/>
                    </a:schemeClr>
                  </a:solidFill>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fade">
                                      <p:cBhvr>
                                        <p:cTn id="7" dur="1000"/>
                                        <p:tgtEl>
                                          <p:spTgt spid="40"/>
                                        </p:tgtEl>
                                      </p:cBhvr>
                                    </p:animEffect>
                                    <p:anim calcmode="lin" valueType="num">
                                      <p:cBhvr>
                                        <p:cTn id="8" dur="1000" fill="hold"/>
                                        <p:tgtEl>
                                          <p:spTgt spid="40"/>
                                        </p:tgtEl>
                                        <p:attrNameLst>
                                          <p:attrName>ppt_x</p:attrName>
                                        </p:attrNameLst>
                                      </p:cBhvr>
                                      <p:tavLst>
                                        <p:tav tm="0">
                                          <p:val>
                                            <p:strVal val="#ppt_x"/>
                                          </p:val>
                                        </p:tav>
                                        <p:tav tm="100000">
                                          <p:val>
                                            <p:strVal val="#ppt_x"/>
                                          </p:val>
                                        </p:tav>
                                      </p:tavLst>
                                    </p:anim>
                                    <p:anim calcmode="lin" valueType="num">
                                      <p:cBhvr>
                                        <p:cTn id="9" dur="1000" fill="hold"/>
                                        <p:tgtEl>
                                          <p:spTgt spid="40"/>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7651">
                                            <p:bg/>
                                          </p:spTgt>
                                        </p:tgtEl>
                                        <p:attrNameLst>
                                          <p:attrName>style.visibility</p:attrName>
                                        </p:attrNameLst>
                                      </p:cBhvr>
                                      <p:to>
                                        <p:strVal val="visible"/>
                                      </p:to>
                                    </p:set>
                                    <p:animEffect transition="in" filter="fade">
                                      <p:cBhvr>
                                        <p:cTn id="14" dur="1000"/>
                                        <p:tgtEl>
                                          <p:spTgt spid="27651">
                                            <p:bg/>
                                          </p:spTgt>
                                        </p:tgtEl>
                                      </p:cBhvr>
                                    </p:animEffect>
                                    <p:anim calcmode="lin" valueType="num">
                                      <p:cBhvr>
                                        <p:cTn id="15" dur="1000" fill="hold"/>
                                        <p:tgtEl>
                                          <p:spTgt spid="27651">
                                            <p:bg/>
                                          </p:spTgt>
                                        </p:tgtEl>
                                        <p:attrNameLst>
                                          <p:attrName>ppt_x</p:attrName>
                                        </p:attrNameLst>
                                      </p:cBhvr>
                                      <p:tavLst>
                                        <p:tav tm="0">
                                          <p:val>
                                            <p:strVal val="#ppt_x"/>
                                          </p:val>
                                        </p:tav>
                                        <p:tav tm="100000">
                                          <p:val>
                                            <p:strVal val="#ppt_x"/>
                                          </p:val>
                                        </p:tav>
                                      </p:tavLst>
                                    </p:anim>
                                    <p:anim calcmode="lin" valueType="num">
                                      <p:cBhvr>
                                        <p:cTn id="16" dur="1000" fill="hold"/>
                                        <p:tgtEl>
                                          <p:spTgt spid="27651">
                                            <p:bg/>
                                          </p:spTgt>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27651">
                                            <p:txEl>
                                              <p:pRg st="0" end="0"/>
                                            </p:txEl>
                                          </p:spTgt>
                                        </p:tgtEl>
                                        <p:attrNameLst>
                                          <p:attrName>style.visibility</p:attrName>
                                        </p:attrNameLst>
                                      </p:cBhvr>
                                      <p:to>
                                        <p:strVal val="visible"/>
                                      </p:to>
                                    </p:set>
                                    <p:animEffect transition="in" filter="fade">
                                      <p:cBhvr>
                                        <p:cTn id="19" dur="1000"/>
                                        <p:tgtEl>
                                          <p:spTgt spid="27651">
                                            <p:txEl>
                                              <p:pRg st="0" end="0"/>
                                            </p:txEl>
                                          </p:spTgt>
                                        </p:tgtEl>
                                      </p:cBhvr>
                                    </p:animEffect>
                                    <p:anim calcmode="lin" valueType="num">
                                      <p:cBhvr>
                                        <p:cTn id="20" dur="1000" fill="hold"/>
                                        <p:tgtEl>
                                          <p:spTgt spid="27651">
                                            <p:txEl>
                                              <p:pRg st="0" end="0"/>
                                            </p:txEl>
                                          </p:spTgt>
                                        </p:tgtEl>
                                        <p:attrNameLst>
                                          <p:attrName>ppt_x</p:attrName>
                                        </p:attrNameLst>
                                      </p:cBhvr>
                                      <p:tavLst>
                                        <p:tav tm="0">
                                          <p:val>
                                            <p:strVal val="#ppt_x"/>
                                          </p:val>
                                        </p:tav>
                                        <p:tav tm="100000">
                                          <p:val>
                                            <p:strVal val="#ppt_x"/>
                                          </p:val>
                                        </p:tav>
                                      </p:tavLst>
                                    </p:anim>
                                    <p:anim calcmode="lin" valueType="num">
                                      <p:cBhvr>
                                        <p:cTn id="21" dur="1000" fill="hold"/>
                                        <p:tgtEl>
                                          <p:spTgt spid="27651">
                                            <p:txEl>
                                              <p:pRg st="0" end="0"/>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27651">
                                            <p:txEl>
                                              <p:pRg st="1" end="1"/>
                                            </p:txEl>
                                          </p:spTgt>
                                        </p:tgtEl>
                                        <p:attrNameLst>
                                          <p:attrName>style.visibility</p:attrName>
                                        </p:attrNameLst>
                                      </p:cBhvr>
                                      <p:to>
                                        <p:strVal val="visible"/>
                                      </p:to>
                                    </p:set>
                                    <p:animEffect transition="in" filter="fade">
                                      <p:cBhvr>
                                        <p:cTn id="24" dur="1000"/>
                                        <p:tgtEl>
                                          <p:spTgt spid="27651">
                                            <p:txEl>
                                              <p:pRg st="1" end="1"/>
                                            </p:txEl>
                                          </p:spTgt>
                                        </p:tgtEl>
                                      </p:cBhvr>
                                    </p:animEffect>
                                    <p:anim calcmode="lin" valueType="num">
                                      <p:cBhvr>
                                        <p:cTn id="25" dur="1000" fill="hold"/>
                                        <p:tgtEl>
                                          <p:spTgt spid="27651">
                                            <p:txEl>
                                              <p:pRg st="1" end="1"/>
                                            </p:txEl>
                                          </p:spTgt>
                                        </p:tgtEl>
                                        <p:attrNameLst>
                                          <p:attrName>ppt_x</p:attrName>
                                        </p:attrNameLst>
                                      </p:cBhvr>
                                      <p:tavLst>
                                        <p:tav tm="0">
                                          <p:val>
                                            <p:strVal val="#ppt_x"/>
                                          </p:val>
                                        </p:tav>
                                        <p:tav tm="100000">
                                          <p:val>
                                            <p:strVal val="#ppt_x"/>
                                          </p:val>
                                        </p:tav>
                                      </p:tavLst>
                                    </p:anim>
                                    <p:anim calcmode="lin" valueType="num">
                                      <p:cBhvr>
                                        <p:cTn id="26" dur="1000" fill="hold"/>
                                        <p:tgtEl>
                                          <p:spTgt spid="27651">
                                            <p:txEl>
                                              <p:pRg st="1" end="1"/>
                                            </p:txEl>
                                          </p:spTgt>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27651">
                                            <p:txEl>
                                              <p:pRg st="2" end="2"/>
                                            </p:txEl>
                                          </p:spTgt>
                                        </p:tgtEl>
                                        <p:attrNameLst>
                                          <p:attrName>style.visibility</p:attrName>
                                        </p:attrNameLst>
                                      </p:cBhvr>
                                      <p:to>
                                        <p:strVal val="visible"/>
                                      </p:to>
                                    </p:set>
                                    <p:animEffect transition="in" filter="fade">
                                      <p:cBhvr>
                                        <p:cTn id="29" dur="1000"/>
                                        <p:tgtEl>
                                          <p:spTgt spid="27651">
                                            <p:txEl>
                                              <p:pRg st="2" end="2"/>
                                            </p:txEl>
                                          </p:spTgt>
                                        </p:tgtEl>
                                      </p:cBhvr>
                                    </p:animEffect>
                                    <p:anim calcmode="lin" valueType="num">
                                      <p:cBhvr>
                                        <p:cTn id="30" dur="1000" fill="hold"/>
                                        <p:tgtEl>
                                          <p:spTgt spid="27651">
                                            <p:txEl>
                                              <p:pRg st="2" end="2"/>
                                            </p:txEl>
                                          </p:spTgt>
                                        </p:tgtEl>
                                        <p:attrNameLst>
                                          <p:attrName>ppt_x</p:attrName>
                                        </p:attrNameLst>
                                      </p:cBhvr>
                                      <p:tavLst>
                                        <p:tav tm="0">
                                          <p:val>
                                            <p:strVal val="#ppt_x"/>
                                          </p:val>
                                        </p:tav>
                                        <p:tav tm="100000">
                                          <p:val>
                                            <p:strVal val="#ppt_x"/>
                                          </p:val>
                                        </p:tav>
                                      </p:tavLst>
                                    </p:anim>
                                    <p:anim calcmode="lin" valueType="num">
                                      <p:cBhvr>
                                        <p:cTn id="31" dur="1000" fill="hold"/>
                                        <p:tgtEl>
                                          <p:spTgt spid="27651">
                                            <p:txEl>
                                              <p:pRg st="2" end="2"/>
                                            </p:txEl>
                                          </p:spTgt>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27651">
                                            <p:txEl>
                                              <p:pRg st="3" end="3"/>
                                            </p:txEl>
                                          </p:spTgt>
                                        </p:tgtEl>
                                        <p:attrNameLst>
                                          <p:attrName>style.visibility</p:attrName>
                                        </p:attrNameLst>
                                      </p:cBhvr>
                                      <p:to>
                                        <p:strVal val="visible"/>
                                      </p:to>
                                    </p:set>
                                    <p:animEffect transition="in" filter="fade">
                                      <p:cBhvr>
                                        <p:cTn id="34" dur="1000"/>
                                        <p:tgtEl>
                                          <p:spTgt spid="27651">
                                            <p:txEl>
                                              <p:pRg st="3" end="3"/>
                                            </p:txEl>
                                          </p:spTgt>
                                        </p:tgtEl>
                                      </p:cBhvr>
                                    </p:animEffect>
                                    <p:anim calcmode="lin" valueType="num">
                                      <p:cBhvr>
                                        <p:cTn id="35" dur="1000" fill="hold"/>
                                        <p:tgtEl>
                                          <p:spTgt spid="27651">
                                            <p:txEl>
                                              <p:pRg st="3" end="3"/>
                                            </p:txEl>
                                          </p:spTgt>
                                        </p:tgtEl>
                                        <p:attrNameLst>
                                          <p:attrName>ppt_x</p:attrName>
                                        </p:attrNameLst>
                                      </p:cBhvr>
                                      <p:tavLst>
                                        <p:tav tm="0">
                                          <p:val>
                                            <p:strVal val="#ppt_x"/>
                                          </p:val>
                                        </p:tav>
                                        <p:tav tm="100000">
                                          <p:val>
                                            <p:strVal val="#ppt_x"/>
                                          </p:val>
                                        </p:tav>
                                      </p:tavLst>
                                    </p:anim>
                                    <p:anim calcmode="lin" valueType="num">
                                      <p:cBhvr>
                                        <p:cTn id="36" dur="1000" fill="hold"/>
                                        <p:tgtEl>
                                          <p:spTgt spid="27651">
                                            <p:txEl>
                                              <p:pRg st="3" end="3"/>
                                            </p:txEl>
                                          </p:spTgt>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27651">
                                            <p:txEl>
                                              <p:pRg st="4" end="4"/>
                                            </p:txEl>
                                          </p:spTgt>
                                        </p:tgtEl>
                                        <p:attrNameLst>
                                          <p:attrName>style.visibility</p:attrName>
                                        </p:attrNameLst>
                                      </p:cBhvr>
                                      <p:to>
                                        <p:strVal val="visible"/>
                                      </p:to>
                                    </p:set>
                                    <p:animEffect transition="in" filter="fade">
                                      <p:cBhvr>
                                        <p:cTn id="39" dur="1000"/>
                                        <p:tgtEl>
                                          <p:spTgt spid="27651">
                                            <p:txEl>
                                              <p:pRg st="4" end="4"/>
                                            </p:txEl>
                                          </p:spTgt>
                                        </p:tgtEl>
                                      </p:cBhvr>
                                    </p:animEffect>
                                    <p:anim calcmode="lin" valueType="num">
                                      <p:cBhvr>
                                        <p:cTn id="40" dur="1000" fill="hold"/>
                                        <p:tgtEl>
                                          <p:spTgt spid="27651">
                                            <p:txEl>
                                              <p:pRg st="4" end="4"/>
                                            </p:txEl>
                                          </p:spTgt>
                                        </p:tgtEl>
                                        <p:attrNameLst>
                                          <p:attrName>ppt_x</p:attrName>
                                        </p:attrNameLst>
                                      </p:cBhvr>
                                      <p:tavLst>
                                        <p:tav tm="0">
                                          <p:val>
                                            <p:strVal val="#ppt_x"/>
                                          </p:val>
                                        </p:tav>
                                        <p:tav tm="100000">
                                          <p:val>
                                            <p:strVal val="#ppt_x"/>
                                          </p:val>
                                        </p:tav>
                                      </p:tavLst>
                                    </p:anim>
                                    <p:anim calcmode="lin" valueType="num">
                                      <p:cBhvr>
                                        <p:cTn id="41" dur="1000" fill="hold"/>
                                        <p:tgtEl>
                                          <p:spTgt spid="27651">
                                            <p:txEl>
                                              <p:pRg st="4" end="4"/>
                                            </p:txEl>
                                          </p:spTgt>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27651">
                                            <p:txEl>
                                              <p:pRg st="5" end="5"/>
                                            </p:txEl>
                                          </p:spTgt>
                                        </p:tgtEl>
                                        <p:attrNameLst>
                                          <p:attrName>style.visibility</p:attrName>
                                        </p:attrNameLst>
                                      </p:cBhvr>
                                      <p:to>
                                        <p:strVal val="visible"/>
                                      </p:to>
                                    </p:set>
                                    <p:animEffect transition="in" filter="fade">
                                      <p:cBhvr>
                                        <p:cTn id="44" dur="1000"/>
                                        <p:tgtEl>
                                          <p:spTgt spid="27651">
                                            <p:txEl>
                                              <p:pRg st="5" end="5"/>
                                            </p:txEl>
                                          </p:spTgt>
                                        </p:tgtEl>
                                      </p:cBhvr>
                                    </p:animEffect>
                                    <p:anim calcmode="lin" valueType="num">
                                      <p:cBhvr>
                                        <p:cTn id="45" dur="1000" fill="hold"/>
                                        <p:tgtEl>
                                          <p:spTgt spid="27651">
                                            <p:txEl>
                                              <p:pRg st="5" end="5"/>
                                            </p:txEl>
                                          </p:spTgt>
                                        </p:tgtEl>
                                        <p:attrNameLst>
                                          <p:attrName>ppt_x</p:attrName>
                                        </p:attrNameLst>
                                      </p:cBhvr>
                                      <p:tavLst>
                                        <p:tav tm="0">
                                          <p:val>
                                            <p:strVal val="#ppt_x"/>
                                          </p:val>
                                        </p:tav>
                                        <p:tav tm="100000">
                                          <p:val>
                                            <p:strVal val="#ppt_x"/>
                                          </p:val>
                                        </p:tav>
                                      </p:tavLst>
                                    </p:anim>
                                    <p:anim calcmode="lin" valueType="num">
                                      <p:cBhvr>
                                        <p:cTn id="46" dur="1000" fill="hold"/>
                                        <p:tgtEl>
                                          <p:spTgt spid="27651">
                                            <p:txEl>
                                              <p:pRg st="5" end="5"/>
                                            </p:txEl>
                                          </p:spTgt>
                                        </p:tgtEl>
                                        <p:attrNameLst>
                                          <p:attrName>ppt_y</p:attrName>
                                        </p:attrNameLst>
                                      </p:cBhvr>
                                      <p:tavLst>
                                        <p:tav tm="0">
                                          <p:val>
                                            <p:strVal val="#ppt_y+.1"/>
                                          </p:val>
                                        </p:tav>
                                        <p:tav tm="100000">
                                          <p:val>
                                            <p:strVal val="#ppt_y"/>
                                          </p:val>
                                        </p:tav>
                                      </p:tavLst>
                                    </p:anim>
                                  </p:childTnLst>
                                </p:cTn>
                              </p:par>
                              <p:par>
                                <p:cTn id="47" presetID="42" presetClass="entr" presetSubtype="0" fill="hold" grpId="0" nodeType="withEffect">
                                  <p:stCondLst>
                                    <p:cond delay="0"/>
                                  </p:stCondLst>
                                  <p:childTnLst>
                                    <p:set>
                                      <p:cBhvr>
                                        <p:cTn id="48" dur="1" fill="hold">
                                          <p:stCondLst>
                                            <p:cond delay="0"/>
                                          </p:stCondLst>
                                        </p:cTn>
                                        <p:tgtEl>
                                          <p:spTgt spid="27651">
                                            <p:txEl>
                                              <p:pRg st="6" end="6"/>
                                            </p:txEl>
                                          </p:spTgt>
                                        </p:tgtEl>
                                        <p:attrNameLst>
                                          <p:attrName>style.visibility</p:attrName>
                                        </p:attrNameLst>
                                      </p:cBhvr>
                                      <p:to>
                                        <p:strVal val="visible"/>
                                      </p:to>
                                    </p:set>
                                    <p:animEffect transition="in" filter="fade">
                                      <p:cBhvr>
                                        <p:cTn id="49" dur="1000"/>
                                        <p:tgtEl>
                                          <p:spTgt spid="27651">
                                            <p:txEl>
                                              <p:pRg st="6" end="6"/>
                                            </p:txEl>
                                          </p:spTgt>
                                        </p:tgtEl>
                                      </p:cBhvr>
                                    </p:animEffect>
                                    <p:anim calcmode="lin" valueType="num">
                                      <p:cBhvr>
                                        <p:cTn id="50" dur="1000" fill="hold"/>
                                        <p:tgtEl>
                                          <p:spTgt spid="27651">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27651">
                                            <p:txEl>
                                              <p:pRg st="6" end="6"/>
                                            </p:txEl>
                                          </p:spTgt>
                                        </p:tgtEl>
                                        <p:attrNameLst>
                                          <p:attrName>ppt_y</p:attrName>
                                        </p:attrNameLst>
                                      </p:cBhvr>
                                      <p:tavLst>
                                        <p:tav tm="0">
                                          <p:val>
                                            <p:strVal val="#ppt_y+.1"/>
                                          </p:val>
                                        </p:tav>
                                        <p:tav tm="100000">
                                          <p:val>
                                            <p:strVal val="#ppt_y"/>
                                          </p:val>
                                        </p:tav>
                                      </p:tavLst>
                                    </p:anim>
                                  </p:childTnLst>
                                </p:cTn>
                              </p:par>
                              <p:par>
                                <p:cTn id="52" presetID="42" presetClass="entr" presetSubtype="0" fill="hold" grpId="0" nodeType="withEffect">
                                  <p:stCondLst>
                                    <p:cond delay="0"/>
                                  </p:stCondLst>
                                  <p:childTnLst>
                                    <p:set>
                                      <p:cBhvr>
                                        <p:cTn id="53" dur="1" fill="hold">
                                          <p:stCondLst>
                                            <p:cond delay="0"/>
                                          </p:stCondLst>
                                        </p:cTn>
                                        <p:tgtEl>
                                          <p:spTgt spid="27651">
                                            <p:txEl>
                                              <p:pRg st="7" end="7"/>
                                            </p:txEl>
                                          </p:spTgt>
                                        </p:tgtEl>
                                        <p:attrNameLst>
                                          <p:attrName>style.visibility</p:attrName>
                                        </p:attrNameLst>
                                      </p:cBhvr>
                                      <p:to>
                                        <p:strVal val="visible"/>
                                      </p:to>
                                    </p:set>
                                    <p:animEffect transition="in" filter="fade">
                                      <p:cBhvr>
                                        <p:cTn id="54" dur="1000"/>
                                        <p:tgtEl>
                                          <p:spTgt spid="27651">
                                            <p:txEl>
                                              <p:pRg st="7" end="7"/>
                                            </p:txEl>
                                          </p:spTgt>
                                        </p:tgtEl>
                                      </p:cBhvr>
                                    </p:animEffect>
                                    <p:anim calcmode="lin" valueType="num">
                                      <p:cBhvr>
                                        <p:cTn id="55" dur="1000" fill="hold"/>
                                        <p:tgtEl>
                                          <p:spTgt spid="27651">
                                            <p:txEl>
                                              <p:pRg st="7" end="7"/>
                                            </p:txEl>
                                          </p:spTgt>
                                        </p:tgtEl>
                                        <p:attrNameLst>
                                          <p:attrName>ppt_x</p:attrName>
                                        </p:attrNameLst>
                                      </p:cBhvr>
                                      <p:tavLst>
                                        <p:tav tm="0">
                                          <p:val>
                                            <p:strVal val="#ppt_x"/>
                                          </p:val>
                                        </p:tav>
                                        <p:tav tm="100000">
                                          <p:val>
                                            <p:strVal val="#ppt_x"/>
                                          </p:val>
                                        </p:tav>
                                      </p:tavLst>
                                    </p:anim>
                                    <p:anim calcmode="lin" valueType="num">
                                      <p:cBhvr>
                                        <p:cTn id="56" dur="1000" fill="hold"/>
                                        <p:tgtEl>
                                          <p:spTgt spid="27651">
                                            <p:txEl>
                                              <p:pRg st="7" end="7"/>
                                            </p:txEl>
                                          </p:spTgt>
                                        </p:tgtEl>
                                        <p:attrNameLst>
                                          <p:attrName>ppt_y</p:attrName>
                                        </p:attrNameLst>
                                      </p:cBhvr>
                                      <p:tavLst>
                                        <p:tav tm="0">
                                          <p:val>
                                            <p:strVal val="#ppt_y+.1"/>
                                          </p:val>
                                        </p:tav>
                                        <p:tav tm="100000">
                                          <p:val>
                                            <p:strVal val="#ppt_y"/>
                                          </p:val>
                                        </p:tav>
                                      </p:tavLst>
                                    </p:anim>
                                  </p:childTnLst>
                                </p:cTn>
                              </p:par>
                              <p:par>
                                <p:cTn id="57" presetID="42" presetClass="entr" presetSubtype="0" fill="hold" grpId="0" nodeType="withEffect">
                                  <p:stCondLst>
                                    <p:cond delay="0"/>
                                  </p:stCondLst>
                                  <p:childTnLst>
                                    <p:set>
                                      <p:cBhvr>
                                        <p:cTn id="58" dur="1" fill="hold">
                                          <p:stCondLst>
                                            <p:cond delay="0"/>
                                          </p:stCondLst>
                                        </p:cTn>
                                        <p:tgtEl>
                                          <p:spTgt spid="27651">
                                            <p:txEl>
                                              <p:pRg st="8" end="8"/>
                                            </p:txEl>
                                          </p:spTgt>
                                        </p:tgtEl>
                                        <p:attrNameLst>
                                          <p:attrName>style.visibility</p:attrName>
                                        </p:attrNameLst>
                                      </p:cBhvr>
                                      <p:to>
                                        <p:strVal val="visible"/>
                                      </p:to>
                                    </p:set>
                                    <p:animEffect transition="in" filter="fade">
                                      <p:cBhvr>
                                        <p:cTn id="59" dur="1000"/>
                                        <p:tgtEl>
                                          <p:spTgt spid="27651">
                                            <p:txEl>
                                              <p:pRg st="8" end="8"/>
                                            </p:txEl>
                                          </p:spTgt>
                                        </p:tgtEl>
                                      </p:cBhvr>
                                    </p:animEffect>
                                    <p:anim calcmode="lin" valueType="num">
                                      <p:cBhvr>
                                        <p:cTn id="60" dur="1000" fill="hold"/>
                                        <p:tgtEl>
                                          <p:spTgt spid="27651">
                                            <p:txEl>
                                              <p:pRg st="8" end="8"/>
                                            </p:txEl>
                                          </p:spTgt>
                                        </p:tgtEl>
                                        <p:attrNameLst>
                                          <p:attrName>ppt_x</p:attrName>
                                        </p:attrNameLst>
                                      </p:cBhvr>
                                      <p:tavLst>
                                        <p:tav tm="0">
                                          <p:val>
                                            <p:strVal val="#ppt_x"/>
                                          </p:val>
                                        </p:tav>
                                        <p:tav tm="100000">
                                          <p:val>
                                            <p:strVal val="#ppt_x"/>
                                          </p:val>
                                        </p:tav>
                                      </p:tavLst>
                                    </p:anim>
                                    <p:anim calcmode="lin" valueType="num">
                                      <p:cBhvr>
                                        <p:cTn id="61" dur="1000" fill="hold"/>
                                        <p:tgtEl>
                                          <p:spTgt spid="27651">
                                            <p:txEl>
                                              <p:pRg st="8" end="8"/>
                                            </p:txEl>
                                          </p:spTgt>
                                        </p:tgtEl>
                                        <p:attrNameLst>
                                          <p:attrName>ppt_y</p:attrName>
                                        </p:attrNameLst>
                                      </p:cBhvr>
                                      <p:tavLst>
                                        <p:tav tm="0">
                                          <p:val>
                                            <p:strVal val="#ppt_y+.1"/>
                                          </p:val>
                                        </p:tav>
                                        <p:tav tm="100000">
                                          <p:val>
                                            <p:strVal val="#ppt_y"/>
                                          </p:val>
                                        </p:tav>
                                      </p:tavLst>
                                    </p:anim>
                                  </p:childTnLst>
                                </p:cTn>
                              </p:par>
                              <p:par>
                                <p:cTn id="62" presetID="42" presetClass="entr" presetSubtype="0" fill="hold" grpId="0" nodeType="withEffect">
                                  <p:stCondLst>
                                    <p:cond delay="0"/>
                                  </p:stCondLst>
                                  <p:childTnLst>
                                    <p:set>
                                      <p:cBhvr>
                                        <p:cTn id="63" dur="1" fill="hold">
                                          <p:stCondLst>
                                            <p:cond delay="0"/>
                                          </p:stCondLst>
                                        </p:cTn>
                                        <p:tgtEl>
                                          <p:spTgt spid="27651">
                                            <p:txEl>
                                              <p:pRg st="9" end="9"/>
                                            </p:txEl>
                                          </p:spTgt>
                                        </p:tgtEl>
                                        <p:attrNameLst>
                                          <p:attrName>style.visibility</p:attrName>
                                        </p:attrNameLst>
                                      </p:cBhvr>
                                      <p:to>
                                        <p:strVal val="visible"/>
                                      </p:to>
                                    </p:set>
                                    <p:animEffect transition="in" filter="fade">
                                      <p:cBhvr>
                                        <p:cTn id="64" dur="1000"/>
                                        <p:tgtEl>
                                          <p:spTgt spid="27651">
                                            <p:txEl>
                                              <p:pRg st="9" end="9"/>
                                            </p:txEl>
                                          </p:spTgt>
                                        </p:tgtEl>
                                      </p:cBhvr>
                                    </p:animEffect>
                                    <p:anim calcmode="lin" valueType="num">
                                      <p:cBhvr>
                                        <p:cTn id="65" dur="1000" fill="hold"/>
                                        <p:tgtEl>
                                          <p:spTgt spid="27651">
                                            <p:txEl>
                                              <p:pRg st="9" end="9"/>
                                            </p:txEl>
                                          </p:spTgt>
                                        </p:tgtEl>
                                        <p:attrNameLst>
                                          <p:attrName>ppt_x</p:attrName>
                                        </p:attrNameLst>
                                      </p:cBhvr>
                                      <p:tavLst>
                                        <p:tav tm="0">
                                          <p:val>
                                            <p:strVal val="#ppt_x"/>
                                          </p:val>
                                        </p:tav>
                                        <p:tav tm="100000">
                                          <p:val>
                                            <p:strVal val="#ppt_x"/>
                                          </p:val>
                                        </p:tav>
                                      </p:tavLst>
                                    </p:anim>
                                    <p:anim calcmode="lin" valueType="num">
                                      <p:cBhvr>
                                        <p:cTn id="66" dur="1000" fill="hold"/>
                                        <p:tgtEl>
                                          <p:spTgt spid="27651">
                                            <p:txEl>
                                              <p:pRg st="9" end="9"/>
                                            </p:txEl>
                                          </p:spTgt>
                                        </p:tgtEl>
                                        <p:attrNameLst>
                                          <p:attrName>ppt_y</p:attrName>
                                        </p:attrNameLst>
                                      </p:cBhvr>
                                      <p:tavLst>
                                        <p:tav tm="0">
                                          <p:val>
                                            <p:strVal val="#ppt_y+.1"/>
                                          </p:val>
                                        </p:tav>
                                        <p:tav tm="100000">
                                          <p:val>
                                            <p:strVal val="#ppt_y"/>
                                          </p:val>
                                        </p:tav>
                                      </p:tavLst>
                                    </p:anim>
                                  </p:childTnLst>
                                </p:cTn>
                              </p:par>
                              <p:par>
                                <p:cTn id="67" presetID="42" presetClass="entr" presetSubtype="0" fill="hold" grpId="0" nodeType="withEffect">
                                  <p:stCondLst>
                                    <p:cond delay="0"/>
                                  </p:stCondLst>
                                  <p:childTnLst>
                                    <p:set>
                                      <p:cBhvr>
                                        <p:cTn id="68" dur="1" fill="hold">
                                          <p:stCondLst>
                                            <p:cond delay="0"/>
                                          </p:stCondLst>
                                        </p:cTn>
                                        <p:tgtEl>
                                          <p:spTgt spid="27651">
                                            <p:txEl>
                                              <p:pRg st="10" end="10"/>
                                            </p:txEl>
                                          </p:spTgt>
                                        </p:tgtEl>
                                        <p:attrNameLst>
                                          <p:attrName>style.visibility</p:attrName>
                                        </p:attrNameLst>
                                      </p:cBhvr>
                                      <p:to>
                                        <p:strVal val="visible"/>
                                      </p:to>
                                    </p:set>
                                    <p:animEffect transition="in" filter="fade">
                                      <p:cBhvr>
                                        <p:cTn id="69" dur="1000"/>
                                        <p:tgtEl>
                                          <p:spTgt spid="27651">
                                            <p:txEl>
                                              <p:pRg st="10" end="10"/>
                                            </p:txEl>
                                          </p:spTgt>
                                        </p:tgtEl>
                                      </p:cBhvr>
                                    </p:animEffect>
                                    <p:anim calcmode="lin" valueType="num">
                                      <p:cBhvr>
                                        <p:cTn id="70" dur="1000" fill="hold"/>
                                        <p:tgtEl>
                                          <p:spTgt spid="27651">
                                            <p:txEl>
                                              <p:pRg st="10" end="10"/>
                                            </p:txEl>
                                          </p:spTgt>
                                        </p:tgtEl>
                                        <p:attrNameLst>
                                          <p:attrName>ppt_x</p:attrName>
                                        </p:attrNameLst>
                                      </p:cBhvr>
                                      <p:tavLst>
                                        <p:tav tm="0">
                                          <p:val>
                                            <p:strVal val="#ppt_x"/>
                                          </p:val>
                                        </p:tav>
                                        <p:tav tm="100000">
                                          <p:val>
                                            <p:strVal val="#ppt_x"/>
                                          </p:val>
                                        </p:tav>
                                      </p:tavLst>
                                    </p:anim>
                                    <p:anim calcmode="lin" valueType="num">
                                      <p:cBhvr>
                                        <p:cTn id="71" dur="1000" fill="hold"/>
                                        <p:tgtEl>
                                          <p:spTgt spid="27651">
                                            <p:txEl>
                                              <p:pRg st="10" end="10"/>
                                            </p:txEl>
                                          </p:spTgt>
                                        </p:tgtEl>
                                        <p:attrNameLst>
                                          <p:attrName>ppt_y</p:attrName>
                                        </p:attrNameLst>
                                      </p:cBhvr>
                                      <p:tavLst>
                                        <p:tav tm="0">
                                          <p:val>
                                            <p:strVal val="#ppt_y+.1"/>
                                          </p:val>
                                        </p:tav>
                                        <p:tav tm="100000">
                                          <p:val>
                                            <p:strVal val="#ppt_y"/>
                                          </p:val>
                                        </p:tav>
                                      </p:tavLst>
                                    </p:anim>
                                  </p:childTnLst>
                                </p:cTn>
                              </p:par>
                              <p:par>
                                <p:cTn id="72" presetID="42" presetClass="entr" presetSubtype="0" fill="hold" grpId="0" nodeType="withEffect">
                                  <p:stCondLst>
                                    <p:cond delay="0"/>
                                  </p:stCondLst>
                                  <p:childTnLst>
                                    <p:set>
                                      <p:cBhvr>
                                        <p:cTn id="73" dur="1" fill="hold">
                                          <p:stCondLst>
                                            <p:cond delay="0"/>
                                          </p:stCondLst>
                                        </p:cTn>
                                        <p:tgtEl>
                                          <p:spTgt spid="27651">
                                            <p:txEl>
                                              <p:pRg st="11" end="11"/>
                                            </p:txEl>
                                          </p:spTgt>
                                        </p:tgtEl>
                                        <p:attrNameLst>
                                          <p:attrName>style.visibility</p:attrName>
                                        </p:attrNameLst>
                                      </p:cBhvr>
                                      <p:to>
                                        <p:strVal val="visible"/>
                                      </p:to>
                                    </p:set>
                                    <p:animEffect transition="in" filter="fade">
                                      <p:cBhvr>
                                        <p:cTn id="74" dur="1000"/>
                                        <p:tgtEl>
                                          <p:spTgt spid="27651">
                                            <p:txEl>
                                              <p:pRg st="11" end="11"/>
                                            </p:txEl>
                                          </p:spTgt>
                                        </p:tgtEl>
                                      </p:cBhvr>
                                    </p:animEffect>
                                    <p:anim calcmode="lin" valueType="num">
                                      <p:cBhvr>
                                        <p:cTn id="75" dur="1000" fill="hold"/>
                                        <p:tgtEl>
                                          <p:spTgt spid="27651">
                                            <p:txEl>
                                              <p:pRg st="11" end="11"/>
                                            </p:txEl>
                                          </p:spTgt>
                                        </p:tgtEl>
                                        <p:attrNameLst>
                                          <p:attrName>ppt_x</p:attrName>
                                        </p:attrNameLst>
                                      </p:cBhvr>
                                      <p:tavLst>
                                        <p:tav tm="0">
                                          <p:val>
                                            <p:strVal val="#ppt_x"/>
                                          </p:val>
                                        </p:tav>
                                        <p:tav tm="100000">
                                          <p:val>
                                            <p:strVal val="#ppt_x"/>
                                          </p:val>
                                        </p:tav>
                                      </p:tavLst>
                                    </p:anim>
                                    <p:anim calcmode="lin" valueType="num">
                                      <p:cBhvr>
                                        <p:cTn id="76" dur="1000" fill="hold"/>
                                        <p:tgtEl>
                                          <p:spTgt spid="27651">
                                            <p:txEl>
                                              <p:pRg st="11" end="11"/>
                                            </p:txEl>
                                          </p:spTgt>
                                        </p:tgtEl>
                                        <p:attrNameLst>
                                          <p:attrName>ppt_y</p:attrName>
                                        </p:attrNameLst>
                                      </p:cBhvr>
                                      <p:tavLst>
                                        <p:tav tm="0">
                                          <p:val>
                                            <p:strVal val="#ppt_y+.1"/>
                                          </p:val>
                                        </p:tav>
                                        <p:tav tm="100000">
                                          <p:val>
                                            <p:strVal val="#ppt_y"/>
                                          </p:val>
                                        </p:tav>
                                      </p:tavLst>
                                    </p:anim>
                                  </p:childTnLst>
                                </p:cTn>
                              </p:par>
                            </p:childTnLst>
                          </p:cTn>
                        </p:par>
                      </p:childTnLst>
                    </p:cTn>
                  </p:par>
                  <p:par>
                    <p:cTn id="77" fill="hold">
                      <p:stCondLst>
                        <p:cond delay="indefinite"/>
                      </p:stCondLst>
                      <p:childTnLst>
                        <p:par>
                          <p:cTn id="78" fill="hold">
                            <p:stCondLst>
                              <p:cond delay="0"/>
                            </p:stCondLst>
                            <p:childTnLst>
                              <p:par>
                                <p:cTn id="79" presetID="42" presetClass="entr" presetSubtype="0" fill="hold" grpId="0" nodeType="clickEffect">
                                  <p:stCondLst>
                                    <p:cond delay="0"/>
                                  </p:stCondLst>
                                  <p:childTnLst>
                                    <p:set>
                                      <p:cBhvr>
                                        <p:cTn id="80" dur="1" fill="hold">
                                          <p:stCondLst>
                                            <p:cond delay="0"/>
                                          </p:stCondLst>
                                        </p:cTn>
                                        <p:tgtEl>
                                          <p:spTgt spid="5"/>
                                        </p:tgtEl>
                                        <p:attrNameLst>
                                          <p:attrName>style.visibility</p:attrName>
                                        </p:attrNameLst>
                                      </p:cBhvr>
                                      <p:to>
                                        <p:strVal val="visible"/>
                                      </p:to>
                                    </p:set>
                                    <p:animEffect transition="in" filter="fade">
                                      <p:cBhvr>
                                        <p:cTn id="81" dur="1000"/>
                                        <p:tgtEl>
                                          <p:spTgt spid="5"/>
                                        </p:tgtEl>
                                      </p:cBhvr>
                                    </p:animEffect>
                                    <p:anim calcmode="lin" valueType="num">
                                      <p:cBhvr>
                                        <p:cTn id="82" dur="1000" fill="hold"/>
                                        <p:tgtEl>
                                          <p:spTgt spid="5"/>
                                        </p:tgtEl>
                                        <p:attrNameLst>
                                          <p:attrName>ppt_x</p:attrName>
                                        </p:attrNameLst>
                                      </p:cBhvr>
                                      <p:tavLst>
                                        <p:tav tm="0">
                                          <p:val>
                                            <p:strVal val="#ppt_x"/>
                                          </p:val>
                                        </p:tav>
                                        <p:tav tm="100000">
                                          <p:val>
                                            <p:strVal val="#ppt_x"/>
                                          </p:val>
                                        </p:tav>
                                      </p:tavLst>
                                    </p:anim>
                                    <p:anim calcmode="lin" valueType="num">
                                      <p:cBhvr>
                                        <p:cTn id="83"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84" fill="hold">
                      <p:stCondLst>
                        <p:cond delay="indefinite"/>
                      </p:stCondLst>
                      <p:childTnLst>
                        <p:par>
                          <p:cTn id="85" fill="hold">
                            <p:stCondLst>
                              <p:cond delay="0"/>
                            </p:stCondLst>
                            <p:childTnLst>
                              <p:par>
                                <p:cTn id="86" presetID="22" presetClass="entr" presetSubtype="8" fill="hold" nodeType="clickEffect">
                                  <p:stCondLst>
                                    <p:cond delay="0"/>
                                  </p:stCondLst>
                                  <p:childTnLst>
                                    <p:set>
                                      <p:cBhvr>
                                        <p:cTn id="87" dur="1" fill="hold">
                                          <p:stCondLst>
                                            <p:cond delay="0"/>
                                          </p:stCondLst>
                                        </p:cTn>
                                        <p:tgtEl>
                                          <p:spTgt spid="27665"/>
                                        </p:tgtEl>
                                        <p:attrNameLst>
                                          <p:attrName>style.visibility</p:attrName>
                                        </p:attrNameLst>
                                      </p:cBhvr>
                                      <p:to>
                                        <p:strVal val="visible"/>
                                      </p:to>
                                    </p:set>
                                    <p:animEffect transition="in" filter="wipe(left)">
                                      <p:cBhvr>
                                        <p:cTn id="88" dur="500"/>
                                        <p:tgtEl>
                                          <p:spTgt spid="27665"/>
                                        </p:tgtEl>
                                      </p:cBhvr>
                                    </p:animEffect>
                                  </p:childTnLst>
                                </p:cTn>
                              </p:par>
                            </p:childTnLst>
                          </p:cTn>
                        </p:par>
                        <p:par>
                          <p:cTn id="89" fill="hold">
                            <p:stCondLst>
                              <p:cond delay="500"/>
                            </p:stCondLst>
                            <p:childTnLst>
                              <p:par>
                                <p:cTn id="90" presetID="17" presetClass="entr" presetSubtype="1" fill="hold" nodeType="afterEffect">
                                  <p:stCondLst>
                                    <p:cond delay="0"/>
                                  </p:stCondLst>
                                  <p:childTnLst>
                                    <p:set>
                                      <p:cBhvr>
                                        <p:cTn id="91" dur="1" fill="hold">
                                          <p:stCondLst>
                                            <p:cond delay="0"/>
                                          </p:stCondLst>
                                        </p:cTn>
                                        <p:tgtEl>
                                          <p:spTgt spid="6"/>
                                        </p:tgtEl>
                                        <p:attrNameLst>
                                          <p:attrName>style.visibility</p:attrName>
                                        </p:attrNameLst>
                                      </p:cBhvr>
                                      <p:to>
                                        <p:strVal val="visible"/>
                                      </p:to>
                                    </p:set>
                                    <p:anim calcmode="lin" valueType="num">
                                      <p:cBhvr>
                                        <p:cTn id="92" dur="500" fill="hold"/>
                                        <p:tgtEl>
                                          <p:spTgt spid="6"/>
                                        </p:tgtEl>
                                        <p:attrNameLst>
                                          <p:attrName>ppt_x</p:attrName>
                                        </p:attrNameLst>
                                      </p:cBhvr>
                                      <p:tavLst>
                                        <p:tav tm="0">
                                          <p:val>
                                            <p:strVal val="#ppt_x"/>
                                          </p:val>
                                        </p:tav>
                                        <p:tav tm="100000">
                                          <p:val>
                                            <p:strVal val="#ppt_x"/>
                                          </p:val>
                                        </p:tav>
                                      </p:tavLst>
                                    </p:anim>
                                    <p:anim calcmode="lin" valueType="num">
                                      <p:cBhvr>
                                        <p:cTn id="93" dur="500" fill="hold"/>
                                        <p:tgtEl>
                                          <p:spTgt spid="6"/>
                                        </p:tgtEl>
                                        <p:attrNameLst>
                                          <p:attrName>ppt_y</p:attrName>
                                        </p:attrNameLst>
                                      </p:cBhvr>
                                      <p:tavLst>
                                        <p:tav tm="0">
                                          <p:val>
                                            <p:strVal val="#ppt_y-#ppt_h/2"/>
                                          </p:val>
                                        </p:tav>
                                        <p:tav tm="100000">
                                          <p:val>
                                            <p:strVal val="#ppt_y"/>
                                          </p:val>
                                        </p:tav>
                                      </p:tavLst>
                                    </p:anim>
                                    <p:anim calcmode="lin" valueType="num">
                                      <p:cBhvr>
                                        <p:cTn id="94" dur="500" fill="hold"/>
                                        <p:tgtEl>
                                          <p:spTgt spid="6"/>
                                        </p:tgtEl>
                                        <p:attrNameLst>
                                          <p:attrName>ppt_w</p:attrName>
                                        </p:attrNameLst>
                                      </p:cBhvr>
                                      <p:tavLst>
                                        <p:tav tm="0">
                                          <p:val>
                                            <p:strVal val="#ppt_w"/>
                                          </p:val>
                                        </p:tav>
                                        <p:tav tm="100000">
                                          <p:val>
                                            <p:strVal val="#ppt_w"/>
                                          </p:val>
                                        </p:tav>
                                      </p:tavLst>
                                    </p:anim>
                                    <p:anim calcmode="lin" valueType="num">
                                      <p:cBhvr>
                                        <p:cTn id="95" dur="500" fill="hold"/>
                                        <p:tgtEl>
                                          <p:spTgt spid="6"/>
                                        </p:tgtEl>
                                        <p:attrNameLst>
                                          <p:attrName>ppt_h</p:attrName>
                                        </p:attrNameLst>
                                      </p:cBhvr>
                                      <p:tavLst>
                                        <p:tav tm="0">
                                          <p:val>
                                            <p:fltVal val="0"/>
                                          </p:val>
                                        </p:tav>
                                        <p:tav tm="100000">
                                          <p:val>
                                            <p:strVal val="#ppt_h"/>
                                          </p:val>
                                        </p:tav>
                                      </p:tavLst>
                                    </p:anim>
                                  </p:childTnLst>
                                </p:cTn>
                              </p:par>
                            </p:childTnLst>
                          </p:cTn>
                        </p:par>
                      </p:childTnLst>
                    </p:cTn>
                  </p:par>
                  <p:par>
                    <p:cTn id="96" fill="hold">
                      <p:stCondLst>
                        <p:cond delay="indefinite"/>
                      </p:stCondLst>
                      <p:childTnLst>
                        <p:par>
                          <p:cTn id="97" fill="hold">
                            <p:stCondLst>
                              <p:cond delay="0"/>
                            </p:stCondLst>
                            <p:childTnLst>
                              <p:par>
                                <p:cTn id="98" presetID="17" presetClass="entr" presetSubtype="8" fill="hold" nodeType="clickEffect">
                                  <p:stCondLst>
                                    <p:cond delay="0"/>
                                  </p:stCondLst>
                                  <p:childTnLst>
                                    <p:set>
                                      <p:cBhvr>
                                        <p:cTn id="99" dur="1" fill="hold">
                                          <p:stCondLst>
                                            <p:cond delay="0"/>
                                          </p:stCondLst>
                                        </p:cTn>
                                        <p:tgtEl>
                                          <p:spTgt spid="27664"/>
                                        </p:tgtEl>
                                        <p:attrNameLst>
                                          <p:attrName>style.visibility</p:attrName>
                                        </p:attrNameLst>
                                      </p:cBhvr>
                                      <p:to>
                                        <p:strVal val="visible"/>
                                      </p:to>
                                    </p:set>
                                    <p:anim calcmode="lin" valueType="num">
                                      <p:cBhvr>
                                        <p:cTn id="100" dur="500" fill="hold"/>
                                        <p:tgtEl>
                                          <p:spTgt spid="27664"/>
                                        </p:tgtEl>
                                        <p:attrNameLst>
                                          <p:attrName>ppt_x</p:attrName>
                                        </p:attrNameLst>
                                      </p:cBhvr>
                                      <p:tavLst>
                                        <p:tav tm="0">
                                          <p:val>
                                            <p:strVal val="#ppt_x-#ppt_w/2"/>
                                          </p:val>
                                        </p:tav>
                                        <p:tav tm="100000">
                                          <p:val>
                                            <p:strVal val="#ppt_x"/>
                                          </p:val>
                                        </p:tav>
                                      </p:tavLst>
                                    </p:anim>
                                    <p:anim calcmode="lin" valueType="num">
                                      <p:cBhvr>
                                        <p:cTn id="101" dur="500" fill="hold"/>
                                        <p:tgtEl>
                                          <p:spTgt spid="27664"/>
                                        </p:tgtEl>
                                        <p:attrNameLst>
                                          <p:attrName>ppt_y</p:attrName>
                                        </p:attrNameLst>
                                      </p:cBhvr>
                                      <p:tavLst>
                                        <p:tav tm="0">
                                          <p:val>
                                            <p:strVal val="#ppt_y"/>
                                          </p:val>
                                        </p:tav>
                                        <p:tav tm="100000">
                                          <p:val>
                                            <p:strVal val="#ppt_y"/>
                                          </p:val>
                                        </p:tav>
                                      </p:tavLst>
                                    </p:anim>
                                    <p:anim calcmode="lin" valueType="num">
                                      <p:cBhvr>
                                        <p:cTn id="102" dur="500" fill="hold"/>
                                        <p:tgtEl>
                                          <p:spTgt spid="27664"/>
                                        </p:tgtEl>
                                        <p:attrNameLst>
                                          <p:attrName>ppt_w</p:attrName>
                                        </p:attrNameLst>
                                      </p:cBhvr>
                                      <p:tavLst>
                                        <p:tav tm="0">
                                          <p:val>
                                            <p:fltVal val="0"/>
                                          </p:val>
                                        </p:tav>
                                        <p:tav tm="100000">
                                          <p:val>
                                            <p:strVal val="#ppt_w"/>
                                          </p:val>
                                        </p:tav>
                                      </p:tavLst>
                                    </p:anim>
                                    <p:anim calcmode="lin" valueType="num">
                                      <p:cBhvr>
                                        <p:cTn id="103" dur="500" fill="hold"/>
                                        <p:tgtEl>
                                          <p:spTgt spid="27664"/>
                                        </p:tgtEl>
                                        <p:attrNameLst>
                                          <p:attrName>ppt_h</p:attrName>
                                        </p:attrNameLst>
                                      </p:cBhvr>
                                      <p:tavLst>
                                        <p:tav tm="0">
                                          <p:val>
                                            <p:strVal val="#ppt_h"/>
                                          </p:val>
                                        </p:tav>
                                        <p:tav tm="100000">
                                          <p:val>
                                            <p:strVal val="#ppt_h"/>
                                          </p:val>
                                        </p:tav>
                                      </p:tavLst>
                                    </p:anim>
                                  </p:childTnLst>
                                </p:cTn>
                              </p:par>
                            </p:childTnLst>
                          </p:cTn>
                        </p:par>
                      </p:childTnLst>
                    </p:cTn>
                  </p:par>
                  <p:par>
                    <p:cTn id="104" fill="hold">
                      <p:stCondLst>
                        <p:cond delay="indefinite"/>
                      </p:stCondLst>
                      <p:childTnLst>
                        <p:par>
                          <p:cTn id="105" fill="hold">
                            <p:stCondLst>
                              <p:cond delay="0"/>
                            </p:stCondLst>
                            <p:childTnLst>
                              <p:par>
                                <p:cTn id="106" presetID="22" presetClass="entr" presetSubtype="8" fill="hold" nodeType="clickEffect">
                                  <p:stCondLst>
                                    <p:cond delay="0"/>
                                  </p:stCondLst>
                                  <p:childTnLst>
                                    <p:set>
                                      <p:cBhvr>
                                        <p:cTn id="107" dur="1" fill="hold">
                                          <p:stCondLst>
                                            <p:cond delay="0"/>
                                          </p:stCondLst>
                                        </p:cTn>
                                        <p:tgtEl>
                                          <p:spTgt spid="35"/>
                                        </p:tgtEl>
                                        <p:attrNameLst>
                                          <p:attrName>style.visibility</p:attrName>
                                        </p:attrNameLst>
                                      </p:cBhvr>
                                      <p:to>
                                        <p:strVal val="visible"/>
                                      </p:to>
                                    </p:set>
                                    <p:animEffect transition="in" filter="wipe(left)">
                                      <p:cBhvr>
                                        <p:cTn id="108" dur="500"/>
                                        <p:tgtEl>
                                          <p:spTgt spid="35"/>
                                        </p:tgtEl>
                                      </p:cBhvr>
                                    </p:animEffect>
                                  </p:childTnLst>
                                </p:cTn>
                              </p:par>
                            </p:childTnLst>
                          </p:cTn>
                        </p:par>
                      </p:childTnLst>
                    </p:cTn>
                  </p:par>
                  <p:par>
                    <p:cTn id="109" fill="hold">
                      <p:stCondLst>
                        <p:cond delay="indefinite"/>
                      </p:stCondLst>
                      <p:childTnLst>
                        <p:par>
                          <p:cTn id="110" fill="hold">
                            <p:stCondLst>
                              <p:cond delay="0"/>
                            </p:stCondLst>
                            <p:childTnLst>
                              <p:par>
                                <p:cTn id="111" presetID="17" presetClass="entr" presetSubtype="8" fill="hold" nodeType="clickEffect">
                                  <p:stCondLst>
                                    <p:cond delay="0"/>
                                  </p:stCondLst>
                                  <p:childTnLst>
                                    <p:set>
                                      <p:cBhvr>
                                        <p:cTn id="112" dur="1" fill="hold">
                                          <p:stCondLst>
                                            <p:cond delay="0"/>
                                          </p:stCondLst>
                                        </p:cTn>
                                        <p:tgtEl>
                                          <p:spTgt spid="39"/>
                                        </p:tgtEl>
                                        <p:attrNameLst>
                                          <p:attrName>style.visibility</p:attrName>
                                        </p:attrNameLst>
                                      </p:cBhvr>
                                      <p:to>
                                        <p:strVal val="visible"/>
                                      </p:to>
                                    </p:set>
                                    <p:anim calcmode="lin" valueType="num">
                                      <p:cBhvr>
                                        <p:cTn id="113" dur="500" fill="hold"/>
                                        <p:tgtEl>
                                          <p:spTgt spid="39"/>
                                        </p:tgtEl>
                                        <p:attrNameLst>
                                          <p:attrName>ppt_x</p:attrName>
                                        </p:attrNameLst>
                                      </p:cBhvr>
                                      <p:tavLst>
                                        <p:tav tm="0">
                                          <p:val>
                                            <p:strVal val="#ppt_x-#ppt_w/2"/>
                                          </p:val>
                                        </p:tav>
                                        <p:tav tm="100000">
                                          <p:val>
                                            <p:strVal val="#ppt_x"/>
                                          </p:val>
                                        </p:tav>
                                      </p:tavLst>
                                    </p:anim>
                                    <p:anim calcmode="lin" valueType="num">
                                      <p:cBhvr>
                                        <p:cTn id="114" dur="500" fill="hold"/>
                                        <p:tgtEl>
                                          <p:spTgt spid="39"/>
                                        </p:tgtEl>
                                        <p:attrNameLst>
                                          <p:attrName>ppt_y</p:attrName>
                                        </p:attrNameLst>
                                      </p:cBhvr>
                                      <p:tavLst>
                                        <p:tav tm="0">
                                          <p:val>
                                            <p:strVal val="#ppt_y"/>
                                          </p:val>
                                        </p:tav>
                                        <p:tav tm="100000">
                                          <p:val>
                                            <p:strVal val="#ppt_y"/>
                                          </p:val>
                                        </p:tav>
                                      </p:tavLst>
                                    </p:anim>
                                    <p:anim calcmode="lin" valueType="num">
                                      <p:cBhvr>
                                        <p:cTn id="115" dur="500" fill="hold"/>
                                        <p:tgtEl>
                                          <p:spTgt spid="39"/>
                                        </p:tgtEl>
                                        <p:attrNameLst>
                                          <p:attrName>ppt_w</p:attrName>
                                        </p:attrNameLst>
                                      </p:cBhvr>
                                      <p:tavLst>
                                        <p:tav tm="0">
                                          <p:val>
                                            <p:fltVal val="0"/>
                                          </p:val>
                                        </p:tav>
                                        <p:tav tm="100000">
                                          <p:val>
                                            <p:strVal val="#ppt_w"/>
                                          </p:val>
                                        </p:tav>
                                      </p:tavLst>
                                    </p:anim>
                                    <p:anim calcmode="lin" valueType="num">
                                      <p:cBhvr>
                                        <p:cTn id="116" dur="500" fill="hold"/>
                                        <p:tgtEl>
                                          <p:spTgt spid="39"/>
                                        </p:tgtEl>
                                        <p:attrNameLst>
                                          <p:attrName>ppt_h</p:attrName>
                                        </p:attrNameLst>
                                      </p:cBhvr>
                                      <p:tavLst>
                                        <p:tav tm="0">
                                          <p:val>
                                            <p:strVal val="#ppt_h"/>
                                          </p:val>
                                        </p:tav>
                                        <p:tav tm="100000">
                                          <p:val>
                                            <p:strVal val="#ppt_h"/>
                                          </p:val>
                                        </p:tav>
                                      </p:tavLst>
                                    </p:anim>
                                  </p:childTnLst>
                                </p:cTn>
                              </p:par>
                            </p:childTnLst>
                          </p:cTn>
                        </p:par>
                      </p:childTnLst>
                    </p:cTn>
                  </p:par>
                  <p:par>
                    <p:cTn id="117" fill="hold">
                      <p:stCondLst>
                        <p:cond delay="indefinite"/>
                      </p:stCondLst>
                      <p:childTnLst>
                        <p:par>
                          <p:cTn id="118" fill="hold">
                            <p:stCondLst>
                              <p:cond delay="0"/>
                            </p:stCondLst>
                            <p:childTnLst>
                              <p:par>
                                <p:cTn id="119" presetID="17" presetClass="entr" presetSubtype="8" fill="hold" nodeType="clickEffect">
                                  <p:stCondLst>
                                    <p:cond delay="0"/>
                                  </p:stCondLst>
                                  <p:childTnLst>
                                    <p:set>
                                      <p:cBhvr>
                                        <p:cTn id="120" dur="1" fill="hold">
                                          <p:stCondLst>
                                            <p:cond delay="0"/>
                                          </p:stCondLst>
                                        </p:cTn>
                                        <p:tgtEl>
                                          <p:spTgt spid="17"/>
                                        </p:tgtEl>
                                        <p:attrNameLst>
                                          <p:attrName>style.visibility</p:attrName>
                                        </p:attrNameLst>
                                      </p:cBhvr>
                                      <p:to>
                                        <p:strVal val="visible"/>
                                      </p:to>
                                    </p:set>
                                    <p:anim calcmode="lin" valueType="num">
                                      <p:cBhvr>
                                        <p:cTn id="121" dur="500" fill="hold"/>
                                        <p:tgtEl>
                                          <p:spTgt spid="17"/>
                                        </p:tgtEl>
                                        <p:attrNameLst>
                                          <p:attrName>ppt_x</p:attrName>
                                        </p:attrNameLst>
                                      </p:cBhvr>
                                      <p:tavLst>
                                        <p:tav tm="0">
                                          <p:val>
                                            <p:strVal val="#ppt_x-#ppt_w/2"/>
                                          </p:val>
                                        </p:tav>
                                        <p:tav tm="100000">
                                          <p:val>
                                            <p:strVal val="#ppt_x"/>
                                          </p:val>
                                        </p:tav>
                                      </p:tavLst>
                                    </p:anim>
                                    <p:anim calcmode="lin" valueType="num">
                                      <p:cBhvr>
                                        <p:cTn id="122" dur="500" fill="hold"/>
                                        <p:tgtEl>
                                          <p:spTgt spid="17"/>
                                        </p:tgtEl>
                                        <p:attrNameLst>
                                          <p:attrName>ppt_y</p:attrName>
                                        </p:attrNameLst>
                                      </p:cBhvr>
                                      <p:tavLst>
                                        <p:tav tm="0">
                                          <p:val>
                                            <p:strVal val="#ppt_y"/>
                                          </p:val>
                                        </p:tav>
                                        <p:tav tm="100000">
                                          <p:val>
                                            <p:strVal val="#ppt_y"/>
                                          </p:val>
                                        </p:tav>
                                      </p:tavLst>
                                    </p:anim>
                                    <p:anim calcmode="lin" valueType="num">
                                      <p:cBhvr>
                                        <p:cTn id="123" dur="500" fill="hold"/>
                                        <p:tgtEl>
                                          <p:spTgt spid="17"/>
                                        </p:tgtEl>
                                        <p:attrNameLst>
                                          <p:attrName>ppt_w</p:attrName>
                                        </p:attrNameLst>
                                      </p:cBhvr>
                                      <p:tavLst>
                                        <p:tav tm="0">
                                          <p:val>
                                            <p:fltVal val="0"/>
                                          </p:val>
                                        </p:tav>
                                        <p:tav tm="100000">
                                          <p:val>
                                            <p:strVal val="#ppt_w"/>
                                          </p:val>
                                        </p:tav>
                                      </p:tavLst>
                                    </p:anim>
                                    <p:anim calcmode="lin" valueType="num">
                                      <p:cBhvr>
                                        <p:cTn id="124" dur="500" fill="hold"/>
                                        <p:tgtEl>
                                          <p:spTgt spid="17"/>
                                        </p:tgtEl>
                                        <p:attrNameLst>
                                          <p:attrName>ppt_h</p:attrName>
                                        </p:attrNameLst>
                                      </p:cBhvr>
                                      <p:tavLst>
                                        <p:tav tm="0">
                                          <p:val>
                                            <p:strVal val="#ppt_h"/>
                                          </p:val>
                                        </p:tav>
                                        <p:tav tm="100000">
                                          <p:val>
                                            <p:strVal val="#ppt_h"/>
                                          </p:val>
                                        </p:tav>
                                      </p:tavLst>
                                    </p:anim>
                                  </p:childTnLst>
                                </p:cTn>
                              </p:par>
                            </p:childTnLst>
                          </p:cTn>
                        </p:par>
                      </p:childTnLst>
                    </p:cTn>
                  </p:par>
                  <p:par>
                    <p:cTn id="125" fill="hold">
                      <p:stCondLst>
                        <p:cond delay="indefinite"/>
                      </p:stCondLst>
                      <p:childTnLst>
                        <p:par>
                          <p:cTn id="126" fill="hold">
                            <p:stCondLst>
                              <p:cond delay="0"/>
                            </p:stCondLst>
                            <p:childTnLst>
                              <p:par>
                                <p:cTn id="127" presetID="17" presetClass="entr" presetSubtype="1" fill="hold" grpId="0" nodeType="clickEffect">
                                  <p:stCondLst>
                                    <p:cond delay="0"/>
                                  </p:stCondLst>
                                  <p:childTnLst>
                                    <p:set>
                                      <p:cBhvr>
                                        <p:cTn id="128" dur="1" fill="hold">
                                          <p:stCondLst>
                                            <p:cond delay="0"/>
                                          </p:stCondLst>
                                        </p:cTn>
                                        <p:tgtEl>
                                          <p:spTgt spid="34"/>
                                        </p:tgtEl>
                                        <p:attrNameLst>
                                          <p:attrName>style.visibility</p:attrName>
                                        </p:attrNameLst>
                                      </p:cBhvr>
                                      <p:to>
                                        <p:strVal val="visible"/>
                                      </p:to>
                                    </p:set>
                                    <p:anim calcmode="lin" valueType="num">
                                      <p:cBhvr>
                                        <p:cTn id="129" dur="500" fill="hold"/>
                                        <p:tgtEl>
                                          <p:spTgt spid="34"/>
                                        </p:tgtEl>
                                        <p:attrNameLst>
                                          <p:attrName>ppt_x</p:attrName>
                                        </p:attrNameLst>
                                      </p:cBhvr>
                                      <p:tavLst>
                                        <p:tav tm="0">
                                          <p:val>
                                            <p:strVal val="#ppt_x"/>
                                          </p:val>
                                        </p:tav>
                                        <p:tav tm="100000">
                                          <p:val>
                                            <p:strVal val="#ppt_x"/>
                                          </p:val>
                                        </p:tav>
                                      </p:tavLst>
                                    </p:anim>
                                    <p:anim calcmode="lin" valueType="num">
                                      <p:cBhvr>
                                        <p:cTn id="130" dur="500" fill="hold"/>
                                        <p:tgtEl>
                                          <p:spTgt spid="34"/>
                                        </p:tgtEl>
                                        <p:attrNameLst>
                                          <p:attrName>ppt_y</p:attrName>
                                        </p:attrNameLst>
                                      </p:cBhvr>
                                      <p:tavLst>
                                        <p:tav tm="0">
                                          <p:val>
                                            <p:strVal val="#ppt_y-#ppt_h/2"/>
                                          </p:val>
                                        </p:tav>
                                        <p:tav tm="100000">
                                          <p:val>
                                            <p:strVal val="#ppt_y"/>
                                          </p:val>
                                        </p:tav>
                                      </p:tavLst>
                                    </p:anim>
                                    <p:anim calcmode="lin" valueType="num">
                                      <p:cBhvr>
                                        <p:cTn id="131" dur="500" fill="hold"/>
                                        <p:tgtEl>
                                          <p:spTgt spid="34"/>
                                        </p:tgtEl>
                                        <p:attrNameLst>
                                          <p:attrName>ppt_w</p:attrName>
                                        </p:attrNameLst>
                                      </p:cBhvr>
                                      <p:tavLst>
                                        <p:tav tm="0">
                                          <p:val>
                                            <p:strVal val="#ppt_w"/>
                                          </p:val>
                                        </p:tav>
                                        <p:tav tm="100000">
                                          <p:val>
                                            <p:strVal val="#ppt_w"/>
                                          </p:val>
                                        </p:tav>
                                      </p:tavLst>
                                    </p:anim>
                                    <p:anim calcmode="lin" valueType="num">
                                      <p:cBhvr>
                                        <p:cTn id="132" dur="500" fill="hold"/>
                                        <p:tgtEl>
                                          <p:spTgt spid="34"/>
                                        </p:tgtEl>
                                        <p:attrNameLst>
                                          <p:attrName>ppt_h</p:attrName>
                                        </p:attrNameLst>
                                      </p:cBhvr>
                                      <p:tavLst>
                                        <p:tav tm="0">
                                          <p:val>
                                            <p:fltVal val="0"/>
                                          </p:val>
                                        </p:tav>
                                        <p:tav tm="100000">
                                          <p:val>
                                            <p:strVal val="#ppt_h"/>
                                          </p:val>
                                        </p:tav>
                                      </p:tavLst>
                                    </p:anim>
                                  </p:childTnLst>
                                </p:cTn>
                              </p:par>
                            </p:childTnLst>
                          </p:cTn>
                        </p:par>
                      </p:childTnLst>
                    </p:cTn>
                  </p:par>
                  <p:par>
                    <p:cTn id="133" fill="hold">
                      <p:stCondLst>
                        <p:cond delay="indefinite"/>
                      </p:stCondLst>
                      <p:childTnLst>
                        <p:par>
                          <p:cTn id="134" fill="hold">
                            <p:stCondLst>
                              <p:cond delay="0"/>
                            </p:stCondLst>
                            <p:childTnLst>
                              <p:par>
                                <p:cTn id="135" presetID="17" presetClass="entr" presetSubtype="1" fill="hold" grpId="0" nodeType="clickEffect">
                                  <p:stCondLst>
                                    <p:cond delay="0"/>
                                  </p:stCondLst>
                                  <p:childTnLst>
                                    <p:set>
                                      <p:cBhvr>
                                        <p:cTn id="136" dur="1" fill="hold">
                                          <p:stCondLst>
                                            <p:cond delay="0"/>
                                          </p:stCondLst>
                                        </p:cTn>
                                        <p:tgtEl>
                                          <p:spTgt spid="36"/>
                                        </p:tgtEl>
                                        <p:attrNameLst>
                                          <p:attrName>style.visibility</p:attrName>
                                        </p:attrNameLst>
                                      </p:cBhvr>
                                      <p:to>
                                        <p:strVal val="visible"/>
                                      </p:to>
                                    </p:set>
                                    <p:anim calcmode="lin" valueType="num">
                                      <p:cBhvr>
                                        <p:cTn id="137" dur="500" fill="hold"/>
                                        <p:tgtEl>
                                          <p:spTgt spid="36"/>
                                        </p:tgtEl>
                                        <p:attrNameLst>
                                          <p:attrName>ppt_x</p:attrName>
                                        </p:attrNameLst>
                                      </p:cBhvr>
                                      <p:tavLst>
                                        <p:tav tm="0">
                                          <p:val>
                                            <p:strVal val="#ppt_x"/>
                                          </p:val>
                                        </p:tav>
                                        <p:tav tm="100000">
                                          <p:val>
                                            <p:strVal val="#ppt_x"/>
                                          </p:val>
                                        </p:tav>
                                      </p:tavLst>
                                    </p:anim>
                                    <p:anim calcmode="lin" valueType="num">
                                      <p:cBhvr>
                                        <p:cTn id="138" dur="500" fill="hold"/>
                                        <p:tgtEl>
                                          <p:spTgt spid="36"/>
                                        </p:tgtEl>
                                        <p:attrNameLst>
                                          <p:attrName>ppt_y</p:attrName>
                                        </p:attrNameLst>
                                      </p:cBhvr>
                                      <p:tavLst>
                                        <p:tav tm="0">
                                          <p:val>
                                            <p:strVal val="#ppt_y-#ppt_h/2"/>
                                          </p:val>
                                        </p:tav>
                                        <p:tav tm="100000">
                                          <p:val>
                                            <p:strVal val="#ppt_y"/>
                                          </p:val>
                                        </p:tav>
                                      </p:tavLst>
                                    </p:anim>
                                    <p:anim calcmode="lin" valueType="num">
                                      <p:cBhvr>
                                        <p:cTn id="139" dur="500" fill="hold"/>
                                        <p:tgtEl>
                                          <p:spTgt spid="36"/>
                                        </p:tgtEl>
                                        <p:attrNameLst>
                                          <p:attrName>ppt_w</p:attrName>
                                        </p:attrNameLst>
                                      </p:cBhvr>
                                      <p:tavLst>
                                        <p:tav tm="0">
                                          <p:val>
                                            <p:strVal val="#ppt_w"/>
                                          </p:val>
                                        </p:tav>
                                        <p:tav tm="100000">
                                          <p:val>
                                            <p:strVal val="#ppt_w"/>
                                          </p:val>
                                        </p:tav>
                                      </p:tavLst>
                                    </p:anim>
                                    <p:anim calcmode="lin" valueType="num">
                                      <p:cBhvr>
                                        <p:cTn id="140" dur="500" fill="hold"/>
                                        <p:tgtEl>
                                          <p:spTgt spid="36"/>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1" grpId="0" uiExpand="1" build="p" animBg="1"/>
      <p:bldP spid="5" grpId="0"/>
      <p:bldP spid="34" grpId="0"/>
      <p:bldP spid="36" grpId="0"/>
      <p:bldP spid="40"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灯片编号占位符 1">
            <a:extLst>
              <a:ext uri="{FF2B5EF4-FFF2-40B4-BE49-F238E27FC236}">
                <a16:creationId xmlns:a16="http://schemas.microsoft.com/office/drawing/2014/main" id="{1E14315B-1C9B-400B-941B-B646CB599DBE}"/>
              </a:ext>
            </a:extLst>
          </p:cNvPr>
          <p:cNvSpPr>
            <a:spLocks noGrp="1" noChangeArrowheads="1"/>
          </p:cNvSpPr>
          <p:nvPr>
            <p:ph type="sldNum" sz="quarter" idx="12"/>
          </p:nvPr>
        </p:nvSpPr>
        <p:spPr bwMode="auto">
          <a:xfrm>
            <a:off x="8593734" y="6158981"/>
            <a:ext cx="2743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C9127927-A510-4E8E-B737-8987A8DC01D0}" type="slidenum">
              <a:rPr lang="zh-CN" altLang="en-US" u="none"/>
              <a:pPr/>
              <a:t>4</a:t>
            </a:fld>
            <a:endParaRPr lang="zh-CN" altLang="en-US" u="none"/>
          </a:p>
        </p:txBody>
      </p:sp>
      <p:sp>
        <p:nvSpPr>
          <p:cNvPr id="29698" name="文本占位符 205826">
            <a:extLst>
              <a:ext uri="{FF2B5EF4-FFF2-40B4-BE49-F238E27FC236}">
                <a16:creationId xmlns:a16="http://schemas.microsoft.com/office/drawing/2014/main" id="{BDFB0959-E205-416F-A5F7-BB252730C228}"/>
              </a:ext>
            </a:extLst>
          </p:cNvPr>
          <p:cNvSpPr>
            <a:spLocks noGrp="1" noChangeArrowheads="1"/>
          </p:cNvSpPr>
          <p:nvPr>
            <p:ph type="body" idx="4294967295"/>
          </p:nvPr>
        </p:nvSpPr>
        <p:spPr>
          <a:xfrm>
            <a:off x="0" y="1125828"/>
            <a:ext cx="11099800" cy="5554662"/>
          </a:xfrm>
          <a:ln>
            <a:solidFill>
              <a:srgbClr val="002060"/>
            </a:solidFill>
          </a:ln>
        </p:spPr>
        <p:txBody>
          <a:bodyPr>
            <a:noAutofit/>
          </a:bodyPr>
          <a:lstStyle/>
          <a:p>
            <a:pPr marL="0" indent="0">
              <a:lnSpc>
                <a:spcPct val="120000"/>
              </a:lnSpc>
              <a:spcBef>
                <a:spcPts val="0"/>
              </a:spcBef>
              <a:buFontTx/>
              <a:buNone/>
            </a:pPr>
            <a:r>
              <a:rPr lang="en-US" altLang="zh-CN" sz="1400" b="1" dirty="0">
                <a:latin typeface="Courier New" panose="02070309020205020404" pitchFamily="49" charset="0"/>
                <a:cs typeface="Courier New" panose="02070309020205020404" pitchFamily="49" charset="0"/>
              </a:rPr>
              <a:t>Array </a:t>
            </a:r>
            <a:r>
              <a:rPr lang="en-US" altLang="zh-CN" sz="1400" b="1" dirty="0" err="1">
                <a:latin typeface="Courier New" panose="02070309020205020404" pitchFamily="49" charset="0"/>
                <a:cs typeface="Courier New" panose="02070309020205020404" pitchFamily="49" charset="0"/>
              </a:rPr>
              <a:t>NewArray</a:t>
            </a:r>
            <a:r>
              <a:rPr lang="en-US" altLang="zh-CN" sz="1400" b="1" dirty="0">
                <a:latin typeface="Courier New" panose="02070309020205020404" pitchFamily="49" charset="0"/>
                <a:cs typeface="Courier New" panose="02070309020205020404" pitchFamily="49" charset="0"/>
              </a:rPr>
              <a:t>(</a:t>
            </a:r>
            <a:r>
              <a:rPr lang="en-US" altLang="zh-CN" sz="1400" b="1" dirty="0">
                <a:solidFill>
                  <a:srgbClr val="041ABC"/>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int</a:t>
            </a:r>
            <a:r>
              <a:rPr lang="en-US" altLang="zh-CN"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en-US" altLang="zh-CN" sz="1400" b="1" dirty="0">
                <a:latin typeface="Courier New" panose="02070309020205020404" pitchFamily="49" charset="0"/>
                <a:cs typeface="Courier New" panose="02070309020205020404" pitchFamily="49" charset="0"/>
              </a:rPr>
              <a:t>dim, ... ) </a:t>
            </a:r>
            <a:r>
              <a:rPr lang="en-US" altLang="zh-CN" sz="1400" b="1" dirty="0">
                <a:solidFill>
                  <a:srgbClr val="041ABC"/>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en-US" altLang="zh-CN" sz="1400" b="1" dirty="0">
                <a:latin typeface="Courier New" panose="02070309020205020404" pitchFamily="49" charset="0"/>
                <a:cs typeface="Courier New" panose="02070309020205020404" pitchFamily="49" charset="0"/>
              </a:rPr>
              <a:t> </a:t>
            </a:r>
            <a:r>
              <a:rPr lang="en-US" altLang="zh-CN" sz="1400" b="1" dirty="0">
                <a:solidFill>
                  <a:srgbClr val="0070C0"/>
                </a:solidFill>
                <a:latin typeface="Courier New" panose="02070309020205020404" pitchFamily="49" charset="0"/>
                <a:cs typeface="Courier New" panose="02070309020205020404" pitchFamily="49" charset="0"/>
              </a:rPr>
              <a:t>// </a:t>
            </a:r>
            <a:r>
              <a:rPr lang="zh-CN" altLang="en-US" sz="1400" b="1" dirty="0">
                <a:solidFill>
                  <a:srgbClr val="0070C0"/>
                </a:solidFill>
                <a:latin typeface="Courier New" panose="02070309020205020404" pitchFamily="49" charset="0"/>
                <a:cs typeface="Courier New" panose="02070309020205020404" pitchFamily="49" charset="0"/>
              </a:rPr>
              <a:t>构造多维数组</a:t>
            </a:r>
            <a:r>
              <a:rPr lang="en-US" altLang="zh-CN" sz="1400" b="1" dirty="0">
                <a:solidFill>
                  <a:srgbClr val="0070C0"/>
                </a:solidFill>
                <a:latin typeface="Courier New" panose="02070309020205020404" pitchFamily="49" charset="0"/>
                <a:cs typeface="Courier New" panose="02070309020205020404" pitchFamily="49" charset="0"/>
              </a:rPr>
              <a:t>A</a:t>
            </a:r>
            <a:r>
              <a:rPr lang="zh-CN" altLang="en-US" sz="1400" b="1" dirty="0">
                <a:solidFill>
                  <a:srgbClr val="0070C0"/>
                </a:solidFill>
                <a:latin typeface="Courier New" panose="02070309020205020404" pitchFamily="49" charset="0"/>
                <a:cs typeface="Courier New" panose="02070309020205020404" pitchFamily="49" charset="0"/>
              </a:rPr>
              <a:t>存储结构</a:t>
            </a:r>
            <a:endParaRPr lang="en-US" altLang="zh-CN" sz="1400" b="1" dirty="0">
              <a:solidFill>
                <a:srgbClr val="0070C0"/>
              </a:solidFill>
              <a:latin typeface="Courier New" panose="02070309020205020404" pitchFamily="49" charset="0"/>
              <a:cs typeface="Courier New" panose="02070309020205020404" pitchFamily="49" charset="0"/>
            </a:endParaRPr>
          </a:p>
          <a:p>
            <a:pPr marL="0" indent="0">
              <a:lnSpc>
                <a:spcPct val="120000"/>
              </a:lnSpc>
              <a:spcBef>
                <a:spcPts val="0"/>
              </a:spcBef>
              <a:buFontTx/>
              <a:buNone/>
            </a:pPr>
            <a:r>
              <a:rPr lang="en-US" altLang="zh-CN" sz="1400" b="1" dirty="0">
                <a:latin typeface="Courier New" panose="02070309020205020404" pitchFamily="49" charset="0"/>
                <a:cs typeface="Courier New" panose="02070309020205020404" pitchFamily="49" charset="0"/>
              </a:rPr>
              <a:t>  </a:t>
            </a:r>
            <a:r>
              <a:rPr lang="en-US" altLang="zh-CN" sz="1400" b="1" dirty="0">
                <a:solidFill>
                  <a:srgbClr val="041ABC"/>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en-US" altLang="zh-CN" sz="1400" b="1" dirty="0">
                <a:latin typeface="Courier New" panose="02070309020205020404" pitchFamily="49" charset="0"/>
                <a:cs typeface="Courier New" panose="02070309020205020404" pitchFamily="49" charset="0"/>
              </a:rPr>
              <a:t>(dim&lt;1 || dim&gt;MAX_ARRAY_DIM) </a:t>
            </a:r>
            <a:r>
              <a:rPr lang="en-US" altLang="zh-CN"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return</a:t>
            </a:r>
            <a:r>
              <a:rPr lang="en-US" altLang="zh-CN" sz="1400" b="1" dirty="0">
                <a:latin typeface="Courier New" panose="02070309020205020404" pitchFamily="49" charset="0"/>
                <a:cs typeface="Courier New" panose="02070309020205020404" pitchFamily="49" charset="0"/>
              </a:rPr>
              <a:t> ERROR;</a:t>
            </a:r>
          </a:p>
          <a:p>
            <a:pPr marL="0" indent="0">
              <a:lnSpc>
                <a:spcPct val="120000"/>
              </a:lnSpc>
              <a:spcBef>
                <a:spcPts val="0"/>
              </a:spcBef>
              <a:buFontTx/>
              <a:buNone/>
            </a:pPr>
            <a:r>
              <a:rPr lang="en-US" altLang="zh-CN" sz="1400" b="1" dirty="0">
                <a:latin typeface="Courier New" panose="02070309020205020404" pitchFamily="49" charset="0"/>
                <a:cs typeface="Courier New" panose="02070309020205020404" pitchFamily="49" charset="0"/>
              </a:rPr>
              <a:t>  Array A</a:t>
            </a:r>
            <a:r>
              <a:rPr lang="en-US" altLang="zh-CN"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en-US" altLang="zh-CN" sz="1400" b="1" dirty="0">
                <a:solidFill>
                  <a:srgbClr val="041ABC"/>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int</a:t>
            </a:r>
            <a:r>
              <a:rPr lang="en-US" altLang="zh-CN"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en-US" altLang="zh-CN" sz="1400" b="1" dirty="0" err="1">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a:t>
            </a:r>
            <a:r>
              <a:rPr lang="en-US" altLang="zh-CN"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en-US" altLang="zh-CN" sz="1400" b="1" dirty="0" err="1">
                <a:latin typeface="Courier New" panose="02070309020205020404" pitchFamily="49" charset="0"/>
                <a:cs typeface="Courier New" panose="02070309020205020404" pitchFamily="49" charset="0"/>
              </a:rPr>
              <a:t>elemtotal</a:t>
            </a:r>
            <a:r>
              <a:rPr lang="en-US" altLang="zh-CN" sz="1400" b="1" dirty="0">
                <a:latin typeface="Courier New" panose="02070309020205020404" pitchFamily="49" charset="0"/>
                <a:cs typeface="Courier New" panose="02070309020205020404" pitchFamily="49" charset="0"/>
              </a:rPr>
              <a:t> = 1;  </a:t>
            </a:r>
            <a:r>
              <a:rPr lang="en-US" altLang="zh-CN" sz="1400" b="1" dirty="0">
                <a:solidFill>
                  <a:srgbClr val="0070C0"/>
                </a:solidFill>
                <a:latin typeface="Courier New" panose="02070309020205020404" pitchFamily="49" charset="0"/>
                <a:cs typeface="Courier New" panose="02070309020205020404" pitchFamily="49" charset="0"/>
              </a:rPr>
              <a:t>// </a:t>
            </a:r>
            <a:r>
              <a:rPr lang="zh-CN" altLang="en-US" sz="1400" b="1" dirty="0">
                <a:solidFill>
                  <a:srgbClr val="0070C0"/>
                </a:solidFill>
                <a:latin typeface="Courier New" panose="02070309020205020404" pitchFamily="49" charset="0"/>
                <a:cs typeface="Courier New" panose="02070309020205020404" pitchFamily="49" charset="0"/>
              </a:rPr>
              <a:t>数组元素个数的初值</a:t>
            </a:r>
            <a:endParaRPr lang="en-US" altLang="zh-CN" sz="1400" b="1" dirty="0">
              <a:latin typeface="Courier New" panose="02070309020205020404" pitchFamily="49" charset="0"/>
              <a:cs typeface="Courier New" panose="02070309020205020404" pitchFamily="49" charset="0"/>
            </a:endParaRPr>
          </a:p>
          <a:p>
            <a:pPr marL="0" indent="0">
              <a:lnSpc>
                <a:spcPct val="120000"/>
              </a:lnSpc>
              <a:spcBef>
                <a:spcPts val="0"/>
              </a:spcBef>
              <a:buFontTx/>
              <a:buNone/>
            </a:pPr>
            <a:r>
              <a:rPr lang="en-US" altLang="zh-CN" sz="1400" b="1" dirty="0">
                <a:latin typeface="Courier New" panose="02070309020205020404" pitchFamily="49" charset="0"/>
                <a:cs typeface="Courier New" panose="02070309020205020404" pitchFamily="49" charset="0"/>
              </a:rPr>
              <a:t>  </a:t>
            </a:r>
            <a:r>
              <a:rPr lang="en-US" altLang="zh-CN" sz="1400" b="1" dirty="0">
                <a:solidFill>
                  <a:srgbClr val="041ABC"/>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en-US" altLang="zh-CN" sz="1400" b="1" dirty="0">
                <a:latin typeface="Courier New" panose="02070309020205020404" pitchFamily="49" charset="0"/>
                <a:cs typeface="Courier New" panose="02070309020205020404" pitchFamily="49" charset="0"/>
              </a:rPr>
              <a:t>(!(A = (</a:t>
            </a:r>
            <a:r>
              <a:rPr lang="en-US" altLang="zh-CN"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Array</a:t>
            </a:r>
            <a:r>
              <a:rPr lang="en-US" altLang="zh-CN" sz="1400" b="1" dirty="0">
                <a:latin typeface="Courier New" panose="02070309020205020404" pitchFamily="49" charset="0"/>
                <a:cs typeface="Courier New" panose="02070309020205020404" pitchFamily="49" charset="0"/>
              </a:rPr>
              <a:t>)</a:t>
            </a:r>
            <a:r>
              <a:rPr lang="en-US" altLang="zh-CN"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malloc</a:t>
            </a:r>
            <a:r>
              <a:rPr lang="en-US" altLang="zh-CN" sz="1400" b="1" dirty="0">
                <a:latin typeface="Courier New" panose="02070309020205020404" pitchFamily="49" charset="0"/>
                <a:cs typeface="Courier New" panose="02070309020205020404" pitchFamily="49" charset="0"/>
              </a:rPr>
              <a:t>(</a:t>
            </a:r>
            <a:r>
              <a:rPr lang="en-US" altLang="zh-CN" sz="1400" b="1" dirty="0" err="1">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sizeof</a:t>
            </a:r>
            <a:r>
              <a:rPr lang="en-US" altLang="zh-CN" sz="1400" b="1" dirty="0">
                <a:latin typeface="Courier New" panose="02070309020205020404" pitchFamily="49" charset="0"/>
                <a:cs typeface="Courier New" panose="02070309020205020404" pitchFamily="49" charset="0"/>
              </a:rPr>
              <a:t>(</a:t>
            </a:r>
            <a:r>
              <a:rPr lang="en-US" altLang="zh-CN"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a:t>
            </a:r>
            <a:r>
              <a:rPr lang="en-US" altLang="zh-CN" sz="1400" b="1" dirty="0">
                <a:latin typeface="Courier New" panose="02070309020205020404" pitchFamily="49" charset="0"/>
                <a:cs typeface="Courier New" panose="02070309020205020404" pitchFamily="49" charset="0"/>
              </a:rPr>
              <a:t>))))</a:t>
            </a:r>
            <a:r>
              <a:rPr lang="en-US" altLang="zh-CN"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exit</a:t>
            </a:r>
            <a:r>
              <a:rPr lang="en-US" altLang="zh-CN" sz="1400" b="1" dirty="0">
                <a:latin typeface="Courier New" panose="02070309020205020404" pitchFamily="49" charset="0"/>
                <a:cs typeface="Courier New" panose="02070309020205020404" pitchFamily="49" charset="0"/>
              </a:rPr>
              <a:t>(OVERFLOW); </a:t>
            </a:r>
          </a:p>
          <a:p>
            <a:pPr marL="0" indent="0">
              <a:lnSpc>
                <a:spcPct val="120000"/>
              </a:lnSpc>
              <a:spcBef>
                <a:spcPts val="0"/>
              </a:spcBef>
              <a:buFontTx/>
              <a:buNone/>
            </a:pPr>
            <a:r>
              <a:rPr lang="en-US" altLang="zh-CN" sz="1400" b="1" dirty="0">
                <a:latin typeface="Courier New" panose="02070309020205020404" pitchFamily="49" charset="0"/>
                <a:cs typeface="Courier New" panose="02070309020205020404" pitchFamily="49" charset="0"/>
              </a:rPr>
              <a:t>  </a:t>
            </a:r>
            <a:r>
              <a:rPr lang="en-US" altLang="zh-CN" sz="1400" b="1" dirty="0" err="1">
                <a:latin typeface="Courier New" panose="02070309020205020404" pitchFamily="49" charset="0"/>
                <a:cs typeface="Courier New" panose="02070309020205020404" pitchFamily="49" charset="0"/>
              </a:rPr>
              <a:t>va_list</a:t>
            </a:r>
            <a:r>
              <a:rPr lang="en-US" altLang="zh-CN" sz="1400" b="1" dirty="0">
                <a:latin typeface="Courier New" panose="02070309020205020404" pitchFamily="49" charset="0"/>
                <a:cs typeface="Courier New" panose="02070309020205020404" pitchFamily="49" charset="0"/>
              </a:rPr>
              <a:t> ap;   A-&gt;dim = dim;    </a:t>
            </a:r>
            <a:r>
              <a:rPr lang="en-US" altLang="zh-CN" sz="1400" b="1" dirty="0">
                <a:solidFill>
                  <a:srgbClr val="0070C0"/>
                </a:solidFill>
                <a:latin typeface="Courier New" panose="02070309020205020404" pitchFamily="49" charset="0"/>
                <a:cs typeface="Courier New" panose="02070309020205020404" pitchFamily="49" charset="0"/>
              </a:rPr>
              <a:t>// </a:t>
            </a:r>
            <a:r>
              <a:rPr lang="zh-CN" altLang="en-US" sz="1400" b="1" dirty="0">
                <a:solidFill>
                  <a:srgbClr val="0070C0"/>
                </a:solidFill>
                <a:latin typeface="Courier New" panose="02070309020205020404" pitchFamily="49" charset="0"/>
                <a:cs typeface="Courier New" panose="02070309020205020404" pitchFamily="49" charset="0"/>
              </a:rPr>
              <a:t>维数</a:t>
            </a:r>
            <a:endParaRPr lang="en-US" altLang="zh-CN" sz="1400" b="1" dirty="0">
              <a:solidFill>
                <a:srgbClr val="0070C0"/>
              </a:solidFill>
              <a:latin typeface="Courier New" panose="02070309020205020404" pitchFamily="49" charset="0"/>
              <a:cs typeface="Courier New" panose="02070309020205020404" pitchFamily="49" charset="0"/>
            </a:endParaRPr>
          </a:p>
          <a:p>
            <a:pPr marL="0" indent="0">
              <a:lnSpc>
                <a:spcPct val="120000"/>
              </a:lnSpc>
              <a:spcBef>
                <a:spcPts val="0"/>
              </a:spcBef>
              <a:buFontTx/>
              <a:buNone/>
            </a:pPr>
            <a:r>
              <a:rPr lang="en-US" altLang="zh-CN" sz="1400" b="1" dirty="0">
                <a:latin typeface="Courier New" panose="02070309020205020404" pitchFamily="49" charset="0"/>
                <a:cs typeface="Courier New" panose="02070309020205020404" pitchFamily="49" charset="0"/>
              </a:rPr>
              <a:t>  </a:t>
            </a:r>
            <a:r>
              <a:rPr lang="en-US" altLang="zh-CN" sz="1400" b="1" dirty="0">
                <a:solidFill>
                  <a:srgbClr val="041ABC"/>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en-US" altLang="zh-CN" sz="1400" b="1" dirty="0">
                <a:latin typeface="Courier New" panose="02070309020205020404" pitchFamily="49" charset="0"/>
                <a:cs typeface="Courier New" panose="02070309020205020404" pitchFamily="49" charset="0"/>
              </a:rPr>
              <a:t>(!(A-&gt;bounds = (</a:t>
            </a:r>
            <a:r>
              <a:rPr lang="en-US" altLang="zh-CN" sz="1400" b="1" dirty="0">
                <a:solidFill>
                  <a:srgbClr val="041ABC"/>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int</a:t>
            </a:r>
            <a:r>
              <a:rPr lang="en-US" altLang="zh-CN" sz="1400" b="1" dirty="0">
                <a:latin typeface="Courier New" panose="02070309020205020404" pitchFamily="49" charset="0"/>
                <a:cs typeface="Courier New" panose="02070309020205020404" pitchFamily="49" charset="0"/>
              </a:rPr>
              <a:t>*)</a:t>
            </a:r>
            <a:r>
              <a:rPr lang="en-US" altLang="zh-CN"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malloc</a:t>
            </a:r>
            <a:r>
              <a:rPr lang="en-US" altLang="zh-CN" sz="1400" b="1" dirty="0">
                <a:latin typeface="Courier New" panose="02070309020205020404" pitchFamily="49" charset="0"/>
                <a:cs typeface="Courier New" panose="02070309020205020404" pitchFamily="49" charset="0"/>
              </a:rPr>
              <a:t>(dim*</a:t>
            </a:r>
            <a:r>
              <a:rPr lang="en-US" altLang="zh-CN" sz="1400" b="1" dirty="0" err="1">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sizeof</a:t>
            </a:r>
            <a:r>
              <a:rPr lang="en-US" altLang="zh-CN" sz="1400" b="1" dirty="0">
                <a:latin typeface="Courier New" panose="02070309020205020404" pitchFamily="49" charset="0"/>
                <a:cs typeface="Courier New" panose="02070309020205020404" pitchFamily="49" charset="0"/>
              </a:rPr>
              <a:t>(</a:t>
            </a:r>
            <a:r>
              <a:rPr lang="en-US" altLang="zh-CN" sz="1400" b="1" dirty="0">
                <a:solidFill>
                  <a:srgbClr val="041ABC"/>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int</a:t>
            </a:r>
            <a:r>
              <a:rPr lang="en-US" altLang="zh-CN" sz="1400" b="1" dirty="0">
                <a:latin typeface="Courier New" panose="02070309020205020404" pitchFamily="49" charset="0"/>
                <a:cs typeface="Courier New" panose="02070309020205020404" pitchFamily="49" charset="0"/>
              </a:rPr>
              <a:t>))))</a:t>
            </a:r>
            <a:r>
              <a:rPr lang="en-US" altLang="zh-CN"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exit</a:t>
            </a:r>
            <a:r>
              <a:rPr lang="en-US" altLang="zh-CN" sz="1400" b="1" dirty="0">
                <a:latin typeface="Courier New" panose="02070309020205020404" pitchFamily="49" charset="0"/>
                <a:cs typeface="Courier New" panose="02070309020205020404" pitchFamily="49" charset="0"/>
              </a:rPr>
              <a:t>(OVERFLOW); </a:t>
            </a:r>
          </a:p>
          <a:p>
            <a:pPr marL="0" indent="0">
              <a:lnSpc>
                <a:spcPct val="120000"/>
              </a:lnSpc>
              <a:spcBef>
                <a:spcPts val="0"/>
              </a:spcBef>
              <a:buFontTx/>
              <a:buNone/>
            </a:pPr>
            <a:r>
              <a:rPr lang="en-US" altLang="zh-CN" sz="1400" b="1" dirty="0">
                <a:solidFill>
                  <a:srgbClr val="990033"/>
                </a:solidFill>
                <a:latin typeface="Courier New" panose="02070309020205020404" pitchFamily="49" charset="0"/>
                <a:cs typeface="Courier New" panose="02070309020205020404" pitchFamily="49" charset="0"/>
              </a:rPr>
              <a:t>     </a:t>
            </a:r>
            <a:r>
              <a:rPr lang="en-US" altLang="zh-CN" sz="1400" b="1" dirty="0">
                <a:solidFill>
                  <a:srgbClr val="0070C0"/>
                </a:solidFill>
                <a:latin typeface="Courier New" panose="02070309020205020404" pitchFamily="49" charset="0"/>
                <a:cs typeface="Courier New" panose="02070309020205020404" pitchFamily="49" charset="0"/>
              </a:rPr>
              <a:t>// </a:t>
            </a:r>
            <a:r>
              <a:rPr lang="zh-CN" altLang="en-US" sz="1400" b="1" dirty="0">
                <a:solidFill>
                  <a:srgbClr val="0070C0"/>
                </a:solidFill>
                <a:latin typeface="Courier New" panose="02070309020205020404" pitchFamily="49" charset="0"/>
                <a:cs typeface="Courier New" panose="02070309020205020404" pitchFamily="49" charset="0"/>
              </a:rPr>
              <a:t>按维数分配各维长度的存储空间</a:t>
            </a:r>
            <a:endParaRPr lang="en-US" altLang="zh-CN" sz="1400" b="1" dirty="0">
              <a:solidFill>
                <a:srgbClr val="0070C0"/>
              </a:solidFill>
              <a:latin typeface="Courier New" panose="02070309020205020404" pitchFamily="49" charset="0"/>
              <a:cs typeface="Courier New" panose="02070309020205020404" pitchFamily="49" charset="0"/>
            </a:endParaRPr>
          </a:p>
          <a:p>
            <a:pPr marL="0" indent="0">
              <a:lnSpc>
                <a:spcPct val="120000"/>
              </a:lnSpc>
              <a:spcBef>
                <a:spcPts val="0"/>
              </a:spcBef>
              <a:buFontTx/>
              <a:buNone/>
            </a:pPr>
            <a:r>
              <a:rPr lang="en-US" altLang="zh-CN" sz="1400" b="1" dirty="0">
                <a:solidFill>
                  <a:srgbClr val="990033"/>
                </a:solidFill>
                <a:latin typeface="Courier New" panose="02070309020205020404" pitchFamily="49" charset="0"/>
                <a:cs typeface="Courier New" panose="02070309020205020404" pitchFamily="49" charset="0"/>
              </a:rPr>
              <a:t>     </a:t>
            </a:r>
            <a:r>
              <a:rPr lang="en-US" altLang="zh-CN" sz="1400" b="1" dirty="0">
                <a:solidFill>
                  <a:srgbClr val="0070C0"/>
                </a:solidFill>
                <a:latin typeface="Courier New" panose="02070309020205020404" pitchFamily="49" charset="0"/>
                <a:cs typeface="Courier New" panose="02070309020205020404" pitchFamily="49" charset="0"/>
              </a:rPr>
              <a:t>// </a:t>
            </a:r>
            <a:r>
              <a:rPr lang="zh-CN" altLang="en-US" sz="1400" b="1" dirty="0">
                <a:solidFill>
                  <a:srgbClr val="0070C0"/>
                </a:solidFill>
                <a:latin typeface="Courier New" panose="02070309020205020404" pitchFamily="49" charset="0"/>
                <a:cs typeface="Courier New" panose="02070309020205020404" pitchFamily="49" charset="0"/>
              </a:rPr>
              <a:t>若各维长度合法，则存入</a:t>
            </a:r>
            <a:r>
              <a:rPr lang="en-US" altLang="zh-CN" sz="1400" b="1" dirty="0" err="1">
                <a:solidFill>
                  <a:srgbClr val="0070C0"/>
                </a:solidFill>
                <a:latin typeface="Courier New" panose="02070309020205020404" pitchFamily="49" charset="0"/>
                <a:cs typeface="Courier New" panose="02070309020205020404" pitchFamily="49" charset="0"/>
              </a:rPr>
              <a:t>A.bounds</a:t>
            </a:r>
            <a:r>
              <a:rPr lang="zh-CN" altLang="en-US" sz="1400" b="1" dirty="0">
                <a:solidFill>
                  <a:srgbClr val="0070C0"/>
                </a:solidFill>
                <a:latin typeface="Courier New" panose="02070309020205020404" pitchFamily="49" charset="0"/>
                <a:cs typeface="Courier New" panose="02070309020205020404" pitchFamily="49" charset="0"/>
              </a:rPr>
              <a:t>，并求出</a:t>
            </a:r>
            <a:r>
              <a:rPr lang="en-US" altLang="zh-CN" sz="1400" b="1" dirty="0">
                <a:solidFill>
                  <a:srgbClr val="0070C0"/>
                </a:solidFill>
                <a:latin typeface="Courier New" panose="02070309020205020404" pitchFamily="49" charset="0"/>
                <a:cs typeface="Courier New" panose="02070309020205020404" pitchFamily="49" charset="0"/>
              </a:rPr>
              <a:t>A</a:t>
            </a:r>
            <a:r>
              <a:rPr lang="zh-CN" altLang="en-US" sz="1400" b="1" dirty="0">
                <a:solidFill>
                  <a:srgbClr val="0070C0"/>
                </a:solidFill>
                <a:latin typeface="Courier New" panose="02070309020205020404" pitchFamily="49" charset="0"/>
                <a:cs typeface="Courier New" panose="02070309020205020404" pitchFamily="49" charset="0"/>
              </a:rPr>
              <a:t>的元素总数</a:t>
            </a:r>
            <a:r>
              <a:rPr lang="en-US" altLang="zh-CN" sz="1400" b="1" dirty="0" err="1">
                <a:solidFill>
                  <a:srgbClr val="0070C0"/>
                </a:solidFill>
                <a:latin typeface="Courier New" panose="02070309020205020404" pitchFamily="49" charset="0"/>
                <a:cs typeface="Courier New" panose="02070309020205020404" pitchFamily="49" charset="0"/>
              </a:rPr>
              <a:t>elemtotal</a:t>
            </a:r>
            <a:endParaRPr lang="en-US" altLang="zh-CN" sz="1400" b="1" dirty="0">
              <a:solidFill>
                <a:srgbClr val="0070C0"/>
              </a:solidFill>
              <a:latin typeface="Courier New" panose="02070309020205020404" pitchFamily="49" charset="0"/>
              <a:cs typeface="Courier New" panose="02070309020205020404" pitchFamily="49" charset="0"/>
            </a:endParaRPr>
          </a:p>
          <a:p>
            <a:pPr marL="0" indent="0">
              <a:lnSpc>
                <a:spcPct val="120000"/>
              </a:lnSpc>
              <a:spcBef>
                <a:spcPts val="0"/>
              </a:spcBef>
              <a:buFontTx/>
              <a:buNone/>
            </a:pPr>
            <a:r>
              <a:rPr lang="en-US" altLang="zh-CN" sz="1400" b="1" dirty="0">
                <a:latin typeface="Courier New" panose="02070309020205020404" pitchFamily="49" charset="0"/>
                <a:cs typeface="Courier New" panose="02070309020205020404" pitchFamily="49" charset="0"/>
              </a:rPr>
              <a:t>  </a:t>
            </a:r>
            <a:r>
              <a:rPr lang="en-US" altLang="zh-CN" sz="1400" b="1" dirty="0" err="1">
                <a:latin typeface="Courier New" panose="02070309020205020404" pitchFamily="49" charset="0"/>
                <a:cs typeface="Courier New" panose="02070309020205020404" pitchFamily="49" charset="0"/>
              </a:rPr>
              <a:t>va_start</a:t>
            </a:r>
            <a:r>
              <a:rPr lang="en-US" altLang="zh-CN" sz="1400" b="1" dirty="0">
                <a:latin typeface="Courier New" panose="02070309020205020404" pitchFamily="49" charset="0"/>
                <a:cs typeface="Courier New" panose="02070309020205020404" pitchFamily="49" charset="0"/>
              </a:rPr>
              <a:t>(ap, dim);    </a:t>
            </a:r>
            <a:r>
              <a:rPr lang="en-US" altLang="zh-CN" sz="1400" b="1" dirty="0">
                <a:solidFill>
                  <a:srgbClr val="0070C0"/>
                </a:solidFill>
                <a:latin typeface="Courier New" panose="02070309020205020404" pitchFamily="49" charset="0"/>
                <a:cs typeface="Courier New" panose="02070309020205020404" pitchFamily="49" charset="0"/>
              </a:rPr>
              <a:t>// ap</a:t>
            </a:r>
            <a:r>
              <a:rPr lang="zh-CN" altLang="en-US" sz="1400" b="1" dirty="0">
                <a:solidFill>
                  <a:srgbClr val="0070C0"/>
                </a:solidFill>
                <a:latin typeface="Courier New" panose="02070309020205020404" pitchFamily="49" charset="0"/>
                <a:cs typeface="Courier New" panose="02070309020205020404" pitchFamily="49" charset="0"/>
              </a:rPr>
              <a:t>为</a:t>
            </a:r>
            <a:r>
              <a:rPr lang="en-US" altLang="zh-CN" sz="1400" b="1" dirty="0" err="1">
                <a:solidFill>
                  <a:srgbClr val="0070C0"/>
                </a:solidFill>
                <a:latin typeface="Courier New" panose="02070309020205020404" pitchFamily="49" charset="0"/>
                <a:cs typeface="Courier New" panose="02070309020205020404" pitchFamily="49" charset="0"/>
              </a:rPr>
              <a:t>va_list</a:t>
            </a:r>
            <a:r>
              <a:rPr lang="zh-CN" altLang="en-US" sz="1400" b="1" dirty="0">
                <a:solidFill>
                  <a:srgbClr val="0070C0"/>
                </a:solidFill>
                <a:latin typeface="Courier New" panose="02070309020205020404" pitchFamily="49" charset="0"/>
                <a:cs typeface="Courier New" panose="02070309020205020404" pitchFamily="49" charset="0"/>
              </a:rPr>
              <a:t>类型，是存放变长参数表信息的数组</a:t>
            </a:r>
          </a:p>
          <a:p>
            <a:pPr marL="0" indent="0">
              <a:lnSpc>
                <a:spcPct val="120000"/>
              </a:lnSpc>
              <a:spcBef>
                <a:spcPts val="0"/>
              </a:spcBef>
              <a:buFontTx/>
              <a:buNone/>
            </a:pPr>
            <a:r>
              <a:rPr lang="zh-CN" altLang="en-US" sz="1400" b="1" dirty="0">
                <a:latin typeface="Courier New" panose="02070309020205020404" pitchFamily="49" charset="0"/>
                <a:cs typeface="Courier New" panose="02070309020205020404" pitchFamily="49" charset="0"/>
              </a:rPr>
              <a:t>  </a:t>
            </a:r>
            <a:r>
              <a:rPr lang="en-US" altLang="zh-CN" sz="1400" b="1" dirty="0">
                <a:solidFill>
                  <a:srgbClr val="041ABC"/>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for</a:t>
            </a:r>
            <a:r>
              <a:rPr lang="en-US" altLang="zh-CN" sz="1400" b="1" dirty="0">
                <a:latin typeface="Courier New" panose="02070309020205020404" pitchFamily="49" charset="0"/>
                <a:cs typeface="Courier New" panose="02070309020205020404" pitchFamily="49" charset="0"/>
              </a:rPr>
              <a:t>(</a:t>
            </a:r>
            <a:r>
              <a:rPr lang="en-US" altLang="zh-CN" sz="1400" b="1" dirty="0" err="1">
                <a:latin typeface="Courier New" panose="02070309020205020404" pitchFamily="49" charset="0"/>
                <a:cs typeface="Courier New" panose="02070309020205020404" pitchFamily="49" charset="0"/>
              </a:rPr>
              <a:t>i</a:t>
            </a:r>
            <a:r>
              <a:rPr lang="en-US" altLang="zh-CN" sz="1400" b="1" dirty="0">
                <a:latin typeface="Courier New" panose="02070309020205020404" pitchFamily="49" charset="0"/>
                <a:cs typeface="Courier New" panose="02070309020205020404" pitchFamily="49" charset="0"/>
              </a:rPr>
              <a:t>=0; </a:t>
            </a:r>
            <a:r>
              <a:rPr lang="en-US" altLang="zh-CN" sz="1400" b="1" dirty="0" err="1">
                <a:latin typeface="Courier New" panose="02070309020205020404" pitchFamily="49" charset="0"/>
                <a:cs typeface="Courier New" panose="02070309020205020404" pitchFamily="49" charset="0"/>
              </a:rPr>
              <a:t>i</a:t>
            </a:r>
            <a:r>
              <a:rPr lang="en-US" altLang="zh-CN" sz="1400" b="1" dirty="0">
                <a:latin typeface="Courier New" panose="02070309020205020404" pitchFamily="49" charset="0"/>
                <a:cs typeface="Courier New" panose="02070309020205020404" pitchFamily="49" charset="0"/>
              </a:rPr>
              <a:t>&lt;dim; ++</a:t>
            </a:r>
            <a:r>
              <a:rPr lang="en-US" altLang="zh-CN" sz="1400" b="1" dirty="0" err="1">
                <a:latin typeface="Courier New" panose="02070309020205020404" pitchFamily="49" charset="0"/>
                <a:cs typeface="Courier New" panose="02070309020205020404" pitchFamily="49" charset="0"/>
              </a:rPr>
              <a:t>i</a:t>
            </a:r>
            <a:r>
              <a:rPr lang="en-US" altLang="zh-CN" sz="1400" b="1" dirty="0">
                <a:latin typeface="Courier New" panose="02070309020205020404" pitchFamily="49" charset="0"/>
                <a:cs typeface="Courier New" panose="02070309020205020404" pitchFamily="49" charset="0"/>
              </a:rPr>
              <a:t>) </a:t>
            </a:r>
            <a:r>
              <a:rPr lang="en-US" altLang="zh-CN"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en-US" altLang="zh-CN" sz="1400" b="1" dirty="0">
                <a:solidFill>
                  <a:srgbClr val="0070C0"/>
                </a:solidFill>
                <a:latin typeface="Courier New" panose="02070309020205020404" pitchFamily="49" charset="0"/>
                <a:cs typeface="Courier New" panose="02070309020205020404" pitchFamily="49" charset="0"/>
              </a:rPr>
              <a:t>// </a:t>
            </a:r>
            <a:r>
              <a:rPr lang="zh-CN" altLang="en-US" sz="1400" b="1" dirty="0">
                <a:solidFill>
                  <a:srgbClr val="0070C0"/>
                </a:solidFill>
                <a:latin typeface="Courier New" panose="02070309020205020404" pitchFamily="49" charset="0"/>
                <a:cs typeface="Courier New" panose="02070309020205020404" pitchFamily="49" charset="0"/>
              </a:rPr>
              <a:t>从变长参数表获取各维长度，并计算元素总数</a:t>
            </a:r>
            <a:endParaRPr lang="en-US" altLang="zh-CN" sz="1400" b="1" dirty="0">
              <a:solidFill>
                <a:srgbClr val="0070C0"/>
              </a:solidFill>
              <a:latin typeface="Courier New" panose="02070309020205020404" pitchFamily="49" charset="0"/>
              <a:cs typeface="Courier New" panose="02070309020205020404" pitchFamily="49" charset="0"/>
            </a:endParaRPr>
          </a:p>
          <a:p>
            <a:pPr marL="0" indent="0">
              <a:lnSpc>
                <a:spcPct val="120000"/>
              </a:lnSpc>
              <a:spcBef>
                <a:spcPts val="0"/>
              </a:spcBef>
              <a:buFontTx/>
              <a:buNone/>
            </a:pPr>
            <a:r>
              <a:rPr lang="en-US" altLang="zh-CN" sz="1400" b="1" dirty="0">
                <a:latin typeface="Courier New" panose="02070309020205020404" pitchFamily="49" charset="0"/>
                <a:cs typeface="Courier New" panose="02070309020205020404" pitchFamily="49" charset="0"/>
              </a:rPr>
              <a:t>    </a:t>
            </a:r>
            <a:r>
              <a:rPr lang="sv-SE" altLang="zh-CN" sz="1400" b="1" dirty="0">
                <a:latin typeface="Courier New" panose="02070309020205020404" pitchFamily="49" charset="0"/>
                <a:cs typeface="Courier New" panose="02070309020205020404" pitchFamily="49" charset="0"/>
              </a:rPr>
              <a:t>A-&gt;bounds[i]=va_arg(ap,</a:t>
            </a:r>
            <a:r>
              <a:rPr lang="sv-SE" altLang="zh-CN"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int</a:t>
            </a:r>
            <a:r>
              <a:rPr lang="sv-SE" altLang="zh-CN" sz="1400" b="1" dirty="0">
                <a:latin typeface="Courier New" panose="02070309020205020404" pitchFamily="49" charset="0"/>
                <a:cs typeface="Courier New" panose="02070309020205020404" pitchFamily="49" charset="0"/>
              </a:rPr>
              <a:t>);  </a:t>
            </a:r>
            <a:r>
              <a:rPr lang="sv-SE" altLang="zh-CN" sz="1400" b="1" dirty="0">
                <a:solidFill>
                  <a:srgbClr val="0070C0"/>
                </a:solidFill>
                <a:latin typeface="Courier New" panose="02070309020205020404" pitchFamily="49" charset="0"/>
                <a:cs typeface="Courier New" panose="02070309020205020404" pitchFamily="49" charset="0"/>
              </a:rPr>
              <a:t>// </a:t>
            </a:r>
            <a:r>
              <a:rPr lang="zh-CN" altLang="en-US" sz="1400" b="1" dirty="0">
                <a:solidFill>
                  <a:srgbClr val="0070C0"/>
                </a:solidFill>
                <a:latin typeface="Courier New" panose="02070309020205020404" pitchFamily="49" charset="0"/>
                <a:cs typeface="Courier New" panose="02070309020205020404" pitchFamily="49" charset="0"/>
              </a:rPr>
              <a:t>从变长参数表获取维的长度</a:t>
            </a:r>
            <a:r>
              <a:rPr lang="sv-SE" altLang="zh-CN" sz="1400" b="1" dirty="0">
                <a:solidFill>
                  <a:srgbClr val="0070C0"/>
                </a:solidFill>
                <a:latin typeface="Courier New" panose="02070309020205020404" pitchFamily="49" charset="0"/>
                <a:cs typeface="Courier New" panose="02070309020205020404" pitchFamily="49" charset="0"/>
              </a:rPr>
              <a:t>  </a:t>
            </a:r>
          </a:p>
          <a:p>
            <a:pPr marL="0" indent="0">
              <a:lnSpc>
                <a:spcPct val="120000"/>
              </a:lnSpc>
              <a:spcBef>
                <a:spcPts val="0"/>
              </a:spcBef>
              <a:buFontTx/>
              <a:buNone/>
            </a:pPr>
            <a:r>
              <a:rPr lang="en-US" altLang="zh-CN"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if</a:t>
            </a:r>
            <a:r>
              <a:rPr lang="en-US" altLang="zh-CN" sz="1400" b="1" dirty="0">
                <a:latin typeface="Courier New" panose="02070309020205020404" pitchFamily="49" charset="0"/>
                <a:cs typeface="Courier New" panose="02070309020205020404" pitchFamily="49" charset="0"/>
              </a:rPr>
              <a:t>(A-&gt;bounds[</a:t>
            </a:r>
            <a:r>
              <a:rPr lang="en-US" altLang="zh-CN" sz="1400" b="1" dirty="0" err="1">
                <a:latin typeface="Courier New" panose="02070309020205020404" pitchFamily="49" charset="0"/>
                <a:cs typeface="Courier New" panose="02070309020205020404" pitchFamily="49" charset="0"/>
              </a:rPr>
              <a:t>i</a:t>
            </a:r>
            <a:r>
              <a:rPr lang="en-US" altLang="zh-CN" sz="1400" b="1" dirty="0">
                <a:latin typeface="Courier New" panose="02070309020205020404" pitchFamily="49" charset="0"/>
                <a:cs typeface="Courier New" panose="02070309020205020404" pitchFamily="49" charset="0"/>
              </a:rPr>
              <a:t>]&lt;0)</a:t>
            </a:r>
            <a:r>
              <a:rPr lang="en-US" altLang="zh-CN"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return</a:t>
            </a:r>
            <a:r>
              <a:rPr lang="en-US" altLang="zh-CN" sz="1400" b="1" dirty="0">
                <a:latin typeface="Courier New" panose="02070309020205020404" pitchFamily="49" charset="0"/>
                <a:cs typeface="Courier New" panose="02070309020205020404" pitchFamily="49" charset="0"/>
              </a:rPr>
              <a:t> UNDERFLOW; </a:t>
            </a:r>
            <a:r>
              <a:rPr lang="en-US" altLang="zh-CN" sz="1400" b="1" dirty="0">
                <a:solidFill>
                  <a:srgbClr val="0070C0"/>
                </a:solidFill>
                <a:latin typeface="Courier New" panose="02070309020205020404" pitchFamily="49" charset="0"/>
                <a:cs typeface="Courier New" panose="02070309020205020404" pitchFamily="49" charset="0"/>
              </a:rPr>
              <a:t>// </a:t>
            </a:r>
            <a:r>
              <a:rPr lang="zh-CN" altLang="en-US" sz="1400" b="1" dirty="0">
                <a:solidFill>
                  <a:srgbClr val="0070C0"/>
                </a:solidFill>
                <a:latin typeface="Courier New" panose="02070309020205020404" pitchFamily="49" charset="0"/>
                <a:cs typeface="Courier New" panose="02070309020205020404" pitchFamily="49" charset="0"/>
              </a:rPr>
              <a:t>维的长度不能小于</a:t>
            </a:r>
            <a:r>
              <a:rPr lang="en-US" altLang="zh-CN" sz="1400" b="1" dirty="0">
                <a:solidFill>
                  <a:srgbClr val="0070C0"/>
                </a:solidFill>
                <a:latin typeface="Courier New" panose="02070309020205020404" pitchFamily="49" charset="0"/>
                <a:cs typeface="Courier New" panose="02070309020205020404" pitchFamily="49" charset="0"/>
              </a:rPr>
              <a:t>0 </a:t>
            </a:r>
          </a:p>
          <a:p>
            <a:pPr marL="0" indent="0">
              <a:lnSpc>
                <a:spcPct val="120000"/>
              </a:lnSpc>
              <a:spcBef>
                <a:spcPts val="0"/>
              </a:spcBef>
              <a:buFontTx/>
              <a:buNone/>
            </a:pPr>
            <a:r>
              <a:rPr lang="en-US" altLang="zh-CN" sz="1400" b="1" dirty="0">
                <a:latin typeface="Courier New" panose="02070309020205020404" pitchFamily="49" charset="0"/>
                <a:cs typeface="Courier New" panose="02070309020205020404" pitchFamily="49" charset="0"/>
              </a:rPr>
              <a:t>    </a:t>
            </a:r>
            <a:r>
              <a:rPr lang="en-US" altLang="zh-CN" sz="1400" b="1" dirty="0" err="1">
                <a:latin typeface="Courier New" panose="02070309020205020404" pitchFamily="49" charset="0"/>
                <a:cs typeface="Courier New" panose="02070309020205020404" pitchFamily="49" charset="0"/>
              </a:rPr>
              <a:t>elemtotal</a:t>
            </a:r>
            <a:r>
              <a:rPr lang="en-US" altLang="zh-CN" sz="1400" b="1" dirty="0">
                <a:latin typeface="Courier New" panose="02070309020205020404" pitchFamily="49" charset="0"/>
                <a:cs typeface="Courier New" panose="02070309020205020404" pitchFamily="49" charset="0"/>
              </a:rPr>
              <a:t> </a:t>
            </a:r>
            <a:r>
              <a:rPr lang="en-US" altLang="zh-CN" sz="1400" b="1" dirty="0">
                <a:solidFill>
                  <a:srgbClr val="C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en-US" altLang="zh-CN" sz="1400" b="1" dirty="0">
                <a:latin typeface="Courier New" panose="02070309020205020404" pitchFamily="49" charset="0"/>
                <a:cs typeface="Courier New" panose="02070309020205020404" pitchFamily="49" charset="0"/>
              </a:rPr>
              <a:t> A-&gt;bounds[</a:t>
            </a:r>
            <a:r>
              <a:rPr lang="en-US" altLang="zh-CN" sz="1400" b="1" dirty="0" err="1">
                <a:latin typeface="Courier New" panose="02070309020205020404" pitchFamily="49" charset="0"/>
                <a:cs typeface="Courier New" panose="02070309020205020404" pitchFamily="49" charset="0"/>
              </a:rPr>
              <a:t>i</a:t>
            </a:r>
            <a:r>
              <a:rPr lang="en-US" altLang="zh-CN" sz="1400" b="1" dirty="0">
                <a:latin typeface="Courier New" panose="02070309020205020404" pitchFamily="49" charset="0"/>
                <a:cs typeface="Courier New" panose="02070309020205020404" pitchFamily="49" charset="0"/>
              </a:rPr>
              <a:t>];   </a:t>
            </a:r>
            <a:r>
              <a:rPr lang="en-US" altLang="zh-CN" sz="1400" b="1" dirty="0">
                <a:solidFill>
                  <a:srgbClr val="0070C0"/>
                </a:solidFill>
                <a:latin typeface="Courier New" panose="02070309020205020404" pitchFamily="49" charset="0"/>
                <a:cs typeface="Courier New" panose="02070309020205020404" pitchFamily="49" charset="0"/>
              </a:rPr>
              <a:t>// </a:t>
            </a:r>
            <a:r>
              <a:rPr lang="zh-CN" altLang="en-US" sz="1400" b="1" dirty="0">
                <a:solidFill>
                  <a:srgbClr val="0070C0"/>
                </a:solidFill>
                <a:latin typeface="Courier New" panose="02070309020205020404" pitchFamily="49" charset="0"/>
                <a:cs typeface="Courier New" panose="02070309020205020404" pitchFamily="49" charset="0"/>
              </a:rPr>
              <a:t>累乘求元素总数</a:t>
            </a:r>
            <a:r>
              <a:rPr lang="en-US" altLang="zh-CN" sz="1400" b="1" dirty="0">
                <a:solidFill>
                  <a:srgbClr val="0070C0"/>
                </a:solidFill>
                <a:latin typeface="Courier New" panose="02070309020205020404" pitchFamily="49" charset="0"/>
                <a:cs typeface="Courier New" panose="02070309020205020404" pitchFamily="49" charset="0"/>
              </a:rPr>
              <a:t> </a:t>
            </a:r>
          </a:p>
          <a:p>
            <a:pPr marL="0" indent="0">
              <a:lnSpc>
                <a:spcPct val="120000"/>
              </a:lnSpc>
              <a:spcBef>
                <a:spcPts val="0"/>
              </a:spcBef>
              <a:buFontTx/>
              <a:buNone/>
            </a:pPr>
            <a:r>
              <a:rPr lang="en-US" altLang="zh-CN" sz="1400" b="1" dirty="0">
                <a:latin typeface="Courier New" panose="02070309020205020404" pitchFamily="49" charset="0"/>
                <a:cs typeface="Courier New" panose="02070309020205020404" pitchFamily="49" charset="0"/>
              </a:rPr>
              <a:t>  </a:t>
            </a:r>
            <a:r>
              <a:rPr lang="en-US" altLang="zh-CN"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p>
          <a:p>
            <a:pPr marL="0" indent="0">
              <a:lnSpc>
                <a:spcPct val="120000"/>
              </a:lnSpc>
              <a:spcBef>
                <a:spcPts val="0"/>
              </a:spcBef>
              <a:buFontTx/>
              <a:buNone/>
            </a:pPr>
            <a:r>
              <a:rPr lang="en-US" altLang="zh-CN" sz="1400" b="1" dirty="0">
                <a:latin typeface="Courier New" panose="02070309020205020404" pitchFamily="49" charset="0"/>
                <a:cs typeface="Courier New" panose="02070309020205020404" pitchFamily="49" charset="0"/>
              </a:rPr>
              <a:t>  </a:t>
            </a:r>
            <a:r>
              <a:rPr lang="en-US" altLang="zh-CN" sz="1400" b="1" dirty="0" err="1">
                <a:latin typeface="Courier New" panose="02070309020205020404" pitchFamily="49" charset="0"/>
                <a:cs typeface="Courier New" panose="02070309020205020404" pitchFamily="49" charset="0"/>
              </a:rPr>
              <a:t>va_end</a:t>
            </a:r>
            <a:r>
              <a:rPr lang="en-US" altLang="zh-CN" sz="1400" b="1" dirty="0">
                <a:latin typeface="Courier New" panose="02070309020205020404" pitchFamily="49" charset="0"/>
                <a:cs typeface="Courier New" panose="02070309020205020404" pitchFamily="49" charset="0"/>
              </a:rPr>
              <a:t>(ap);   </a:t>
            </a:r>
            <a:r>
              <a:rPr lang="en-US" altLang="zh-CN" sz="1400" b="1" dirty="0">
                <a:solidFill>
                  <a:srgbClr val="0070C0"/>
                </a:solidFill>
                <a:latin typeface="Courier New" panose="02070309020205020404" pitchFamily="49" charset="0"/>
                <a:cs typeface="Courier New" panose="02070309020205020404" pitchFamily="49" charset="0"/>
              </a:rPr>
              <a:t>//</a:t>
            </a:r>
            <a:r>
              <a:rPr lang="zh-CN" altLang="en-US" sz="1400" b="1" dirty="0">
                <a:solidFill>
                  <a:srgbClr val="0070C0"/>
                </a:solidFill>
                <a:latin typeface="Courier New" panose="02070309020205020404" pitchFamily="49" charset="0"/>
                <a:cs typeface="Courier New" panose="02070309020205020404" pitchFamily="49" charset="0"/>
              </a:rPr>
              <a:t> 变长参数获取结束，释放资源</a:t>
            </a:r>
            <a:endParaRPr lang="en-US" altLang="zh-CN" sz="1400" b="1" dirty="0">
              <a:solidFill>
                <a:srgbClr val="0070C0"/>
              </a:solidFill>
              <a:latin typeface="Courier New" panose="02070309020205020404" pitchFamily="49" charset="0"/>
              <a:cs typeface="Courier New" panose="02070309020205020404" pitchFamily="49" charset="0"/>
            </a:endParaRPr>
          </a:p>
          <a:p>
            <a:pPr marL="0" indent="0">
              <a:lnSpc>
                <a:spcPct val="120000"/>
              </a:lnSpc>
              <a:spcBef>
                <a:spcPts val="0"/>
              </a:spcBef>
              <a:buNone/>
            </a:pPr>
            <a:r>
              <a:rPr lang="en-US" altLang="zh-CN" sz="1400" b="1" dirty="0">
                <a:latin typeface="Courier New" panose="02070309020205020404" pitchFamily="49" charset="0"/>
                <a:cs typeface="Courier New" panose="02070309020205020404" pitchFamily="49" charset="0"/>
              </a:rPr>
              <a:t>  </a:t>
            </a:r>
            <a:r>
              <a:rPr lang="en-US" altLang="zh-CN" sz="1400" b="1" dirty="0">
                <a:solidFill>
                  <a:srgbClr val="041ABC"/>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en-US" altLang="zh-CN" sz="1400" b="1" dirty="0">
                <a:latin typeface="Courier New" panose="02070309020205020404" pitchFamily="49" charset="0"/>
                <a:cs typeface="Courier New" panose="02070309020205020404" pitchFamily="49" charset="0"/>
              </a:rPr>
              <a:t>(!(A-&gt;base=(</a:t>
            </a:r>
            <a:r>
              <a:rPr lang="en-US" altLang="zh-CN" sz="1400" b="1" dirty="0" err="1">
                <a:latin typeface="Courier New" panose="02070309020205020404" pitchFamily="49" charset="0"/>
                <a:cs typeface="Courier New" panose="02070309020205020404" pitchFamily="49" charset="0"/>
              </a:rPr>
              <a:t>ElemType</a:t>
            </a:r>
            <a:r>
              <a:rPr lang="en-US" altLang="zh-CN" sz="1400" b="1" dirty="0">
                <a:latin typeface="Courier New" panose="02070309020205020404" pitchFamily="49" charset="0"/>
                <a:cs typeface="Courier New" panose="02070309020205020404" pitchFamily="49" charset="0"/>
              </a:rPr>
              <a:t>*)</a:t>
            </a:r>
            <a:r>
              <a:rPr lang="en-US" altLang="zh-CN" sz="1400" b="1" dirty="0" err="1">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calloc</a:t>
            </a:r>
            <a:r>
              <a:rPr lang="en-US" altLang="zh-CN" sz="1400" b="1" dirty="0">
                <a:latin typeface="Courier New" panose="02070309020205020404" pitchFamily="49" charset="0"/>
                <a:cs typeface="Courier New" panose="02070309020205020404" pitchFamily="49" charset="0"/>
              </a:rPr>
              <a:t>(</a:t>
            </a:r>
            <a:r>
              <a:rPr lang="en-US" altLang="zh-CN" sz="1400" b="1" dirty="0" err="1">
                <a:latin typeface="Courier New" panose="02070309020205020404" pitchFamily="49" charset="0"/>
                <a:cs typeface="Courier New" panose="02070309020205020404" pitchFamily="49" charset="0"/>
              </a:rPr>
              <a:t>elemtotal,</a:t>
            </a:r>
            <a:r>
              <a:rPr lang="en-US" altLang="zh-CN" sz="1400" b="1" dirty="0" err="1">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sizeof</a:t>
            </a:r>
            <a:r>
              <a:rPr lang="en-US" altLang="zh-CN" sz="1400" b="1" dirty="0">
                <a:latin typeface="Courier New" panose="02070309020205020404" pitchFamily="49" charset="0"/>
                <a:cs typeface="Courier New" panose="02070309020205020404" pitchFamily="49" charset="0"/>
              </a:rPr>
              <a:t>(</a:t>
            </a:r>
            <a:r>
              <a:rPr lang="en-US" altLang="zh-CN" sz="1400" b="1" dirty="0" err="1">
                <a:latin typeface="Courier New" panose="02070309020205020404" pitchFamily="49" charset="0"/>
                <a:cs typeface="Courier New" panose="02070309020205020404" pitchFamily="49" charset="0"/>
              </a:rPr>
              <a:t>ElemType</a:t>
            </a:r>
            <a:r>
              <a:rPr lang="en-US" altLang="zh-CN" sz="1400" b="1" dirty="0">
                <a:latin typeface="Courier New" panose="02070309020205020404" pitchFamily="49" charset="0"/>
                <a:cs typeface="Courier New" panose="02070309020205020404" pitchFamily="49" charset="0"/>
              </a:rPr>
              <a:t>))))</a:t>
            </a:r>
            <a:r>
              <a:rPr lang="en-US" altLang="zh-CN" sz="1400" b="1" dirty="0">
                <a:solidFill>
                  <a:srgbClr val="041ABC"/>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exit</a:t>
            </a:r>
            <a:r>
              <a:rPr lang="en-US" altLang="zh-CN" sz="1400" b="1" dirty="0">
                <a:latin typeface="Courier New" panose="02070309020205020404" pitchFamily="49" charset="0"/>
                <a:cs typeface="Courier New" panose="02070309020205020404" pitchFamily="49" charset="0"/>
              </a:rPr>
              <a:t>(OVERFLOW); </a:t>
            </a:r>
            <a:r>
              <a:rPr lang="en-US" altLang="zh-CN" sz="1400" b="1" dirty="0">
                <a:solidFill>
                  <a:srgbClr val="0070C0"/>
                </a:solidFill>
                <a:latin typeface="Courier New" panose="02070309020205020404" pitchFamily="49" charset="0"/>
                <a:cs typeface="Courier New" panose="02070309020205020404" pitchFamily="49" charset="0"/>
              </a:rPr>
              <a:t>// </a:t>
            </a:r>
            <a:r>
              <a:rPr lang="zh-CN" altLang="en-US" sz="1400" b="1" dirty="0">
                <a:solidFill>
                  <a:srgbClr val="0070C0"/>
                </a:solidFill>
                <a:latin typeface="Courier New" panose="02070309020205020404" pitchFamily="49" charset="0"/>
                <a:cs typeface="Courier New" panose="02070309020205020404" pitchFamily="49" charset="0"/>
              </a:rPr>
              <a:t>按元素总数分配存储空间</a:t>
            </a:r>
            <a:endParaRPr lang="en-US" altLang="zh-CN" sz="1400" b="1" dirty="0">
              <a:solidFill>
                <a:srgbClr val="0070C0"/>
              </a:solidFill>
              <a:latin typeface="Courier New" panose="02070309020205020404" pitchFamily="49" charset="0"/>
              <a:cs typeface="Courier New" panose="02070309020205020404" pitchFamily="49" charset="0"/>
            </a:endParaRPr>
          </a:p>
          <a:p>
            <a:pPr marL="0" indent="0">
              <a:lnSpc>
                <a:spcPct val="120000"/>
              </a:lnSpc>
              <a:spcBef>
                <a:spcPts val="0"/>
              </a:spcBef>
              <a:buFontTx/>
              <a:buNone/>
            </a:pPr>
            <a:r>
              <a:rPr lang="en-US" altLang="zh-CN" sz="1400" b="1" dirty="0">
                <a:solidFill>
                  <a:srgbClr val="990033"/>
                </a:solidFill>
                <a:latin typeface="Courier New" panose="02070309020205020404" pitchFamily="49" charset="0"/>
                <a:cs typeface="Courier New" panose="02070309020205020404" pitchFamily="49" charset="0"/>
              </a:rPr>
              <a:t>         </a:t>
            </a:r>
            <a:r>
              <a:rPr lang="en-US" altLang="zh-CN" sz="1400" b="1" dirty="0">
                <a:solidFill>
                  <a:srgbClr val="0070C0"/>
                </a:solidFill>
                <a:latin typeface="Courier New" panose="02070309020205020404" pitchFamily="49" charset="0"/>
                <a:cs typeface="Courier New" panose="02070309020205020404" pitchFamily="49" charset="0"/>
              </a:rPr>
              <a:t>// </a:t>
            </a:r>
            <a:r>
              <a:rPr lang="zh-CN" altLang="en-US" sz="1400" b="1" dirty="0">
                <a:solidFill>
                  <a:srgbClr val="0070C0"/>
                </a:solidFill>
                <a:latin typeface="Courier New" panose="02070309020205020404" pitchFamily="49" charset="0"/>
                <a:cs typeface="Courier New" panose="02070309020205020404" pitchFamily="49" charset="0"/>
              </a:rPr>
              <a:t>求映象函数的常数</a:t>
            </a:r>
            <a:r>
              <a:rPr lang="en-US" altLang="zh-CN" sz="1400" b="1" dirty="0">
                <a:solidFill>
                  <a:srgbClr val="0070C0"/>
                </a:solidFill>
                <a:latin typeface="Courier New" panose="02070309020205020404" pitchFamily="49" charset="0"/>
                <a:cs typeface="Courier New" panose="02070309020205020404" pitchFamily="49" charset="0"/>
              </a:rPr>
              <a:t>ci, </a:t>
            </a:r>
            <a:r>
              <a:rPr lang="zh-CN" altLang="en-US" sz="1400" b="1" dirty="0">
                <a:solidFill>
                  <a:srgbClr val="0070C0"/>
                </a:solidFill>
                <a:latin typeface="Courier New" panose="02070309020205020404" pitchFamily="49" charset="0"/>
                <a:cs typeface="Courier New" panose="02070309020205020404" pitchFamily="49" charset="0"/>
              </a:rPr>
              <a:t>并存入</a:t>
            </a:r>
            <a:r>
              <a:rPr lang="en-US" altLang="zh-CN" sz="1400" b="1" dirty="0" err="1">
                <a:solidFill>
                  <a:srgbClr val="0070C0"/>
                </a:solidFill>
                <a:latin typeface="Courier New" panose="02070309020205020404" pitchFamily="49" charset="0"/>
                <a:cs typeface="Courier New" panose="02070309020205020404" pitchFamily="49" charset="0"/>
              </a:rPr>
              <a:t>A.constants</a:t>
            </a:r>
            <a:r>
              <a:rPr lang="en-US" altLang="zh-CN" sz="1400" b="1" dirty="0">
                <a:solidFill>
                  <a:srgbClr val="0070C0"/>
                </a:solidFill>
                <a:latin typeface="Courier New" panose="02070309020205020404" pitchFamily="49" charset="0"/>
                <a:cs typeface="Courier New" panose="02070309020205020404" pitchFamily="49" charset="0"/>
              </a:rPr>
              <a:t>[i-1], </a:t>
            </a:r>
            <a:r>
              <a:rPr lang="en-US" altLang="zh-CN" sz="1400" b="1" dirty="0" err="1">
                <a:solidFill>
                  <a:srgbClr val="0070C0"/>
                </a:solidFill>
                <a:latin typeface="Courier New" panose="02070309020205020404" pitchFamily="49" charset="0"/>
                <a:cs typeface="Courier New" panose="02070309020205020404" pitchFamily="49" charset="0"/>
              </a:rPr>
              <a:t>i</a:t>
            </a:r>
            <a:r>
              <a:rPr lang="en-US" altLang="zh-CN" sz="1400" b="1" dirty="0">
                <a:solidFill>
                  <a:srgbClr val="0070C0"/>
                </a:solidFill>
                <a:latin typeface="Courier New" panose="02070309020205020404" pitchFamily="49" charset="0"/>
                <a:cs typeface="Courier New" panose="02070309020205020404" pitchFamily="49" charset="0"/>
              </a:rPr>
              <a:t>=1,...,dim</a:t>
            </a:r>
          </a:p>
          <a:p>
            <a:pPr marL="0" indent="0">
              <a:lnSpc>
                <a:spcPct val="120000"/>
              </a:lnSpc>
              <a:spcBef>
                <a:spcPts val="0"/>
              </a:spcBef>
              <a:buNone/>
            </a:pPr>
            <a:r>
              <a:rPr lang="en-US" altLang="zh-CN" sz="1400" b="1" dirty="0">
                <a:latin typeface="Courier New" panose="02070309020205020404" pitchFamily="49" charset="0"/>
                <a:cs typeface="Courier New" panose="02070309020205020404" pitchFamily="49" charset="0"/>
              </a:rPr>
              <a:t>  </a:t>
            </a:r>
            <a:r>
              <a:rPr lang="en-US" altLang="zh-CN" sz="1400" b="1" dirty="0">
                <a:solidFill>
                  <a:srgbClr val="041ABC"/>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en-US" altLang="zh-CN" sz="1400" b="1" dirty="0">
                <a:latin typeface="Courier New" panose="02070309020205020404" pitchFamily="49" charset="0"/>
                <a:cs typeface="Courier New" panose="02070309020205020404" pitchFamily="49" charset="0"/>
              </a:rPr>
              <a:t>(!(A-&gt;constants=(</a:t>
            </a:r>
            <a:r>
              <a:rPr lang="en-US" altLang="zh-CN"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int</a:t>
            </a:r>
            <a:r>
              <a:rPr lang="en-US" altLang="zh-CN" sz="1400" b="1" dirty="0">
                <a:latin typeface="Courier New" panose="02070309020205020404" pitchFamily="49" charset="0"/>
                <a:cs typeface="Courier New" panose="02070309020205020404" pitchFamily="49" charset="0"/>
              </a:rPr>
              <a:t>*)</a:t>
            </a:r>
            <a:r>
              <a:rPr lang="en-US" altLang="zh-CN"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malloc</a:t>
            </a:r>
            <a:r>
              <a:rPr lang="en-US" altLang="zh-CN" sz="1400" b="1" dirty="0">
                <a:latin typeface="Courier New" panose="02070309020205020404" pitchFamily="49" charset="0"/>
                <a:cs typeface="Courier New" panose="02070309020205020404" pitchFamily="49" charset="0"/>
              </a:rPr>
              <a:t>(dim*</a:t>
            </a:r>
            <a:r>
              <a:rPr lang="en-US" altLang="zh-CN" sz="1400" b="1" dirty="0" err="1">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sizeof</a:t>
            </a:r>
            <a:r>
              <a:rPr lang="en-US" altLang="zh-CN" sz="1400" b="1" dirty="0">
                <a:latin typeface="Courier New" panose="02070309020205020404" pitchFamily="49" charset="0"/>
                <a:cs typeface="Courier New" panose="02070309020205020404" pitchFamily="49" charset="0"/>
              </a:rPr>
              <a:t>(</a:t>
            </a:r>
            <a:r>
              <a:rPr lang="en-US" altLang="zh-CN"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int</a:t>
            </a:r>
            <a:r>
              <a:rPr lang="en-US" altLang="zh-CN" sz="1400" b="1" dirty="0">
                <a:latin typeface="Courier New" panose="02070309020205020404" pitchFamily="49" charset="0"/>
                <a:cs typeface="Courier New" panose="02070309020205020404" pitchFamily="49" charset="0"/>
              </a:rPr>
              <a:t>))))</a:t>
            </a:r>
            <a:r>
              <a:rPr lang="en-US" altLang="zh-CN" sz="1400" b="1" dirty="0">
                <a:solidFill>
                  <a:srgbClr val="041ABC"/>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exit</a:t>
            </a:r>
            <a:r>
              <a:rPr lang="en-US" altLang="zh-CN" sz="1400" b="1" dirty="0">
                <a:latin typeface="Courier New" panose="02070309020205020404" pitchFamily="49" charset="0"/>
                <a:cs typeface="Courier New" panose="02070309020205020404" pitchFamily="49" charset="0"/>
              </a:rPr>
              <a:t>(OVERFLOW); </a:t>
            </a:r>
            <a:r>
              <a:rPr lang="en-US" altLang="zh-CN" sz="1400" b="1" dirty="0">
                <a:solidFill>
                  <a:srgbClr val="0070C0"/>
                </a:solidFill>
                <a:latin typeface="Courier New" panose="02070309020205020404" pitchFamily="49" charset="0"/>
                <a:cs typeface="Courier New" panose="02070309020205020404" pitchFamily="49" charset="0"/>
              </a:rPr>
              <a:t>// </a:t>
            </a:r>
            <a:r>
              <a:rPr lang="zh-CN" altLang="en-US" sz="1400" b="1" dirty="0">
                <a:solidFill>
                  <a:srgbClr val="0070C0"/>
                </a:solidFill>
                <a:latin typeface="Courier New" panose="02070309020205020404" pitchFamily="49" charset="0"/>
                <a:cs typeface="Courier New" panose="02070309020205020404" pitchFamily="49" charset="0"/>
              </a:rPr>
              <a:t>按维数为元素地址的计算常数分配存储空间</a:t>
            </a:r>
            <a:endParaRPr lang="en-US" altLang="zh-CN" sz="1400" b="1" dirty="0">
              <a:solidFill>
                <a:srgbClr val="0070C0"/>
              </a:solidFill>
              <a:latin typeface="Courier New" panose="02070309020205020404" pitchFamily="49" charset="0"/>
              <a:cs typeface="Courier New" panose="02070309020205020404" pitchFamily="49" charset="0"/>
            </a:endParaRPr>
          </a:p>
          <a:p>
            <a:pPr marL="0" indent="0">
              <a:lnSpc>
                <a:spcPct val="120000"/>
              </a:lnSpc>
              <a:spcBef>
                <a:spcPts val="0"/>
              </a:spcBef>
              <a:buFontTx/>
              <a:buNone/>
            </a:pPr>
            <a:r>
              <a:rPr lang="en-US" altLang="zh-CN" sz="1400" b="1" dirty="0">
                <a:latin typeface="Courier New" panose="02070309020205020404" pitchFamily="49" charset="0"/>
                <a:cs typeface="Courier New" panose="02070309020205020404" pitchFamily="49" charset="0"/>
              </a:rPr>
              <a:t>  A-&gt;constants[dim-1] = 1;      </a:t>
            </a:r>
            <a:r>
              <a:rPr lang="en-US" altLang="zh-CN" sz="1400" b="1" dirty="0">
                <a:solidFill>
                  <a:srgbClr val="0070C0"/>
                </a:solidFill>
                <a:latin typeface="Courier New" panose="02070309020205020404" pitchFamily="49" charset="0"/>
                <a:cs typeface="Courier New" panose="02070309020205020404" pitchFamily="49" charset="0"/>
              </a:rPr>
              <a:t>// </a:t>
            </a:r>
            <a:r>
              <a:rPr lang="zh-CN" altLang="en-US" sz="1400" b="1" dirty="0">
                <a:solidFill>
                  <a:srgbClr val="0070C0"/>
                </a:solidFill>
                <a:latin typeface="Courier New" panose="02070309020205020404" pitchFamily="49" charset="0"/>
                <a:cs typeface="Courier New" panose="02070309020205020404" pitchFamily="49" charset="0"/>
              </a:rPr>
              <a:t>常数</a:t>
            </a:r>
            <a:r>
              <a:rPr lang="en-US" altLang="zh-CN" sz="1400" b="1" dirty="0" err="1">
                <a:solidFill>
                  <a:srgbClr val="0070C0"/>
                </a:solidFill>
                <a:latin typeface="Courier New" panose="02070309020205020404" pitchFamily="49" charset="0"/>
                <a:cs typeface="Courier New" panose="02070309020205020404" pitchFamily="49" charset="0"/>
              </a:rPr>
              <a:t>c1</a:t>
            </a:r>
            <a:endParaRPr lang="zh-CN" altLang="en-US" sz="1400" b="1" dirty="0">
              <a:solidFill>
                <a:srgbClr val="0070C0"/>
              </a:solidFill>
              <a:latin typeface="Courier New" panose="02070309020205020404" pitchFamily="49" charset="0"/>
              <a:cs typeface="Courier New" panose="02070309020205020404" pitchFamily="49" charset="0"/>
            </a:endParaRPr>
          </a:p>
          <a:p>
            <a:pPr marL="0" indent="0">
              <a:lnSpc>
                <a:spcPct val="120000"/>
              </a:lnSpc>
              <a:spcBef>
                <a:spcPts val="0"/>
              </a:spcBef>
              <a:buFontTx/>
              <a:buNone/>
            </a:pPr>
            <a:r>
              <a:rPr lang="zh-CN" altLang="en-US" sz="1400" b="1" dirty="0">
                <a:latin typeface="Courier New" panose="02070309020205020404" pitchFamily="49" charset="0"/>
                <a:cs typeface="Courier New" panose="02070309020205020404" pitchFamily="49" charset="0"/>
              </a:rPr>
              <a:t>  </a:t>
            </a:r>
            <a:r>
              <a:rPr lang="en-US" altLang="zh-CN" sz="1400" b="1" dirty="0">
                <a:solidFill>
                  <a:srgbClr val="041ABC"/>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for</a:t>
            </a:r>
            <a:r>
              <a:rPr lang="en-US" altLang="zh-CN" sz="1400" b="1" dirty="0">
                <a:latin typeface="Courier New" panose="02070309020205020404" pitchFamily="49" charset="0"/>
                <a:cs typeface="Courier New" panose="02070309020205020404" pitchFamily="49" charset="0"/>
              </a:rPr>
              <a:t>(</a:t>
            </a:r>
            <a:r>
              <a:rPr lang="en-US" altLang="zh-CN" sz="1400" b="1" dirty="0" err="1">
                <a:latin typeface="Courier New" panose="02070309020205020404" pitchFamily="49" charset="0"/>
                <a:cs typeface="Courier New" panose="02070309020205020404" pitchFamily="49" charset="0"/>
              </a:rPr>
              <a:t>i</a:t>
            </a:r>
            <a:r>
              <a:rPr lang="en-US" altLang="zh-CN" sz="1400" b="1" dirty="0">
                <a:latin typeface="Courier New" panose="02070309020205020404" pitchFamily="49" charset="0"/>
                <a:cs typeface="Courier New" panose="02070309020205020404" pitchFamily="49" charset="0"/>
              </a:rPr>
              <a:t>=dim-2; </a:t>
            </a:r>
            <a:r>
              <a:rPr lang="en-US" altLang="zh-CN" sz="1400" b="1" dirty="0" err="1">
                <a:latin typeface="Courier New" panose="02070309020205020404" pitchFamily="49" charset="0"/>
                <a:cs typeface="Courier New" panose="02070309020205020404" pitchFamily="49" charset="0"/>
              </a:rPr>
              <a:t>i</a:t>
            </a:r>
            <a:r>
              <a:rPr lang="en-US" altLang="zh-CN" sz="1400" b="1" dirty="0">
                <a:latin typeface="Courier New" panose="02070309020205020404" pitchFamily="49" charset="0"/>
                <a:cs typeface="Courier New" panose="02070309020205020404" pitchFamily="49" charset="0"/>
              </a:rPr>
              <a:t>&gt;=0; --</a:t>
            </a:r>
            <a:r>
              <a:rPr lang="en-US" altLang="zh-CN" sz="1400" b="1" dirty="0" err="1">
                <a:latin typeface="Courier New" panose="02070309020205020404" pitchFamily="49" charset="0"/>
                <a:cs typeface="Courier New" panose="02070309020205020404" pitchFamily="49" charset="0"/>
              </a:rPr>
              <a:t>i</a:t>
            </a:r>
            <a:r>
              <a:rPr lang="en-US" altLang="zh-CN" sz="1400" b="1" dirty="0">
                <a:latin typeface="Courier New" panose="02070309020205020404" pitchFamily="49" charset="0"/>
                <a:cs typeface="Courier New" panose="02070309020205020404" pitchFamily="49" charset="0"/>
              </a:rPr>
              <a:t>) A-&gt;constants[</a:t>
            </a:r>
            <a:r>
              <a:rPr lang="en-US" altLang="zh-CN" sz="1400" b="1" dirty="0" err="1">
                <a:latin typeface="Courier New" panose="02070309020205020404" pitchFamily="49" charset="0"/>
                <a:cs typeface="Courier New" panose="02070309020205020404" pitchFamily="49" charset="0"/>
              </a:rPr>
              <a:t>i</a:t>
            </a:r>
            <a:r>
              <a:rPr lang="en-US" altLang="zh-CN" sz="1400" b="1" dirty="0">
                <a:latin typeface="Courier New" panose="02070309020205020404" pitchFamily="49" charset="0"/>
                <a:cs typeface="Courier New" panose="02070309020205020404" pitchFamily="49" charset="0"/>
              </a:rPr>
              <a:t>]=A-&gt;bounds[i+1]*A-&gt;constants[i+1];  </a:t>
            </a:r>
            <a:r>
              <a:rPr lang="en-US" altLang="zh-CN" sz="1400" b="1" dirty="0">
                <a:solidFill>
                  <a:srgbClr val="0070C0"/>
                </a:solidFill>
                <a:latin typeface="Courier New" panose="02070309020205020404" pitchFamily="49" charset="0"/>
                <a:cs typeface="Courier New" panose="02070309020205020404" pitchFamily="49" charset="0"/>
              </a:rPr>
              <a:t>// </a:t>
            </a:r>
            <a:r>
              <a:rPr lang="zh-CN" altLang="en-US" sz="1400" b="1" dirty="0">
                <a:solidFill>
                  <a:srgbClr val="0070C0"/>
                </a:solidFill>
                <a:latin typeface="Courier New" panose="02070309020205020404" pitchFamily="49" charset="0"/>
                <a:cs typeface="Courier New" panose="02070309020205020404" pitchFamily="49" charset="0"/>
              </a:rPr>
              <a:t>元素地址计算常数</a:t>
            </a:r>
            <a:endParaRPr lang="en-US" altLang="zh-CN" sz="1400" b="1" dirty="0">
              <a:solidFill>
                <a:srgbClr val="0070C0"/>
              </a:solidFill>
              <a:latin typeface="Courier New" panose="02070309020205020404" pitchFamily="49" charset="0"/>
              <a:cs typeface="Courier New" panose="02070309020205020404" pitchFamily="49" charset="0"/>
            </a:endParaRPr>
          </a:p>
          <a:p>
            <a:pPr marL="0" indent="0">
              <a:lnSpc>
                <a:spcPct val="120000"/>
              </a:lnSpc>
              <a:spcBef>
                <a:spcPts val="0"/>
              </a:spcBef>
              <a:buFontTx/>
              <a:buNone/>
            </a:pPr>
            <a:r>
              <a:rPr lang="en-US" altLang="zh-CN" sz="1400" b="1" dirty="0">
                <a:latin typeface="Courier New" panose="02070309020205020404" pitchFamily="49" charset="0"/>
                <a:cs typeface="Courier New" panose="02070309020205020404" pitchFamily="49" charset="0"/>
              </a:rPr>
              <a:t>  </a:t>
            </a:r>
            <a:r>
              <a:rPr lang="en-US" altLang="zh-CN" sz="1400" b="1" dirty="0">
                <a:solidFill>
                  <a:srgbClr val="041ABC"/>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return</a:t>
            </a:r>
            <a:r>
              <a:rPr lang="en-US" altLang="zh-CN" sz="1400" b="1" dirty="0">
                <a:latin typeface="Courier New" panose="02070309020205020404" pitchFamily="49" charset="0"/>
                <a:cs typeface="Courier New" panose="02070309020205020404" pitchFamily="49" charset="0"/>
              </a:rPr>
              <a:t> A;</a:t>
            </a:r>
          </a:p>
          <a:p>
            <a:pPr marL="0" indent="0">
              <a:lnSpc>
                <a:spcPct val="120000"/>
              </a:lnSpc>
              <a:spcBef>
                <a:spcPts val="0"/>
              </a:spcBef>
              <a:buFontTx/>
              <a:buNone/>
            </a:pPr>
            <a:r>
              <a:rPr lang="en-US" altLang="zh-CN" sz="1400" b="1" dirty="0">
                <a:solidFill>
                  <a:srgbClr val="041ABC"/>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p>
        </p:txBody>
      </p:sp>
      <p:grpSp>
        <p:nvGrpSpPr>
          <p:cNvPr id="29788" name="组合 29787">
            <a:extLst>
              <a:ext uri="{FF2B5EF4-FFF2-40B4-BE49-F238E27FC236}">
                <a16:creationId xmlns:a16="http://schemas.microsoft.com/office/drawing/2014/main" id="{49E2B9FA-C31C-4E72-848F-A7E011FF728B}"/>
              </a:ext>
            </a:extLst>
          </p:cNvPr>
          <p:cNvGrpSpPr/>
          <p:nvPr/>
        </p:nvGrpSpPr>
        <p:grpSpPr>
          <a:xfrm>
            <a:off x="7269981" y="1333719"/>
            <a:ext cx="4621618" cy="2977117"/>
            <a:chOff x="7286847" y="1531088"/>
            <a:chExt cx="4621618" cy="2977117"/>
          </a:xfrm>
        </p:grpSpPr>
        <p:sp>
          <p:nvSpPr>
            <p:cNvPr id="2" name="矩形 1">
              <a:extLst>
                <a:ext uri="{FF2B5EF4-FFF2-40B4-BE49-F238E27FC236}">
                  <a16:creationId xmlns:a16="http://schemas.microsoft.com/office/drawing/2014/main" id="{8409B570-C13B-43DB-B520-51E021D7C686}"/>
                </a:ext>
              </a:extLst>
            </p:cNvPr>
            <p:cNvSpPr/>
            <p:nvPr/>
          </p:nvSpPr>
          <p:spPr>
            <a:xfrm>
              <a:off x="7286847" y="1531088"/>
              <a:ext cx="4621618" cy="2977117"/>
            </a:xfrm>
            <a:prstGeom prst="rect">
              <a:avLst/>
            </a:prstGeom>
            <a:solidFill>
              <a:srgbClr val="F5FAF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占位符 217090">
              <a:extLst>
                <a:ext uri="{FF2B5EF4-FFF2-40B4-BE49-F238E27FC236}">
                  <a16:creationId xmlns:a16="http://schemas.microsoft.com/office/drawing/2014/main" id="{05DD2A49-0783-43C3-81C7-A9371E5AFBC8}"/>
                </a:ext>
              </a:extLst>
            </p:cNvPr>
            <p:cNvSpPr txBox="1">
              <a:spLocks/>
            </p:cNvSpPr>
            <p:nvPr/>
          </p:nvSpPr>
          <p:spPr>
            <a:xfrm>
              <a:off x="7366520" y="1654883"/>
              <a:ext cx="4541945" cy="1053831"/>
            </a:xfrm>
            <a:prstGeom prst="rect">
              <a:avLst/>
            </a:prstGeom>
          </p:spPr>
          <p:txBody>
            <a:bodyPr vert="horz" lIns="91440" tIns="45720" rIns="91440" bIns="45720" rtlCol="0" anchor="ctr" anchorCtr="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None/>
              </a:pPr>
              <a:r>
                <a:rPr lang="zh-CN" altLang="en-US" sz="1800" b="1" noProof="1">
                  <a:solidFill>
                    <a:srgbClr val="A50021"/>
                  </a:solidFill>
                  <a:effectLst>
                    <a:outerShdw blurRad="38100" dist="38100" dir="2700000">
                      <a:srgbClr val="000000"/>
                    </a:outerShdw>
                  </a:effectLst>
                  <a:latin typeface="Courier New" panose="02070309020205020404" pitchFamily="49" charset="0"/>
                  <a:ea typeface="黑体" panose="02010609060101010101" pitchFamily="49" charset="-122"/>
                  <a:cs typeface="Courier New" panose="02070309020205020404" pitchFamily="49" charset="0"/>
                </a:rPr>
                <a:t>例</a:t>
              </a:r>
              <a:r>
                <a:rPr lang="zh-CN" altLang="en-US" sz="1800" b="1" noProof="1">
                  <a:effectLst>
                    <a:outerShdw blurRad="38100" dist="38100" dir="2700000">
                      <a:srgbClr val="FFFFFF"/>
                    </a:outerShdw>
                  </a:effectLst>
                  <a:latin typeface="Courier New" panose="02070309020205020404" pitchFamily="49" charset="0"/>
                  <a:cs typeface="Courier New" panose="02070309020205020404" pitchFamily="49" charset="0"/>
                </a:rPr>
                <a:t>   </a:t>
              </a:r>
              <a:r>
                <a:rPr lang="en-US" altLang="zh-CN" sz="1800" b="1" noProof="1">
                  <a:effectLst>
                    <a:outerShdw blurRad="38100" dist="38100" dir="2700000">
                      <a:srgbClr val="FFFFFF"/>
                    </a:outerShdw>
                  </a:effectLst>
                  <a:latin typeface="Courier New" panose="02070309020205020404" pitchFamily="49" charset="0"/>
                  <a:cs typeface="Courier New" panose="02070309020205020404" pitchFamily="49" charset="0"/>
                </a:rPr>
                <a:t>int   a[4][5][6];  </a:t>
              </a:r>
            </a:p>
            <a:p>
              <a:pPr>
                <a:buFontTx/>
                <a:buNone/>
              </a:pPr>
              <a:r>
                <a:rPr lang="zh-CN" altLang="en-US" sz="1800" b="1" noProof="1">
                  <a:effectLst>
                    <a:outerShdw blurRad="38100" dist="38100" dir="2700000">
                      <a:srgbClr val="FFFFFF"/>
                    </a:outerShdw>
                  </a:effectLst>
                  <a:latin typeface="Courier New" panose="02070309020205020404" pitchFamily="49" charset="0"/>
                  <a:cs typeface="Courier New" panose="02070309020205020404" pitchFamily="49" charset="0"/>
                </a:rPr>
                <a:t>调用</a:t>
              </a:r>
              <a:r>
                <a:rPr lang="en-US" altLang="zh-CN" sz="1800" b="1" noProof="1">
                  <a:effectLst>
                    <a:outerShdw blurRad="38100" dist="38100" dir="2700000">
                      <a:srgbClr val="FFFFFF"/>
                    </a:outerShdw>
                  </a:effectLst>
                  <a:latin typeface="Courier New" panose="02070309020205020404" pitchFamily="49" charset="0"/>
                  <a:cs typeface="Courier New" panose="02070309020205020404" pitchFamily="49" charset="0"/>
                </a:rPr>
                <a:t>:</a:t>
              </a:r>
              <a:r>
                <a:rPr lang="en-US" altLang="zh-CN" sz="1800" b="1" noProof="1">
                  <a:solidFill>
                    <a:srgbClr val="C00000"/>
                  </a:solidFill>
                  <a:effectLst>
                    <a:outerShdw blurRad="38100" dist="38100" dir="2700000">
                      <a:srgbClr val="FFFFFF"/>
                    </a:outerShdw>
                  </a:effectLst>
                  <a:latin typeface="Courier New" panose="02070309020205020404" pitchFamily="49" charset="0"/>
                  <a:cs typeface="Courier New" panose="02070309020205020404" pitchFamily="49" charset="0"/>
                </a:rPr>
                <a:t>InitArray(3, 4, 5, 6);</a:t>
              </a:r>
            </a:p>
            <a:p>
              <a:pPr>
                <a:buFontTx/>
                <a:buNone/>
              </a:pPr>
              <a:r>
                <a:rPr lang="zh-CN" altLang="en-US" sz="1800" b="1" noProof="1">
                  <a:effectLst>
                    <a:outerShdw blurRad="38100" dist="38100" dir="2700000">
                      <a:srgbClr val="FFFFFF"/>
                    </a:outerShdw>
                  </a:effectLst>
                  <a:latin typeface="Courier New" panose="02070309020205020404" pitchFamily="49" charset="0"/>
                  <a:cs typeface="Courier New" panose="02070309020205020404" pitchFamily="49" charset="0"/>
                </a:rPr>
                <a:t>构建了  </a:t>
              </a:r>
              <a:r>
                <a:rPr lang="en-US" altLang="zh-CN" sz="1800" b="1" noProof="1">
                  <a:effectLst>
                    <a:outerShdw blurRad="38100" dist="38100" dir="2700000">
                      <a:srgbClr val="FFFFFF"/>
                    </a:outerShdw>
                  </a:effectLst>
                  <a:latin typeface="Courier New" panose="02070309020205020404" pitchFamily="49" charset="0"/>
                  <a:cs typeface="Courier New" panose="02070309020205020404" pitchFamily="49" charset="0"/>
                </a:rPr>
                <a:t>Array a</a:t>
              </a:r>
              <a:r>
                <a:rPr lang="zh-CN" altLang="en-US" sz="1800" b="1" noProof="1">
                  <a:effectLst>
                    <a:outerShdw blurRad="38100" dist="38100" dir="2700000">
                      <a:srgbClr val="FFFFFF"/>
                    </a:outerShdw>
                  </a:effectLst>
                  <a:latin typeface="Courier New" panose="02070309020205020404" pitchFamily="49" charset="0"/>
                  <a:cs typeface="Courier New" panose="02070309020205020404" pitchFamily="49" charset="0"/>
                </a:rPr>
                <a:t>； 的存储结构：</a:t>
              </a:r>
            </a:p>
          </p:txBody>
        </p:sp>
      </p:grpSp>
      <p:grpSp>
        <p:nvGrpSpPr>
          <p:cNvPr id="5" name="组合 4">
            <a:extLst>
              <a:ext uri="{FF2B5EF4-FFF2-40B4-BE49-F238E27FC236}">
                <a16:creationId xmlns:a16="http://schemas.microsoft.com/office/drawing/2014/main" id="{2080791D-E7C5-4BE7-B4C9-5AD78A55D072}"/>
              </a:ext>
            </a:extLst>
          </p:cNvPr>
          <p:cNvGrpSpPr>
            <a:grpSpLocks/>
          </p:cNvGrpSpPr>
          <p:nvPr/>
        </p:nvGrpSpPr>
        <p:grpSpPr bwMode="auto">
          <a:xfrm>
            <a:off x="7349654" y="2934303"/>
            <a:ext cx="1640194" cy="1156870"/>
            <a:chOff x="823" y="1451"/>
            <a:chExt cx="1128" cy="1347"/>
          </a:xfrm>
        </p:grpSpPr>
        <p:sp>
          <p:nvSpPr>
            <p:cNvPr id="6" name="矩形 217091">
              <a:extLst>
                <a:ext uri="{FF2B5EF4-FFF2-40B4-BE49-F238E27FC236}">
                  <a16:creationId xmlns:a16="http://schemas.microsoft.com/office/drawing/2014/main" id="{75FACBFA-412E-4670-854D-A877F236534A}"/>
                </a:ext>
              </a:extLst>
            </p:cNvPr>
            <p:cNvSpPr>
              <a:spLocks noChangeArrowheads="1"/>
            </p:cNvSpPr>
            <p:nvPr/>
          </p:nvSpPr>
          <p:spPr bwMode="auto">
            <a:xfrm>
              <a:off x="1643" y="1527"/>
              <a:ext cx="308" cy="318"/>
            </a:xfrm>
            <a:prstGeom prst="rect">
              <a:avLst/>
            </a:prstGeom>
            <a:solidFill>
              <a:schemeClr val="accent6">
                <a:lumMod val="20000"/>
                <a:lumOff val="80000"/>
              </a:schemeClr>
            </a:solidFill>
            <a:ln w="28575">
              <a:solidFill>
                <a:schemeClr val="tx1"/>
              </a:solidFill>
              <a:miter lim="800000"/>
              <a:headEnd/>
              <a:tailEnd/>
            </a:ln>
          </p:spPr>
          <p:txBody>
            <a:bodyPr/>
            <a:lstStyle/>
            <a:p>
              <a:endParaRPr lang="zh-CN" altLang="en-US" sz="2400" b="1"/>
            </a:p>
          </p:txBody>
        </p:sp>
        <p:sp>
          <p:nvSpPr>
            <p:cNvPr id="7" name="矩形 217092">
              <a:extLst>
                <a:ext uri="{FF2B5EF4-FFF2-40B4-BE49-F238E27FC236}">
                  <a16:creationId xmlns:a16="http://schemas.microsoft.com/office/drawing/2014/main" id="{8DA710ED-411C-4225-B5D4-F7AAECCA5C7D}"/>
                </a:ext>
              </a:extLst>
            </p:cNvPr>
            <p:cNvSpPr>
              <a:spLocks noChangeArrowheads="1"/>
            </p:cNvSpPr>
            <p:nvPr/>
          </p:nvSpPr>
          <p:spPr bwMode="auto">
            <a:xfrm>
              <a:off x="1643" y="1845"/>
              <a:ext cx="308" cy="318"/>
            </a:xfrm>
            <a:prstGeom prst="rect">
              <a:avLst/>
            </a:prstGeom>
            <a:solidFill>
              <a:schemeClr val="accent3">
                <a:lumMod val="20000"/>
                <a:lumOff val="80000"/>
              </a:schemeClr>
            </a:solidFill>
            <a:ln w="28575">
              <a:solidFill>
                <a:schemeClr val="tx1"/>
              </a:solidFill>
              <a:miter lim="800000"/>
              <a:headEnd/>
              <a:tailEnd/>
            </a:ln>
          </p:spPr>
          <p:txBody>
            <a:bodyPr wrap="none" anchor="ctr"/>
            <a:lstStyle/>
            <a:p>
              <a:pPr algn="ctr"/>
              <a:endParaRPr lang="en-US" altLang="zh-CN" b="1" dirty="0"/>
            </a:p>
          </p:txBody>
        </p:sp>
        <p:sp>
          <p:nvSpPr>
            <p:cNvPr id="8" name="矩形 217093">
              <a:extLst>
                <a:ext uri="{FF2B5EF4-FFF2-40B4-BE49-F238E27FC236}">
                  <a16:creationId xmlns:a16="http://schemas.microsoft.com/office/drawing/2014/main" id="{0F7586FB-FE34-48EB-B609-1DE2588ABB63}"/>
                </a:ext>
              </a:extLst>
            </p:cNvPr>
            <p:cNvSpPr>
              <a:spLocks noChangeArrowheads="1"/>
            </p:cNvSpPr>
            <p:nvPr/>
          </p:nvSpPr>
          <p:spPr bwMode="auto">
            <a:xfrm>
              <a:off x="1643" y="2162"/>
              <a:ext cx="308" cy="318"/>
            </a:xfrm>
            <a:prstGeom prst="rect">
              <a:avLst/>
            </a:prstGeom>
            <a:solidFill>
              <a:schemeClr val="accent4">
                <a:lumMod val="20000"/>
                <a:lumOff val="80000"/>
              </a:schemeClr>
            </a:solidFill>
            <a:ln w="28575">
              <a:solidFill>
                <a:schemeClr val="tx1"/>
              </a:solidFill>
              <a:miter lim="800000"/>
              <a:headEnd/>
              <a:tailEnd/>
            </a:ln>
          </p:spPr>
          <p:txBody>
            <a:bodyPr/>
            <a:lstStyle/>
            <a:p>
              <a:endParaRPr lang="zh-CN" altLang="en-US" sz="2400" b="1"/>
            </a:p>
          </p:txBody>
        </p:sp>
        <p:sp>
          <p:nvSpPr>
            <p:cNvPr id="9" name="矩形 217094">
              <a:extLst>
                <a:ext uri="{FF2B5EF4-FFF2-40B4-BE49-F238E27FC236}">
                  <a16:creationId xmlns:a16="http://schemas.microsoft.com/office/drawing/2014/main" id="{492AF2E1-AD67-4BA1-BF78-153FA25403BA}"/>
                </a:ext>
              </a:extLst>
            </p:cNvPr>
            <p:cNvSpPr>
              <a:spLocks noChangeArrowheads="1"/>
            </p:cNvSpPr>
            <p:nvPr/>
          </p:nvSpPr>
          <p:spPr bwMode="auto">
            <a:xfrm>
              <a:off x="1643" y="2480"/>
              <a:ext cx="308" cy="318"/>
            </a:xfrm>
            <a:prstGeom prst="rect">
              <a:avLst/>
            </a:prstGeom>
            <a:solidFill>
              <a:schemeClr val="accent5">
                <a:lumMod val="20000"/>
                <a:lumOff val="80000"/>
              </a:schemeClr>
            </a:solidFill>
            <a:ln w="28575">
              <a:solidFill>
                <a:schemeClr val="tx1"/>
              </a:solidFill>
              <a:miter lim="800000"/>
              <a:headEnd/>
              <a:tailEnd/>
            </a:ln>
          </p:spPr>
          <p:txBody>
            <a:bodyPr/>
            <a:lstStyle/>
            <a:p>
              <a:endParaRPr lang="zh-CN" altLang="en-US" sz="2400" b="1"/>
            </a:p>
          </p:txBody>
        </p:sp>
        <p:sp>
          <p:nvSpPr>
            <p:cNvPr id="10" name="文本框 217095">
              <a:extLst>
                <a:ext uri="{FF2B5EF4-FFF2-40B4-BE49-F238E27FC236}">
                  <a16:creationId xmlns:a16="http://schemas.microsoft.com/office/drawing/2014/main" id="{71BDB123-9518-4BB4-80D4-CC4C7C43F997}"/>
                </a:ext>
              </a:extLst>
            </p:cNvPr>
            <p:cNvSpPr txBox="1">
              <a:spLocks noChangeArrowheads="1"/>
            </p:cNvSpPr>
            <p:nvPr/>
          </p:nvSpPr>
          <p:spPr bwMode="auto">
            <a:xfrm>
              <a:off x="823" y="1451"/>
              <a:ext cx="816" cy="1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r"/>
              <a:r>
                <a:rPr lang="en-US" altLang="zh-CN" b="1" dirty="0"/>
                <a:t>base</a:t>
              </a:r>
            </a:p>
            <a:p>
              <a:pPr algn="r"/>
              <a:r>
                <a:rPr lang="en-US" altLang="zh-CN" b="1" dirty="0"/>
                <a:t>dim</a:t>
              </a:r>
            </a:p>
            <a:p>
              <a:pPr algn="r"/>
              <a:r>
                <a:rPr lang="en-US" altLang="zh-CN" b="1" dirty="0"/>
                <a:t>Bounds</a:t>
              </a:r>
            </a:p>
            <a:p>
              <a:pPr algn="r"/>
              <a:r>
                <a:rPr lang="en-US" altLang="zh-CN" b="1" dirty="0"/>
                <a:t>constants</a:t>
              </a:r>
            </a:p>
          </p:txBody>
        </p:sp>
      </p:grpSp>
      <p:grpSp>
        <p:nvGrpSpPr>
          <p:cNvPr id="11" name="组合 10">
            <a:extLst>
              <a:ext uri="{FF2B5EF4-FFF2-40B4-BE49-F238E27FC236}">
                <a16:creationId xmlns:a16="http://schemas.microsoft.com/office/drawing/2014/main" id="{5C44B1EF-9E9F-4F24-9778-45B3C56A2E8F}"/>
              </a:ext>
            </a:extLst>
          </p:cNvPr>
          <p:cNvGrpSpPr>
            <a:grpSpLocks/>
          </p:cNvGrpSpPr>
          <p:nvPr/>
        </p:nvGrpSpPr>
        <p:grpSpPr bwMode="auto">
          <a:xfrm>
            <a:off x="8794091" y="3519330"/>
            <a:ext cx="1211847" cy="277090"/>
            <a:chOff x="1769" y="2139"/>
            <a:chExt cx="1520" cy="318"/>
          </a:xfrm>
          <a:solidFill>
            <a:schemeClr val="accent4">
              <a:lumMod val="20000"/>
              <a:lumOff val="80000"/>
            </a:schemeClr>
          </a:solidFill>
        </p:grpSpPr>
        <p:sp>
          <p:nvSpPr>
            <p:cNvPr id="12" name="矩形 217098">
              <a:extLst>
                <a:ext uri="{FF2B5EF4-FFF2-40B4-BE49-F238E27FC236}">
                  <a16:creationId xmlns:a16="http://schemas.microsoft.com/office/drawing/2014/main" id="{6A0C411C-A1EF-4944-AE18-060B93D8058F}"/>
                </a:ext>
              </a:extLst>
            </p:cNvPr>
            <p:cNvSpPr>
              <a:spLocks noChangeArrowheads="1"/>
            </p:cNvSpPr>
            <p:nvPr/>
          </p:nvSpPr>
          <p:spPr bwMode="auto">
            <a:xfrm>
              <a:off x="2155" y="2139"/>
              <a:ext cx="1134" cy="318"/>
            </a:xfrm>
            <a:prstGeom prst="rect">
              <a:avLst/>
            </a:prstGeom>
            <a:grpFill/>
            <a:ln w="28575">
              <a:solidFill>
                <a:schemeClr val="tx1"/>
              </a:solidFill>
              <a:miter lim="800000"/>
              <a:headEnd/>
              <a:tailEnd/>
            </a:ln>
          </p:spPr>
          <p:txBody>
            <a:bodyPr wrap="none" anchor="ctr"/>
            <a:lstStyle/>
            <a:p>
              <a:pPr algn="ctr"/>
              <a:r>
                <a:rPr lang="en-US" altLang="zh-CN" b="1" dirty="0"/>
                <a:t>      </a:t>
              </a:r>
            </a:p>
          </p:txBody>
        </p:sp>
        <p:sp>
          <p:nvSpPr>
            <p:cNvPr id="13" name="直接连接符 217099">
              <a:extLst>
                <a:ext uri="{FF2B5EF4-FFF2-40B4-BE49-F238E27FC236}">
                  <a16:creationId xmlns:a16="http://schemas.microsoft.com/office/drawing/2014/main" id="{2A900875-61C7-4E9C-8B29-0CCEF3FAF40E}"/>
                </a:ext>
              </a:extLst>
            </p:cNvPr>
            <p:cNvSpPr>
              <a:spLocks noChangeShapeType="1"/>
            </p:cNvSpPr>
            <p:nvPr/>
          </p:nvSpPr>
          <p:spPr bwMode="auto">
            <a:xfrm>
              <a:off x="2533" y="2139"/>
              <a:ext cx="0" cy="318"/>
            </a:xfrm>
            <a:prstGeom prst="line">
              <a:avLst/>
            </a:prstGeom>
            <a:grpFill/>
            <a:ln w="28575">
              <a:solidFill>
                <a:schemeClr val="tx1"/>
              </a:solidFill>
              <a:round/>
              <a:headEnd/>
              <a:tailEnd/>
            </a:ln>
          </p:spPr>
          <p:txBody>
            <a:bodyPr/>
            <a:lstStyle/>
            <a:p>
              <a:endParaRPr lang="zh-CN" altLang="en-US"/>
            </a:p>
          </p:txBody>
        </p:sp>
        <p:sp>
          <p:nvSpPr>
            <p:cNvPr id="14" name="直接连接符 217100">
              <a:extLst>
                <a:ext uri="{FF2B5EF4-FFF2-40B4-BE49-F238E27FC236}">
                  <a16:creationId xmlns:a16="http://schemas.microsoft.com/office/drawing/2014/main" id="{04E6D46C-A546-4781-BF31-46AE15EFBD10}"/>
                </a:ext>
              </a:extLst>
            </p:cNvPr>
            <p:cNvSpPr>
              <a:spLocks noChangeShapeType="1"/>
            </p:cNvSpPr>
            <p:nvPr/>
          </p:nvSpPr>
          <p:spPr bwMode="auto">
            <a:xfrm>
              <a:off x="2911" y="2139"/>
              <a:ext cx="0" cy="318"/>
            </a:xfrm>
            <a:prstGeom prst="line">
              <a:avLst/>
            </a:prstGeom>
            <a:grpFill/>
            <a:ln w="28575">
              <a:solidFill>
                <a:schemeClr val="tx1"/>
              </a:solidFill>
              <a:round/>
              <a:headEnd/>
              <a:tailEnd/>
            </a:ln>
          </p:spPr>
          <p:txBody>
            <a:bodyPr/>
            <a:lstStyle/>
            <a:p>
              <a:endParaRPr lang="zh-CN" altLang="en-US"/>
            </a:p>
          </p:txBody>
        </p:sp>
        <p:sp>
          <p:nvSpPr>
            <p:cNvPr id="15" name="直接连接符 217102">
              <a:extLst>
                <a:ext uri="{FF2B5EF4-FFF2-40B4-BE49-F238E27FC236}">
                  <a16:creationId xmlns:a16="http://schemas.microsoft.com/office/drawing/2014/main" id="{57B47330-3D1E-4D1E-883D-D1A28B44B6D2}"/>
                </a:ext>
              </a:extLst>
            </p:cNvPr>
            <p:cNvSpPr>
              <a:spLocks noChangeShapeType="1"/>
            </p:cNvSpPr>
            <p:nvPr/>
          </p:nvSpPr>
          <p:spPr bwMode="auto">
            <a:xfrm>
              <a:off x="1769" y="2298"/>
              <a:ext cx="386" cy="0"/>
            </a:xfrm>
            <a:prstGeom prst="line">
              <a:avLst/>
            </a:prstGeom>
            <a:grpFill/>
            <a:ln w="28575">
              <a:solidFill>
                <a:srgbClr val="C00000"/>
              </a:solidFill>
              <a:round/>
              <a:headEnd type="oval" w="med" len="med"/>
              <a:tailEnd type="triangle" w="med" len="lg"/>
            </a:ln>
          </p:spPr>
          <p:txBody>
            <a:bodyPr/>
            <a:lstStyle/>
            <a:p>
              <a:endParaRPr lang="zh-CN" altLang="en-US"/>
            </a:p>
          </p:txBody>
        </p:sp>
      </p:grpSp>
      <p:grpSp>
        <p:nvGrpSpPr>
          <p:cNvPr id="16" name="组合 15">
            <a:extLst>
              <a:ext uri="{FF2B5EF4-FFF2-40B4-BE49-F238E27FC236}">
                <a16:creationId xmlns:a16="http://schemas.microsoft.com/office/drawing/2014/main" id="{334B38B0-5763-4088-8760-4D3F5C68F733}"/>
              </a:ext>
            </a:extLst>
          </p:cNvPr>
          <p:cNvGrpSpPr>
            <a:grpSpLocks/>
          </p:cNvGrpSpPr>
          <p:nvPr/>
        </p:nvGrpSpPr>
        <p:grpSpPr bwMode="auto">
          <a:xfrm>
            <a:off x="8794091" y="3840870"/>
            <a:ext cx="1211847" cy="278368"/>
            <a:chOff x="1769" y="2502"/>
            <a:chExt cx="1520" cy="318"/>
          </a:xfrm>
          <a:solidFill>
            <a:schemeClr val="accent5">
              <a:lumMod val="20000"/>
              <a:lumOff val="80000"/>
            </a:schemeClr>
          </a:solidFill>
        </p:grpSpPr>
        <p:sp>
          <p:nvSpPr>
            <p:cNvPr id="17" name="直接连接符 217103">
              <a:extLst>
                <a:ext uri="{FF2B5EF4-FFF2-40B4-BE49-F238E27FC236}">
                  <a16:creationId xmlns:a16="http://schemas.microsoft.com/office/drawing/2014/main" id="{9D11F263-0C78-496F-AF98-5F069923E031}"/>
                </a:ext>
              </a:extLst>
            </p:cNvPr>
            <p:cNvSpPr>
              <a:spLocks noChangeShapeType="1"/>
            </p:cNvSpPr>
            <p:nvPr/>
          </p:nvSpPr>
          <p:spPr bwMode="auto">
            <a:xfrm>
              <a:off x="1769" y="2638"/>
              <a:ext cx="386" cy="0"/>
            </a:xfrm>
            <a:prstGeom prst="line">
              <a:avLst/>
            </a:prstGeom>
            <a:grpFill/>
            <a:ln w="28575">
              <a:solidFill>
                <a:srgbClr val="C00000"/>
              </a:solidFill>
              <a:round/>
              <a:headEnd type="oval" w="med" len="med"/>
              <a:tailEnd type="triangle" w="med" len="lg"/>
            </a:ln>
          </p:spPr>
          <p:txBody>
            <a:bodyPr/>
            <a:lstStyle/>
            <a:p>
              <a:endParaRPr lang="zh-CN" altLang="en-US" b="1"/>
            </a:p>
          </p:txBody>
        </p:sp>
        <p:grpSp>
          <p:nvGrpSpPr>
            <p:cNvPr id="18" name="组合 217108">
              <a:extLst>
                <a:ext uri="{FF2B5EF4-FFF2-40B4-BE49-F238E27FC236}">
                  <a16:creationId xmlns:a16="http://schemas.microsoft.com/office/drawing/2014/main" id="{96251E03-4F84-4938-A25D-101B29720A9C}"/>
                </a:ext>
              </a:extLst>
            </p:cNvPr>
            <p:cNvGrpSpPr>
              <a:grpSpLocks/>
            </p:cNvGrpSpPr>
            <p:nvPr/>
          </p:nvGrpSpPr>
          <p:grpSpPr bwMode="auto">
            <a:xfrm>
              <a:off x="2155" y="2502"/>
              <a:ext cx="1134" cy="318"/>
              <a:chOff x="1837" y="2568"/>
              <a:chExt cx="1134" cy="318"/>
            </a:xfrm>
            <a:grpFill/>
          </p:grpSpPr>
          <p:sp>
            <p:nvSpPr>
              <p:cNvPr id="19" name="矩形 217105">
                <a:extLst>
                  <a:ext uri="{FF2B5EF4-FFF2-40B4-BE49-F238E27FC236}">
                    <a16:creationId xmlns:a16="http://schemas.microsoft.com/office/drawing/2014/main" id="{C0C98669-70BF-4B4C-A7D6-9A3F23E9F4C3}"/>
                  </a:ext>
                </a:extLst>
              </p:cNvPr>
              <p:cNvSpPr>
                <a:spLocks noChangeArrowheads="1"/>
              </p:cNvSpPr>
              <p:nvPr/>
            </p:nvSpPr>
            <p:spPr bwMode="auto">
              <a:xfrm>
                <a:off x="1837" y="2568"/>
                <a:ext cx="1134" cy="318"/>
              </a:xfrm>
              <a:prstGeom prst="rect">
                <a:avLst/>
              </a:prstGeom>
              <a:grpFill/>
              <a:ln w="28575">
                <a:solidFill>
                  <a:schemeClr val="tx1"/>
                </a:solidFill>
                <a:miter lim="800000"/>
                <a:headEnd/>
                <a:tailEnd/>
              </a:ln>
            </p:spPr>
            <p:txBody>
              <a:bodyPr wrap="none" lIns="36000" anchor="ctr"/>
              <a:lstStyle/>
              <a:p>
                <a:r>
                  <a:rPr lang="en-US" altLang="zh-CN" b="1" dirty="0"/>
                  <a:t>     </a:t>
                </a:r>
                <a:endParaRPr lang="en-US" altLang="zh-CN" b="1" dirty="0">
                  <a:solidFill>
                    <a:srgbClr val="0070C0"/>
                  </a:solidFill>
                  <a:effectLst>
                    <a:outerShdw blurRad="38100" dist="38100" dir="2700000" algn="tl">
                      <a:srgbClr val="000000">
                        <a:alpha val="43137"/>
                      </a:srgbClr>
                    </a:outerShdw>
                  </a:effectLst>
                </a:endParaRPr>
              </a:p>
            </p:txBody>
          </p:sp>
          <p:sp>
            <p:nvSpPr>
              <p:cNvPr id="20" name="直接连接符 217106">
                <a:extLst>
                  <a:ext uri="{FF2B5EF4-FFF2-40B4-BE49-F238E27FC236}">
                    <a16:creationId xmlns:a16="http://schemas.microsoft.com/office/drawing/2014/main" id="{A095B725-BFBD-47FB-A8A4-BB89C24E3124}"/>
                  </a:ext>
                </a:extLst>
              </p:cNvPr>
              <p:cNvSpPr>
                <a:spLocks noChangeShapeType="1"/>
              </p:cNvSpPr>
              <p:nvPr/>
            </p:nvSpPr>
            <p:spPr bwMode="auto">
              <a:xfrm>
                <a:off x="2238" y="2568"/>
                <a:ext cx="0" cy="318"/>
              </a:xfrm>
              <a:prstGeom prst="line">
                <a:avLst/>
              </a:prstGeom>
              <a:grpFill/>
              <a:ln w="28575">
                <a:solidFill>
                  <a:schemeClr val="tx1"/>
                </a:solidFill>
                <a:round/>
                <a:headEnd/>
                <a:tailEnd/>
              </a:ln>
            </p:spPr>
            <p:txBody>
              <a:bodyPr/>
              <a:lstStyle/>
              <a:p>
                <a:endParaRPr lang="zh-CN" altLang="en-US" b="1"/>
              </a:p>
            </p:txBody>
          </p:sp>
          <p:sp>
            <p:nvSpPr>
              <p:cNvPr id="21" name="直接连接符 217107">
                <a:extLst>
                  <a:ext uri="{FF2B5EF4-FFF2-40B4-BE49-F238E27FC236}">
                    <a16:creationId xmlns:a16="http://schemas.microsoft.com/office/drawing/2014/main" id="{037C9A0C-DD84-49E7-8A48-FBDCABFA8469}"/>
                  </a:ext>
                </a:extLst>
              </p:cNvPr>
              <p:cNvSpPr>
                <a:spLocks noChangeShapeType="1"/>
              </p:cNvSpPr>
              <p:nvPr/>
            </p:nvSpPr>
            <p:spPr bwMode="auto">
              <a:xfrm>
                <a:off x="2631" y="2568"/>
                <a:ext cx="0" cy="318"/>
              </a:xfrm>
              <a:prstGeom prst="line">
                <a:avLst/>
              </a:prstGeom>
              <a:grpFill/>
              <a:ln w="28575">
                <a:solidFill>
                  <a:schemeClr val="tx1"/>
                </a:solidFill>
                <a:round/>
                <a:headEnd/>
                <a:tailEnd/>
              </a:ln>
            </p:spPr>
            <p:txBody>
              <a:bodyPr/>
              <a:lstStyle/>
              <a:p>
                <a:endParaRPr lang="zh-CN" altLang="en-US" b="1"/>
              </a:p>
            </p:txBody>
          </p:sp>
        </p:grpSp>
      </p:grpSp>
      <p:grpSp>
        <p:nvGrpSpPr>
          <p:cNvPr id="3" name="组合 2">
            <a:extLst>
              <a:ext uri="{FF2B5EF4-FFF2-40B4-BE49-F238E27FC236}">
                <a16:creationId xmlns:a16="http://schemas.microsoft.com/office/drawing/2014/main" id="{4BABA150-F850-482E-92CC-5E8F981DFA27}"/>
              </a:ext>
            </a:extLst>
          </p:cNvPr>
          <p:cNvGrpSpPr/>
          <p:nvPr/>
        </p:nvGrpSpPr>
        <p:grpSpPr>
          <a:xfrm>
            <a:off x="8829513" y="2715564"/>
            <a:ext cx="3011488" cy="589940"/>
            <a:chOff x="8846379" y="2912933"/>
            <a:chExt cx="3011488" cy="589940"/>
          </a:xfrm>
        </p:grpSpPr>
        <p:grpSp>
          <p:nvGrpSpPr>
            <p:cNvPr id="22" name="组合 21">
              <a:extLst>
                <a:ext uri="{FF2B5EF4-FFF2-40B4-BE49-F238E27FC236}">
                  <a16:creationId xmlns:a16="http://schemas.microsoft.com/office/drawing/2014/main" id="{9271F4F4-BF23-43D5-A0D0-92ACB70B162D}"/>
                </a:ext>
              </a:extLst>
            </p:cNvPr>
            <p:cNvGrpSpPr>
              <a:grpSpLocks/>
            </p:cNvGrpSpPr>
            <p:nvPr/>
          </p:nvGrpSpPr>
          <p:grpSpPr bwMode="auto">
            <a:xfrm>
              <a:off x="8846379" y="2912933"/>
              <a:ext cx="3011488" cy="577970"/>
              <a:chOff x="1769" y="1315"/>
              <a:chExt cx="1897" cy="446"/>
            </a:xfrm>
          </p:grpSpPr>
          <p:sp>
            <p:nvSpPr>
              <p:cNvPr id="23" name="直接连接符 217097">
                <a:extLst>
                  <a:ext uri="{FF2B5EF4-FFF2-40B4-BE49-F238E27FC236}">
                    <a16:creationId xmlns:a16="http://schemas.microsoft.com/office/drawing/2014/main" id="{9FE7FECC-0C53-4FA5-803F-5F20B927C221}"/>
                  </a:ext>
                </a:extLst>
              </p:cNvPr>
              <p:cNvSpPr>
                <a:spLocks noChangeShapeType="1"/>
              </p:cNvSpPr>
              <p:nvPr/>
            </p:nvSpPr>
            <p:spPr bwMode="auto">
              <a:xfrm flipV="1">
                <a:off x="1769" y="1646"/>
                <a:ext cx="260" cy="0"/>
              </a:xfrm>
              <a:prstGeom prst="line">
                <a:avLst/>
              </a:prstGeom>
              <a:noFill/>
              <a:ln w="28575">
                <a:solidFill>
                  <a:srgbClr val="C00000"/>
                </a:solidFill>
                <a:round/>
                <a:headEnd type="oval" w="med" len="med"/>
                <a:tailEnd type="triangle" w="med" len="lg"/>
              </a:ln>
              <a:extLst>
                <a:ext uri="{909E8E84-426E-40DD-AFC4-6F175D3DCCD1}">
                  <a14:hiddenFill xmlns:a14="http://schemas.microsoft.com/office/drawing/2010/main">
                    <a:noFill/>
                  </a14:hiddenFill>
                </a:ext>
              </a:extLst>
            </p:spPr>
            <p:txBody>
              <a:bodyPr/>
              <a:lstStyle/>
              <a:p>
                <a:endParaRPr lang="zh-CN" altLang="en-US"/>
              </a:p>
            </p:txBody>
          </p:sp>
          <p:grpSp>
            <p:nvGrpSpPr>
              <p:cNvPr id="24" name="组合 217114">
                <a:extLst>
                  <a:ext uri="{FF2B5EF4-FFF2-40B4-BE49-F238E27FC236}">
                    <a16:creationId xmlns:a16="http://schemas.microsoft.com/office/drawing/2014/main" id="{73C780C0-9D12-46F8-B214-D32C00C6F52A}"/>
                  </a:ext>
                </a:extLst>
              </p:cNvPr>
              <p:cNvGrpSpPr>
                <a:grpSpLocks/>
              </p:cNvGrpSpPr>
              <p:nvPr/>
            </p:nvGrpSpPr>
            <p:grpSpPr bwMode="auto">
              <a:xfrm>
                <a:off x="2029" y="1315"/>
                <a:ext cx="1637" cy="446"/>
                <a:chOff x="2029" y="1315"/>
                <a:chExt cx="1637" cy="446"/>
              </a:xfrm>
            </p:grpSpPr>
            <p:sp>
              <p:nvSpPr>
                <p:cNvPr id="25" name="文本框 217109">
                  <a:extLst>
                    <a:ext uri="{FF2B5EF4-FFF2-40B4-BE49-F238E27FC236}">
                      <a16:creationId xmlns:a16="http://schemas.microsoft.com/office/drawing/2014/main" id="{2B78A63C-4EB5-4F45-A5A0-5F4FF305C3E2}"/>
                    </a:ext>
                  </a:extLst>
                </p:cNvPr>
                <p:cNvSpPr txBox="1">
                  <a:spLocks noChangeArrowheads="1"/>
                </p:cNvSpPr>
                <p:nvPr/>
              </p:nvSpPr>
              <p:spPr bwMode="auto">
                <a:xfrm>
                  <a:off x="2029" y="1315"/>
                  <a:ext cx="1637" cy="2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1600" b="1" dirty="0"/>
                    <a:t>0 1 2  …     45   …         119</a:t>
                  </a:r>
                </a:p>
              </p:txBody>
            </p:sp>
            <p:sp>
              <p:nvSpPr>
                <p:cNvPr id="26" name="矩形 217096">
                  <a:extLst>
                    <a:ext uri="{FF2B5EF4-FFF2-40B4-BE49-F238E27FC236}">
                      <a16:creationId xmlns:a16="http://schemas.microsoft.com/office/drawing/2014/main" id="{87B11AF3-21DC-4BDE-B6A7-135026101256}"/>
                    </a:ext>
                  </a:extLst>
                </p:cNvPr>
                <p:cNvSpPr>
                  <a:spLocks noChangeArrowheads="1"/>
                </p:cNvSpPr>
                <p:nvPr/>
              </p:nvSpPr>
              <p:spPr bwMode="auto">
                <a:xfrm>
                  <a:off x="2035" y="1550"/>
                  <a:ext cx="378" cy="211"/>
                </a:xfrm>
                <a:prstGeom prst="rect">
                  <a:avLst/>
                </a:prstGeom>
                <a:solidFill>
                  <a:schemeClr val="accent6">
                    <a:lumMod val="20000"/>
                    <a:lumOff val="80000"/>
                  </a:schemeClr>
                </a:solidFill>
                <a:ln w="28575">
                  <a:solidFill>
                    <a:schemeClr val="tx1"/>
                  </a:solidFill>
                  <a:miter lim="800000"/>
                  <a:headEnd/>
                  <a:tailEnd/>
                </a:ln>
              </p:spPr>
              <p:txBody>
                <a:bodyPr/>
                <a:lstStyle/>
                <a:p>
                  <a:endParaRPr lang="zh-CN" altLang="en-US"/>
                </a:p>
              </p:txBody>
            </p:sp>
          </p:grpSp>
        </p:grpSp>
        <p:sp>
          <p:nvSpPr>
            <p:cNvPr id="28" name="矩形 217096">
              <a:extLst>
                <a:ext uri="{FF2B5EF4-FFF2-40B4-BE49-F238E27FC236}">
                  <a16:creationId xmlns:a16="http://schemas.microsoft.com/office/drawing/2014/main" id="{E595EA1B-E4CD-4592-A1C6-54F790DC488E}"/>
                </a:ext>
              </a:extLst>
            </p:cNvPr>
            <p:cNvSpPr>
              <a:spLocks noChangeArrowheads="1"/>
            </p:cNvSpPr>
            <p:nvPr/>
          </p:nvSpPr>
          <p:spPr bwMode="auto">
            <a:xfrm>
              <a:off x="10093493" y="3216433"/>
              <a:ext cx="600075" cy="273437"/>
            </a:xfrm>
            <a:prstGeom prst="rect">
              <a:avLst/>
            </a:prstGeom>
            <a:solidFill>
              <a:schemeClr val="accent6">
                <a:lumMod val="20000"/>
                <a:lumOff val="80000"/>
              </a:schemeClr>
            </a:solidFill>
            <a:ln w="28575">
              <a:solidFill>
                <a:schemeClr val="tx1"/>
              </a:solidFill>
              <a:miter lim="800000"/>
              <a:headEnd/>
              <a:tailEnd/>
            </a:ln>
          </p:spPr>
          <p:txBody>
            <a:bodyPr/>
            <a:lstStyle/>
            <a:p>
              <a:endParaRPr lang="zh-CN" altLang="en-US"/>
            </a:p>
          </p:txBody>
        </p:sp>
        <p:sp>
          <p:nvSpPr>
            <p:cNvPr id="29" name="矩形 28">
              <a:extLst>
                <a:ext uri="{FF2B5EF4-FFF2-40B4-BE49-F238E27FC236}">
                  <a16:creationId xmlns:a16="http://schemas.microsoft.com/office/drawing/2014/main" id="{3F965FC5-AC57-48FA-B607-70ACE59C446E}"/>
                </a:ext>
              </a:extLst>
            </p:cNvPr>
            <p:cNvSpPr/>
            <p:nvPr/>
          </p:nvSpPr>
          <p:spPr>
            <a:xfrm>
              <a:off x="10393530" y="3216433"/>
              <a:ext cx="98523" cy="273437"/>
            </a:xfrm>
            <a:prstGeom prst="rect">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5">
                    <a:lumMod val="20000"/>
                    <a:lumOff val="80000"/>
                  </a:schemeClr>
                </a:solidFill>
              </a:endParaRPr>
            </a:p>
          </p:txBody>
        </p:sp>
        <p:sp>
          <p:nvSpPr>
            <p:cNvPr id="30" name="矩形 217096">
              <a:extLst>
                <a:ext uri="{FF2B5EF4-FFF2-40B4-BE49-F238E27FC236}">
                  <a16:creationId xmlns:a16="http://schemas.microsoft.com/office/drawing/2014/main" id="{C12F33C5-886C-4CC3-BD3F-66EF590FD9CD}"/>
                </a:ext>
              </a:extLst>
            </p:cNvPr>
            <p:cNvSpPr>
              <a:spLocks noChangeArrowheads="1"/>
            </p:cNvSpPr>
            <p:nvPr/>
          </p:nvSpPr>
          <p:spPr bwMode="auto">
            <a:xfrm>
              <a:off x="10918332" y="3216432"/>
              <a:ext cx="600075" cy="273437"/>
            </a:xfrm>
            <a:prstGeom prst="rect">
              <a:avLst/>
            </a:prstGeom>
            <a:solidFill>
              <a:schemeClr val="accent6">
                <a:lumMod val="20000"/>
                <a:lumOff val="80000"/>
              </a:schemeClr>
            </a:solidFill>
            <a:ln w="28575">
              <a:solidFill>
                <a:schemeClr val="tx1"/>
              </a:solidFill>
              <a:miter lim="800000"/>
              <a:headEnd/>
              <a:tailEnd/>
            </a:ln>
          </p:spPr>
          <p:txBody>
            <a:bodyPr/>
            <a:lstStyle/>
            <a:p>
              <a:endParaRPr lang="zh-CN" altLang="en-US"/>
            </a:p>
          </p:txBody>
        </p:sp>
        <p:sp>
          <p:nvSpPr>
            <p:cNvPr id="31" name="矩形 217096">
              <a:extLst>
                <a:ext uri="{FF2B5EF4-FFF2-40B4-BE49-F238E27FC236}">
                  <a16:creationId xmlns:a16="http://schemas.microsoft.com/office/drawing/2014/main" id="{04903FEE-4A9E-4DB7-A113-07A089972149}"/>
                </a:ext>
              </a:extLst>
            </p:cNvPr>
            <p:cNvSpPr>
              <a:spLocks noChangeArrowheads="1"/>
            </p:cNvSpPr>
            <p:nvPr/>
          </p:nvSpPr>
          <p:spPr bwMode="auto">
            <a:xfrm>
              <a:off x="9855280" y="3197464"/>
              <a:ext cx="300038" cy="305409"/>
            </a:xfrm>
            <a:prstGeom prst="rect">
              <a:avLst/>
            </a:prstGeom>
            <a:solidFill>
              <a:schemeClr val="accent6">
                <a:lumMod val="20000"/>
                <a:lumOff val="80000"/>
              </a:schemeClr>
            </a:solidFill>
            <a:ln w="28575">
              <a:noFill/>
              <a:miter lim="800000"/>
              <a:headEnd/>
              <a:tailEnd/>
            </a:ln>
          </p:spPr>
          <p:txBody>
            <a:bodyPr/>
            <a:lstStyle/>
            <a:p>
              <a:endParaRPr lang="zh-CN" altLang="en-US"/>
            </a:p>
          </p:txBody>
        </p:sp>
        <p:sp>
          <p:nvSpPr>
            <p:cNvPr id="32" name="矩形 217096">
              <a:extLst>
                <a:ext uri="{FF2B5EF4-FFF2-40B4-BE49-F238E27FC236}">
                  <a16:creationId xmlns:a16="http://schemas.microsoft.com/office/drawing/2014/main" id="{E740BEE9-7DDE-4164-B97D-FB42EECCD007}"/>
                </a:ext>
              </a:extLst>
            </p:cNvPr>
            <p:cNvSpPr>
              <a:spLocks noChangeArrowheads="1"/>
            </p:cNvSpPr>
            <p:nvPr/>
          </p:nvSpPr>
          <p:spPr bwMode="auto">
            <a:xfrm>
              <a:off x="10676108" y="3196706"/>
              <a:ext cx="300038" cy="305409"/>
            </a:xfrm>
            <a:prstGeom prst="rect">
              <a:avLst/>
            </a:prstGeom>
            <a:solidFill>
              <a:schemeClr val="accent6">
                <a:lumMod val="20000"/>
                <a:lumOff val="80000"/>
              </a:schemeClr>
            </a:solidFill>
            <a:ln w="28575">
              <a:noFill/>
              <a:miter lim="800000"/>
              <a:headEnd/>
              <a:tailEnd/>
            </a:ln>
          </p:spPr>
          <p:txBody>
            <a:bodyPr/>
            <a:lstStyle/>
            <a:p>
              <a:endParaRPr lang="zh-CN" altLang="en-US"/>
            </a:p>
          </p:txBody>
        </p:sp>
      </p:grpSp>
      <p:sp>
        <p:nvSpPr>
          <p:cNvPr id="35" name="矩形 217092">
            <a:extLst>
              <a:ext uri="{FF2B5EF4-FFF2-40B4-BE49-F238E27FC236}">
                <a16:creationId xmlns:a16="http://schemas.microsoft.com/office/drawing/2014/main" id="{9D3379D5-6C13-4752-BB6D-C3BD31601007}"/>
              </a:ext>
            </a:extLst>
          </p:cNvPr>
          <p:cNvSpPr>
            <a:spLocks noChangeArrowheads="1"/>
          </p:cNvSpPr>
          <p:nvPr/>
        </p:nvSpPr>
        <p:spPr bwMode="auto">
          <a:xfrm>
            <a:off x="8657396" y="3263557"/>
            <a:ext cx="233452" cy="273114"/>
          </a:xfrm>
          <a:prstGeom prst="rect">
            <a:avLst/>
          </a:prstGeom>
          <a:noFill/>
          <a:ln w="28575">
            <a:noFill/>
            <a:miter lim="800000"/>
            <a:headEnd/>
            <a:tailEnd/>
          </a:ln>
        </p:spPr>
        <p:txBody>
          <a:bodyPr wrap="none" anchor="ctr"/>
          <a:lstStyle/>
          <a:p>
            <a:pPr algn="ctr"/>
            <a:r>
              <a:rPr lang="en-US" altLang="zh-CN" b="1" dirty="0">
                <a:solidFill>
                  <a:srgbClr val="C00000"/>
                </a:solidFill>
              </a:rPr>
              <a:t>3</a:t>
            </a:r>
          </a:p>
        </p:txBody>
      </p:sp>
      <p:sp>
        <p:nvSpPr>
          <p:cNvPr id="33" name="文本框 32">
            <a:extLst>
              <a:ext uri="{FF2B5EF4-FFF2-40B4-BE49-F238E27FC236}">
                <a16:creationId xmlns:a16="http://schemas.microsoft.com/office/drawing/2014/main" id="{E272E6D8-EFDA-4222-8F8E-091CE7FEF9CD}"/>
              </a:ext>
            </a:extLst>
          </p:cNvPr>
          <p:cNvSpPr txBox="1"/>
          <p:nvPr/>
        </p:nvSpPr>
        <p:spPr>
          <a:xfrm>
            <a:off x="2180001" y="850597"/>
            <a:ext cx="1287532" cy="369332"/>
          </a:xfrm>
          <a:prstGeom prst="rect">
            <a:avLst/>
          </a:prstGeom>
          <a:noFill/>
        </p:spPr>
        <p:txBody>
          <a:bodyPr wrap="none" rtlCol="0">
            <a:spAutoFit/>
          </a:bodyPr>
          <a:lstStyle/>
          <a:p>
            <a:r>
              <a:rPr lang="en-US" altLang="zh-CN" b="1" dirty="0">
                <a:solidFill>
                  <a:srgbClr val="C00000"/>
                </a:solidFill>
                <a:latin typeface="Courier New" panose="02070309020205020404" pitchFamily="49" charset="0"/>
                <a:cs typeface="Courier New" panose="02070309020205020404" pitchFamily="49" charset="0"/>
              </a:rPr>
              <a:t>3</a:t>
            </a:r>
            <a:r>
              <a:rPr lang="zh-CN" altLang="en-US" b="1" dirty="0">
                <a:solidFill>
                  <a:srgbClr val="C00000"/>
                </a:solidFill>
                <a:latin typeface="Courier New" panose="02070309020205020404" pitchFamily="49" charset="0"/>
                <a:cs typeface="Courier New" panose="02070309020205020404" pitchFamily="49" charset="0"/>
              </a:rPr>
              <a:t>  </a:t>
            </a:r>
            <a:r>
              <a:rPr lang="en-US" altLang="zh-CN" b="1" dirty="0">
                <a:solidFill>
                  <a:srgbClr val="C00000"/>
                </a:solidFill>
                <a:latin typeface="Courier New" panose="02070309020205020404" pitchFamily="49" charset="0"/>
                <a:cs typeface="Courier New" panose="02070309020205020404" pitchFamily="49" charset="0"/>
              </a:rPr>
              <a:t>4</a:t>
            </a:r>
            <a:r>
              <a:rPr lang="zh-CN" altLang="en-US" b="1" dirty="0">
                <a:solidFill>
                  <a:srgbClr val="C00000"/>
                </a:solidFill>
                <a:latin typeface="Courier New" panose="02070309020205020404" pitchFamily="49" charset="0"/>
                <a:cs typeface="Courier New" panose="02070309020205020404" pitchFamily="49" charset="0"/>
              </a:rPr>
              <a:t> </a:t>
            </a:r>
            <a:r>
              <a:rPr lang="en-US" altLang="zh-CN" b="1" dirty="0">
                <a:solidFill>
                  <a:srgbClr val="C00000"/>
                </a:solidFill>
                <a:latin typeface="Courier New" panose="02070309020205020404" pitchFamily="49" charset="0"/>
                <a:cs typeface="Courier New" panose="02070309020205020404" pitchFamily="49" charset="0"/>
              </a:rPr>
              <a:t>5</a:t>
            </a:r>
            <a:r>
              <a:rPr lang="zh-CN" altLang="en-US" b="1" dirty="0">
                <a:solidFill>
                  <a:srgbClr val="C00000"/>
                </a:solidFill>
                <a:latin typeface="Courier New" panose="02070309020205020404" pitchFamily="49" charset="0"/>
                <a:cs typeface="Courier New" panose="02070309020205020404" pitchFamily="49" charset="0"/>
              </a:rPr>
              <a:t> </a:t>
            </a:r>
            <a:r>
              <a:rPr lang="en-US" altLang="zh-CN" b="1" dirty="0">
                <a:solidFill>
                  <a:srgbClr val="C00000"/>
                </a:solidFill>
                <a:latin typeface="Courier New" panose="02070309020205020404" pitchFamily="49" charset="0"/>
                <a:cs typeface="Courier New" panose="02070309020205020404" pitchFamily="49" charset="0"/>
              </a:rPr>
              <a:t>6</a:t>
            </a:r>
            <a:endParaRPr lang="zh-CN" altLang="en-US" b="1" dirty="0">
              <a:solidFill>
                <a:srgbClr val="C00000"/>
              </a:solidFill>
              <a:latin typeface="Courier New" panose="02070309020205020404" pitchFamily="49" charset="0"/>
              <a:cs typeface="Courier New" panose="02070309020205020404" pitchFamily="49" charset="0"/>
            </a:endParaRPr>
          </a:p>
        </p:txBody>
      </p:sp>
      <p:sp>
        <p:nvSpPr>
          <p:cNvPr id="34" name="文本框 33">
            <a:extLst>
              <a:ext uri="{FF2B5EF4-FFF2-40B4-BE49-F238E27FC236}">
                <a16:creationId xmlns:a16="http://schemas.microsoft.com/office/drawing/2014/main" id="{195A557A-1A68-4399-9E3D-0DCEE7081B25}"/>
              </a:ext>
            </a:extLst>
          </p:cNvPr>
          <p:cNvSpPr txBox="1"/>
          <p:nvPr/>
        </p:nvSpPr>
        <p:spPr>
          <a:xfrm>
            <a:off x="2634194" y="896763"/>
            <a:ext cx="200943" cy="276999"/>
          </a:xfrm>
          <a:prstGeom prst="rect">
            <a:avLst/>
          </a:prstGeom>
          <a:noFill/>
        </p:spPr>
        <p:txBody>
          <a:bodyPr wrap="none" lIns="36000" tIns="0" rIns="36000" bIns="0" rtlCol="0" anchor="ctr" anchorCtr="1">
            <a:spAutoFit/>
          </a:bodyPr>
          <a:lstStyle/>
          <a:p>
            <a:r>
              <a:rPr lang="en-US" altLang="zh-CN" b="1" dirty="0">
                <a:solidFill>
                  <a:srgbClr val="C00000"/>
                </a:solidFill>
              </a:rPr>
              <a:t>4</a:t>
            </a:r>
            <a:endParaRPr lang="zh-CN" altLang="en-US" b="1" dirty="0">
              <a:solidFill>
                <a:srgbClr val="C00000"/>
              </a:solidFill>
            </a:endParaRPr>
          </a:p>
        </p:txBody>
      </p:sp>
      <p:sp>
        <p:nvSpPr>
          <p:cNvPr id="38" name="文本框 37">
            <a:extLst>
              <a:ext uri="{FF2B5EF4-FFF2-40B4-BE49-F238E27FC236}">
                <a16:creationId xmlns:a16="http://schemas.microsoft.com/office/drawing/2014/main" id="{36352CFD-2180-41C1-A747-43F1BED1F9F1}"/>
              </a:ext>
            </a:extLst>
          </p:cNvPr>
          <p:cNvSpPr txBox="1"/>
          <p:nvPr/>
        </p:nvSpPr>
        <p:spPr>
          <a:xfrm>
            <a:off x="2931200" y="896762"/>
            <a:ext cx="200943" cy="276999"/>
          </a:xfrm>
          <a:prstGeom prst="rect">
            <a:avLst/>
          </a:prstGeom>
          <a:noFill/>
        </p:spPr>
        <p:txBody>
          <a:bodyPr wrap="none" lIns="36000" tIns="0" rIns="36000" bIns="0" rtlCol="0" anchor="ctr" anchorCtr="1">
            <a:spAutoFit/>
          </a:bodyPr>
          <a:lstStyle>
            <a:defPPr>
              <a:defRPr lang="zh-CN"/>
            </a:defPPr>
            <a:lvl1pPr>
              <a:defRPr b="1">
                <a:solidFill>
                  <a:srgbClr val="C00000"/>
                </a:solidFill>
              </a:defRPr>
            </a:lvl1pPr>
          </a:lstStyle>
          <a:p>
            <a:r>
              <a:rPr lang="en-US" altLang="zh-CN" dirty="0"/>
              <a:t>5</a:t>
            </a:r>
            <a:endParaRPr lang="zh-CN" altLang="en-US" dirty="0"/>
          </a:p>
        </p:txBody>
      </p:sp>
      <p:sp>
        <p:nvSpPr>
          <p:cNvPr id="39" name="文本框 38">
            <a:extLst>
              <a:ext uri="{FF2B5EF4-FFF2-40B4-BE49-F238E27FC236}">
                <a16:creationId xmlns:a16="http://schemas.microsoft.com/office/drawing/2014/main" id="{B0643161-9173-4633-BCF6-22945F3826F9}"/>
              </a:ext>
            </a:extLst>
          </p:cNvPr>
          <p:cNvSpPr txBox="1"/>
          <p:nvPr/>
        </p:nvSpPr>
        <p:spPr>
          <a:xfrm>
            <a:off x="3201329" y="884624"/>
            <a:ext cx="200943" cy="276999"/>
          </a:xfrm>
          <a:prstGeom prst="rect">
            <a:avLst/>
          </a:prstGeom>
          <a:noFill/>
        </p:spPr>
        <p:txBody>
          <a:bodyPr wrap="none" lIns="36000" tIns="0" rIns="36000" bIns="0" rtlCol="0" anchor="ctr" anchorCtr="1">
            <a:spAutoFit/>
          </a:bodyPr>
          <a:lstStyle>
            <a:defPPr>
              <a:defRPr lang="zh-CN"/>
            </a:defPPr>
            <a:lvl1pPr>
              <a:defRPr b="1">
                <a:solidFill>
                  <a:srgbClr val="C00000"/>
                </a:solidFill>
              </a:defRPr>
            </a:lvl1pPr>
          </a:lstStyle>
          <a:p>
            <a:r>
              <a:rPr lang="en-US" altLang="zh-CN" dirty="0"/>
              <a:t>6</a:t>
            </a:r>
            <a:endParaRPr lang="zh-CN" altLang="en-US" dirty="0"/>
          </a:p>
        </p:txBody>
      </p:sp>
      <p:sp>
        <p:nvSpPr>
          <p:cNvPr id="40" name="文本框 39">
            <a:extLst>
              <a:ext uri="{FF2B5EF4-FFF2-40B4-BE49-F238E27FC236}">
                <a16:creationId xmlns:a16="http://schemas.microsoft.com/office/drawing/2014/main" id="{B3430F8A-0CD7-4E57-9F3E-5B44AAACB53F}"/>
              </a:ext>
            </a:extLst>
          </p:cNvPr>
          <p:cNvSpPr txBox="1"/>
          <p:nvPr/>
        </p:nvSpPr>
        <p:spPr>
          <a:xfrm>
            <a:off x="2108353" y="4172336"/>
            <a:ext cx="200943" cy="276999"/>
          </a:xfrm>
          <a:prstGeom prst="rect">
            <a:avLst/>
          </a:prstGeom>
          <a:noFill/>
        </p:spPr>
        <p:txBody>
          <a:bodyPr wrap="none" lIns="36000" tIns="0" rIns="36000" bIns="0" rtlCol="0" anchor="ctr" anchorCtr="1">
            <a:spAutoFit/>
          </a:bodyPr>
          <a:lstStyle/>
          <a:p>
            <a:r>
              <a:rPr lang="en-US" altLang="zh-CN" b="1" dirty="0">
                <a:solidFill>
                  <a:srgbClr val="C00000"/>
                </a:solidFill>
              </a:rPr>
              <a:t>4</a:t>
            </a:r>
            <a:endParaRPr lang="zh-CN" altLang="en-US" b="1" dirty="0">
              <a:solidFill>
                <a:srgbClr val="C00000"/>
              </a:solidFill>
            </a:endParaRPr>
          </a:p>
        </p:txBody>
      </p:sp>
      <p:sp>
        <p:nvSpPr>
          <p:cNvPr id="41" name="文本框 40">
            <a:extLst>
              <a:ext uri="{FF2B5EF4-FFF2-40B4-BE49-F238E27FC236}">
                <a16:creationId xmlns:a16="http://schemas.microsoft.com/office/drawing/2014/main" id="{14E8165A-631A-4963-A085-B4454DC89448}"/>
              </a:ext>
            </a:extLst>
          </p:cNvPr>
          <p:cNvSpPr txBox="1"/>
          <p:nvPr/>
        </p:nvSpPr>
        <p:spPr>
          <a:xfrm>
            <a:off x="2243544" y="4172336"/>
            <a:ext cx="200943" cy="276999"/>
          </a:xfrm>
          <a:prstGeom prst="rect">
            <a:avLst/>
          </a:prstGeom>
          <a:noFill/>
        </p:spPr>
        <p:txBody>
          <a:bodyPr wrap="none" lIns="36000" tIns="0" rIns="36000" bIns="0" rtlCol="0" anchor="ctr" anchorCtr="1">
            <a:spAutoFit/>
          </a:bodyPr>
          <a:lstStyle>
            <a:defPPr>
              <a:defRPr lang="zh-CN"/>
            </a:defPPr>
            <a:lvl1pPr>
              <a:defRPr b="1">
                <a:solidFill>
                  <a:srgbClr val="C00000"/>
                </a:solidFill>
              </a:defRPr>
            </a:lvl1pPr>
          </a:lstStyle>
          <a:p>
            <a:r>
              <a:rPr lang="en-US" altLang="zh-CN" dirty="0"/>
              <a:t>5</a:t>
            </a:r>
            <a:endParaRPr lang="zh-CN" altLang="en-US" dirty="0"/>
          </a:p>
        </p:txBody>
      </p:sp>
      <p:sp>
        <p:nvSpPr>
          <p:cNvPr id="36" name="文本框 35">
            <a:extLst>
              <a:ext uri="{FF2B5EF4-FFF2-40B4-BE49-F238E27FC236}">
                <a16:creationId xmlns:a16="http://schemas.microsoft.com/office/drawing/2014/main" id="{F1FA08E0-011B-42BF-A797-EFEECE196508}"/>
              </a:ext>
            </a:extLst>
          </p:cNvPr>
          <p:cNvSpPr txBox="1"/>
          <p:nvPr/>
        </p:nvSpPr>
        <p:spPr>
          <a:xfrm>
            <a:off x="1045816" y="4172336"/>
            <a:ext cx="256480" cy="276999"/>
          </a:xfrm>
          <a:prstGeom prst="rect">
            <a:avLst/>
          </a:prstGeom>
          <a:noFill/>
        </p:spPr>
        <p:txBody>
          <a:bodyPr wrap="none" lIns="0" tIns="0" rIns="0" bIns="0" rtlCol="0">
            <a:spAutoFit/>
          </a:bodyPr>
          <a:lstStyle/>
          <a:p>
            <a:r>
              <a:rPr lang="en-US" altLang="zh-CN" b="1" dirty="0">
                <a:solidFill>
                  <a:srgbClr val="C00000"/>
                </a:solidFill>
              </a:rPr>
              <a:t>20</a:t>
            </a:r>
            <a:endParaRPr lang="zh-CN" altLang="en-US" b="1" dirty="0">
              <a:solidFill>
                <a:srgbClr val="C00000"/>
              </a:solidFill>
            </a:endParaRPr>
          </a:p>
        </p:txBody>
      </p:sp>
      <p:sp>
        <p:nvSpPr>
          <p:cNvPr id="43" name="文本框 42">
            <a:extLst>
              <a:ext uri="{FF2B5EF4-FFF2-40B4-BE49-F238E27FC236}">
                <a16:creationId xmlns:a16="http://schemas.microsoft.com/office/drawing/2014/main" id="{1F4CE34B-9416-4D6F-B69F-6BA817AA3AD2}"/>
              </a:ext>
            </a:extLst>
          </p:cNvPr>
          <p:cNvSpPr txBox="1"/>
          <p:nvPr/>
        </p:nvSpPr>
        <p:spPr>
          <a:xfrm>
            <a:off x="2388352" y="4172335"/>
            <a:ext cx="200943" cy="276999"/>
          </a:xfrm>
          <a:prstGeom prst="rect">
            <a:avLst/>
          </a:prstGeom>
          <a:noFill/>
        </p:spPr>
        <p:txBody>
          <a:bodyPr wrap="none" lIns="36000" tIns="0" rIns="36000" bIns="0" rtlCol="0" anchor="ctr" anchorCtr="1">
            <a:spAutoFit/>
          </a:bodyPr>
          <a:lstStyle>
            <a:defPPr>
              <a:defRPr lang="zh-CN"/>
            </a:defPPr>
            <a:lvl1pPr>
              <a:defRPr b="1">
                <a:solidFill>
                  <a:srgbClr val="C00000"/>
                </a:solidFill>
              </a:defRPr>
            </a:lvl1pPr>
          </a:lstStyle>
          <a:p>
            <a:r>
              <a:rPr lang="en-US" altLang="zh-CN" dirty="0"/>
              <a:t>6</a:t>
            </a:r>
            <a:endParaRPr lang="zh-CN" altLang="en-US" dirty="0"/>
          </a:p>
        </p:txBody>
      </p:sp>
      <p:sp>
        <p:nvSpPr>
          <p:cNvPr id="44" name="文本框 43">
            <a:extLst>
              <a:ext uri="{FF2B5EF4-FFF2-40B4-BE49-F238E27FC236}">
                <a16:creationId xmlns:a16="http://schemas.microsoft.com/office/drawing/2014/main" id="{771531FA-796F-425B-8F85-7324A6791446}"/>
              </a:ext>
            </a:extLst>
          </p:cNvPr>
          <p:cNvSpPr txBox="1"/>
          <p:nvPr/>
        </p:nvSpPr>
        <p:spPr>
          <a:xfrm>
            <a:off x="943139" y="4172335"/>
            <a:ext cx="485538" cy="276999"/>
          </a:xfrm>
          <a:prstGeom prst="rect">
            <a:avLst/>
          </a:prstGeom>
          <a:noFill/>
        </p:spPr>
        <p:txBody>
          <a:bodyPr wrap="square" lIns="0" tIns="0" rIns="0" bIns="0" rtlCol="0">
            <a:spAutoFit/>
          </a:bodyPr>
          <a:lstStyle/>
          <a:p>
            <a:r>
              <a:rPr lang="en-US" altLang="zh-CN" b="1" dirty="0">
                <a:solidFill>
                  <a:srgbClr val="C00000"/>
                </a:solidFill>
              </a:rPr>
              <a:t>120</a:t>
            </a:r>
            <a:endParaRPr lang="zh-CN" altLang="en-US" b="1" dirty="0">
              <a:solidFill>
                <a:srgbClr val="C00000"/>
              </a:solidFill>
            </a:endParaRPr>
          </a:p>
        </p:txBody>
      </p:sp>
      <p:sp>
        <p:nvSpPr>
          <p:cNvPr id="37" name="文本框 36">
            <a:extLst>
              <a:ext uri="{FF2B5EF4-FFF2-40B4-BE49-F238E27FC236}">
                <a16:creationId xmlns:a16="http://schemas.microsoft.com/office/drawing/2014/main" id="{A0983EE6-4D64-4D6C-951F-F47BA265A838}"/>
              </a:ext>
            </a:extLst>
          </p:cNvPr>
          <p:cNvSpPr txBox="1"/>
          <p:nvPr/>
        </p:nvSpPr>
        <p:spPr>
          <a:xfrm>
            <a:off x="3076754" y="5239461"/>
            <a:ext cx="128240" cy="276999"/>
          </a:xfrm>
          <a:prstGeom prst="rect">
            <a:avLst/>
          </a:prstGeom>
          <a:noFill/>
        </p:spPr>
        <p:txBody>
          <a:bodyPr wrap="none" lIns="0" tIns="0" rIns="0" bIns="0" rtlCol="0">
            <a:spAutoFit/>
          </a:bodyPr>
          <a:lstStyle/>
          <a:p>
            <a:r>
              <a:rPr lang="en-US" altLang="zh-CN" b="1" dirty="0">
                <a:solidFill>
                  <a:srgbClr val="3302D0"/>
                </a:solidFill>
              </a:rPr>
              <a:t>1</a:t>
            </a:r>
            <a:endParaRPr lang="zh-CN" altLang="en-US" b="1" dirty="0">
              <a:solidFill>
                <a:srgbClr val="3302D0"/>
              </a:solidFill>
            </a:endParaRPr>
          </a:p>
        </p:txBody>
      </p:sp>
      <p:sp>
        <p:nvSpPr>
          <p:cNvPr id="42" name="文本框 41">
            <a:extLst>
              <a:ext uri="{FF2B5EF4-FFF2-40B4-BE49-F238E27FC236}">
                <a16:creationId xmlns:a16="http://schemas.microsoft.com/office/drawing/2014/main" id="{BE8080D2-8B1E-4928-A5B8-73676AA3ED17}"/>
              </a:ext>
            </a:extLst>
          </p:cNvPr>
          <p:cNvSpPr txBox="1"/>
          <p:nvPr/>
        </p:nvSpPr>
        <p:spPr>
          <a:xfrm>
            <a:off x="9772959" y="3581467"/>
            <a:ext cx="155492" cy="430887"/>
          </a:xfrm>
          <a:prstGeom prst="rect">
            <a:avLst/>
          </a:prstGeom>
          <a:noFill/>
        </p:spPr>
        <p:txBody>
          <a:bodyPr wrap="none" lIns="0" tIns="0" rIns="0" bIns="0" rtlCol="0" anchor="ctr" anchorCtr="1">
            <a:spAutoFit/>
          </a:bodyPr>
          <a:lstStyle/>
          <a:p>
            <a:r>
              <a:rPr lang="en-US" altLang="zh-CN" sz="2800" b="1" dirty="0">
                <a:solidFill>
                  <a:srgbClr val="FF0000"/>
                </a:solidFill>
              </a:rPr>
              <a:t>*</a:t>
            </a:r>
            <a:endParaRPr lang="zh-CN" altLang="en-US" sz="2800" b="1" dirty="0">
              <a:solidFill>
                <a:srgbClr val="FF0000"/>
              </a:solidFill>
            </a:endParaRPr>
          </a:p>
        </p:txBody>
      </p:sp>
      <p:sp>
        <p:nvSpPr>
          <p:cNvPr id="47" name="文本框 46">
            <a:extLst>
              <a:ext uri="{FF2B5EF4-FFF2-40B4-BE49-F238E27FC236}">
                <a16:creationId xmlns:a16="http://schemas.microsoft.com/office/drawing/2014/main" id="{12F90451-2B3F-4569-BF1C-2B4BB09C2777}"/>
              </a:ext>
            </a:extLst>
          </p:cNvPr>
          <p:cNvSpPr txBox="1"/>
          <p:nvPr/>
        </p:nvSpPr>
        <p:spPr>
          <a:xfrm>
            <a:off x="9514084" y="3840812"/>
            <a:ext cx="128240" cy="276999"/>
          </a:xfrm>
          <a:prstGeom prst="rect">
            <a:avLst/>
          </a:prstGeom>
          <a:noFill/>
        </p:spPr>
        <p:txBody>
          <a:bodyPr wrap="none" lIns="0" tIns="0" rIns="0" bIns="0" rtlCol="0">
            <a:spAutoFit/>
          </a:bodyPr>
          <a:lstStyle/>
          <a:p>
            <a:r>
              <a:rPr lang="en-US" altLang="zh-CN" b="1" dirty="0">
                <a:solidFill>
                  <a:srgbClr val="3302D0"/>
                </a:solidFill>
              </a:rPr>
              <a:t>6</a:t>
            </a:r>
            <a:endParaRPr lang="zh-CN" altLang="en-US" b="1" dirty="0">
              <a:solidFill>
                <a:srgbClr val="3302D0"/>
              </a:solidFill>
            </a:endParaRPr>
          </a:p>
        </p:txBody>
      </p:sp>
      <p:sp>
        <p:nvSpPr>
          <p:cNvPr id="48" name="文本框 47">
            <a:extLst>
              <a:ext uri="{FF2B5EF4-FFF2-40B4-BE49-F238E27FC236}">
                <a16:creationId xmlns:a16="http://schemas.microsoft.com/office/drawing/2014/main" id="{B0A756CD-E586-4878-85AB-0810781572CC}"/>
              </a:ext>
            </a:extLst>
          </p:cNvPr>
          <p:cNvSpPr txBox="1"/>
          <p:nvPr/>
        </p:nvSpPr>
        <p:spPr>
          <a:xfrm>
            <a:off x="9133596" y="3839366"/>
            <a:ext cx="256480" cy="276999"/>
          </a:xfrm>
          <a:prstGeom prst="rect">
            <a:avLst/>
          </a:prstGeom>
          <a:noFill/>
        </p:spPr>
        <p:txBody>
          <a:bodyPr wrap="none" lIns="0" tIns="0" rIns="0" bIns="0" rtlCol="0">
            <a:spAutoFit/>
          </a:bodyPr>
          <a:lstStyle/>
          <a:p>
            <a:r>
              <a:rPr lang="en-US" altLang="zh-CN" b="1" dirty="0">
                <a:solidFill>
                  <a:srgbClr val="3302D0"/>
                </a:solidFill>
              </a:rPr>
              <a:t>30</a:t>
            </a:r>
            <a:endParaRPr lang="zh-CN" altLang="en-US" b="1" dirty="0">
              <a:solidFill>
                <a:srgbClr val="3302D0"/>
              </a:solidFill>
            </a:endParaRPr>
          </a:p>
        </p:txBody>
      </p:sp>
      <p:sp>
        <p:nvSpPr>
          <p:cNvPr id="49" name="矩形 48">
            <a:extLst>
              <a:ext uri="{FF2B5EF4-FFF2-40B4-BE49-F238E27FC236}">
                <a16:creationId xmlns:a16="http://schemas.microsoft.com/office/drawing/2014/main" id="{5DB2B667-F343-432D-A12B-59BA89ECCA83}"/>
              </a:ext>
            </a:extLst>
          </p:cNvPr>
          <p:cNvSpPr/>
          <p:nvPr/>
        </p:nvSpPr>
        <p:spPr>
          <a:xfrm>
            <a:off x="7639641" y="4325734"/>
            <a:ext cx="4251958" cy="1392679"/>
          </a:xfrm>
          <a:prstGeom prst="rect">
            <a:avLst/>
          </a:prstGeom>
          <a:solidFill>
            <a:schemeClr val="accent2">
              <a:lumMod val="20000"/>
              <a:lumOff val="80000"/>
            </a:schemeClr>
          </a:solidFill>
          <a:ln w="12700">
            <a:solidFill>
              <a:schemeClr val="accent2">
                <a:lumMod val="50000"/>
              </a:schemeClr>
            </a:solidFill>
          </a:ln>
        </p:spPr>
        <p:txBody>
          <a:bodyPr/>
          <a:lstStyle>
            <a:lvl1pPr marL="342900" lvl="0" indent="-342900" algn="l" defTabSz="914400" rtl="0" eaLnBrk="1" fontAlgn="base" latinLnBrk="0" hangingPunct="1">
              <a:lnSpc>
                <a:spcPct val="100000"/>
              </a:lnSpc>
              <a:spcBef>
                <a:spcPct val="20000"/>
              </a:spcBef>
              <a:spcAft>
                <a:spcPct val="0"/>
              </a:spcAft>
              <a:buChar char="•"/>
              <a:defRPr sz="32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8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5pPr>
          </a:lstStyle>
          <a:p>
            <a:pPr>
              <a:buFontTx/>
              <a:buNone/>
            </a:pPr>
            <a:r>
              <a:rPr lang="zh-CN" altLang="en-US" sz="1800" b="1" noProof="1">
                <a:effectLst>
                  <a:outerShdw blurRad="38100" dist="38100" dir="2700000">
                    <a:srgbClr val="FFFFFF"/>
                  </a:outerShdw>
                </a:effectLst>
              </a:rPr>
              <a:t>元素 </a:t>
            </a:r>
            <a:r>
              <a:rPr lang="en-US" altLang="zh-CN" sz="1800" b="1" noProof="1">
                <a:effectLst>
                  <a:outerShdw blurRad="38100" dist="38100" dir="2700000">
                    <a:srgbClr val="FFFFFF"/>
                  </a:outerShdw>
                </a:effectLst>
              </a:rPr>
              <a:t>a[</a:t>
            </a:r>
            <a:r>
              <a:rPr lang="en-US" altLang="zh-CN" sz="1800" b="1" noProof="1">
                <a:solidFill>
                  <a:srgbClr val="C00000"/>
                </a:solidFill>
                <a:effectLst>
                  <a:outerShdw blurRad="38100" dist="38100" dir="2700000">
                    <a:srgbClr val="FFFFFF"/>
                  </a:outerShdw>
                </a:effectLst>
              </a:rPr>
              <a:t>1</a:t>
            </a:r>
            <a:r>
              <a:rPr lang="en-US" altLang="zh-CN" sz="1800" b="1" noProof="1">
                <a:effectLst>
                  <a:outerShdw blurRad="38100" dist="38100" dir="2700000">
                    <a:srgbClr val="FFFFFF"/>
                  </a:outerShdw>
                </a:effectLst>
              </a:rPr>
              <a:t>][</a:t>
            </a:r>
            <a:r>
              <a:rPr lang="en-US" altLang="zh-CN" sz="1800" b="1" noProof="1">
                <a:solidFill>
                  <a:srgbClr val="C00000"/>
                </a:solidFill>
                <a:effectLst>
                  <a:outerShdw blurRad="38100" dist="38100" dir="2700000">
                    <a:srgbClr val="FFFFFF"/>
                  </a:outerShdw>
                </a:effectLst>
              </a:rPr>
              <a:t>2</a:t>
            </a:r>
            <a:r>
              <a:rPr lang="en-US" altLang="zh-CN" sz="1800" b="1" noProof="1">
                <a:effectLst>
                  <a:outerShdw blurRad="38100" dist="38100" dir="2700000">
                    <a:srgbClr val="FFFFFF"/>
                  </a:outerShdw>
                </a:effectLst>
              </a:rPr>
              <a:t>][</a:t>
            </a:r>
            <a:r>
              <a:rPr lang="en-US" altLang="zh-CN" sz="1800" b="1" noProof="1">
                <a:solidFill>
                  <a:srgbClr val="C00000"/>
                </a:solidFill>
                <a:effectLst>
                  <a:outerShdw blurRad="38100" dist="38100" dir="2700000">
                    <a:srgbClr val="FFFFFF"/>
                  </a:outerShdw>
                </a:effectLst>
              </a:rPr>
              <a:t>3</a:t>
            </a:r>
            <a:r>
              <a:rPr lang="en-US" altLang="zh-CN" sz="1800" b="1" noProof="1">
                <a:effectLst>
                  <a:outerShdw blurRad="38100" dist="38100" dir="2700000">
                    <a:srgbClr val="FFFFFF"/>
                  </a:outerShdw>
                </a:effectLst>
              </a:rPr>
              <a:t>]</a:t>
            </a:r>
            <a:r>
              <a:rPr lang="zh-CN" altLang="en-US" sz="1800" b="1" noProof="1">
                <a:effectLst>
                  <a:outerShdw blurRad="38100" dist="38100" dir="2700000">
                    <a:srgbClr val="FFFFFF"/>
                  </a:outerShdw>
                </a:effectLst>
              </a:rPr>
              <a:t>的存储位置：</a:t>
            </a:r>
            <a:endParaRPr lang="en-US" altLang="zh-CN" sz="1800" b="1" noProof="1">
              <a:effectLst>
                <a:outerShdw blurRad="38100" dist="38100" dir="2700000">
                  <a:srgbClr val="FFFFFF"/>
                </a:outerShdw>
              </a:effectLst>
            </a:endParaRPr>
          </a:p>
          <a:p>
            <a:pPr>
              <a:buNone/>
            </a:pPr>
            <a:r>
              <a:rPr lang="en-US" altLang="zh-CN" sz="1800" b="1" noProof="1">
                <a:effectLst>
                  <a:outerShdw blurRad="38100" dist="38100" dir="2700000">
                    <a:srgbClr val="FFFFFF"/>
                  </a:outerShdw>
                </a:effectLst>
              </a:rPr>
              <a:t>a.base + c</a:t>
            </a:r>
            <a:r>
              <a:rPr lang="en-US" altLang="zh-CN" sz="1800" b="1" baseline="-25000" noProof="1">
                <a:effectLst>
                  <a:outerShdw blurRad="38100" dist="38100" dir="2700000">
                    <a:srgbClr val="FFFFFF"/>
                  </a:outerShdw>
                </a:effectLst>
              </a:rPr>
              <a:t>1 </a:t>
            </a:r>
            <a:r>
              <a:rPr lang="en-US" altLang="zh-CN" sz="1800" b="1" noProof="1">
                <a:effectLst>
                  <a:outerShdw blurRad="38100" dist="38100" dir="2700000">
                    <a:srgbClr val="FFFFFF"/>
                  </a:outerShdw>
                </a:effectLst>
              </a:rPr>
              <a:t>*</a:t>
            </a:r>
            <a:r>
              <a:rPr lang="en-US" altLang="zh-CN" sz="1800" b="1" noProof="1">
                <a:solidFill>
                  <a:srgbClr val="C00000"/>
                </a:solidFill>
                <a:effectLst>
                  <a:outerShdw blurRad="38100" dist="38100" dir="2700000">
                    <a:srgbClr val="FFFFFF"/>
                  </a:outerShdw>
                </a:effectLst>
              </a:rPr>
              <a:t>1</a:t>
            </a:r>
            <a:r>
              <a:rPr lang="en-US" altLang="zh-CN" sz="1800" b="1" noProof="1">
                <a:effectLst>
                  <a:outerShdw blurRad="38100" dist="38100" dir="2700000">
                    <a:srgbClr val="FFFFFF"/>
                  </a:outerShdw>
                </a:effectLst>
              </a:rPr>
              <a:t> + c</a:t>
            </a:r>
            <a:r>
              <a:rPr lang="en-US" altLang="zh-CN" sz="1800" b="1" baseline="-25000" noProof="1">
                <a:effectLst>
                  <a:outerShdw blurRad="38100" dist="38100" dir="2700000">
                    <a:srgbClr val="FFFFFF"/>
                  </a:outerShdw>
                </a:effectLst>
              </a:rPr>
              <a:t>2</a:t>
            </a:r>
            <a:r>
              <a:rPr lang="en-US" altLang="zh-CN" sz="1800" b="1" noProof="1">
                <a:effectLst>
                  <a:outerShdw blurRad="38100" dist="38100" dir="2700000">
                    <a:srgbClr val="FFFFFF"/>
                  </a:outerShdw>
                </a:effectLst>
              </a:rPr>
              <a:t>*</a:t>
            </a:r>
            <a:r>
              <a:rPr lang="en-US" altLang="zh-CN" sz="1800" b="1" noProof="1">
                <a:solidFill>
                  <a:srgbClr val="C00000"/>
                </a:solidFill>
                <a:effectLst>
                  <a:outerShdw blurRad="38100" dist="38100" dir="2700000">
                    <a:srgbClr val="FFFFFF"/>
                  </a:outerShdw>
                </a:effectLst>
              </a:rPr>
              <a:t>2</a:t>
            </a:r>
            <a:r>
              <a:rPr lang="en-US" altLang="zh-CN" sz="1800" b="1" noProof="1">
                <a:effectLst>
                  <a:outerShdw blurRad="38100" dist="38100" dir="2700000">
                    <a:srgbClr val="FFFFFF"/>
                  </a:outerShdw>
                </a:effectLst>
              </a:rPr>
              <a:t> + c</a:t>
            </a:r>
            <a:r>
              <a:rPr lang="en-US" altLang="zh-CN" sz="1800" b="1" baseline="-25000" noProof="1">
                <a:effectLst>
                  <a:outerShdw blurRad="38100" dist="38100" dir="2700000">
                    <a:srgbClr val="FFFFFF"/>
                  </a:outerShdw>
                </a:effectLst>
              </a:rPr>
              <a:t>3</a:t>
            </a:r>
            <a:r>
              <a:rPr lang="en-US" altLang="zh-CN" sz="1800" b="1" noProof="1">
                <a:effectLst>
                  <a:outerShdw blurRad="38100" dist="38100" dir="2700000">
                    <a:srgbClr val="FFFFFF"/>
                  </a:outerShdw>
                </a:effectLst>
              </a:rPr>
              <a:t>*</a:t>
            </a:r>
            <a:r>
              <a:rPr lang="en-US" altLang="zh-CN" sz="1800" b="1" noProof="1">
                <a:solidFill>
                  <a:srgbClr val="C00000"/>
                </a:solidFill>
                <a:effectLst>
                  <a:outerShdw blurRad="38100" dist="38100" dir="2700000">
                    <a:srgbClr val="FFFFFF"/>
                  </a:outerShdw>
                </a:effectLst>
              </a:rPr>
              <a:t>3</a:t>
            </a:r>
            <a:r>
              <a:rPr lang="en-US" altLang="zh-CN" sz="1800" b="1" noProof="1">
                <a:effectLst>
                  <a:outerShdw blurRad="38100" dist="38100" dir="2700000">
                    <a:srgbClr val="FFFFFF"/>
                  </a:outerShdw>
                </a:effectLst>
              </a:rPr>
              <a:t> =</a:t>
            </a:r>
          </a:p>
          <a:p>
            <a:pPr>
              <a:buFontTx/>
              <a:buNone/>
            </a:pPr>
            <a:r>
              <a:rPr lang="en-US" altLang="zh-CN" sz="1800" b="1" noProof="1">
                <a:effectLst>
                  <a:outerShdw blurRad="38100" dist="38100" dir="2700000">
                    <a:srgbClr val="FFFFFF"/>
                  </a:outerShdw>
                </a:effectLst>
              </a:rPr>
              <a:t>a.base + </a:t>
            </a:r>
            <a:r>
              <a:rPr lang="en-US" altLang="zh-CN" sz="1800" b="1" noProof="1">
                <a:solidFill>
                  <a:srgbClr val="0070C0"/>
                </a:solidFill>
                <a:effectLst>
                  <a:outerShdw blurRad="38100" dist="38100" dir="2700000">
                    <a:srgbClr val="FFFFFF"/>
                  </a:outerShdw>
                </a:effectLst>
              </a:rPr>
              <a:t>30</a:t>
            </a:r>
            <a:r>
              <a:rPr lang="en-US" altLang="zh-CN" sz="1800" b="1" noProof="1">
                <a:effectLst>
                  <a:outerShdw blurRad="38100" dist="38100" dir="2700000">
                    <a:srgbClr val="FFFFFF"/>
                  </a:outerShdw>
                </a:effectLst>
              </a:rPr>
              <a:t>*</a:t>
            </a:r>
            <a:r>
              <a:rPr lang="en-US" altLang="zh-CN" sz="1800" b="1" noProof="1">
                <a:solidFill>
                  <a:srgbClr val="C00000"/>
                </a:solidFill>
                <a:effectLst>
                  <a:outerShdw blurRad="38100" dist="38100" dir="2700000">
                    <a:srgbClr val="FFFFFF"/>
                  </a:outerShdw>
                </a:effectLst>
              </a:rPr>
              <a:t>1</a:t>
            </a:r>
            <a:r>
              <a:rPr lang="en-US" altLang="zh-CN" sz="1800" b="1" noProof="1">
                <a:effectLst>
                  <a:outerShdw blurRad="38100" dist="38100" dir="2700000">
                    <a:srgbClr val="FFFFFF"/>
                  </a:outerShdw>
                </a:effectLst>
              </a:rPr>
              <a:t> + </a:t>
            </a:r>
            <a:r>
              <a:rPr lang="en-US" altLang="zh-CN" sz="1800" b="1" noProof="1">
                <a:solidFill>
                  <a:srgbClr val="0070C0"/>
                </a:solidFill>
                <a:effectLst>
                  <a:outerShdw blurRad="38100" dist="38100" dir="2700000">
                    <a:srgbClr val="FFFFFF"/>
                  </a:outerShdw>
                </a:effectLst>
              </a:rPr>
              <a:t>6</a:t>
            </a:r>
            <a:r>
              <a:rPr lang="en-US" altLang="zh-CN" sz="1800" b="1" noProof="1">
                <a:effectLst>
                  <a:outerShdw blurRad="38100" dist="38100" dir="2700000">
                    <a:srgbClr val="FFFFFF"/>
                  </a:outerShdw>
                </a:effectLst>
              </a:rPr>
              <a:t>*</a:t>
            </a:r>
            <a:r>
              <a:rPr lang="en-US" altLang="zh-CN" sz="1800" b="1" noProof="1">
                <a:solidFill>
                  <a:srgbClr val="C00000"/>
                </a:solidFill>
                <a:effectLst>
                  <a:outerShdw blurRad="38100" dist="38100" dir="2700000">
                    <a:srgbClr val="FFFFFF"/>
                  </a:outerShdw>
                </a:effectLst>
              </a:rPr>
              <a:t>2</a:t>
            </a:r>
            <a:r>
              <a:rPr lang="en-US" altLang="zh-CN" sz="1800" b="1" noProof="1">
                <a:effectLst>
                  <a:outerShdw blurRad="38100" dist="38100" dir="2700000">
                    <a:srgbClr val="FFFFFF"/>
                  </a:outerShdw>
                </a:effectLst>
              </a:rPr>
              <a:t>  + </a:t>
            </a:r>
            <a:r>
              <a:rPr lang="en-US" altLang="zh-CN" sz="1800" b="1" noProof="1">
                <a:solidFill>
                  <a:srgbClr val="0070C0"/>
                </a:solidFill>
                <a:effectLst>
                  <a:outerShdw blurRad="38100" dist="38100" dir="2700000">
                    <a:srgbClr val="FFFFFF"/>
                  </a:outerShdw>
                </a:effectLst>
              </a:rPr>
              <a:t>1</a:t>
            </a:r>
            <a:r>
              <a:rPr lang="en-US" altLang="zh-CN" sz="1800" b="1" noProof="1">
                <a:effectLst>
                  <a:outerShdw blurRad="38100" dist="38100" dir="2700000">
                    <a:srgbClr val="FFFFFF"/>
                  </a:outerShdw>
                </a:effectLst>
              </a:rPr>
              <a:t>*</a:t>
            </a:r>
            <a:r>
              <a:rPr lang="en-US" altLang="zh-CN" sz="1800" b="1" noProof="1">
                <a:solidFill>
                  <a:srgbClr val="C00000"/>
                </a:solidFill>
                <a:effectLst>
                  <a:outerShdw blurRad="38100" dist="38100" dir="2700000">
                    <a:srgbClr val="FFFFFF"/>
                  </a:outerShdw>
                </a:effectLst>
              </a:rPr>
              <a:t>3</a:t>
            </a:r>
            <a:r>
              <a:rPr lang="en-US" altLang="zh-CN" sz="1800" b="1" noProof="1">
                <a:effectLst>
                  <a:outerShdw blurRad="38100" dist="38100" dir="2700000">
                    <a:srgbClr val="FFFFFF"/>
                  </a:outerShdw>
                </a:effectLst>
              </a:rPr>
              <a:t>  = a.base + 45 </a:t>
            </a:r>
          </a:p>
          <a:p>
            <a:pPr>
              <a:buFontTx/>
              <a:buNone/>
            </a:pPr>
            <a:r>
              <a:rPr lang="zh-CN" altLang="en-US" sz="1800" b="1" noProof="1">
                <a:effectLst>
                  <a:outerShdw blurRad="38100" dist="38100" dir="2700000">
                    <a:srgbClr val="FFFFFF"/>
                  </a:outerShdw>
                </a:effectLst>
              </a:rPr>
              <a:t>                                          即： </a:t>
            </a:r>
            <a:r>
              <a:rPr lang="en-US" altLang="zh-CN" sz="1800" b="1" noProof="1">
                <a:effectLst>
                  <a:outerShdw blurRad="38100" dist="38100" dir="2700000">
                    <a:srgbClr val="FFFFFF"/>
                  </a:outerShdw>
                </a:effectLst>
              </a:rPr>
              <a:t>a.base[45]</a:t>
            </a:r>
          </a:p>
        </p:txBody>
      </p:sp>
      <p:sp>
        <p:nvSpPr>
          <p:cNvPr id="46" name="文本框 45">
            <a:extLst>
              <a:ext uri="{FF2B5EF4-FFF2-40B4-BE49-F238E27FC236}">
                <a16:creationId xmlns:a16="http://schemas.microsoft.com/office/drawing/2014/main" id="{6BCD622E-DC12-4195-8A7D-9E1F4301D9C2}"/>
              </a:ext>
            </a:extLst>
          </p:cNvPr>
          <p:cNvSpPr txBox="1"/>
          <p:nvPr/>
        </p:nvSpPr>
        <p:spPr>
          <a:xfrm>
            <a:off x="5088267" y="306077"/>
            <a:ext cx="5472973" cy="830997"/>
          </a:xfrm>
          <a:prstGeom prst="rect">
            <a:avLst/>
          </a:prstGeom>
          <a:noFill/>
        </p:spPr>
        <p:txBody>
          <a:bodyPr wrap="none" rtlCol="0">
            <a:spAutoFit/>
          </a:bodyPr>
          <a:lstStyle/>
          <a:p>
            <a:r>
              <a:rPr lang="en-US" altLang="zh-CN" sz="1600" b="1" dirty="0">
                <a:solidFill>
                  <a:srgbClr val="3302D0"/>
                </a:solidFill>
                <a:latin typeface="宋体" panose="02010600030101010101" pitchFamily="2" charset="-122"/>
                <a:ea typeface="宋体" panose="02010600030101010101" pitchFamily="2" charset="-122"/>
              </a:rPr>
              <a:t>C</a:t>
            </a:r>
            <a:r>
              <a:rPr lang="zh-CN" altLang="en-US" sz="1600" b="1" dirty="0">
                <a:solidFill>
                  <a:srgbClr val="3302D0"/>
                </a:solidFill>
                <a:latin typeface="宋体" panose="02010600030101010101" pitchFamily="2" charset="-122"/>
                <a:ea typeface="宋体" panose="02010600030101010101" pitchFamily="2" charset="-122"/>
              </a:rPr>
              <a:t>语言的</a:t>
            </a:r>
            <a:r>
              <a:rPr lang="zh-CN" altLang="en-US" sz="1600" b="1" dirty="0">
                <a:solidFill>
                  <a:srgbClr val="3302D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rPr>
              <a:t>变长参数表</a:t>
            </a:r>
            <a:r>
              <a:rPr lang="zh-CN" altLang="en-US" sz="1600" b="1" dirty="0">
                <a:solidFill>
                  <a:srgbClr val="3302D0"/>
                </a:solidFill>
                <a:latin typeface="宋体" panose="02010600030101010101" pitchFamily="2" charset="-122"/>
                <a:ea typeface="宋体" panose="02010600030101010101" pitchFamily="2" charset="-122"/>
              </a:rPr>
              <a:t>。定义时，用三个圆点“</a:t>
            </a:r>
            <a:r>
              <a:rPr lang="en-US" altLang="zh-CN" sz="1600" b="1" dirty="0">
                <a:solidFill>
                  <a:srgbClr val="3302D0"/>
                </a:solidFill>
                <a:latin typeface="宋体" panose="02010600030101010101" pitchFamily="2" charset="-122"/>
                <a:ea typeface="宋体" panose="02010600030101010101" pitchFamily="2" charset="-122"/>
              </a:rPr>
              <a:t>.</a:t>
            </a:r>
            <a:r>
              <a:rPr lang="zh-CN" altLang="en-US" sz="1600" b="1" dirty="0">
                <a:solidFill>
                  <a:srgbClr val="3302D0"/>
                </a:solidFill>
                <a:latin typeface="宋体" panose="02010600030101010101" pitchFamily="2" charset="-122"/>
                <a:ea typeface="宋体" panose="02010600030101010101" pitchFamily="2" charset="-122"/>
              </a:rPr>
              <a:t>”表示。</a:t>
            </a:r>
            <a:endParaRPr lang="en-US" altLang="zh-CN" sz="1600" b="1" dirty="0">
              <a:solidFill>
                <a:srgbClr val="3302D0"/>
              </a:solidFill>
              <a:latin typeface="宋体" panose="02010600030101010101" pitchFamily="2" charset="-122"/>
              <a:ea typeface="宋体" panose="02010600030101010101" pitchFamily="2" charset="-122"/>
            </a:endParaRPr>
          </a:p>
          <a:p>
            <a:r>
              <a:rPr lang="en-US" altLang="zh-CN" sz="1600" b="1" dirty="0">
                <a:solidFill>
                  <a:srgbClr val="3302D0"/>
                </a:solidFill>
                <a:latin typeface="宋体" panose="02010600030101010101" pitchFamily="2" charset="-122"/>
                <a:ea typeface="宋体" panose="02010600030101010101" pitchFamily="2" charset="-122"/>
              </a:rPr>
              <a:t>                   </a:t>
            </a:r>
            <a:r>
              <a:rPr lang="zh-CN" altLang="en-US" sz="1600" b="1" dirty="0">
                <a:solidFill>
                  <a:srgbClr val="3302D0"/>
                </a:solidFill>
                <a:latin typeface="宋体" panose="02010600030101010101" pitchFamily="2" charset="-122"/>
                <a:ea typeface="宋体" panose="02010600030101010101" pitchFamily="2" charset="-122"/>
              </a:rPr>
              <a:t>调用时，多个逗号分隔的实际参数。</a:t>
            </a:r>
            <a:endParaRPr lang="en-US" altLang="zh-CN" sz="1600" b="1" dirty="0">
              <a:solidFill>
                <a:srgbClr val="3302D0"/>
              </a:solidFill>
              <a:latin typeface="宋体" panose="02010600030101010101" pitchFamily="2" charset="-122"/>
              <a:ea typeface="宋体" panose="02010600030101010101" pitchFamily="2" charset="-122"/>
            </a:endParaRPr>
          </a:p>
          <a:p>
            <a:r>
              <a:rPr lang="zh-CN" altLang="en-US" sz="1600" b="1" dirty="0">
                <a:solidFill>
                  <a:srgbClr val="3302D0"/>
                </a:solidFill>
                <a:latin typeface="宋体" panose="02010600030101010101" pitchFamily="2" charset="-122"/>
                <a:ea typeface="宋体" panose="02010600030101010101" pitchFamily="2" charset="-122"/>
              </a:rPr>
              <a:t>与此配套的是可变参数表类型</a:t>
            </a:r>
            <a:r>
              <a:rPr lang="en-US" altLang="zh-CN" sz="1600" b="1" dirty="0" err="1">
                <a:solidFill>
                  <a:srgbClr val="3302D0"/>
                </a:solidFill>
                <a:latin typeface="宋体" panose="02010600030101010101" pitchFamily="2" charset="-122"/>
                <a:ea typeface="宋体" panose="02010600030101010101" pitchFamily="2" charset="-122"/>
              </a:rPr>
              <a:t>va_list</a:t>
            </a:r>
            <a:r>
              <a:rPr lang="zh-CN" altLang="en-US" sz="1600" b="1" dirty="0">
                <a:solidFill>
                  <a:srgbClr val="3302D0"/>
                </a:solidFill>
                <a:latin typeface="宋体" panose="02010600030101010101" pitchFamily="2" charset="-122"/>
                <a:ea typeface="宋体" panose="02010600030101010101" pitchFamily="2" charset="-122"/>
              </a:rPr>
              <a:t>及其三个宏。</a:t>
            </a:r>
          </a:p>
        </p:txBody>
      </p:sp>
      <p:sp>
        <p:nvSpPr>
          <p:cNvPr id="50" name="矩形: 圆角 49">
            <a:extLst>
              <a:ext uri="{FF2B5EF4-FFF2-40B4-BE49-F238E27FC236}">
                <a16:creationId xmlns:a16="http://schemas.microsoft.com/office/drawing/2014/main" id="{BE819597-218C-4D0E-9AAE-7ACAE09A2460}"/>
              </a:ext>
            </a:extLst>
          </p:cNvPr>
          <p:cNvSpPr/>
          <p:nvPr/>
        </p:nvSpPr>
        <p:spPr>
          <a:xfrm>
            <a:off x="636411" y="217472"/>
            <a:ext cx="3594887" cy="454047"/>
          </a:xfrm>
          <a:prstGeom prst="roundRect">
            <a:avLst/>
          </a:prstGeom>
          <a:solidFill>
            <a:schemeClr val="tx2">
              <a:lumMod val="10000"/>
              <a:lumOff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800" b="1" noProof="1">
                <a:solidFill>
                  <a:srgbClr val="002060"/>
                </a:solidFill>
                <a:effectLst>
                  <a:outerShdw blurRad="38100" dist="38100" dir="2700000" algn="tl">
                    <a:srgbClr val="000000">
                      <a:alpha val="43137"/>
                    </a:srgbClr>
                  </a:outerShdw>
                </a:effectLst>
                <a:ea typeface="黑体" panose="02010609060101010101" pitchFamily="49" charset="-122"/>
              </a:rPr>
              <a:t>多维数组的顺序存储表示和实现</a:t>
            </a:r>
            <a:endParaRPr lang="zh-CN" altLang="en-US" dirty="0">
              <a:solidFill>
                <a:srgbClr val="002060"/>
              </a:solidFill>
            </a:endParaRPr>
          </a:p>
        </p:txBody>
      </p:sp>
      <p:cxnSp>
        <p:nvCxnSpPr>
          <p:cNvPr id="52" name="直接箭头连接符 51">
            <a:extLst>
              <a:ext uri="{FF2B5EF4-FFF2-40B4-BE49-F238E27FC236}">
                <a16:creationId xmlns:a16="http://schemas.microsoft.com/office/drawing/2014/main" id="{850E0C1D-7F99-427C-8F22-0E8CE73EE8A7}"/>
              </a:ext>
            </a:extLst>
          </p:cNvPr>
          <p:cNvCxnSpPr>
            <a:cxnSpLocks/>
          </p:cNvCxnSpPr>
          <p:nvPr/>
        </p:nvCxnSpPr>
        <p:spPr>
          <a:xfrm flipH="1" flipV="1">
            <a:off x="10449964" y="3304747"/>
            <a:ext cx="951202" cy="1819755"/>
          </a:xfrm>
          <a:prstGeom prst="straightConnector1">
            <a:avLst/>
          </a:prstGeom>
          <a:ln w="19050">
            <a:solidFill>
              <a:srgbClr val="00B0F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55" name="直接连接符 54">
            <a:extLst>
              <a:ext uri="{FF2B5EF4-FFF2-40B4-BE49-F238E27FC236}">
                <a16:creationId xmlns:a16="http://schemas.microsoft.com/office/drawing/2014/main" id="{D4D65499-4D6F-4347-A29B-41C2C7B2290F}"/>
              </a:ext>
            </a:extLst>
          </p:cNvPr>
          <p:cNvCxnSpPr/>
          <p:nvPr/>
        </p:nvCxnSpPr>
        <p:spPr>
          <a:xfrm>
            <a:off x="251748" y="1683362"/>
            <a:ext cx="4675094" cy="0"/>
          </a:xfrm>
          <a:prstGeom prst="line">
            <a:avLst/>
          </a:prstGeom>
          <a:ln w="38100">
            <a:solidFill>
              <a:srgbClr val="92D050"/>
            </a:solidFill>
          </a:ln>
        </p:spPr>
        <p:style>
          <a:lnRef idx="1">
            <a:schemeClr val="accent1"/>
          </a:lnRef>
          <a:fillRef idx="0">
            <a:schemeClr val="accent1"/>
          </a:fillRef>
          <a:effectRef idx="0">
            <a:schemeClr val="accent1"/>
          </a:effectRef>
          <a:fontRef idx="minor">
            <a:schemeClr val="tx1"/>
          </a:fontRef>
        </p:style>
      </p:cxnSp>
      <p:sp>
        <p:nvSpPr>
          <p:cNvPr id="146" name="文本框 145">
            <a:extLst>
              <a:ext uri="{FF2B5EF4-FFF2-40B4-BE49-F238E27FC236}">
                <a16:creationId xmlns:a16="http://schemas.microsoft.com/office/drawing/2014/main" id="{07ED9FA5-3163-4120-8293-7AA7FFA8C7C0}"/>
              </a:ext>
            </a:extLst>
          </p:cNvPr>
          <p:cNvSpPr txBox="1"/>
          <p:nvPr/>
        </p:nvSpPr>
        <p:spPr>
          <a:xfrm>
            <a:off x="3434047" y="1683362"/>
            <a:ext cx="200943" cy="276999"/>
          </a:xfrm>
          <a:prstGeom prst="rect">
            <a:avLst/>
          </a:prstGeom>
          <a:noFill/>
        </p:spPr>
        <p:txBody>
          <a:bodyPr wrap="none" lIns="36000" tIns="0" rIns="36000" bIns="0" rtlCol="0" anchor="ctr" anchorCtr="1">
            <a:spAutoFit/>
          </a:bodyPr>
          <a:lstStyle/>
          <a:p>
            <a:r>
              <a:rPr lang="en-US" altLang="zh-CN" b="1" dirty="0">
                <a:solidFill>
                  <a:srgbClr val="C00000"/>
                </a:solidFill>
              </a:rPr>
              <a:t>1</a:t>
            </a:r>
            <a:endParaRPr lang="zh-CN" altLang="en-US" b="1" dirty="0">
              <a:solidFill>
                <a:srgbClr val="C00000"/>
              </a:solidFill>
            </a:endParaRPr>
          </a:p>
        </p:txBody>
      </p:sp>
      <p:cxnSp>
        <p:nvCxnSpPr>
          <p:cNvPr id="155" name="直接箭头连接符 154">
            <a:extLst>
              <a:ext uri="{FF2B5EF4-FFF2-40B4-BE49-F238E27FC236}">
                <a16:creationId xmlns:a16="http://schemas.microsoft.com/office/drawing/2014/main" id="{A8F5C4E4-8176-4636-AAC0-ADB3B9E9B934}"/>
              </a:ext>
            </a:extLst>
          </p:cNvPr>
          <p:cNvCxnSpPr>
            <a:cxnSpLocks/>
          </p:cNvCxnSpPr>
          <p:nvPr/>
        </p:nvCxnSpPr>
        <p:spPr>
          <a:xfrm flipH="1">
            <a:off x="2942420" y="596283"/>
            <a:ext cx="3214573" cy="745257"/>
          </a:xfrm>
          <a:prstGeom prst="straightConnector1">
            <a:avLst/>
          </a:prstGeom>
          <a:ln w="19050">
            <a:solidFill>
              <a:srgbClr val="00B0F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59" name="文本框 158">
            <a:extLst>
              <a:ext uri="{FF2B5EF4-FFF2-40B4-BE49-F238E27FC236}">
                <a16:creationId xmlns:a16="http://schemas.microsoft.com/office/drawing/2014/main" id="{2E50B08C-BC56-4733-8097-B0CD76F14685}"/>
              </a:ext>
            </a:extLst>
          </p:cNvPr>
          <p:cNvSpPr txBox="1"/>
          <p:nvPr/>
        </p:nvSpPr>
        <p:spPr>
          <a:xfrm>
            <a:off x="9186788" y="3279903"/>
            <a:ext cx="777457" cy="246221"/>
          </a:xfrm>
          <a:prstGeom prst="rect">
            <a:avLst/>
          </a:prstGeom>
          <a:noFill/>
        </p:spPr>
        <p:txBody>
          <a:bodyPr wrap="none" lIns="0" tIns="0" rIns="0" bIns="0" rtlCol="0">
            <a:spAutoFit/>
          </a:bodyPr>
          <a:lstStyle/>
          <a:p>
            <a:r>
              <a:rPr lang="en-US" altLang="zh-CN" sz="1600" b="1" dirty="0"/>
              <a:t>0   </a:t>
            </a:r>
            <a:r>
              <a:rPr lang="en-US" altLang="zh-CN" sz="1400" b="1" dirty="0"/>
              <a:t> </a:t>
            </a:r>
            <a:r>
              <a:rPr lang="en-US" altLang="zh-CN" sz="1600" b="1" dirty="0"/>
              <a:t>1 </a:t>
            </a:r>
            <a:r>
              <a:rPr lang="en-US" altLang="zh-CN" sz="1200" b="1" dirty="0"/>
              <a:t>  </a:t>
            </a:r>
            <a:r>
              <a:rPr lang="en-US" altLang="zh-CN" sz="1400" b="1" dirty="0"/>
              <a:t> </a:t>
            </a:r>
            <a:r>
              <a:rPr lang="en-US" altLang="zh-CN" sz="1600" b="1" dirty="0"/>
              <a:t>2</a:t>
            </a:r>
            <a:endParaRPr lang="zh-CN" altLang="en-US" sz="1600" b="1" dirty="0"/>
          </a:p>
        </p:txBody>
      </p:sp>
      <p:grpSp>
        <p:nvGrpSpPr>
          <p:cNvPr id="57" name="组合 56">
            <a:extLst>
              <a:ext uri="{FF2B5EF4-FFF2-40B4-BE49-F238E27FC236}">
                <a16:creationId xmlns:a16="http://schemas.microsoft.com/office/drawing/2014/main" id="{850CBB34-7EB8-3380-3717-BFA726B2677E}"/>
              </a:ext>
            </a:extLst>
          </p:cNvPr>
          <p:cNvGrpSpPr/>
          <p:nvPr/>
        </p:nvGrpSpPr>
        <p:grpSpPr>
          <a:xfrm>
            <a:off x="7977853" y="2599227"/>
            <a:ext cx="595378" cy="415007"/>
            <a:chOff x="7977853" y="2599227"/>
            <a:chExt cx="595378" cy="415007"/>
          </a:xfrm>
        </p:grpSpPr>
        <p:sp>
          <p:nvSpPr>
            <p:cNvPr id="27" name="文本框 26">
              <a:extLst>
                <a:ext uri="{FF2B5EF4-FFF2-40B4-BE49-F238E27FC236}">
                  <a16:creationId xmlns:a16="http://schemas.microsoft.com/office/drawing/2014/main" id="{4242DF1D-3CC5-4A36-B11D-F8003770B911}"/>
                </a:ext>
              </a:extLst>
            </p:cNvPr>
            <p:cNvSpPr txBox="1"/>
            <p:nvPr/>
          </p:nvSpPr>
          <p:spPr>
            <a:xfrm>
              <a:off x="7977853" y="2599227"/>
              <a:ext cx="370614" cy="400110"/>
            </a:xfrm>
            <a:prstGeom prst="rect">
              <a:avLst/>
            </a:prstGeom>
            <a:noFill/>
          </p:spPr>
          <p:txBody>
            <a:bodyPr wrap="none" rtlCol="0">
              <a:spAutoFit/>
            </a:bodyPr>
            <a:lstStyle/>
            <a:p>
              <a:r>
                <a:rPr lang="en-US" altLang="zh-CN" sz="2000" b="1" dirty="0">
                  <a:solidFill>
                    <a:srgbClr val="C00000"/>
                  </a:solidFill>
                  <a:effectLst>
                    <a:outerShdw blurRad="38100" dist="38100" dir="2700000" algn="tl">
                      <a:srgbClr val="000000">
                        <a:alpha val="43137"/>
                      </a:srgbClr>
                    </a:outerShdw>
                  </a:effectLst>
                </a:rPr>
                <a:t>A</a:t>
              </a:r>
              <a:endParaRPr lang="zh-CN" altLang="en-US" sz="2000" b="1" dirty="0">
                <a:solidFill>
                  <a:srgbClr val="C00000"/>
                </a:solidFill>
                <a:effectLst>
                  <a:outerShdw blurRad="38100" dist="38100" dir="2700000" algn="tl">
                    <a:srgbClr val="000000">
                      <a:alpha val="43137"/>
                    </a:srgbClr>
                  </a:outerShdw>
                </a:effectLst>
              </a:endParaRPr>
            </a:p>
          </p:txBody>
        </p:sp>
        <p:sp>
          <p:nvSpPr>
            <p:cNvPr id="56" name="直接连接符 217097">
              <a:extLst>
                <a:ext uri="{FF2B5EF4-FFF2-40B4-BE49-F238E27FC236}">
                  <a16:creationId xmlns:a16="http://schemas.microsoft.com/office/drawing/2014/main" id="{66547F89-DEF6-4143-295D-F8C87363C9CA}"/>
                </a:ext>
              </a:extLst>
            </p:cNvPr>
            <p:cNvSpPr>
              <a:spLocks noChangeShapeType="1"/>
            </p:cNvSpPr>
            <p:nvPr/>
          </p:nvSpPr>
          <p:spPr bwMode="auto">
            <a:xfrm>
              <a:off x="8329802" y="2823185"/>
              <a:ext cx="243429" cy="191049"/>
            </a:xfrm>
            <a:prstGeom prst="line">
              <a:avLst/>
            </a:prstGeom>
            <a:noFill/>
            <a:ln w="28575">
              <a:solidFill>
                <a:srgbClr val="8E0000"/>
              </a:solidFill>
              <a:round/>
              <a:headEnd type="oval" w="med" len="med"/>
              <a:tailEnd type="triangle" w="med" len="lg"/>
            </a:ln>
            <a:extLst>
              <a:ext uri="{909E8E84-426E-40DD-AFC4-6F175D3DCCD1}">
                <a14:hiddenFill xmlns:a14="http://schemas.microsoft.com/office/drawing/2010/main">
                  <a:noFill/>
                </a14:hiddenFill>
              </a:ext>
            </a:extLst>
          </p:spPr>
          <p:txBody>
            <a:bodyPr/>
            <a:lstStyle/>
            <a:p>
              <a:endParaRPr lang="zh-CN" altLang="en-US"/>
            </a:p>
          </p:txBody>
        </p:sp>
      </p:grpSp>
      <p:grpSp>
        <p:nvGrpSpPr>
          <p:cNvPr id="29712" name="组合 29711">
            <a:extLst>
              <a:ext uri="{FF2B5EF4-FFF2-40B4-BE49-F238E27FC236}">
                <a16:creationId xmlns:a16="http://schemas.microsoft.com/office/drawing/2014/main" id="{8EA602E4-D4AF-AE89-DC97-5BEC3366A4AA}"/>
              </a:ext>
            </a:extLst>
          </p:cNvPr>
          <p:cNvGrpSpPr/>
          <p:nvPr/>
        </p:nvGrpSpPr>
        <p:grpSpPr>
          <a:xfrm>
            <a:off x="2041814" y="567648"/>
            <a:ext cx="661917" cy="415007"/>
            <a:chOff x="7911314" y="2599227"/>
            <a:chExt cx="661917" cy="415007"/>
          </a:xfrm>
        </p:grpSpPr>
        <p:sp>
          <p:nvSpPr>
            <p:cNvPr id="29713" name="文本框 29712">
              <a:extLst>
                <a:ext uri="{FF2B5EF4-FFF2-40B4-BE49-F238E27FC236}">
                  <a16:creationId xmlns:a16="http://schemas.microsoft.com/office/drawing/2014/main" id="{EB20AC10-69A8-FFA3-580B-1E80C3DCDA16}"/>
                </a:ext>
              </a:extLst>
            </p:cNvPr>
            <p:cNvSpPr txBox="1"/>
            <p:nvPr/>
          </p:nvSpPr>
          <p:spPr>
            <a:xfrm>
              <a:off x="7911314" y="2599227"/>
              <a:ext cx="522113" cy="400110"/>
            </a:xfrm>
            <a:prstGeom prst="rect">
              <a:avLst/>
            </a:prstGeom>
            <a:noFill/>
          </p:spPr>
          <p:txBody>
            <a:bodyPr wrap="square" rtlCol="0">
              <a:spAutoFit/>
            </a:bodyPr>
            <a:lstStyle/>
            <a:p>
              <a:r>
                <a:rPr lang="en-US" altLang="zh-CN" sz="2000" b="1" dirty="0">
                  <a:solidFill>
                    <a:srgbClr val="C00000"/>
                  </a:solidFill>
                  <a:effectLst>
                    <a:outerShdw blurRad="38100" dist="38100" dir="2700000" algn="tl">
                      <a:srgbClr val="000000">
                        <a:alpha val="43137"/>
                      </a:srgbClr>
                    </a:outerShdw>
                  </a:effectLst>
                </a:rPr>
                <a:t>ap</a:t>
              </a:r>
              <a:endParaRPr lang="zh-CN" altLang="en-US" sz="2000" b="1" dirty="0">
                <a:solidFill>
                  <a:srgbClr val="C00000"/>
                </a:solidFill>
                <a:effectLst>
                  <a:outerShdw blurRad="38100" dist="38100" dir="2700000" algn="tl">
                    <a:srgbClr val="000000">
                      <a:alpha val="43137"/>
                    </a:srgbClr>
                  </a:outerShdw>
                </a:effectLst>
              </a:endParaRPr>
            </a:p>
          </p:txBody>
        </p:sp>
        <p:sp>
          <p:nvSpPr>
            <p:cNvPr id="29714" name="直接连接符 217097">
              <a:extLst>
                <a:ext uri="{FF2B5EF4-FFF2-40B4-BE49-F238E27FC236}">
                  <a16:creationId xmlns:a16="http://schemas.microsoft.com/office/drawing/2014/main" id="{E5575590-0321-07C3-15BA-13172E08C5B4}"/>
                </a:ext>
              </a:extLst>
            </p:cNvPr>
            <p:cNvSpPr>
              <a:spLocks noChangeShapeType="1"/>
            </p:cNvSpPr>
            <p:nvPr/>
          </p:nvSpPr>
          <p:spPr bwMode="auto">
            <a:xfrm>
              <a:off x="8329802" y="2823185"/>
              <a:ext cx="243429" cy="191049"/>
            </a:xfrm>
            <a:prstGeom prst="line">
              <a:avLst/>
            </a:prstGeom>
            <a:noFill/>
            <a:ln w="28575">
              <a:solidFill>
                <a:srgbClr val="00B050"/>
              </a:solidFill>
              <a:round/>
              <a:headEnd type="oval" w="med" len="med"/>
              <a:tailEnd type="triangle" w="med" len="lg"/>
            </a:ln>
            <a:extLst>
              <a:ext uri="{909E8E84-426E-40DD-AFC4-6F175D3DCCD1}">
                <a14:hiddenFill xmlns:a14="http://schemas.microsoft.com/office/drawing/2010/main">
                  <a:noFill/>
                </a14:hiddenFill>
              </a:ext>
            </a:extLst>
          </p:spPr>
          <p:txBody>
            <a:bodyPr/>
            <a:lstStyle/>
            <a:p>
              <a:endParaRPr lang="zh-CN" altLang="en-US"/>
            </a:p>
          </p:txBody>
        </p:sp>
      </p:grpSp>
      <p:sp>
        <p:nvSpPr>
          <p:cNvPr id="29740" name="任意多边形: 形状 29739">
            <a:extLst>
              <a:ext uri="{FF2B5EF4-FFF2-40B4-BE49-F238E27FC236}">
                <a16:creationId xmlns:a16="http://schemas.microsoft.com/office/drawing/2014/main" id="{C04015ED-D679-7F56-5EDD-B8CA66809291}"/>
              </a:ext>
            </a:extLst>
          </p:cNvPr>
          <p:cNvSpPr/>
          <p:nvPr/>
        </p:nvSpPr>
        <p:spPr>
          <a:xfrm>
            <a:off x="74164" y="3625394"/>
            <a:ext cx="177584" cy="981941"/>
          </a:xfrm>
          <a:custGeom>
            <a:avLst/>
            <a:gdLst>
              <a:gd name="connsiteX0" fmla="*/ 120434 w 177584"/>
              <a:gd name="connsiteY0" fmla="*/ 981941 h 981941"/>
              <a:gd name="connsiteX1" fmla="*/ 939 w 177584"/>
              <a:gd name="connsiteY1" fmla="*/ 488373 h 981941"/>
              <a:gd name="connsiteX2" fmla="*/ 177584 w 177584"/>
              <a:gd name="connsiteY2" fmla="*/ 0 h 981941"/>
            </a:gdLst>
            <a:ahLst/>
            <a:cxnLst>
              <a:cxn ang="0">
                <a:pos x="connsiteX0" y="connsiteY0"/>
              </a:cxn>
              <a:cxn ang="0">
                <a:pos x="connsiteX1" y="connsiteY1"/>
              </a:cxn>
              <a:cxn ang="0">
                <a:pos x="connsiteX2" y="connsiteY2"/>
              </a:cxn>
            </a:cxnLst>
            <a:rect l="l" t="t" r="r" b="b"/>
            <a:pathLst>
              <a:path w="177584" h="981941">
                <a:moveTo>
                  <a:pt x="120434" y="981941"/>
                </a:moveTo>
                <a:cubicBezTo>
                  <a:pt x="55924" y="816985"/>
                  <a:pt x="-8586" y="652030"/>
                  <a:pt x="939" y="488373"/>
                </a:cubicBezTo>
                <a:cubicBezTo>
                  <a:pt x="10464" y="324716"/>
                  <a:pt x="94024" y="162358"/>
                  <a:pt x="177584" y="0"/>
                </a:cubicBezTo>
              </a:path>
            </a:pathLst>
          </a:custGeom>
          <a:noFill/>
          <a:ln w="28575">
            <a:solidFill>
              <a:schemeClr val="accent2"/>
            </a:solidFill>
            <a:prstDash val="dash"/>
            <a:headEnd type="none" w="med" len="med"/>
            <a:tailEnd type="triangle"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grpId="0" nodeType="clickEffect">
                                  <p:stCondLst>
                                    <p:cond delay="0"/>
                                  </p:stCondLst>
                                  <p:childTnLst>
                                    <p:set>
                                      <p:cBhvr>
                                        <p:cTn id="6" dur="1" fill="hold">
                                          <p:stCondLst>
                                            <p:cond delay="0"/>
                                          </p:stCondLst>
                                        </p:cTn>
                                        <p:tgtEl>
                                          <p:spTgt spid="46">
                                            <p:txEl>
                                              <p:pRg st="0" end="0"/>
                                            </p:txEl>
                                          </p:spTgt>
                                        </p:tgtEl>
                                        <p:attrNameLst>
                                          <p:attrName>style.visibility</p:attrName>
                                        </p:attrNameLst>
                                      </p:cBhvr>
                                      <p:to>
                                        <p:strVal val="visible"/>
                                      </p:to>
                                    </p:set>
                                    <p:animEffect transition="in" filter="fade">
                                      <p:cBhvr>
                                        <p:cTn id="7" dur="1000"/>
                                        <p:tgtEl>
                                          <p:spTgt spid="46">
                                            <p:txEl>
                                              <p:pRg st="0" end="0"/>
                                            </p:txEl>
                                          </p:spTgt>
                                        </p:tgtEl>
                                      </p:cBhvr>
                                    </p:animEffect>
                                    <p:anim calcmode="lin" valueType="num">
                                      <p:cBhvr>
                                        <p:cTn id="8" dur="1000" fill="hold"/>
                                        <p:tgtEl>
                                          <p:spTgt spid="46">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6">
                                            <p:txEl>
                                              <p:pRg st="0" end="0"/>
                                            </p:txEl>
                                          </p:spTgt>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2" presetClass="entr" presetSubtype="2" fill="hold" nodeType="afterEffect">
                                  <p:stCondLst>
                                    <p:cond delay="0"/>
                                  </p:stCondLst>
                                  <p:childTnLst>
                                    <p:set>
                                      <p:cBhvr>
                                        <p:cTn id="12" dur="1" fill="hold">
                                          <p:stCondLst>
                                            <p:cond delay="0"/>
                                          </p:stCondLst>
                                        </p:cTn>
                                        <p:tgtEl>
                                          <p:spTgt spid="155"/>
                                        </p:tgtEl>
                                        <p:attrNameLst>
                                          <p:attrName>style.visibility</p:attrName>
                                        </p:attrNameLst>
                                      </p:cBhvr>
                                      <p:to>
                                        <p:strVal val="visible"/>
                                      </p:to>
                                    </p:set>
                                    <p:animEffect transition="in" filter="wipe(right)">
                                      <p:cBhvr>
                                        <p:cTn id="13" dur="500"/>
                                        <p:tgtEl>
                                          <p:spTgt spid="155"/>
                                        </p:tgtEl>
                                      </p:cBhvr>
                                    </p:animEffect>
                                  </p:childTnLst>
                                </p:cTn>
                              </p:par>
                            </p:childTnLst>
                          </p:cTn>
                        </p:par>
                      </p:childTnLst>
                    </p:cTn>
                  </p:par>
                  <p:par>
                    <p:cTn id="14" fill="hold">
                      <p:stCondLst>
                        <p:cond delay="indefinite"/>
                      </p:stCondLst>
                      <p:childTnLst>
                        <p:par>
                          <p:cTn id="15" fill="hold">
                            <p:stCondLst>
                              <p:cond delay="0"/>
                            </p:stCondLst>
                            <p:childTnLst>
                              <p:par>
                                <p:cTn id="16" presetID="47" presetClass="entr" presetSubtype="0" fill="hold" grpId="0" nodeType="clickEffect">
                                  <p:stCondLst>
                                    <p:cond delay="0"/>
                                  </p:stCondLst>
                                  <p:childTnLst>
                                    <p:set>
                                      <p:cBhvr>
                                        <p:cTn id="17" dur="1" fill="hold">
                                          <p:stCondLst>
                                            <p:cond delay="0"/>
                                          </p:stCondLst>
                                        </p:cTn>
                                        <p:tgtEl>
                                          <p:spTgt spid="46">
                                            <p:txEl>
                                              <p:pRg st="1" end="1"/>
                                            </p:txEl>
                                          </p:spTgt>
                                        </p:tgtEl>
                                        <p:attrNameLst>
                                          <p:attrName>style.visibility</p:attrName>
                                        </p:attrNameLst>
                                      </p:cBhvr>
                                      <p:to>
                                        <p:strVal val="visible"/>
                                      </p:to>
                                    </p:set>
                                    <p:animEffect transition="in" filter="fade">
                                      <p:cBhvr>
                                        <p:cTn id="18" dur="1000"/>
                                        <p:tgtEl>
                                          <p:spTgt spid="46">
                                            <p:txEl>
                                              <p:pRg st="1" end="1"/>
                                            </p:txEl>
                                          </p:spTgt>
                                        </p:tgtEl>
                                      </p:cBhvr>
                                    </p:animEffect>
                                    <p:anim calcmode="lin" valueType="num">
                                      <p:cBhvr>
                                        <p:cTn id="19" dur="1000" fill="hold"/>
                                        <p:tgtEl>
                                          <p:spTgt spid="46">
                                            <p:txEl>
                                              <p:pRg st="1" end="1"/>
                                            </p:txEl>
                                          </p:spTgt>
                                        </p:tgtEl>
                                        <p:attrNameLst>
                                          <p:attrName>ppt_x</p:attrName>
                                        </p:attrNameLst>
                                      </p:cBhvr>
                                      <p:tavLst>
                                        <p:tav tm="0">
                                          <p:val>
                                            <p:strVal val="#ppt_x"/>
                                          </p:val>
                                        </p:tav>
                                        <p:tav tm="100000">
                                          <p:val>
                                            <p:strVal val="#ppt_x"/>
                                          </p:val>
                                        </p:tav>
                                      </p:tavLst>
                                    </p:anim>
                                    <p:anim calcmode="lin" valueType="num">
                                      <p:cBhvr>
                                        <p:cTn id="20" dur="1000" fill="hold"/>
                                        <p:tgtEl>
                                          <p:spTgt spid="46">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7" presetClass="entr" presetSubtype="0" fill="hold" grpId="0" nodeType="clickEffect">
                                  <p:stCondLst>
                                    <p:cond delay="0"/>
                                  </p:stCondLst>
                                  <p:childTnLst>
                                    <p:set>
                                      <p:cBhvr>
                                        <p:cTn id="24" dur="1" fill="hold">
                                          <p:stCondLst>
                                            <p:cond delay="0"/>
                                          </p:stCondLst>
                                        </p:cTn>
                                        <p:tgtEl>
                                          <p:spTgt spid="46">
                                            <p:txEl>
                                              <p:pRg st="2" end="2"/>
                                            </p:txEl>
                                          </p:spTgt>
                                        </p:tgtEl>
                                        <p:attrNameLst>
                                          <p:attrName>style.visibility</p:attrName>
                                        </p:attrNameLst>
                                      </p:cBhvr>
                                      <p:to>
                                        <p:strVal val="visible"/>
                                      </p:to>
                                    </p:set>
                                    <p:animEffect transition="in" filter="fade">
                                      <p:cBhvr>
                                        <p:cTn id="25" dur="1000"/>
                                        <p:tgtEl>
                                          <p:spTgt spid="46">
                                            <p:txEl>
                                              <p:pRg st="2" end="2"/>
                                            </p:txEl>
                                          </p:spTgt>
                                        </p:tgtEl>
                                      </p:cBhvr>
                                    </p:animEffect>
                                    <p:anim calcmode="lin" valueType="num">
                                      <p:cBhvr>
                                        <p:cTn id="26" dur="1000" fill="hold"/>
                                        <p:tgtEl>
                                          <p:spTgt spid="46">
                                            <p:txEl>
                                              <p:pRg st="2" end="2"/>
                                            </p:txEl>
                                          </p:spTgt>
                                        </p:tgtEl>
                                        <p:attrNameLst>
                                          <p:attrName>ppt_x</p:attrName>
                                        </p:attrNameLst>
                                      </p:cBhvr>
                                      <p:tavLst>
                                        <p:tav tm="0">
                                          <p:val>
                                            <p:strVal val="#ppt_x"/>
                                          </p:val>
                                        </p:tav>
                                        <p:tav tm="100000">
                                          <p:val>
                                            <p:strVal val="#ppt_x"/>
                                          </p:val>
                                        </p:tav>
                                      </p:tavLst>
                                    </p:anim>
                                    <p:anim calcmode="lin" valueType="num">
                                      <p:cBhvr>
                                        <p:cTn id="27" dur="1000" fill="hold"/>
                                        <p:tgtEl>
                                          <p:spTgt spid="46">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42" presetClass="entr" presetSubtype="0" fill="hold" nodeType="clickEffect">
                                  <p:stCondLst>
                                    <p:cond delay="0"/>
                                  </p:stCondLst>
                                  <p:childTnLst>
                                    <p:set>
                                      <p:cBhvr>
                                        <p:cTn id="31" dur="1" fill="hold">
                                          <p:stCondLst>
                                            <p:cond delay="0"/>
                                          </p:stCondLst>
                                        </p:cTn>
                                        <p:tgtEl>
                                          <p:spTgt spid="29788"/>
                                        </p:tgtEl>
                                        <p:attrNameLst>
                                          <p:attrName>style.visibility</p:attrName>
                                        </p:attrNameLst>
                                      </p:cBhvr>
                                      <p:to>
                                        <p:strVal val="visible"/>
                                      </p:to>
                                    </p:set>
                                    <p:animEffect transition="in" filter="fade">
                                      <p:cBhvr>
                                        <p:cTn id="32" dur="1000"/>
                                        <p:tgtEl>
                                          <p:spTgt spid="29788"/>
                                        </p:tgtEl>
                                      </p:cBhvr>
                                    </p:animEffect>
                                    <p:anim calcmode="lin" valueType="num">
                                      <p:cBhvr>
                                        <p:cTn id="33" dur="1000" fill="hold"/>
                                        <p:tgtEl>
                                          <p:spTgt spid="29788"/>
                                        </p:tgtEl>
                                        <p:attrNameLst>
                                          <p:attrName>ppt_x</p:attrName>
                                        </p:attrNameLst>
                                      </p:cBhvr>
                                      <p:tavLst>
                                        <p:tav tm="0">
                                          <p:val>
                                            <p:strVal val="#ppt_x"/>
                                          </p:val>
                                        </p:tav>
                                        <p:tav tm="100000">
                                          <p:val>
                                            <p:strVal val="#ppt_x"/>
                                          </p:val>
                                        </p:tav>
                                      </p:tavLst>
                                    </p:anim>
                                    <p:anim calcmode="lin" valueType="num">
                                      <p:cBhvr>
                                        <p:cTn id="34" dur="1000" fill="hold"/>
                                        <p:tgtEl>
                                          <p:spTgt spid="29788"/>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2" fill="hold" grpId="0" nodeType="clickEffect">
                                  <p:stCondLst>
                                    <p:cond delay="0"/>
                                  </p:stCondLst>
                                  <p:childTnLst>
                                    <p:set>
                                      <p:cBhvr>
                                        <p:cTn id="38" dur="1" fill="hold">
                                          <p:stCondLst>
                                            <p:cond delay="0"/>
                                          </p:stCondLst>
                                        </p:cTn>
                                        <p:tgtEl>
                                          <p:spTgt spid="33"/>
                                        </p:tgtEl>
                                        <p:attrNameLst>
                                          <p:attrName>style.visibility</p:attrName>
                                        </p:attrNameLst>
                                      </p:cBhvr>
                                      <p:to>
                                        <p:strVal val="visible"/>
                                      </p:to>
                                    </p:set>
                                    <p:anim calcmode="lin" valueType="num">
                                      <p:cBhvr additive="base">
                                        <p:cTn id="39" dur="1500" fill="hold"/>
                                        <p:tgtEl>
                                          <p:spTgt spid="33"/>
                                        </p:tgtEl>
                                        <p:attrNameLst>
                                          <p:attrName>ppt_x</p:attrName>
                                        </p:attrNameLst>
                                      </p:cBhvr>
                                      <p:tavLst>
                                        <p:tav tm="0">
                                          <p:val>
                                            <p:strVal val="1+#ppt_w/2"/>
                                          </p:val>
                                        </p:tav>
                                        <p:tav tm="100000">
                                          <p:val>
                                            <p:strVal val="#ppt_x"/>
                                          </p:val>
                                        </p:tav>
                                      </p:tavLst>
                                    </p:anim>
                                    <p:anim calcmode="lin" valueType="num">
                                      <p:cBhvr additive="base">
                                        <p:cTn id="40" dur="1500" fill="hold"/>
                                        <p:tgtEl>
                                          <p:spTgt spid="33"/>
                                        </p:tgtEl>
                                        <p:attrNameLst>
                                          <p:attrName>ppt_y</p:attrName>
                                        </p:attrNameLst>
                                      </p:cBhvr>
                                      <p:tavLst>
                                        <p:tav tm="0">
                                          <p:val>
                                            <p:strVal val="#ppt_y"/>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17" presetClass="entr" presetSubtype="8" fill="hold" nodeType="clickEffect">
                                  <p:stCondLst>
                                    <p:cond delay="0"/>
                                  </p:stCondLst>
                                  <p:childTnLst>
                                    <p:set>
                                      <p:cBhvr>
                                        <p:cTn id="44" dur="1" fill="hold">
                                          <p:stCondLst>
                                            <p:cond delay="0"/>
                                          </p:stCondLst>
                                        </p:cTn>
                                        <p:tgtEl>
                                          <p:spTgt spid="55"/>
                                        </p:tgtEl>
                                        <p:attrNameLst>
                                          <p:attrName>style.visibility</p:attrName>
                                        </p:attrNameLst>
                                      </p:cBhvr>
                                      <p:to>
                                        <p:strVal val="visible"/>
                                      </p:to>
                                    </p:set>
                                    <p:anim calcmode="lin" valueType="num">
                                      <p:cBhvr>
                                        <p:cTn id="45" dur="500" fill="hold"/>
                                        <p:tgtEl>
                                          <p:spTgt spid="55"/>
                                        </p:tgtEl>
                                        <p:attrNameLst>
                                          <p:attrName>ppt_x</p:attrName>
                                        </p:attrNameLst>
                                      </p:cBhvr>
                                      <p:tavLst>
                                        <p:tav tm="0">
                                          <p:val>
                                            <p:strVal val="#ppt_x-#ppt_w/2"/>
                                          </p:val>
                                        </p:tav>
                                        <p:tav tm="100000">
                                          <p:val>
                                            <p:strVal val="#ppt_x"/>
                                          </p:val>
                                        </p:tav>
                                      </p:tavLst>
                                    </p:anim>
                                    <p:anim calcmode="lin" valueType="num">
                                      <p:cBhvr>
                                        <p:cTn id="46" dur="500" fill="hold"/>
                                        <p:tgtEl>
                                          <p:spTgt spid="55"/>
                                        </p:tgtEl>
                                        <p:attrNameLst>
                                          <p:attrName>ppt_y</p:attrName>
                                        </p:attrNameLst>
                                      </p:cBhvr>
                                      <p:tavLst>
                                        <p:tav tm="0">
                                          <p:val>
                                            <p:strVal val="#ppt_y"/>
                                          </p:val>
                                        </p:tav>
                                        <p:tav tm="100000">
                                          <p:val>
                                            <p:strVal val="#ppt_y"/>
                                          </p:val>
                                        </p:tav>
                                      </p:tavLst>
                                    </p:anim>
                                    <p:anim calcmode="lin" valueType="num">
                                      <p:cBhvr>
                                        <p:cTn id="47" dur="500" fill="hold"/>
                                        <p:tgtEl>
                                          <p:spTgt spid="55"/>
                                        </p:tgtEl>
                                        <p:attrNameLst>
                                          <p:attrName>ppt_w</p:attrName>
                                        </p:attrNameLst>
                                      </p:cBhvr>
                                      <p:tavLst>
                                        <p:tav tm="0">
                                          <p:val>
                                            <p:fltVal val="0"/>
                                          </p:val>
                                        </p:tav>
                                        <p:tav tm="100000">
                                          <p:val>
                                            <p:strVal val="#ppt_w"/>
                                          </p:val>
                                        </p:tav>
                                      </p:tavLst>
                                    </p:anim>
                                    <p:anim calcmode="lin" valueType="num">
                                      <p:cBhvr>
                                        <p:cTn id="48" dur="500" fill="hold"/>
                                        <p:tgtEl>
                                          <p:spTgt spid="55"/>
                                        </p:tgtEl>
                                        <p:attrNameLst>
                                          <p:attrName>ppt_h</p:attrName>
                                        </p:attrNameLst>
                                      </p:cBhvr>
                                      <p:tavLst>
                                        <p:tav tm="0">
                                          <p:val>
                                            <p:strVal val="#ppt_h"/>
                                          </p:val>
                                        </p:tav>
                                        <p:tav tm="100000">
                                          <p:val>
                                            <p:strVal val="#ppt_h"/>
                                          </p:val>
                                        </p:tav>
                                      </p:tavLst>
                                    </p:anim>
                                  </p:childTnLst>
                                </p:cTn>
                              </p:par>
                            </p:childTnLst>
                          </p:cTn>
                        </p:par>
                      </p:childTnLst>
                    </p:cTn>
                  </p:par>
                  <p:par>
                    <p:cTn id="49" fill="hold">
                      <p:stCondLst>
                        <p:cond delay="indefinite"/>
                      </p:stCondLst>
                      <p:childTnLst>
                        <p:par>
                          <p:cTn id="50" fill="hold">
                            <p:stCondLst>
                              <p:cond delay="0"/>
                            </p:stCondLst>
                            <p:childTnLst>
                              <p:par>
                                <p:cTn id="51" presetID="42" presetClass="path" presetSubtype="0" accel="50000" decel="50000" fill="hold" nodeType="clickEffect">
                                  <p:stCondLst>
                                    <p:cond delay="0"/>
                                  </p:stCondLst>
                                  <p:childTnLst>
                                    <p:animMotion origin="layout" path="M 2.08333E-7 -3.7037E-7 L 2.08333E-7 0.07199 " pathEditMode="relative" rAng="0" ptsTypes="AA">
                                      <p:cBhvr>
                                        <p:cTn id="52" dur="2000" fill="hold"/>
                                        <p:tgtEl>
                                          <p:spTgt spid="55"/>
                                        </p:tgtEl>
                                        <p:attrNameLst>
                                          <p:attrName>ppt_x</p:attrName>
                                          <p:attrName>ppt_y</p:attrName>
                                        </p:attrNameLst>
                                      </p:cBhvr>
                                      <p:rCtr x="0" y="3588"/>
                                    </p:animMotion>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57"/>
                                        </p:tgtEl>
                                        <p:attrNameLst>
                                          <p:attrName>style.visibility</p:attrName>
                                        </p:attrNameLst>
                                      </p:cBhvr>
                                      <p:to>
                                        <p:strVal val="visible"/>
                                      </p:to>
                                    </p:set>
                                    <p:animEffect transition="in" filter="wipe(left)">
                                      <p:cBhvr>
                                        <p:cTn id="57" dur="500"/>
                                        <p:tgtEl>
                                          <p:spTgt spid="57"/>
                                        </p:tgtEl>
                                      </p:cBhvr>
                                    </p:animEffect>
                                  </p:childTnLst>
                                </p:cTn>
                              </p:par>
                            </p:childTnLst>
                          </p:cTn>
                        </p:par>
                        <p:par>
                          <p:cTn id="58" fill="hold">
                            <p:stCondLst>
                              <p:cond delay="500"/>
                            </p:stCondLst>
                            <p:childTnLst>
                              <p:par>
                                <p:cTn id="59" presetID="17" presetClass="entr" presetSubtype="1" fill="hold" nodeType="afterEffect">
                                  <p:stCondLst>
                                    <p:cond delay="0"/>
                                  </p:stCondLst>
                                  <p:childTnLst>
                                    <p:set>
                                      <p:cBhvr>
                                        <p:cTn id="60" dur="1" fill="hold">
                                          <p:stCondLst>
                                            <p:cond delay="0"/>
                                          </p:stCondLst>
                                        </p:cTn>
                                        <p:tgtEl>
                                          <p:spTgt spid="5"/>
                                        </p:tgtEl>
                                        <p:attrNameLst>
                                          <p:attrName>style.visibility</p:attrName>
                                        </p:attrNameLst>
                                      </p:cBhvr>
                                      <p:to>
                                        <p:strVal val="visible"/>
                                      </p:to>
                                    </p:set>
                                    <p:anim calcmode="lin" valueType="num">
                                      <p:cBhvr>
                                        <p:cTn id="61" dur="1500" fill="hold"/>
                                        <p:tgtEl>
                                          <p:spTgt spid="5"/>
                                        </p:tgtEl>
                                        <p:attrNameLst>
                                          <p:attrName>ppt_x</p:attrName>
                                        </p:attrNameLst>
                                      </p:cBhvr>
                                      <p:tavLst>
                                        <p:tav tm="0">
                                          <p:val>
                                            <p:strVal val="#ppt_x"/>
                                          </p:val>
                                        </p:tav>
                                        <p:tav tm="100000">
                                          <p:val>
                                            <p:strVal val="#ppt_x"/>
                                          </p:val>
                                        </p:tav>
                                      </p:tavLst>
                                    </p:anim>
                                    <p:anim calcmode="lin" valueType="num">
                                      <p:cBhvr>
                                        <p:cTn id="62" dur="1500" fill="hold"/>
                                        <p:tgtEl>
                                          <p:spTgt spid="5"/>
                                        </p:tgtEl>
                                        <p:attrNameLst>
                                          <p:attrName>ppt_y</p:attrName>
                                        </p:attrNameLst>
                                      </p:cBhvr>
                                      <p:tavLst>
                                        <p:tav tm="0">
                                          <p:val>
                                            <p:strVal val="#ppt_y-#ppt_h/2"/>
                                          </p:val>
                                        </p:tav>
                                        <p:tav tm="100000">
                                          <p:val>
                                            <p:strVal val="#ppt_y"/>
                                          </p:val>
                                        </p:tav>
                                      </p:tavLst>
                                    </p:anim>
                                    <p:anim calcmode="lin" valueType="num">
                                      <p:cBhvr>
                                        <p:cTn id="63" dur="1500" fill="hold"/>
                                        <p:tgtEl>
                                          <p:spTgt spid="5"/>
                                        </p:tgtEl>
                                        <p:attrNameLst>
                                          <p:attrName>ppt_w</p:attrName>
                                        </p:attrNameLst>
                                      </p:cBhvr>
                                      <p:tavLst>
                                        <p:tav tm="0">
                                          <p:val>
                                            <p:strVal val="#ppt_w"/>
                                          </p:val>
                                        </p:tav>
                                        <p:tav tm="100000">
                                          <p:val>
                                            <p:strVal val="#ppt_w"/>
                                          </p:val>
                                        </p:tav>
                                      </p:tavLst>
                                    </p:anim>
                                    <p:anim calcmode="lin" valueType="num">
                                      <p:cBhvr>
                                        <p:cTn id="64" dur="1500" fill="hold"/>
                                        <p:tgtEl>
                                          <p:spTgt spid="5"/>
                                        </p:tgtEl>
                                        <p:attrNameLst>
                                          <p:attrName>ppt_h</p:attrName>
                                        </p:attrNameLst>
                                      </p:cBhvr>
                                      <p:tavLst>
                                        <p:tav tm="0">
                                          <p:val>
                                            <p:fltVal val="0"/>
                                          </p:val>
                                        </p:tav>
                                        <p:tav tm="100000">
                                          <p:val>
                                            <p:strVal val="#ppt_h"/>
                                          </p:val>
                                        </p:tav>
                                      </p:tavLst>
                                    </p:anim>
                                  </p:childTnLst>
                                </p:cTn>
                              </p:par>
                            </p:childTnLst>
                          </p:cTn>
                        </p:par>
                        <p:par>
                          <p:cTn id="65" fill="hold">
                            <p:stCondLst>
                              <p:cond delay="2000"/>
                            </p:stCondLst>
                            <p:childTnLst>
                              <p:par>
                                <p:cTn id="66" presetID="42" presetClass="path" presetSubtype="0" accel="50000" decel="50000" fill="hold" nodeType="afterEffect">
                                  <p:stCondLst>
                                    <p:cond delay="0"/>
                                  </p:stCondLst>
                                  <p:childTnLst>
                                    <p:animMotion origin="layout" path="M 2.08333E-7 0.07199 L 2.08333E-7 0.10995 " pathEditMode="relative" rAng="0" ptsTypes="AA">
                                      <p:cBhvr>
                                        <p:cTn id="67" dur="2000" fill="hold"/>
                                        <p:tgtEl>
                                          <p:spTgt spid="55"/>
                                        </p:tgtEl>
                                        <p:attrNameLst>
                                          <p:attrName>ppt_x</p:attrName>
                                          <p:attrName>ppt_y</p:attrName>
                                        </p:attrNameLst>
                                      </p:cBhvr>
                                      <p:rCtr x="0" y="1898"/>
                                    </p:animMotion>
                                  </p:childTnLst>
                                </p:cTn>
                              </p:par>
                            </p:childTnLst>
                          </p:cTn>
                        </p:par>
                      </p:childTnLst>
                    </p:cTn>
                  </p:par>
                  <p:par>
                    <p:cTn id="68" fill="hold">
                      <p:stCondLst>
                        <p:cond delay="indefinite"/>
                      </p:stCondLst>
                      <p:childTnLst>
                        <p:par>
                          <p:cTn id="69" fill="hold">
                            <p:stCondLst>
                              <p:cond delay="0"/>
                            </p:stCondLst>
                            <p:childTnLst>
                              <p:par>
                                <p:cTn id="70" presetID="31" presetClass="entr" presetSubtype="0" fill="hold" grpId="0" nodeType="clickEffect">
                                  <p:stCondLst>
                                    <p:cond delay="0"/>
                                  </p:stCondLst>
                                  <p:childTnLst>
                                    <p:set>
                                      <p:cBhvr>
                                        <p:cTn id="71" dur="1" fill="hold">
                                          <p:stCondLst>
                                            <p:cond delay="0"/>
                                          </p:stCondLst>
                                        </p:cTn>
                                        <p:tgtEl>
                                          <p:spTgt spid="35"/>
                                        </p:tgtEl>
                                        <p:attrNameLst>
                                          <p:attrName>style.visibility</p:attrName>
                                        </p:attrNameLst>
                                      </p:cBhvr>
                                      <p:to>
                                        <p:strVal val="visible"/>
                                      </p:to>
                                    </p:set>
                                    <p:anim calcmode="lin" valueType="num">
                                      <p:cBhvr>
                                        <p:cTn id="72" dur="1000" fill="hold"/>
                                        <p:tgtEl>
                                          <p:spTgt spid="35"/>
                                        </p:tgtEl>
                                        <p:attrNameLst>
                                          <p:attrName>ppt_w</p:attrName>
                                        </p:attrNameLst>
                                      </p:cBhvr>
                                      <p:tavLst>
                                        <p:tav tm="0">
                                          <p:val>
                                            <p:fltVal val="0"/>
                                          </p:val>
                                        </p:tav>
                                        <p:tav tm="100000">
                                          <p:val>
                                            <p:strVal val="#ppt_w"/>
                                          </p:val>
                                        </p:tav>
                                      </p:tavLst>
                                    </p:anim>
                                    <p:anim calcmode="lin" valueType="num">
                                      <p:cBhvr>
                                        <p:cTn id="73" dur="1000" fill="hold"/>
                                        <p:tgtEl>
                                          <p:spTgt spid="35"/>
                                        </p:tgtEl>
                                        <p:attrNameLst>
                                          <p:attrName>ppt_h</p:attrName>
                                        </p:attrNameLst>
                                      </p:cBhvr>
                                      <p:tavLst>
                                        <p:tav tm="0">
                                          <p:val>
                                            <p:fltVal val="0"/>
                                          </p:val>
                                        </p:tav>
                                        <p:tav tm="100000">
                                          <p:val>
                                            <p:strVal val="#ppt_h"/>
                                          </p:val>
                                        </p:tav>
                                      </p:tavLst>
                                    </p:anim>
                                    <p:anim calcmode="lin" valueType="num">
                                      <p:cBhvr>
                                        <p:cTn id="74" dur="1000" fill="hold"/>
                                        <p:tgtEl>
                                          <p:spTgt spid="35"/>
                                        </p:tgtEl>
                                        <p:attrNameLst>
                                          <p:attrName>style.rotation</p:attrName>
                                        </p:attrNameLst>
                                      </p:cBhvr>
                                      <p:tavLst>
                                        <p:tav tm="0">
                                          <p:val>
                                            <p:fltVal val="90"/>
                                          </p:val>
                                        </p:tav>
                                        <p:tav tm="100000">
                                          <p:val>
                                            <p:fltVal val="0"/>
                                          </p:val>
                                        </p:tav>
                                      </p:tavLst>
                                    </p:anim>
                                    <p:animEffect transition="in" filter="fade">
                                      <p:cBhvr>
                                        <p:cTn id="75" dur="1000"/>
                                        <p:tgtEl>
                                          <p:spTgt spid="35"/>
                                        </p:tgtEl>
                                      </p:cBhvr>
                                    </p:animEffect>
                                  </p:childTnLst>
                                </p:cTn>
                              </p:par>
                            </p:childTnLst>
                          </p:cTn>
                        </p:par>
                        <p:par>
                          <p:cTn id="76" fill="hold">
                            <p:stCondLst>
                              <p:cond delay="1000"/>
                            </p:stCondLst>
                            <p:childTnLst>
                              <p:par>
                                <p:cTn id="77" presetID="42" presetClass="path" presetSubtype="0" accel="50000" decel="50000" fill="hold" nodeType="afterEffect">
                                  <p:stCondLst>
                                    <p:cond delay="0"/>
                                  </p:stCondLst>
                                  <p:childTnLst>
                                    <p:animMotion origin="layout" path="M 2.08333E-7 0.10903 L 2.08333E-7 0.14931 " pathEditMode="relative" rAng="0" ptsTypes="AA">
                                      <p:cBhvr>
                                        <p:cTn id="78" dur="2000" fill="hold"/>
                                        <p:tgtEl>
                                          <p:spTgt spid="55"/>
                                        </p:tgtEl>
                                        <p:attrNameLst>
                                          <p:attrName>ppt_x</p:attrName>
                                          <p:attrName>ppt_y</p:attrName>
                                        </p:attrNameLst>
                                      </p:cBhvr>
                                      <p:rCtr x="0" y="2014"/>
                                    </p:animMotion>
                                  </p:childTnLst>
                                </p:cTn>
                              </p:par>
                            </p:childTnLst>
                          </p:cTn>
                        </p:par>
                      </p:childTnLst>
                    </p:cTn>
                  </p:par>
                  <p:par>
                    <p:cTn id="79" fill="hold">
                      <p:stCondLst>
                        <p:cond delay="indefinite"/>
                      </p:stCondLst>
                      <p:childTnLst>
                        <p:par>
                          <p:cTn id="80" fill="hold">
                            <p:stCondLst>
                              <p:cond delay="0"/>
                            </p:stCondLst>
                            <p:childTnLst>
                              <p:par>
                                <p:cTn id="81" presetID="17" presetClass="entr" presetSubtype="8" fill="hold" nodeType="clickEffect">
                                  <p:stCondLst>
                                    <p:cond delay="0"/>
                                  </p:stCondLst>
                                  <p:childTnLst>
                                    <p:set>
                                      <p:cBhvr>
                                        <p:cTn id="82" dur="1" fill="hold">
                                          <p:stCondLst>
                                            <p:cond delay="0"/>
                                          </p:stCondLst>
                                        </p:cTn>
                                        <p:tgtEl>
                                          <p:spTgt spid="11"/>
                                        </p:tgtEl>
                                        <p:attrNameLst>
                                          <p:attrName>style.visibility</p:attrName>
                                        </p:attrNameLst>
                                      </p:cBhvr>
                                      <p:to>
                                        <p:strVal val="visible"/>
                                      </p:to>
                                    </p:set>
                                    <p:anim calcmode="lin" valueType="num">
                                      <p:cBhvr>
                                        <p:cTn id="83" dur="1000" fill="hold"/>
                                        <p:tgtEl>
                                          <p:spTgt spid="11"/>
                                        </p:tgtEl>
                                        <p:attrNameLst>
                                          <p:attrName>ppt_x</p:attrName>
                                        </p:attrNameLst>
                                      </p:cBhvr>
                                      <p:tavLst>
                                        <p:tav tm="0">
                                          <p:val>
                                            <p:strVal val="#ppt_x-#ppt_w/2"/>
                                          </p:val>
                                        </p:tav>
                                        <p:tav tm="100000">
                                          <p:val>
                                            <p:strVal val="#ppt_x"/>
                                          </p:val>
                                        </p:tav>
                                      </p:tavLst>
                                    </p:anim>
                                    <p:anim calcmode="lin" valueType="num">
                                      <p:cBhvr>
                                        <p:cTn id="84" dur="1000" fill="hold"/>
                                        <p:tgtEl>
                                          <p:spTgt spid="11"/>
                                        </p:tgtEl>
                                        <p:attrNameLst>
                                          <p:attrName>ppt_y</p:attrName>
                                        </p:attrNameLst>
                                      </p:cBhvr>
                                      <p:tavLst>
                                        <p:tav tm="0">
                                          <p:val>
                                            <p:strVal val="#ppt_y"/>
                                          </p:val>
                                        </p:tav>
                                        <p:tav tm="100000">
                                          <p:val>
                                            <p:strVal val="#ppt_y"/>
                                          </p:val>
                                        </p:tav>
                                      </p:tavLst>
                                    </p:anim>
                                    <p:anim calcmode="lin" valueType="num">
                                      <p:cBhvr>
                                        <p:cTn id="85" dur="1000" fill="hold"/>
                                        <p:tgtEl>
                                          <p:spTgt spid="11"/>
                                        </p:tgtEl>
                                        <p:attrNameLst>
                                          <p:attrName>ppt_w</p:attrName>
                                        </p:attrNameLst>
                                      </p:cBhvr>
                                      <p:tavLst>
                                        <p:tav tm="0">
                                          <p:val>
                                            <p:fltVal val="0"/>
                                          </p:val>
                                        </p:tav>
                                        <p:tav tm="100000">
                                          <p:val>
                                            <p:strVal val="#ppt_w"/>
                                          </p:val>
                                        </p:tav>
                                      </p:tavLst>
                                    </p:anim>
                                    <p:anim calcmode="lin" valueType="num">
                                      <p:cBhvr>
                                        <p:cTn id="86" dur="1000" fill="hold"/>
                                        <p:tgtEl>
                                          <p:spTgt spid="11"/>
                                        </p:tgtEl>
                                        <p:attrNameLst>
                                          <p:attrName>ppt_h</p:attrName>
                                        </p:attrNameLst>
                                      </p:cBhvr>
                                      <p:tavLst>
                                        <p:tav tm="0">
                                          <p:val>
                                            <p:strVal val="#ppt_h"/>
                                          </p:val>
                                        </p:tav>
                                        <p:tav tm="100000">
                                          <p:val>
                                            <p:strVal val="#ppt_h"/>
                                          </p:val>
                                        </p:tav>
                                      </p:tavLst>
                                    </p:anim>
                                  </p:childTnLst>
                                </p:cTn>
                              </p:par>
                              <p:par>
                                <p:cTn id="87" presetID="17" presetClass="entr" presetSubtype="8" fill="hold" grpId="1" nodeType="withEffect">
                                  <p:stCondLst>
                                    <p:cond delay="0"/>
                                  </p:stCondLst>
                                  <p:childTnLst>
                                    <p:set>
                                      <p:cBhvr>
                                        <p:cTn id="88" dur="1" fill="hold">
                                          <p:stCondLst>
                                            <p:cond delay="0"/>
                                          </p:stCondLst>
                                        </p:cTn>
                                        <p:tgtEl>
                                          <p:spTgt spid="159"/>
                                        </p:tgtEl>
                                        <p:attrNameLst>
                                          <p:attrName>style.visibility</p:attrName>
                                        </p:attrNameLst>
                                      </p:cBhvr>
                                      <p:to>
                                        <p:strVal val="visible"/>
                                      </p:to>
                                    </p:set>
                                    <p:anim calcmode="lin" valueType="num">
                                      <p:cBhvr>
                                        <p:cTn id="89" dur="1000" fill="hold"/>
                                        <p:tgtEl>
                                          <p:spTgt spid="159"/>
                                        </p:tgtEl>
                                        <p:attrNameLst>
                                          <p:attrName>ppt_x</p:attrName>
                                        </p:attrNameLst>
                                      </p:cBhvr>
                                      <p:tavLst>
                                        <p:tav tm="0">
                                          <p:val>
                                            <p:strVal val="#ppt_x-#ppt_w/2"/>
                                          </p:val>
                                        </p:tav>
                                        <p:tav tm="100000">
                                          <p:val>
                                            <p:strVal val="#ppt_x"/>
                                          </p:val>
                                        </p:tav>
                                      </p:tavLst>
                                    </p:anim>
                                    <p:anim calcmode="lin" valueType="num">
                                      <p:cBhvr>
                                        <p:cTn id="90" dur="1000" fill="hold"/>
                                        <p:tgtEl>
                                          <p:spTgt spid="159"/>
                                        </p:tgtEl>
                                        <p:attrNameLst>
                                          <p:attrName>ppt_y</p:attrName>
                                        </p:attrNameLst>
                                      </p:cBhvr>
                                      <p:tavLst>
                                        <p:tav tm="0">
                                          <p:val>
                                            <p:strVal val="#ppt_y"/>
                                          </p:val>
                                        </p:tav>
                                        <p:tav tm="100000">
                                          <p:val>
                                            <p:strVal val="#ppt_y"/>
                                          </p:val>
                                        </p:tav>
                                      </p:tavLst>
                                    </p:anim>
                                    <p:anim calcmode="lin" valueType="num">
                                      <p:cBhvr>
                                        <p:cTn id="91" dur="1000" fill="hold"/>
                                        <p:tgtEl>
                                          <p:spTgt spid="159"/>
                                        </p:tgtEl>
                                        <p:attrNameLst>
                                          <p:attrName>ppt_w</p:attrName>
                                        </p:attrNameLst>
                                      </p:cBhvr>
                                      <p:tavLst>
                                        <p:tav tm="0">
                                          <p:val>
                                            <p:fltVal val="0"/>
                                          </p:val>
                                        </p:tav>
                                        <p:tav tm="100000">
                                          <p:val>
                                            <p:strVal val="#ppt_w"/>
                                          </p:val>
                                        </p:tav>
                                      </p:tavLst>
                                    </p:anim>
                                    <p:anim calcmode="lin" valueType="num">
                                      <p:cBhvr>
                                        <p:cTn id="92" dur="1000" fill="hold"/>
                                        <p:tgtEl>
                                          <p:spTgt spid="159"/>
                                        </p:tgtEl>
                                        <p:attrNameLst>
                                          <p:attrName>ppt_h</p:attrName>
                                        </p:attrNameLst>
                                      </p:cBhvr>
                                      <p:tavLst>
                                        <p:tav tm="0">
                                          <p:val>
                                            <p:strVal val="#ppt_h"/>
                                          </p:val>
                                        </p:tav>
                                        <p:tav tm="100000">
                                          <p:val>
                                            <p:strVal val="#ppt_h"/>
                                          </p:val>
                                        </p:tav>
                                      </p:tavLst>
                                    </p:anim>
                                  </p:childTnLst>
                                </p:cTn>
                              </p:par>
                            </p:childTnLst>
                          </p:cTn>
                        </p:par>
                        <p:par>
                          <p:cTn id="93" fill="hold">
                            <p:stCondLst>
                              <p:cond delay="1000"/>
                            </p:stCondLst>
                            <p:childTnLst>
                              <p:par>
                                <p:cTn id="94" presetID="42" presetClass="path" presetSubtype="0" accel="50000" decel="50000" fill="hold" nodeType="afterEffect">
                                  <p:stCondLst>
                                    <p:cond delay="0"/>
                                  </p:stCondLst>
                                  <p:childTnLst>
                                    <p:animMotion origin="layout" path="M 2.08333E-7 0.14884 L 2.08333E-7 0.26088 " pathEditMode="relative" rAng="0" ptsTypes="AA">
                                      <p:cBhvr>
                                        <p:cTn id="95" dur="2000" fill="hold"/>
                                        <p:tgtEl>
                                          <p:spTgt spid="55"/>
                                        </p:tgtEl>
                                        <p:attrNameLst>
                                          <p:attrName>ppt_x</p:attrName>
                                          <p:attrName>ppt_y</p:attrName>
                                        </p:attrNameLst>
                                      </p:cBhvr>
                                      <p:rCtr x="0" y="5602"/>
                                    </p:animMotion>
                                  </p:childTnLst>
                                </p:cTn>
                              </p:par>
                            </p:childTnLst>
                          </p:cTn>
                        </p:par>
                      </p:childTnLst>
                    </p:cTn>
                  </p:par>
                  <p:par>
                    <p:cTn id="96" fill="hold">
                      <p:stCondLst>
                        <p:cond delay="indefinite"/>
                      </p:stCondLst>
                      <p:childTnLst>
                        <p:par>
                          <p:cTn id="97" fill="hold">
                            <p:stCondLst>
                              <p:cond delay="0"/>
                            </p:stCondLst>
                            <p:childTnLst>
                              <p:par>
                                <p:cTn id="98" presetID="42" presetClass="entr" presetSubtype="0" fill="hold" nodeType="clickEffect">
                                  <p:stCondLst>
                                    <p:cond delay="0"/>
                                  </p:stCondLst>
                                  <p:childTnLst>
                                    <p:set>
                                      <p:cBhvr>
                                        <p:cTn id="99" dur="1" fill="hold">
                                          <p:stCondLst>
                                            <p:cond delay="0"/>
                                          </p:stCondLst>
                                        </p:cTn>
                                        <p:tgtEl>
                                          <p:spTgt spid="29712"/>
                                        </p:tgtEl>
                                        <p:attrNameLst>
                                          <p:attrName>style.visibility</p:attrName>
                                        </p:attrNameLst>
                                      </p:cBhvr>
                                      <p:to>
                                        <p:strVal val="visible"/>
                                      </p:to>
                                    </p:set>
                                    <p:animEffect transition="in" filter="fade">
                                      <p:cBhvr>
                                        <p:cTn id="100" dur="1000"/>
                                        <p:tgtEl>
                                          <p:spTgt spid="29712"/>
                                        </p:tgtEl>
                                      </p:cBhvr>
                                    </p:animEffect>
                                    <p:anim calcmode="lin" valueType="num">
                                      <p:cBhvr>
                                        <p:cTn id="101" dur="1000" fill="hold"/>
                                        <p:tgtEl>
                                          <p:spTgt spid="29712"/>
                                        </p:tgtEl>
                                        <p:attrNameLst>
                                          <p:attrName>ppt_x</p:attrName>
                                        </p:attrNameLst>
                                      </p:cBhvr>
                                      <p:tavLst>
                                        <p:tav tm="0">
                                          <p:val>
                                            <p:strVal val="#ppt_x"/>
                                          </p:val>
                                        </p:tav>
                                        <p:tav tm="100000">
                                          <p:val>
                                            <p:strVal val="#ppt_x"/>
                                          </p:val>
                                        </p:tav>
                                      </p:tavLst>
                                    </p:anim>
                                    <p:anim calcmode="lin" valueType="num">
                                      <p:cBhvr>
                                        <p:cTn id="102" dur="1000" fill="hold"/>
                                        <p:tgtEl>
                                          <p:spTgt spid="29712"/>
                                        </p:tgtEl>
                                        <p:attrNameLst>
                                          <p:attrName>ppt_y</p:attrName>
                                        </p:attrNameLst>
                                      </p:cBhvr>
                                      <p:tavLst>
                                        <p:tav tm="0">
                                          <p:val>
                                            <p:strVal val="#ppt_y+.1"/>
                                          </p:val>
                                        </p:tav>
                                        <p:tav tm="100000">
                                          <p:val>
                                            <p:strVal val="#ppt_y"/>
                                          </p:val>
                                        </p:tav>
                                      </p:tavLst>
                                    </p:anim>
                                  </p:childTnLst>
                                </p:cTn>
                              </p:par>
                            </p:childTnLst>
                          </p:cTn>
                        </p:par>
                        <p:par>
                          <p:cTn id="103" fill="hold">
                            <p:stCondLst>
                              <p:cond delay="1000"/>
                            </p:stCondLst>
                            <p:childTnLst>
                              <p:par>
                                <p:cTn id="104" presetID="42" presetClass="path" presetSubtype="0" accel="50000" decel="50000" fill="hold" nodeType="afterEffect">
                                  <p:stCondLst>
                                    <p:cond delay="0"/>
                                  </p:stCondLst>
                                  <p:childTnLst>
                                    <p:animMotion origin="layout" path="M 2.08333E-7 0.26088 L -0.00052 0.33634 " pathEditMode="relative" rAng="0" ptsTypes="AA">
                                      <p:cBhvr>
                                        <p:cTn id="105" dur="2000" fill="hold"/>
                                        <p:tgtEl>
                                          <p:spTgt spid="55"/>
                                        </p:tgtEl>
                                        <p:attrNameLst>
                                          <p:attrName>ppt_x</p:attrName>
                                          <p:attrName>ppt_y</p:attrName>
                                        </p:attrNameLst>
                                      </p:cBhvr>
                                      <p:rCtr x="-26" y="3773"/>
                                    </p:animMotion>
                                  </p:childTnLst>
                                </p:cTn>
                              </p:par>
                            </p:childTnLst>
                          </p:cTn>
                        </p:par>
                      </p:childTnLst>
                    </p:cTn>
                  </p:par>
                  <p:par>
                    <p:cTn id="106" fill="hold">
                      <p:stCondLst>
                        <p:cond delay="indefinite"/>
                      </p:stCondLst>
                      <p:childTnLst>
                        <p:par>
                          <p:cTn id="107" fill="hold">
                            <p:stCondLst>
                              <p:cond delay="0"/>
                            </p:stCondLst>
                            <p:childTnLst>
                              <p:par>
                                <p:cTn id="108" presetID="1" presetClass="entr" presetSubtype="0" fill="hold" grpId="0" nodeType="clickEffect">
                                  <p:stCondLst>
                                    <p:cond delay="0"/>
                                  </p:stCondLst>
                                  <p:childTnLst>
                                    <p:set>
                                      <p:cBhvr>
                                        <p:cTn id="109" dur="1" fill="hold">
                                          <p:stCondLst>
                                            <p:cond delay="0"/>
                                          </p:stCondLst>
                                        </p:cTn>
                                        <p:tgtEl>
                                          <p:spTgt spid="34"/>
                                        </p:tgtEl>
                                        <p:attrNameLst>
                                          <p:attrName>style.visibility</p:attrName>
                                        </p:attrNameLst>
                                      </p:cBhvr>
                                      <p:to>
                                        <p:strVal val="visible"/>
                                      </p:to>
                                    </p:set>
                                  </p:childTnLst>
                                </p:cTn>
                              </p:par>
                            </p:childTnLst>
                          </p:cTn>
                        </p:par>
                        <p:par>
                          <p:cTn id="110" fill="hold">
                            <p:stCondLst>
                              <p:cond delay="0"/>
                            </p:stCondLst>
                            <p:childTnLst>
                              <p:par>
                                <p:cTn id="111" presetID="42" presetClass="path" presetSubtype="0" accel="50000" decel="50000" fill="hold" grpId="1" nodeType="afterEffect">
                                  <p:stCondLst>
                                    <p:cond delay="0"/>
                                  </p:stCondLst>
                                  <p:childTnLst>
                                    <p:animMotion origin="layout" path="M 1.25E-6 4.07407E-6 L -0.06498 0.40254 " pathEditMode="relative" rAng="0" ptsTypes="AA">
                                      <p:cBhvr>
                                        <p:cTn id="112" dur="1500" fill="hold"/>
                                        <p:tgtEl>
                                          <p:spTgt spid="34"/>
                                        </p:tgtEl>
                                        <p:attrNameLst>
                                          <p:attrName>ppt_x</p:attrName>
                                          <p:attrName>ppt_y</p:attrName>
                                        </p:attrNameLst>
                                      </p:cBhvr>
                                      <p:rCtr x="-3255" y="20116"/>
                                    </p:animMotion>
                                  </p:childTnLst>
                                </p:cTn>
                              </p:par>
                            </p:childTnLst>
                          </p:cTn>
                        </p:par>
                        <p:par>
                          <p:cTn id="113" fill="hold">
                            <p:stCondLst>
                              <p:cond delay="1500"/>
                            </p:stCondLst>
                            <p:childTnLst>
                              <p:par>
                                <p:cTn id="114" presetID="63" presetClass="path" presetSubtype="0" accel="50000" decel="50000" fill="hold" grpId="2" nodeType="afterEffect">
                                  <p:stCondLst>
                                    <p:cond delay="0"/>
                                  </p:stCondLst>
                                  <p:childTnLst>
                                    <p:animMotion origin="layout" path="M -0.06497 0.40254 L 0.53385 0.38194 " pathEditMode="relative" rAng="0" ptsTypes="AA">
                                      <p:cBhvr>
                                        <p:cTn id="115" dur="1500" fill="hold"/>
                                        <p:tgtEl>
                                          <p:spTgt spid="34"/>
                                        </p:tgtEl>
                                        <p:attrNameLst>
                                          <p:attrName>ppt_x</p:attrName>
                                          <p:attrName>ppt_y</p:attrName>
                                        </p:attrNameLst>
                                      </p:cBhvr>
                                      <p:rCtr x="29779" y="-949"/>
                                    </p:animMotion>
                                  </p:childTnLst>
                                </p:cTn>
                              </p:par>
                            </p:childTnLst>
                          </p:cTn>
                        </p:par>
                        <p:par>
                          <p:cTn id="116" fill="hold">
                            <p:stCondLst>
                              <p:cond delay="3000"/>
                            </p:stCondLst>
                            <p:childTnLst>
                              <p:par>
                                <p:cTn id="117" presetID="42" presetClass="path" presetSubtype="0" accel="50000" decel="50000" fill="hold" nodeType="afterEffect">
                                  <p:stCondLst>
                                    <p:cond delay="0"/>
                                  </p:stCondLst>
                                  <p:childTnLst>
                                    <p:animMotion origin="layout" path="M -0.00052 0.33634 L 0.00052 0.40857 " pathEditMode="relative" rAng="0" ptsTypes="AA">
                                      <p:cBhvr>
                                        <p:cTn id="118" dur="2000" fill="hold"/>
                                        <p:tgtEl>
                                          <p:spTgt spid="55"/>
                                        </p:tgtEl>
                                        <p:attrNameLst>
                                          <p:attrName>ppt_x</p:attrName>
                                          <p:attrName>ppt_y</p:attrName>
                                        </p:attrNameLst>
                                      </p:cBhvr>
                                      <p:rCtr x="0" y="3449"/>
                                    </p:animMotion>
                                  </p:childTnLst>
                                </p:cTn>
                              </p:par>
                            </p:childTnLst>
                          </p:cTn>
                        </p:par>
                      </p:childTnLst>
                    </p:cTn>
                  </p:par>
                  <p:par>
                    <p:cTn id="119" fill="hold">
                      <p:stCondLst>
                        <p:cond delay="indefinite"/>
                      </p:stCondLst>
                      <p:childTnLst>
                        <p:par>
                          <p:cTn id="120" fill="hold">
                            <p:stCondLst>
                              <p:cond delay="0"/>
                            </p:stCondLst>
                            <p:childTnLst>
                              <p:par>
                                <p:cTn id="121" presetID="31" presetClass="entr" presetSubtype="0" fill="hold" grpId="0" nodeType="clickEffect">
                                  <p:stCondLst>
                                    <p:cond delay="0"/>
                                  </p:stCondLst>
                                  <p:childTnLst>
                                    <p:set>
                                      <p:cBhvr>
                                        <p:cTn id="122" dur="1" fill="hold">
                                          <p:stCondLst>
                                            <p:cond delay="0"/>
                                          </p:stCondLst>
                                        </p:cTn>
                                        <p:tgtEl>
                                          <p:spTgt spid="146"/>
                                        </p:tgtEl>
                                        <p:attrNameLst>
                                          <p:attrName>style.visibility</p:attrName>
                                        </p:attrNameLst>
                                      </p:cBhvr>
                                      <p:to>
                                        <p:strVal val="visible"/>
                                      </p:to>
                                    </p:set>
                                    <p:anim calcmode="lin" valueType="num">
                                      <p:cBhvr>
                                        <p:cTn id="123" dur="1000" fill="hold"/>
                                        <p:tgtEl>
                                          <p:spTgt spid="146"/>
                                        </p:tgtEl>
                                        <p:attrNameLst>
                                          <p:attrName>ppt_w</p:attrName>
                                        </p:attrNameLst>
                                      </p:cBhvr>
                                      <p:tavLst>
                                        <p:tav tm="0">
                                          <p:val>
                                            <p:fltVal val="0"/>
                                          </p:val>
                                        </p:tav>
                                        <p:tav tm="100000">
                                          <p:val>
                                            <p:strVal val="#ppt_w"/>
                                          </p:val>
                                        </p:tav>
                                      </p:tavLst>
                                    </p:anim>
                                    <p:anim calcmode="lin" valueType="num">
                                      <p:cBhvr>
                                        <p:cTn id="124" dur="1000" fill="hold"/>
                                        <p:tgtEl>
                                          <p:spTgt spid="146"/>
                                        </p:tgtEl>
                                        <p:attrNameLst>
                                          <p:attrName>ppt_h</p:attrName>
                                        </p:attrNameLst>
                                      </p:cBhvr>
                                      <p:tavLst>
                                        <p:tav tm="0">
                                          <p:val>
                                            <p:fltVal val="0"/>
                                          </p:val>
                                        </p:tav>
                                        <p:tav tm="100000">
                                          <p:val>
                                            <p:strVal val="#ppt_h"/>
                                          </p:val>
                                        </p:tav>
                                      </p:tavLst>
                                    </p:anim>
                                    <p:anim calcmode="lin" valueType="num">
                                      <p:cBhvr>
                                        <p:cTn id="125" dur="1000" fill="hold"/>
                                        <p:tgtEl>
                                          <p:spTgt spid="146"/>
                                        </p:tgtEl>
                                        <p:attrNameLst>
                                          <p:attrName>style.rotation</p:attrName>
                                        </p:attrNameLst>
                                      </p:cBhvr>
                                      <p:tavLst>
                                        <p:tav tm="0">
                                          <p:val>
                                            <p:fltVal val="90"/>
                                          </p:val>
                                        </p:tav>
                                        <p:tav tm="100000">
                                          <p:val>
                                            <p:fltVal val="0"/>
                                          </p:val>
                                        </p:tav>
                                      </p:tavLst>
                                    </p:anim>
                                    <p:animEffect transition="in" filter="fade">
                                      <p:cBhvr>
                                        <p:cTn id="126" dur="1000"/>
                                        <p:tgtEl>
                                          <p:spTgt spid="146"/>
                                        </p:tgtEl>
                                      </p:cBhvr>
                                    </p:animEffect>
                                  </p:childTnLst>
                                </p:cTn>
                              </p:par>
                            </p:childTnLst>
                          </p:cTn>
                        </p:par>
                        <p:par>
                          <p:cTn id="127" fill="hold">
                            <p:stCondLst>
                              <p:cond delay="1000"/>
                            </p:stCondLst>
                            <p:childTnLst>
                              <p:par>
                                <p:cTn id="128" presetID="42" presetClass="path" presetSubtype="0" accel="50000" decel="50000" fill="hold" grpId="1" nodeType="afterEffect">
                                  <p:stCondLst>
                                    <p:cond delay="0"/>
                                  </p:stCondLst>
                                  <p:childTnLst>
                                    <p:animMotion origin="layout" path="M -3.75E-6 7.40741E-7 L -0.19257 0.36296 " pathEditMode="relative" rAng="0" ptsTypes="AA">
                                      <p:cBhvr>
                                        <p:cTn id="129" dur="1500" fill="hold"/>
                                        <p:tgtEl>
                                          <p:spTgt spid="146"/>
                                        </p:tgtEl>
                                        <p:attrNameLst>
                                          <p:attrName>ppt_x</p:attrName>
                                          <p:attrName>ppt_y</p:attrName>
                                        </p:attrNameLst>
                                      </p:cBhvr>
                                      <p:rCtr x="-9622" y="18611"/>
                                    </p:animMotion>
                                  </p:childTnLst>
                                </p:cTn>
                              </p:par>
                            </p:childTnLst>
                          </p:cTn>
                        </p:par>
                        <p:par>
                          <p:cTn id="130" fill="hold">
                            <p:stCondLst>
                              <p:cond delay="2500"/>
                            </p:stCondLst>
                            <p:childTnLst>
                              <p:par>
                                <p:cTn id="131" presetID="47" presetClass="entr" presetSubtype="0" fill="hold" grpId="0" nodeType="afterEffect">
                                  <p:stCondLst>
                                    <p:cond delay="0"/>
                                  </p:stCondLst>
                                  <p:childTnLst>
                                    <p:set>
                                      <p:cBhvr>
                                        <p:cTn id="132" dur="1" fill="hold">
                                          <p:stCondLst>
                                            <p:cond delay="0"/>
                                          </p:stCondLst>
                                        </p:cTn>
                                        <p:tgtEl>
                                          <p:spTgt spid="40"/>
                                        </p:tgtEl>
                                        <p:attrNameLst>
                                          <p:attrName>style.visibility</p:attrName>
                                        </p:attrNameLst>
                                      </p:cBhvr>
                                      <p:to>
                                        <p:strVal val="visible"/>
                                      </p:to>
                                    </p:set>
                                    <p:animEffect transition="in" filter="fade">
                                      <p:cBhvr>
                                        <p:cTn id="133" dur="1000"/>
                                        <p:tgtEl>
                                          <p:spTgt spid="40"/>
                                        </p:tgtEl>
                                      </p:cBhvr>
                                    </p:animEffect>
                                    <p:anim calcmode="lin" valueType="num">
                                      <p:cBhvr>
                                        <p:cTn id="134" dur="1000" fill="hold"/>
                                        <p:tgtEl>
                                          <p:spTgt spid="40"/>
                                        </p:tgtEl>
                                        <p:attrNameLst>
                                          <p:attrName>ppt_x</p:attrName>
                                        </p:attrNameLst>
                                      </p:cBhvr>
                                      <p:tavLst>
                                        <p:tav tm="0">
                                          <p:val>
                                            <p:strVal val="#ppt_x"/>
                                          </p:val>
                                        </p:tav>
                                        <p:tav tm="100000">
                                          <p:val>
                                            <p:strVal val="#ppt_x"/>
                                          </p:val>
                                        </p:tav>
                                      </p:tavLst>
                                    </p:anim>
                                    <p:anim calcmode="lin" valueType="num">
                                      <p:cBhvr>
                                        <p:cTn id="135" dur="1000" fill="hold"/>
                                        <p:tgtEl>
                                          <p:spTgt spid="40"/>
                                        </p:tgtEl>
                                        <p:attrNameLst>
                                          <p:attrName>ppt_y</p:attrName>
                                        </p:attrNameLst>
                                      </p:cBhvr>
                                      <p:tavLst>
                                        <p:tav tm="0">
                                          <p:val>
                                            <p:strVal val="#ppt_y-.1"/>
                                          </p:val>
                                        </p:tav>
                                        <p:tav tm="100000">
                                          <p:val>
                                            <p:strVal val="#ppt_y"/>
                                          </p:val>
                                        </p:tav>
                                      </p:tavLst>
                                    </p:anim>
                                  </p:childTnLst>
                                </p:cTn>
                              </p:par>
                            </p:childTnLst>
                          </p:cTn>
                        </p:par>
                        <p:par>
                          <p:cTn id="136" fill="hold">
                            <p:stCondLst>
                              <p:cond delay="3500"/>
                            </p:stCondLst>
                            <p:childTnLst>
                              <p:par>
                                <p:cTn id="137" presetID="63" presetClass="path" presetSubtype="0" accel="50000" decel="50000" fill="hold" grpId="1" nodeType="afterEffect">
                                  <p:stCondLst>
                                    <p:cond delay="0"/>
                                  </p:stCondLst>
                                  <p:childTnLst>
                                    <p:animMotion origin="layout" path="M 2.08333E-7 -2.22222E-6 L -0.08268 -2.22222E-6 " pathEditMode="relative" rAng="0" ptsTypes="AA">
                                      <p:cBhvr>
                                        <p:cTn id="138" dur="1500" fill="hold"/>
                                        <p:tgtEl>
                                          <p:spTgt spid="40"/>
                                        </p:tgtEl>
                                        <p:attrNameLst>
                                          <p:attrName>ppt_x</p:attrName>
                                          <p:attrName>ppt_y</p:attrName>
                                        </p:attrNameLst>
                                      </p:cBhvr>
                                      <p:rCtr x="-4141" y="0"/>
                                    </p:animMotion>
                                  </p:childTnLst>
                                </p:cTn>
                              </p:par>
                              <p:par>
                                <p:cTn id="139" presetID="10" presetClass="exit" presetSubtype="0" fill="hold" grpId="2" nodeType="withEffect">
                                  <p:stCondLst>
                                    <p:cond delay="1000"/>
                                  </p:stCondLst>
                                  <p:childTnLst>
                                    <p:animEffect transition="out" filter="fade">
                                      <p:cBhvr>
                                        <p:cTn id="140" dur="500"/>
                                        <p:tgtEl>
                                          <p:spTgt spid="146"/>
                                        </p:tgtEl>
                                      </p:cBhvr>
                                    </p:animEffect>
                                    <p:set>
                                      <p:cBhvr>
                                        <p:cTn id="141" dur="1" fill="hold">
                                          <p:stCondLst>
                                            <p:cond delay="499"/>
                                          </p:stCondLst>
                                        </p:cTn>
                                        <p:tgtEl>
                                          <p:spTgt spid="146"/>
                                        </p:tgtEl>
                                        <p:attrNameLst>
                                          <p:attrName>style.visibility</p:attrName>
                                        </p:attrNameLst>
                                      </p:cBhvr>
                                      <p:to>
                                        <p:strVal val="hidden"/>
                                      </p:to>
                                    </p:set>
                                  </p:childTnLst>
                                </p:cTn>
                              </p:par>
                            </p:childTnLst>
                          </p:cTn>
                        </p:par>
                        <p:par>
                          <p:cTn id="142" fill="hold">
                            <p:stCondLst>
                              <p:cond delay="5000"/>
                            </p:stCondLst>
                            <p:childTnLst>
                              <p:par>
                                <p:cTn id="143" presetID="22" presetClass="entr" presetSubtype="4" fill="hold" grpId="0" nodeType="afterEffect">
                                  <p:stCondLst>
                                    <p:cond delay="0"/>
                                  </p:stCondLst>
                                  <p:childTnLst>
                                    <p:set>
                                      <p:cBhvr>
                                        <p:cTn id="144" dur="1" fill="hold">
                                          <p:stCondLst>
                                            <p:cond delay="0"/>
                                          </p:stCondLst>
                                        </p:cTn>
                                        <p:tgtEl>
                                          <p:spTgt spid="29740"/>
                                        </p:tgtEl>
                                        <p:attrNameLst>
                                          <p:attrName>style.visibility</p:attrName>
                                        </p:attrNameLst>
                                      </p:cBhvr>
                                      <p:to>
                                        <p:strVal val="visible"/>
                                      </p:to>
                                    </p:set>
                                    <p:animEffect transition="in" filter="wipe(down)">
                                      <p:cBhvr>
                                        <p:cTn id="145" dur="1000"/>
                                        <p:tgtEl>
                                          <p:spTgt spid="29740"/>
                                        </p:tgtEl>
                                      </p:cBhvr>
                                    </p:animEffect>
                                  </p:childTnLst>
                                </p:cTn>
                              </p:par>
                            </p:childTnLst>
                          </p:cTn>
                        </p:par>
                      </p:childTnLst>
                    </p:cTn>
                  </p:par>
                  <p:par>
                    <p:cTn id="146" fill="hold">
                      <p:stCondLst>
                        <p:cond delay="indefinite"/>
                      </p:stCondLst>
                      <p:childTnLst>
                        <p:par>
                          <p:cTn id="147" fill="hold">
                            <p:stCondLst>
                              <p:cond delay="0"/>
                            </p:stCondLst>
                            <p:childTnLst>
                              <p:par>
                                <p:cTn id="148" presetID="63" presetClass="path" presetSubtype="0" accel="50000" decel="50000" fill="hold" nodeType="clickEffect">
                                  <p:stCondLst>
                                    <p:cond delay="0"/>
                                  </p:stCondLst>
                                  <p:childTnLst>
                                    <p:animMotion origin="layout" path="M -1.25E-6 4.07407E-6 L 0.02214 4.07407E-6 " pathEditMode="relative" rAng="0" ptsTypes="AA">
                                      <p:cBhvr>
                                        <p:cTn id="149" dur="2000" fill="hold"/>
                                        <p:tgtEl>
                                          <p:spTgt spid="29712"/>
                                        </p:tgtEl>
                                        <p:attrNameLst>
                                          <p:attrName>ppt_x</p:attrName>
                                          <p:attrName>ppt_y</p:attrName>
                                        </p:attrNameLst>
                                      </p:cBhvr>
                                      <p:rCtr x="1107" y="0"/>
                                    </p:animMotion>
                                  </p:childTnLst>
                                </p:cTn>
                              </p:par>
                            </p:childTnLst>
                          </p:cTn>
                        </p:par>
                        <p:par>
                          <p:cTn id="150" fill="hold">
                            <p:stCondLst>
                              <p:cond delay="2000"/>
                            </p:stCondLst>
                            <p:childTnLst>
                              <p:par>
                                <p:cTn id="151" presetID="1" presetClass="entr" presetSubtype="0" fill="hold" grpId="0" nodeType="afterEffect">
                                  <p:stCondLst>
                                    <p:cond delay="0"/>
                                  </p:stCondLst>
                                  <p:childTnLst>
                                    <p:set>
                                      <p:cBhvr>
                                        <p:cTn id="152" dur="1" fill="hold">
                                          <p:stCondLst>
                                            <p:cond delay="0"/>
                                          </p:stCondLst>
                                        </p:cTn>
                                        <p:tgtEl>
                                          <p:spTgt spid="38"/>
                                        </p:tgtEl>
                                        <p:attrNameLst>
                                          <p:attrName>style.visibility</p:attrName>
                                        </p:attrNameLst>
                                      </p:cBhvr>
                                      <p:to>
                                        <p:strVal val="visible"/>
                                      </p:to>
                                    </p:set>
                                  </p:childTnLst>
                                </p:cTn>
                              </p:par>
                            </p:childTnLst>
                          </p:cTn>
                        </p:par>
                        <p:par>
                          <p:cTn id="153" fill="hold">
                            <p:stCondLst>
                              <p:cond delay="2000"/>
                            </p:stCondLst>
                            <p:childTnLst>
                              <p:par>
                                <p:cTn id="154" presetID="42" presetClass="path" presetSubtype="0" accel="50000" decel="50000" fill="hold" grpId="1" nodeType="afterEffect">
                                  <p:stCondLst>
                                    <p:cond delay="0"/>
                                  </p:stCondLst>
                                  <p:childTnLst>
                                    <p:animMotion origin="layout" path="M 2.29167E-6 4.07407E-6 L -0.0569 0.39676 " pathEditMode="relative" rAng="0" ptsTypes="AA">
                                      <p:cBhvr>
                                        <p:cTn id="155" dur="1500" fill="hold"/>
                                        <p:tgtEl>
                                          <p:spTgt spid="38"/>
                                        </p:tgtEl>
                                        <p:attrNameLst>
                                          <p:attrName>ppt_x</p:attrName>
                                          <p:attrName>ppt_y</p:attrName>
                                        </p:attrNameLst>
                                      </p:cBhvr>
                                      <p:rCtr x="-2852" y="19838"/>
                                    </p:animMotion>
                                  </p:childTnLst>
                                </p:cTn>
                              </p:par>
                            </p:childTnLst>
                          </p:cTn>
                        </p:par>
                        <p:par>
                          <p:cTn id="156" fill="hold">
                            <p:stCondLst>
                              <p:cond delay="3500"/>
                            </p:stCondLst>
                            <p:childTnLst>
                              <p:par>
                                <p:cTn id="157" presetID="63" presetClass="path" presetSubtype="0" accel="50000" decel="50000" fill="hold" grpId="2" nodeType="afterEffect">
                                  <p:stCondLst>
                                    <p:cond delay="0"/>
                                  </p:stCondLst>
                                  <p:childTnLst>
                                    <p:animMotion origin="layout" path="M -0.0569 0.39676 L 0.53489 0.38333 " pathEditMode="relative" rAng="0" ptsTypes="AA">
                                      <p:cBhvr>
                                        <p:cTn id="158" dur="1500" fill="hold"/>
                                        <p:tgtEl>
                                          <p:spTgt spid="38"/>
                                        </p:tgtEl>
                                        <p:attrNameLst>
                                          <p:attrName>ppt_x</p:attrName>
                                          <p:attrName>ppt_y</p:attrName>
                                        </p:attrNameLst>
                                      </p:cBhvr>
                                      <p:rCtr x="29375" y="-509"/>
                                    </p:animMotion>
                                  </p:childTnLst>
                                </p:cTn>
                              </p:par>
                            </p:childTnLst>
                          </p:cTn>
                        </p:par>
                      </p:childTnLst>
                    </p:cTn>
                  </p:par>
                  <p:par>
                    <p:cTn id="159" fill="hold">
                      <p:stCondLst>
                        <p:cond delay="indefinite"/>
                      </p:stCondLst>
                      <p:childTnLst>
                        <p:par>
                          <p:cTn id="160" fill="hold">
                            <p:stCondLst>
                              <p:cond delay="0"/>
                            </p:stCondLst>
                            <p:childTnLst>
                              <p:par>
                                <p:cTn id="161" presetID="47" presetClass="entr" presetSubtype="0" fill="hold" grpId="0" nodeType="clickEffect">
                                  <p:stCondLst>
                                    <p:cond delay="0"/>
                                  </p:stCondLst>
                                  <p:childTnLst>
                                    <p:set>
                                      <p:cBhvr>
                                        <p:cTn id="162" dur="1" fill="hold">
                                          <p:stCondLst>
                                            <p:cond delay="0"/>
                                          </p:stCondLst>
                                        </p:cTn>
                                        <p:tgtEl>
                                          <p:spTgt spid="41"/>
                                        </p:tgtEl>
                                        <p:attrNameLst>
                                          <p:attrName>style.visibility</p:attrName>
                                        </p:attrNameLst>
                                      </p:cBhvr>
                                      <p:to>
                                        <p:strVal val="visible"/>
                                      </p:to>
                                    </p:set>
                                    <p:animEffect transition="in" filter="fade">
                                      <p:cBhvr>
                                        <p:cTn id="163" dur="1000"/>
                                        <p:tgtEl>
                                          <p:spTgt spid="41"/>
                                        </p:tgtEl>
                                      </p:cBhvr>
                                    </p:animEffect>
                                    <p:anim calcmode="lin" valueType="num">
                                      <p:cBhvr>
                                        <p:cTn id="164" dur="1000" fill="hold"/>
                                        <p:tgtEl>
                                          <p:spTgt spid="41"/>
                                        </p:tgtEl>
                                        <p:attrNameLst>
                                          <p:attrName>ppt_x</p:attrName>
                                        </p:attrNameLst>
                                      </p:cBhvr>
                                      <p:tavLst>
                                        <p:tav tm="0">
                                          <p:val>
                                            <p:strVal val="#ppt_x"/>
                                          </p:val>
                                        </p:tav>
                                        <p:tav tm="100000">
                                          <p:val>
                                            <p:strVal val="#ppt_x"/>
                                          </p:val>
                                        </p:tav>
                                      </p:tavLst>
                                    </p:anim>
                                    <p:anim calcmode="lin" valueType="num">
                                      <p:cBhvr>
                                        <p:cTn id="165" dur="1000" fill="hold"/>
                                        <p:tgtEl>
                                          <p:spTgt spid="41"/>
                                        </p:tgtEl>
                                        <p:attrNameLst>
                                          <p:attrName>ppt_y</p:attrName>
                                        </p:attrNameLst>
                                      </p:cBhvr>
                                      <p:tavLst>
                                        <p:tav tm="0">
                                          <p:val>
                                            <p:strVal val="#ppt_y-.1"/>
                                          </p:val>
                                        </p:tav>
                                        <p:tav tm="100000">
                                          <p:val>
                                            <p:strVal val="#ppt_y"/>
                                          </p:val>
                                        </p:tav>
                                      </p:tavLst>
                                    </p:anim>
                                  </p:childTnLst>
                                </p:cTn>
                              </p:par>
                            </p:childTnLst>
                          </p:cTn>
                        </p:par>
                        <p:par>
                          <p:cTn id="166" fill="hold">
                            <p:stCondLst>
                              <p:cond delay="1000"/>
                            </p:stCondLst>
                            <p:childTnLst>
                              <p:par>
                                <p:cTn id="167" presetID="35" presetClass="path" presetSubtype="0" accel="50000" decel="50000" fill="hold" grpId="1" nodeType="afterEffect">
                                  <p:stCondLst>
                                    <p:cond delay="0"/>
                                  </p:stCondLst>
                                  <p:childTnLst>
                                    <p:animMotion origin="layout" path="M 2.5E-6 -2.22222E-6 L -0.0806 -2.22222E-6 " pathEditMode="relative" rAng="0" ptsTypes="AA">
                                      <p:cBhvr>
                                        <p:cTn id="168" dur="1000" fill="hold"/>
                                        <p:tgtEl>
                                          <p:spTgt spid="41"/>
                                        </p:tgtEl>
                                        <p:attrNameLst>
                                          <p:attrName>ppt_x</p:attrName>
                                          <p:attrName>ppt_y</p:attrName>
                                        </p:attrNameLst>
                                      </p:cBhvr>
                                      <p:rCtr x="-4036" y="0"/>
                                    </p:animMotion>
                                  </p:childTnLst>
                                </p:cTn>
                              </p:par>
                              <p:par>
                                <p:cTn id="169" presetID="10" presetClass="exit" presetSubtype="0" fill="hold" grpId="2" nodeType="withEffect">
                                  <p:stCondLst>
                                    <p:cond delay="500"/>
                                  </p:stCondLst>
                                  <p:childTnLst>
                                    <p:animEffect transition="out" filter="fade">
                                      <p:cBhvr>
                                        <p:cTn id="170" dur="500"/>
                                        <p:tgtEl>
                                          <p:spTgt spid="41"/>
                                        </p:tgtEl>
                                      </p:cBhvr>
                                    </p:animEffect>
                                    <p:set>
                                      <p:cBhvr>
                                        <p:cTn id="171" dur="1" fill="hold">
                                          <p:stCondLst>
                                            <p:cond delay="499"/>
                                          </p:stCondLst>
                                        </p:cTn>
                                        <p:tgtEl>
                                          <p:spTgt spid="41"/>
                                        </p:tgtEl>
                                        <p:attrNameLst>
                                          <p:attrName>style.visibility</p:attrName>
                                        </p:attrNameLst>
                                      </p:cBhvr>
                                      <p:to>
                                        <p:strVal val="hidden"/>
                                      </p:to>
                                    </p:set>
                                  </p:childTnLst>
                                </p:cTn>
                              </p:par>
                              <p:par>
                                <p:cTn id="172" presetID="10" presetClass="exit" presetSubtype="0" fill="hold" grpId="2" nodeType="withEffect">
                                  <p:stCondLst>
                                    <p:cond delay="500"/>
                                  </p:stCondLst>
                                  <p:childTnLst>
                                    <p:animEffect transition="out" filter="fade">
                                      <p:cBhvr>
                                        <p:cTn id="173" dur="500"/>
                                        <p:tgtEl>
                                          <p:spTgt spid="40"/>
                                        </p:tgtEl>
                                      </p:cBhvr>
                                    </p:animEffect>
                                    <p:set>
                                      <p:cBhvr>
                                        <p:cTn id="174" dur="1" fill="hold">
                                          <p:stCondLst>
                                            <p:cond delay="499"/>
                                          </p:stCondLst>
                                        </p:cTn>
                                        <p:tgtEl>
                                          <p:spTgt spid="40"/>
                                        </p:tgtEl>
                                        <p:attrNameLst>
                                          <p:attrName>style.visibility</p:attrName>
                                        </p:attrNameLst>
                                      </p:cBhvr>
                                      <p:to>
                                        <p:strVal val="hidden"/>
                                      </p:to>
                                    </p:set>
                                  </p:childTnLst>
                                </p:cTn>
                              </p:par>
                            </p:childTnLst>
                          </p:cTn>
                        </p:par>
                        <p:par>
                          <p:cTn id="175" fill="hold">
                            <p:stCondLst>
                              <p:cond delay="2000"/>
                            </p:stCondLst>
                            <p:childTnLst>
                              <p:par>
                                <p:cTn id="176" presetID="31" presetClass="entr" presetSubtype="0" fill="hold" grpId="0" nodeType="afterEffect">
                                  <p:stCondLst>
                                    <p:cond delay="0"/>
                                  </p:stCondLst>
                                  <p:childTnLst>
                                    <p:set>
                                      <p:cBhvr>
                                        <p:cTn id="177" dur="1" fill="hold">
                                          <p:stCondLst>
                                            <p:cond delay="0"/>
                                          </p:stCondLst>
                                        </p:cTn>
                                        <p:tgtEl>
                                          <p:spTgt spid="36"/>
                                        </p:tgtEl>
                                        <p:attrNameLst>
                                          <p:attrName>style.visibility</p:attrName>
                                        </p:attrNameLst>
                                      </p:cBhvr>
                                      <p:to>
                                        <p:strVal val="visible"/>
                                      </p:to>
                                    </p:set>
                                    <p:anim calcmode="lin" valueType="num">
                                      <p:cBhvr>
                                        <p:cTn id="178" dur="1000" fill="hold"/>
                                        <p:tgtEl>
                                          <p:spTgt spid="36"/>
                                        </p:tgtEl>
                                        <p:attrNameLst>
                                          <p:attrName>ppt_w</p:attrName>
                                        </p:attrNameLst>
                                      </p:cBhvr>
                                      <p:tavLst>
                                        <p:tav tm="0">
                                          <p:val>
                                            <p:fltVal val="0"/>
                                          </p:val>
                                        </p:tav>
                                        <p:tav tm="100000">
                                          <p:val>
                                            <p:strVal val="#ppt_w"/>
                                          </p:val>
                                        </p:tav>
                                      </p:tavLst>
                                    </p:anim>
                                    <p:anim calcmode="lin" valueType="num">
                                      <p:cBhvr>
                                        <p:cTn id="179" dur="1000" fill="hold"/>
                                        <p:tgtEl>
                                          <p:spTgt spid="36"/>
                                        </p:tgtEl>
                                        <p:attrNameLst>
                                          <p:attrName>ppt_h</p:attrName>
                                        </p:attrNameLst>
                                      </p:cBhvr>
                                      <p:tavLst>
                                        <p:tav tm="0">
                                          <p:val>
                                            <p:fltVal val="0"/>
                                          </p:val>
                                        </p:tav>
                                        <p:tav tm="100000">
                                          <p:val>
                                            <p:strVal val="#ppt_h"/>
                                          </p:val>
                                        </p:tav>
                                      </p:tavLst>
                                    </p:anim>
                                    <p:anim calcmode="lin" valueType="num">
                                      <p:cBhvr>
                                        <p:cTn id="180" dur="1000" fill="hold"/>
                                        <p:tgtEl>
                                          <p:spTgt spid="36"/>
                                        </p:tgtEl>
                                        <p:attrNameLst>
                                          <p:attrName>style.rotation</p:attrName>
                                        </p:attrNameLst>
                                      </p:cBhvr>
                                      <p:tavLst>
                                        <p:tav tm="0">
                                          <p:val>
                                            <p:fltVal val="90"/>
                                          </p:val>
                                        </p:tav>
                                        <p:tav tm="100000">
                                          <p:val>
                                            <p:fltVal val="0"/>
                                          </p:val>
                                        </p:tav>
                                      </p:tavLst>
                                    </p:anim>
                                    <p:animEffect transition="in" filter="fade">
                                      <p:cBhvr>
                                        <p:cTn id="181" dur="1000"/>
                                        <p:tgtEl>
                                          <p:spTgt spid="36"/>
                                        </p:tgtEl>
                                      </p:cBhvr>
                                    </p:animEffect>
                                  </p:childTnLst>
                                </p:cTn>
                              </p:par>
                            </p:childTnLst>
                          </p:cTn>
                        </p:par>
                        <p:par>
                          <p:cTn id="182" fill="hold">
                            <p:stCondLst>
                              <p:cond delay="3000"/>
                            </p:stCondLst>
                            <p:childTnLst>
                              <p:par>
                                <p:cTn id="183" presetID="22" presetClass="exit" presetSubtype="4" fill="hold" grpId="1" nodeType="afterEffect">
                                  <p:stCondLst>
                                    <p:cond delay="0"/>
                                  </p:stCondLst>
                                  <p:childTnLst>
                                    <p:animEffect transition="out" filter="wipe(down)">
                                      <p:cBhvr>
                                        <p:cTn id="184" dur="500"/>
                                        <p:tgtEl>
                                          <p:spTgt spid="29740"/>
                                        </p:tgtEl>
                                      </p:cBhvr>
                                    </p:animEffect>
                                    <p:set>
                                      <p:cBhvr>
                                        <p:cTn id="185" dur="1" fill="hold">
                                          <p:stCondLst>
                                            <p:cond delay="499"/>
                                          </p:stCondLst>
                                        </p:cTn>
                                        <p:tgtEl>
                                          <p:spTgt spid="29740"/>
                                        </p:tgtEl>
                                        <p:attrNameLst>
                                          <p:attrName>style.visibility</p:attrName>
                                        </p:attrNameLst>
                                      </p:cBhvr>
                                      <p:to>
                                        <p:strVal val="hidden"/>
                                      </p:to>
                                    </p:set>
                                  </p:childTnLst>
                                </p:cTn>
                              </p:par>
                            </p:childTnLst>
                          </p:cTn>
                        </p:par>
                        <p:par>
                          <p:cTn id="186" fill="hold">
                            <p:stCondLst>
                              <p:cond delay="3500"/>
                            </p:stCondLst>
                            <p:childTnLst>
                              <p:par>
                                <p:cTn id="187" presetID="22" presetClass="entr" presetSubtype="4" fill="hold" grpId="2" nodeType="afterEffect">
                                  <p:stCondLst>
                                    <p:cond delay="0"/>
                                  </p:stCondLst>
                                  <p:childTnLst>
                                    <p:set>
                                      <p:cBhvr>
                                        <p:cTn id="188" dur="1" fill="hold">
                                          <p:stCondLst>
                                            <p:cond delay="0"/>
                                          </p:stCondLst>
                                        </p:cTn>
                                        <p:tgtEl>
                                          <p:spTgt spid="29740"/>
                                        </p:tgtEl>
                                        <p:attrNameLst>
                                          <p:attrName>style.visibility</p:attrName>
                                        </p:attrNameLst>
                                      </p:cBhvr>
                                      <p:to>
                                        <p:strVal val="visible"/>
                                      </p:to>
                                    </p:set>
                                    <p:animEffect transition="in" filter="wipe(down)">
                                      <p:cBhvr>
                                        <p:cTn id="189" dur="1000"/>
                                        <p:tgtEl>
                                          <p:spTgt spid="29740"/>
                                        </p:tgtEl>
                                      </p:cBhvr>
                                    </p:animEffect>
                                  </p:childTnLst>
                                </p:cTn>
                              </p:par>
                            </p:childTnLst>
                          </p:cTn>
                        </p:par>
                      </p:childTnLst>
                    </p:cTn>
                  </p:par>
                  <p:par>
                    <p:cTn id="190" fill="hold">
                      <p:stCondLst>
                        <p:cond delay="indefinite"/>
                      </p:stCondLst>
                      <p:childTnLst>
                        <p:par>
                          <p:cTn id="191" fill="hold">
                            <p:stCondLst>
                              <p:cond delay="0"/>
                            </p:stCondLst>
                            <p:childTnLst>
                              <p:par>
                                <p:cTn id="192" presetID="63" presetClass="path" presetSubtype="0" accel="50000" decel="50000" fill="hold" nodeType="clickEffect">
                                  <p:stCondLst>
                                    <p:cond delay="0"/>
                                  </p:stCondLst>
                                  <p:childTnLst>
                                    <p:animMotion origin="layout" path="M 0.02422 0.00139 L 0.0457 -2.96296E-6 " pathEditMode="relative" rAng="0" ptsTypes="AA">
                                      <p:cBhvr>
                                        <p:cTn id="193" dur="2000" fill="hold"/>
                                        <p:tgtEl>
                                          <p:spTgt spid="29712"/>
                                        </p:tgtEl>
                                        <p:attrNameLst>
                                          <p:attrName>ppt_x</p:attrName>
                                          <p:attrName>ppt_y</p:attrName>
                                        </p:attrNameLst>
                                      </p:cBhvr>
                                      <p:rCtr x="1068" y="-69"/>
                                    </p:animMotion>
                                  </p:childTnLst>
                                </p:cTn>
                              </p:par>
                            </p:childTnLst>
                          </p:cTn>
                        </p:par>
                        <p:par>
                          <p:cTn id="194" fill="hold">
                            <p:stCondLst>
                              <p:cond delay="2000"/>
                            </p:stCondLst>
                            <p:childTnLst>
                              <p:par>
                                <p:cTn id="195" presetID="1" presetClass="entr" presetSubtype="0" fill="hold" grpId="0" nodeType="afterEffect">
                                  <p:stCondLst>
                                    <p:cond delay="0"/>
                                  </p:stCondLst>
                                  <p:childTnLst>
                                    <p:set>
                                      <p:cBhvr>
                                        <p:cTn id="196" dur="1" fill="hold">
                                          <p:stCondLst>
                                            <p:cond delay="0"/>
                                          </p:stCondLst>
                                        </p:cTn>
                                        <p:tgtEl>
                                          <p:spTgt spid="39"/>
                                        </p:tgtEl>
                                        <p:attrNameLst>
                                          <p:attrName>style.visibility</p:attrName>
                                        </p:attrNameLst>
                                      </p:cBhvr>
                                      <p:to>
                                        <p:strVal val="visible"/>
                                      </p:to>
                                    </p:set>
                                  </p:childTnLst>
                                </p:cTn>
                              </p:par>
                            </p:childTnLst>
                          </p:cTn>
                        </p:par>
                        <p:par>
                          <p:cTn id="197" fill="hold">
                            <p:stCondLst>
                              <p:cond delay="2000"/>
                            </p:stCondLst>
                            <p:childTnLst>
                              <p:par>
                                <p:cTn id="198" presetID="42" presetClass="path" presetSubtype="0" accel="50000" decel="50000" fill="hold" grpId="1" nodeType="afterEffect">
                                  <p:stCondLst>
                                    <p:cond delay="0"/>
                                  </p:stCondLst>
                                  <p:childTnLst>
                                    <p:animMotion origin="layout" path="M -3.33333E-6 -4.07407E-6 L -0.04791 0.39792 " pathEditMode="relative" rAng="0" ptsTypes="AA">
                                      <p:cBhvr>
                                        <p:cTn id="199" dur="1500" fill="hold"/>
                                        <p:tgtEl>
                                          <p:spTgt spid="39"/>
                                        </p:tgtEl>
                                        <p:attrNameLst>
                                          <p:attrName>ppt_x</p:attrName>
                                          <p:attrName>ppt_y</p:attrName>
                                        </p:attrNameLst>
                                      </p:cBhvr>
                                      <p:rCtr x="-2396" y="19884"/>
                                    </p:animMotion>
                                  </p:childTnLst>
                                </p:cTn>
                              </p:par>
                            </p:childTnLst>
                          </p:cTn>
                        </p:par>
                        <p:par>
                          <p:cTn id="200" fill="hold">
                            <p:stCondLst>
                              <p:cond delay="3500"/>
                            </p:stCondLst>
                            <p:childTnLst>
                              <p:par>
                                <p:cTn id="201" presetID="63" presetClass="path" presetSubtype="0" accel="50000" decel="50000" fill="hold" grpId="2" nodeType="afterEffect">
                                  <p:stCondLst>
                                    <p:cond delay="0"/>
                                  </p:stCondLst>
                                  <p:childTnLst>
                                    <p:animMotion origin="layout" path="M -0.04792 0.39791 L 0.53789 0.38449 " pathEditMode="relative" rAng="0" ptsTypes="AA">
                                      <p:cBhvr>
                                        <p:cTn id="202" dur="1500" fill="hold"/>
                                        <p:tgtEl>
                                          <p:spTgt spid="39"/>
                                        </p:tgtEl>
                                        <p:attrNameLst>
                                          <p:attrName>ppt_x</p:attrName>
                                          <p:attrName>ppt_y</p:attrName>
                                        </p:attrNameLst>
                                      </p:cBhvr>
                                      <p:rCtr x="29349" y="-463"/>
                                    </p:animMotion>
                                  </p:childTnLst>
                                </p:cTn>
                              </p:par>
                            </p:childTnLst>
                          </p:cTn>
                        </p:par>
                      </p:childTnLst>
                    </p:cTn>
                  </p:par>
                  <p:par>
                    <p:cTn id="203" fill="hold">
                      <p:stCondLst>
                        <p:cond delay="indefinite"/>
                      </p:stCondLst>
                      <p:childTnLst>
                        <p:par>
                          <p:cTn id="204" fill="hold">
                            <p:stCondLst>
                              <p:cond delay="0"/>
                            </p:stCondLst>
                            <p:childTnLst>
                              <p:par>
                                <p:cTn id="205" presetID="47" presetClass="entr" presetSubtype="0" fill="hold" grpId="0" nodeType="clickEffect">
                                  <p:stCondLst>
                                    <p:cond delay="0"/>
                                  </p:stCondLst>
                                  <p:childTnLst>
                                    <p:set>
                                      <p:cBhvr>
                                        <p:cTn id="206" dur="1" fill="hold">
                                          <p:stCondLst>
                                            <p:cond delay="0"/>
                                          </p:stCondLst>
                                        </p:cTn>
                                        <p:tgtEl>
                                          <p:spTgt spid="43"/>
                                        </p:tgtEl>
                                        <p:attrNameLst>
                                          <p:attrName>style.visibility</p:attrName>
                                        </p:attrNameLst>
                                      </p:cBhvr>
                                      <p:to>
                                        <p:strVal val="visible"/>
                                      </p:to>
                                    </p:set>
                                    <p:animEffect transition="in" filter="fade">
                                      <p:cBhvr>
                                        <p:cTn id="207" dur="1000"/>
                                        <p:tgtEl>
                                          <p:spTgt spid="43"/>
                                        </p:tgtEl>
                                      </p:cBhvr>
                                    </p:animEffect>
                                    <p:anim calcmode="lin" valueType="num">
                                      <p:cBhvr>
                                        <p:cTn id="208" dur="1000" fill="hold"/>
                                        <p:tgtEl>
                                          <p:spTgt spid="43"/>
                                        </p:tgtEl>
                                        <p:attrNameLst>
                                          <p:attrName>ppt_x</p:attrName>
                                        </p:attrNameLst>
                                      </p:cBhvr>
                                      <p:tavLst>
                                        <p:tav tm="0">
                                          <p:val>
                                            <p:strVal val="#ppt_x"/>
                                          </p:val>
                                        </p:tav>
                                        <p:tav tm="100000">
                                          <p:val>
                                            <p:strVal val="#ppt_x"/>
                                          </p:val>
                                        </p:tav>
                                      </p:tavLst>
                                    </p:anim>
                                    <p:anim calcmode="lin" valueType="num">
                                      <p:cBhvr>
                                        <p:cTn id="209" dur="1000" fill="hold"/>
                                        <p:tgtEl>
                                          <p:spTgt spid="43"/>
                                        </p:tgtEl>
                                        <p:attrNameLst>
                                          <p:attrName>ppt_y</p:attrName>
                                        </p:attrNameLst>
                                      </p:cBhvr>
                                      <p:tavLst>
                                        <p:tav tm="0">
                                          <p:val>
                                            <p:strVal val="#ppt_y-.1"/>
                                          </p:val>
                                        </p:tav>
                                        <p:tav tm="100000">
                                          <p:val>
                                            <p:strVal val="#ppt_y"/>
                                          </p:val>
                                        </p:tav>
                                      </p:tavLst>
                                    </p:anim>
                                  </p:childTnLst>
                                </p:cTn>
                              </p:par>
                            </p:childTnLst>
                          </p:cTn>
                        </p:par>
                        <p:par>
                          <p:cTn id="210" fill="hold">
                            <p:stCondLst>
                              <p:cond delay="1000"/>
                            </p:stCondLst>
                            <p:childTnLst>
                              <p:par>
                                <p:cTn id="211" presetID="35" presetClass="path" presetSubtype="0" accel="50000" decel="50000" fill="hold" grpId="1" nodeType="afterEffect">
                                  <p:stCondLst>
                                    <p:cond delay="0"/>
                                  </p:stCondLst>
                                  <p:childTnLst>
                                    <p:animMotion origin="layout" path="M 3.54167E-6 -2.22222E-6 L -0.08907 -2.22222E-6 " pathEditMode="relative" rAng="0" ptsTypes="AA">
                                      <p:cBhvr>
                                        <p:cTn id="212" dur="1000" fill="hold"/>
                                        <p:tgtEl>
                                          <p:spTgt spid="43"/>
                                        </p:tgtEl>
                                        <p:attrNameLst>
                                          <p:attrName>ppt_x</p:attrName>
                                          <p:attrName>ppt_y</p:attrName>
                                        </p:attrNameLst>
                                      </p:cBhvr>
                                      <p:rCtr x="-4453" y="0"/>
                                    </p:animMotion>
                                  </p:childTnLst>
                                </p:cTn>
                              </p:par>
                              <p:par>
                                <p:cTn id="213" presetID="10" presetClass="exit" presetSubtype="0" fill="hold" grpId="2" nodeType="withEffect">
                                  <p:stCondLst>
                                    <p:cond delay="500"/>
                                  </p:stCondLst>
                                  <p:childTnLst>
                                    <p:animEffect transition="out" filter="fade">
                                      <p:cBhvr>
                                        <p:cTn id="214" dur="500"/>
                                        <p:tgtEl>
                                          <p:spTgt spid="43"/>
                                        </p:tgtEl>
                                      </p:cBhvr>
                                    </p:animEffect>
                                    <p:set>
                                      <p:cBhvr>
                                        <p:cTn id="215" dur="1" fill="hold">
                                          <p:stCondLst>
                                            <p:cond delay="499"/>
                                          </p:stCondLst>
                                        </p:cTn>
                                        <p:tgtEl>
                                          <p:spTgt spid="43"/>
                                        </p:tgtEl>
                                        <p:attrNameLst>
                                          <p:attrName>style.visibility</p:attrName>
                                        </p:attrNameLst>
                                      </p:cBhvr>
                                      <p:to>
                                        <p:strVal val="hidden"/>
                                      </p:to>
                                    </p:set>
                                  </p:childTnLst>
                                </p:cTn>
                              </p:par>
                              <p:par>
                                <p:cTn id="216" presetID="10" presetClass="exit" presetSubtype="0" fill="hold" grpId="1" nodeType="withEffect">
                                  <p:stCondLst>
                                    <p:cond delay="500"/>
                                  </p:stCondLst>
                                  <p:childTnLst>
                                    <p:animEffect transition="out" filter="fade">
                                      <p:cBhvr>
                                        <p:cTn id="217" dur="500"/>
                                        <p:tgtEl>
                                          <p:spTgt spid="36"/>
                                        </p:tgtEl>
                                      </p:cBhvr>
                                    </p:animEffect>
                                    <p:set>
                                      <p:cBhvr>
                                        <p:cTn id="218" dur="1" fill="hold">
                                          <p:stCondLst>
                                            <p:cond delay="499"/>
                                          </p:stCondLst>
                                        </p:cTn>
                                        <p:tgtEl>
                                          <p:spTgt spid="36"/>
                                        </p:tgtEl>
                                        <p:attrNameLst>
                                          <p:attrName>style.visibility</p:attrName>
                                        </p:attrNameLst>
                                      </p:cBhvr>
                                      <p:to>
                                        <p:strVal val="hidden"/>
                                      </p:to>
                                    </p:set>
                                  </p:childTnLst>
                                </p:cTn>
                              </p:par>
                            </p:childTnLst>
                          </p:cTn>
                        </p:par>
                        <p:par>
                          <p:cTn id="219" fill="hold">
                            <p:stCondLst>
                              <p:cond delay="2000"/>
                            </p:stCondLst>
                            <p:childTnLst>
                              <p:par>
                                <p:cTn id="220" presetID="31" presetClass="entr" presetSubtype="0" fill="hold" grpId="0" nodeType="afterEffect">
                                  <p:stCondLst>
                                    <p:cond delay="0"/>
                                  </p:stCondLst>
                                  <p:childTnLst>
                                    <p:set>
                                      <p:cBhvr>
                                        <p:cTn id="221" dur="1" fill="hold">
                                          <p:stCondLst>
                                            <p:cond delay="0"/>
                                          </p:stCondLst>
                                        </p:cTn>
                                        <p:tgtEl>
                                          <p:spTgt spid="44"/>
                                        </p:tgtEl>
                                        <p:attrNameLst>
                                          <p:attrName>style.visibility</p:attrName>
                                        </p:attrNameLst>
                                      </p:cBhvr>
                                      <p:to>
                                        <p:strVal val="visible"/>
                                      </p:to>
                                    </p:set>
                                    <p:anim calcmode="lin" valueType="num">
                                      <p:cBhvr>
                                        <p:cTn id="222" dur="1000" fill="hold"/>
                                        <p:tgtEl>
                                          <p:spTgt spid="44"/>
                                        </p:tgtEl>
                                        <p:attrNameLst>
                                          <p:attrName>ppt_w</p:attrName>
                                        </p:attrNameLst>
                                      </p:cBhvr>
                                      <p:tavLst>
                                        <p:tav tm="0">
                                          <p:val>
                                            <p:fltVal val="0"/>
                                          </p:val>
                                        </p:tav>
                                        <p:tav tm="100000">
                                          <p:val>
                                            <p:strVal val="#ppt_w"/>
                                          </p:val>
                                        </p:tav>
                                      </p:tavLst>
                                    </p:anim>
                                    <p:anim calcmode="lin" valueType="num">
                                      <p:cBhvr>
                                        <p:cTn id="223" dur="1000" fill="hold"/>
                                        <p:tgtEl>
                                          <p:spTgt spid="44"/>
                                        </p:tgtEl>
                                        <p:attrNameLst>
                                          <p:attrName>ppt_h</p:attrName>
                                        </p:attrNameLst>
                                      </p:cBhvr>
                                      <p:tavLst>
                                        <p:tav tm="0">
                                          <p:val>
                                            <p:fltVal val="0"/>
                                          </p:val>
                                        </p:tav>
                                        <p:tav tm="100000">
                                          <p:val>
                                            <p:strVal val="#ppt_h"/>
                                          </p:val>
                                        </p:tav>
                                      </p:tavLst>
                                    </p:anim>
                                    <p:anim calcmode="lin" valueType="num">
                                      <p:cBhvr>
                                        <p:cTn id="224" dur="1000" fill="hold"/>
                                        <p:tgtEl>
                                          <p:spTgt spid="44"/>
                                        </p:tgtEl>
                                        <p:attrNameLst>
                                          <p:attrName>style.rotation</p:attrName>
                                        </p:attrNameLst>
                                      </p:cBhvr>
                                      <p:tavLst>
                                        <p:tav tm="0">
                                          <p:val>
                                            <p:fltVal val="90"/>
                                          </p:val>
                                        </p:tav>
                                        <p:tav tm="100000">
                                          <p:val>
                                            <p:fltVal val="0"/>
                                          </p:val>
                                        </p:tav>
                                      </p:tavLst>
                                    </p:anim>
                                    <p:animEffect transition="in" filter="fade">
                                      <p:cBhvr>
                                        <p:cTn id="225" dur="1000"/>
                                        <p:tgtEl>
                                          <p:spTgt spid="44"/>
                                        </p:tgtEl>
                                      </p:cBhvr>
                                    </p:animEffect>
                                  </p:childTnLst>
                                </p:cTn>
                              </p:par>
                            </p:childTnLst>
                          </p:cTn>
                        </p:par>
                      </p:childTnLst>
                    </p:cTn>
                  </p:par>
                  <p:par>
                    <p:cTn id="226" fill="hold">
                      <p:stCondLst>
                        <p:cond delay="indefinite"/>
                      </p:stCondLst>
                      <p:childTnLst>
                        <p:par>
                          <p:cTn id="227" fill="hold">
                            <p:stCondLst>
                              <p:cond delay="0"/>
                            </p:stCondLst>
                            <p:childTnLst>
                              <p:par>
                                <p:cTn id="228" presetID="63" presetClass="path" presetSubtype="0" accel="50000" decel="50000" fill="hold" grpId="1" nodeType="clickEffect">
                                  <p:stCondLst>
                                    <p:cond delay="0"/>
                                  </p:stCondLst>
                                  <p:childTnLst>
                                    <p:animMotion origin="layout" path="M 4.375E-6 -2.22222E-6 L 0.2401 0.10417 " pathEditMode="relative" rAng="0" ptsTypes="AA">
                                      <p:cBhvr>
                                        <p:cTn id="229" dur="2000" fill="hold"/>
                                        <p:tgtEl>
                                          <p:spTgt spid="44"/>
                                        </p:tgtEl>
                                        <p:attrNameLst>
                                          <p:attrName>ppt_x</p:attrName>
                                          <p:attrName>ppt_y</p:attrName>
                                        </p:attrNameLst>
                                      </p:cBhvr>
                                      <p:rCtr x="12005" y="5208"/>
                                    </p:animMotion>
                                  </p:childTnLst>
                                </p:cTn>
                              </p:par>
                            </p:childTnLst>
                          </p:cTn>
                        </p:par>
                        <p:par>
                          <p:cTn id="230" fill="hold">
                            <p:stCondLst>
                              <p:cond delay="2000"/>
                            </p:stCondLst>
                            <p:childTnLst>
                              <p:par>
                                <p:cTn id="231" presetID="42" presetClass="path" presetSubtype="0" accel="50000" decel="50000" fill="hold" nodeType="afterEffect">
                                  <p:stCondLst>
                                    <p:cond delay="0"/>
                                  </p:stCondLst>
                                  <p:childTnLst>
                                    <p:animMotion origin="layout" path="M 0.00052 0.40857 L -0.00078 0.48634 " pathEditMode="relative" rAng="0" ptsTypes="AA">
                                      <p:cBhvr>
                                        <p:cTn id="232" dur="2000" fill="hold"/>
                                        <p:tgtEl>
                                          <p:spTgt spid="55"/>
                                        </p:tgtEl>
                                        <p:attrNameLst>
                                          <p:attrName>ppt_x</p:attrName>
                                          <p:attrName>ppt_y</p:attrName>
                                        </p:attrNameLst>
                                      </p:cBhvr>
                                      <p:rCtr x="-39" y="3796"/>
                                    </p:animMotion>
                                  </p:childTnLst>
                                </p:cTn>
                              </p:par>
                            </p:childTnLst>
                          </p:cTn>
                        </p:par>
                      </p:childTnLst>
                    </p:cTn>
                  </p:par>
                  <p:par>
                    <p:cTn id="233" fill="hold">
                      <p:stCondLst>
                        <p:cond delay="indefinite"/>
                      </p:stCondLst>
                      <p:childTnLst>
                        <p:par>
                          <p:cTn id="234" fill="hold">
                            <p:stCondLst>
                              <p:cond delay="0"/>
                            </p:stCondLst>
                            <p:childTnLst>
                              <p:par>
                                <p:cTn id="235" presetID="22" presetClass="exit" presetSubtype="4" fill="hold" nodeType="clickEffect">
                                  <p:stCondLst>
                                    <p:cond delay="0"/>
                                  </p:stCondLst>
                                  <p:childTnLst>
                                    <p:animEffect transition="out" filter="wipe(down)">
                                      <p:cBhvr>
                                        <p:cTn id="236" dur="1000"/>
                                        <p:tgtEl>
                                          <p:spTgt spid="29712"/>
                                        </p:tgtEl>
                                      </p:cBhvr>
                                    </p:animEffect>
                                    <p:set>
                                      <p:cBhvr>
                                        <p:cTn id="237" dur="1" fill="hold">
                                          <p:stCondLst>
                                            <p:cond delay="999"/>
                                          </p:stCondLst>
                                        </p:cTn>
                                        <p:tgtEl>
                                          <p:spTgt spid="29712"/>
                                        </p:tgtEl>
                                        <p:attrNameLst>
                                          <p:attrName>style.visibility</p:attrName>
                                        </p:attrNameLst>
                                      </p:cBhvr>
                                      <p:to>
                                        <p:strVal val="hidden"/>
                                      </p:to>
                                    </p:set>
                                  </p:childTnLst>
                                </p:cTn>
                              </p:par>
                            </p:childTnLst>
                          </p:cTn>
                        </p:par>
                        <p:par>
                          <p:cTn id="238" fill="hold">
                            <p:stCondLst>
                              <p:cond delay="1000"/>
                            </p:stCondLst>
                            <p:childTnLst>
                              <p:par>
                                <p:cTn id="239" presetID="42" presetClass="path" presetSubtype="0" accel="50000" decel="50000" fill="hold" nodeType="afterEffect">
                                  <p:stCondLst>
                                    <p:cond delay="0"/>
                                  </p:stCondLst>
                                  <p:childTnLst>
                                    <p:animMotion origin="layout" path="M -0.00078 0.48634 L -0.00078 0.52222 " pathEditMode="relative" rAng="0" ptsTypes="AA">
                                      <p:cBhvr>
                                        <p:cTn id="240" dur="2000" fill="hold"/>
                                        <p:tgtEl>
                                          <p:spTgt spid="55"/>
                                        </p:tgtEl>
                                        <p:attrNameLst>
                                          <p:attrName>ppt_x</p:attrName>
                                          <p:attrName>ppt_y</p:attrName>
                                        </p:attrNameLst>
                                      </p:cBhvr>
                                      <p:rCtr x="-26" y="2014"/>
                                    </p:animMotion>
                                  </p:childTnLst>
                                </p:cTn>
                              </p:par>
                            </p:childTnLst>
                          </p:cTn>
                        </p:par>
                      </p:childTnLst>
                    </p:cTn>
                  </p:par>
                  <p:par>
                    <p:cTn id="241" fill="hold">
                      <p:stCondLst>
                        <p:cond delay="indefinite"/>
                      </p:stCondLst>
                      <p:childTnLst>
                        <p:par>
                          <p:cTn id="242" fill="hold">
                            <p:stCondLst>
                              <p:cond delay="0"/>
                            </p:stCondLst>
                            <p:childTnLst>
                              <p:par>
                                <p:cTn id="243" presetID="17" presetClass="entr" presetSubtype="8" fill="hold" nodeType="clickEffect">
                                  <p:stCondLst>
                                    <p:cond delay="0"/>
                                  </p:stCondLst>
                                  <p:childTnLst>
                                    <p:set>
                                      <p:cBhvr>
                                        <p:cTn id="244" dur="1" fill="hold">
                                          <p:stCondLst>
                                            <p:cond delay="0"/>
                                          </p:stCondLst>
                                        </p:cTn>
                                        <p:tgtEl>
                                          <p:spTgt spid="3"/>
                                        </p:tgtEl>
                                        <p:attrNameLst>
                                          <p:attrName>style.visibility</p:attrName>
                                        </p:attrNameLst>
                                      </p:cBhvr>
                                      <p:to>
                                        <p:strVal val="visible"/>
                                      </p:to>
                                    </p:set>
                                    <p:anim calcmode="lin" valueType="num">
                                      <p:cBhvr>
                                        <p:cTn id="245" dur="2000" fill="hold"/>
                                        <p:tgtEl>
                                          <p:spTgt spid="3"/>
                                        </p:tgtEl>
                                        <p:attrNameLst>
                                          <p:attrName>ppt_x</p:attrName>
                                        </p:attrNameLst>
                                      </p:cBhvr>
                                      <p:tavLst>
                                        <p:tav tm="0">
                                          <p:val>
                                            <p:strVal val="#ppt_x-#ppt_w/2"/>
                                          </p:val>
                                        </p:tav>
                                        <p:tav tm="100000">
                                          <p:val>
                                            <p:strVal val="#ppt_x"/>
                                          </p:val>
                                        </p:tav>
                                      </p:tavLst>
                                    </p:anim>
                                    <p:anim calcmode="lin" valueType="num">
                                      <p:cBhvr>
                                        <p:cTn id="246" dur="2000" fill="hold"/>
                                        <p:tgtEl>
                                          <p:spTgt spid="3"/>
                                        </p:tgtEl>
                                        <p:attrNameLst>
                                          <p:attrName>ppt_y</p:attrName>
                                        </p:attrNameLst>
                                      </p:cBhvr>
                                      <p:tavLst>
                                        <p:tav tm="0">
                                          <p:val>
                                            <p:strVal val="#ppt_y"/>
                                          </p:val>
                                        </p:tav>
                                        <p:tav tm="100000">
                                          <p:val>
                                            <p:strVal val="#ppt_y"/>
                                          </p:val>
                                        </p:tav>
                                      </p:tavLst>
                                    </p:anim>
                                    <p:anim calcmode="lin" valueType="num">
                                      <p:cBhvr>
                                        <p:cTn id="247" dur="2000" fill="hold"/>
                                        <p:tgtEl>
                                          <p:spTgt spid="3"/>
                                        </p:tgtEl>
                                        <p:attrNameLst>
                                          <p:attrName>ppt_w</p:attrName>
                                        </p:attrNameLst>
                                      </p:cBhvr>
                                      <p:tavLst>
                                        <p:tav tm="0">
                                          <p:val>
                                            <p:fltVal val="0"/>
                                          </p:val>
                                        </p:tav>
                                        <p:tav tm="100000">
                                          <p:val>
                                            <p:strVal val="#ppt_w"/>
                                          </p:val>
                                        </p:tav>
                                      </p:tavLst>
                                    </p:anim>
                                    <p:anim calcmode="lin" valueType="num">
                                      <p:cBhvr>
                                        <p:cTn id="248" dur="2000" fill="hold"/>
                                        <p:tgtEl>
                                          <p:spTgt spid="3"/>
                                        </p:tgtEl>
                                        <p:attrNameLst>
                                          <p:attrName>ppt_h</p:attrName>
                                        </p:attrNameLst>
                                      </p:cBhvr>
                                      <p:tavLst>
                                        <p:tav tm="0">
                                          <p:val>
                                            <p:strVal val="#ppt_h"/>
                                          </p:val>
                                        </p:tav>
                                        <p:tav tm="100000">
                                          <p:val>
                                            <p:strVal val="#ppt_h"/>
                                          </p:val>
                                        </p:tav>
                                      </p:tavLst>
                                    </p:anim>
                                  </p:childTnLst>
                                </p:cTn>
                              </p:par>
                            </p:childTnLst>
                          </p:cTn>
                        </p:par>
                        <p:par>
                          <p:cTn id="249" fill="hold">
                            <p:stCondLst>
                              <p:cond delay="2000"/>
                            </p:stCondLst>
                            <p:childTnLst>
                              <p:par>
                                <p:cTn id="250" presetID="42" presetClass="path" presetSubtype="0" accel="50000" decel="50000" fill="hold" nodeType="afterEffect">
                                  <p:stCondLst>
                                    <p:cond delay="0"/>
                                  </p:stCondLst>
                                  <p:childTnLst>
                                    <p:animMotion origin="layout" path="M -0.00078 0.52269 L 2.08333E-7 0.59931 " pathEditMode="relative" rAng="0" ptsTypes="AA">
                                      <p:cBhvr>
                                        <p:cTn id="251" dur="2000" fill="hold"/>
                                        <p:tgtEl>
                                          <p:spTgt spid="55"/>
                                        </p:tgtEl>
                                        <p:attrNameLst>
                                          <p:attrName>ppt_x</p:attrName>
                                          <p:attrName>ppt_y</p:attrName>
                                        </p:attrNameLst>
                                      </p:cBhvr>
                                      <p:rCtr x="39" y="3819"/>
                                    </p:animMotion>
                                  </p:childTnLst>
                                </p:cTn>
                              </p:par>
                            </p:childTnLst>
                          </p:cTn>
                        </p:par>
                      </p:childTnLst>
                    </p:cTn>
                  </p:par>
                  <p:par>
                    <p:cTn id="252" fill="hold">
                      <p:stCondLst>
                        <p:cond delay="indefinite"/>
                      </p:stCondLst>
                      <p:childTnLst>
                        <p:par>
                          <p:cTn id="253" fill="hold">
                            <p:stCondLst>
                              <p:cond delay="0"/>
                            </p:stCondLst>
                            <p:childTnLst>
                              <p:par>
                                <p:cTn id="254" presetID="17" presetClass="entr" presetSubtype="8" fill="hold" nodeType="clickEffect">
                                  <p:stCondLst>
                                    <p:cond delay="0"/>
                                  </p:stCondLst>
                                  <p:childTnLst>
                                    <p:set>
                                      <p:cBhvr>
                                        <p:cTn id="255" dur="1" fill="hold">
                                          <p:stCondLst>
                                            <p:cond delay="0"/>
                                          </p:stCondLst>
                                        </p:cTn>
                                        <p:tgtEl>
                                          <p:spTgt spid="16"/>
                                        </p:tgtEl>
                                        <p:attrNameLst>
                                          <p:attrName>style.visibility</p:attrName>
                                        </p:attrNameLst>
                                      </p:cBhvr>
                                      <p:to>
                                        <p:strVal val="visible"/>
                                      </p:to>
                                    </p:set>
                                    <p:anim calcmode="lin" valueType="num">
                                      <p:cBhvr>
                                        <p:cTn id="256" dur="1000" fill="hold"/>
                                        <p:tgtEl>
                                          <p:spTgt spid="16"/>
                                        </p:tgtEl>
                                        <p:attrNameLst>
                                          <p:attrName>ppt_x</p:attrName>
                                        </p:attrNameLst>
                                      </p:cBhvr>
                                      <p:tavLst>
                                        <p:tav tm="0">
                                          <p:val>
                                            <p:strVal val="#ppt_x-#ppt_w/2"/>
                                          </p:val>
                                        </p:tav>
                                        <p:tav tm="100000">
                                          <p:val>
                                            <p:strVal val="#ppt_x"/>
                                          </p:val>
                                        </p:tav>
                                      </p:tavLst>
                                    </p:anim>
                                    <p:anim calcmode="lin" valueType="num">
                                      <p:cBhvr>
                                        <p:cTn id="257" dur="1000" fill="hold"/>
                                        <p:tgtEl>
                                          <p:spTgt spid="16"/>
                                        </p:tgtEl>
                                        <p:attrNameLst>
                                          <p:attrName>ppt_y</p:attrName>
                                        </p:attrNameLst>
                                      </p:cBhvr>
                                      <p:tavLst>
                                        <p:tav tm="0">
                                          <p:val>
                                            <p:strVal val="#ppt_y"/>
                                          </p:val>
                                        </p:tav>
                                        <p:tav tm="100000">
                                          <p:val>
                                            <p:strVal val="#ppt_y"/>
                                          </p:val>
                                        </p:tav>
                                      </p:tavLst>
                                    </p:anim>
                                    <p:anim calcmode="lin" valueType="num">
                                      <p:cBhvr>
                                        <p:cTn id="258" dur="1000" fill="hold"/>
                                        <p:tgtEl>
                                          <p:spTgt spid="16"/>
                                        </p:tgtEl>
                                        <p:attrNameLst>
                                          <p:attrName>ppt_w</p:attrName>
                                        </p:attrNameLst>
                                      </p:cBhvr>
                                      <p:tavLst>
                                        <p:tav tm="0">
                                          <p:val>
                                            <p:fltVal val="0"/>
                                          </p:val>
                                        </p:tav>
                                        <p:tav tm="100000">
                                          <p:val>
                                            <p:strVal val="#ppt_w"/>
                                          </p:val>
                                        </p:tav>
                                      </p:tavLst>
                                    </p:anim>
                                    <p:anim calcmode="lin" valueType="num">
                                      <p:cBhvr>
                                        <p:cTn id="259" dur="1000" fill="hold"/>
                                        <p:tgtEl>
                                          <p:spTgt spid="16"/>
                                        </p:tgtEl>
                                        <p:attrNameLst>
                                          <p:attrName>ppt_h</p:attrName>
                                        </p:attrNameLst>
                                      </p:cBhvr>
                                      <p:tavLst>
                                        <p:tav tm="0">
                                          <p:val>
                                            <p:strVal val="#ppt_h"/>
                                          </p:val>
                                        </p:tav>
                                        <p:tav tm="100000">
                                          <p:val>
                                            <p:strVal val="#ppt_h"/>
                                          </p:val>
                                        </p:tav>
                                      </p:tavLst>
                                    </p:anim>
                                  </p:childTnLst>
                                </p:cTn>
                              </p:par>
                            </p:childTnLst>
                          </p:cTn>
                        </p:par>
                        <p:par>
                          <p:cTn id="260" fill="hold">
                            <p:stCondLst>
                              <p:cond delay="1000"/>
                            </p:stCondLst>
                            <p:childTnLst>
                              <p:par>
                                <p:cTn id="261" presetID="42" presetClass="path" presetSubtype="0" accel="50000" decel="50000" fill="hold" nodeType="afterEffect">
                                  <p:stCondLst>
                                    <p:cond delay="0"/>
                                  </p:stCondLst>
                                  <p:childTnLst>
                                    <p:animMotion origin="layout" path="M 3.54167E-6 0.5993 L -0.00078 0.63426 " pathEditMode="relative" rAng="0" ptsTypes="AA">
                                      <p:cBhvr>
                                        <p:cTn id="262" dur="1000" fill="hold"/>
                                        <p:tgtEl>
                                          <p:spTgt spid="55"/>
                                        </p:tgtEl>
                                        <p:attrNameLst>
                                          <p:attrName>ppt_x</p:attrName>
                                          <p:attrName>ppt_y</p:attrName>
                                        </p:attrNameLst>
                                      </p:cBhvr>
                                      <p:rCtr x="65" y="2014"/>
                                    </p:animMotion>
                                  </p:childTnLst>
                                </p:cTn>
                              </p:par>
                            </p:childTnLst>
                          </p:cTn>
                        </p:par>
                      </p:childTnLst>
                    </p:cTn>
                  </p:par>
                  <p:par>
                    <p:cTn id="263" fill="hold">
                      <p:stCondLst>
                        <p:cond delay="indefinite"/>
                      </p:stCondLst>
                      <p:childTnLst>
                        <p:par>
                          <p:cTn id="264" fill="hold">
                            <p:stCondLst>
                              <p:cond delay="0"/>
                            </p:stCondLst>
                            <p:childTnLst>
                              <p:par>
                                <p:cTn id="265" presetID="1" presetClass="entr" presetSubtype="0" fill="hold" grpId="0" nodeType="clickEffect">
                                  <p:stCondLst>
                                    <p:cond delay="0"/>
                                  </p:stCondLst>
                                  <p:childTnLst>
                                    <p:set>
                                      <p:cBhvr>
                                        <p:cTn id="266" dur="1" fill="hold">
                                          <p:stCondLst>
                                            <p:cond delay="0"/>
                                          </p:stCondLst>
                                        </p:cTn>
                                        <p:tgtEl>
                                          <p:spTgt spid="37"/>
                                        </p:tgtEl>
                                        <p:attrNameLst>
                                          <p:attrName>style.visibility</p:attrName>
                                        </p:attrNameLst>
                                      </p:cBhvr>
                                      <p:to>
                                        <p:strVal val="visible"/>
                                      </p:to>
                                    </p:set>
                                  </p:childTnLst>
                                </p:cTn>
                              </p:par>
                            </p:childTnLst>
                          </p:cTn>
                        </p:par>
                        <p:par>
                          <p:cTn id="267" fill="hold">
                            <p:stCondLst>
                              <p:cond delay="0"/>
                            </p:stCondLst>
                            <p:childTnLst>
                              <p:par>
                                <p:cTn id="268" presetID="63" presetClass="path" presetSubtype="0" accel="50000" decel="50000" fill="hold" grpId="1" nodeType="afterEffect">
                                  <p:stCondLst>
                                    <p:cond delay="0"/>
                                  </p:stCondLst>
                                  <p:childTnLst>
                                    <p:animMotion origin="layout" path="M 0.00313 -0.00903 L 0.55235 -0.20139 " pathEditMode="relative" rAng="0" ptsTypes="AA">
                                      <p:cBhvr>
                                        <p:cTn id="269" dur="1500" fill="hold"/>
                                        <p:tgtEl>
                                          <p:spTgt spid="37"/>
                                        </p:tgtEl>
                                        <p:attrNameLst>
                                          <p:attrName>ppt_x</p:attrName>
                                          <p:attrName>ppt_y</p:attrName>
                                        </p:attrNameLst>
                                      </p:cBhvr>
                                      <p:rCtr x="27461" y="-9630"/>
                                    </p:animMotion>
                                  </p:childTnLst>
                                </p:cTn>
                              </p:par>
                            </p:childTnLst>
                          </p:cTn>
                        </p:par>
                        <p:par>
                          <p:cTn id="270" fill="hold">
                            <p:stCondLst>
                              <p:cond delay="1500"/>
                            </p:stCondLst>
                            <p:childTnLst>
                              <p:par>
                                <p:cTn id="271" presetID="42" presetClass="path" presetSubtype="0" accel="50000" decel="50000" fill="hold" nodeType="afterEffect">
                                  <p:stCondLst>
                                    <p:cond delay="0"/>
                                  </p:stCondLst>
                                  <p:childTnLst>
                                    <p:animMotion origin="layout" path="M -0.00039 0.63403 L 2.08333E-7 0.67431 " pathEditMode="relative" rAng="0" ptsTypes="AA">
                                      <p:cBhvr>
                                        <p:cTn id="272" dur="1000" fill="hold"/>
                                        <p:tgtEl>
                                          <p:spTgt spid="55"/>
                                        </p:tgtEl>
                                        <p:attrNameLst>
                                          <p:attrName>ppt_x</p:attrName>
                                          <p:attrName>ppt_y</p:attrName>
                                        </p:attrNameLst>
                                      </p:cBhvr>
                                      <p:rCtr x="13" y="2014"/>
                                    </p:animMotion>
                                  </p:childTnLst>
                                </p:cTn>
                              </p:par>
                            </p:childTnLst>
                          </p:cTn>
                        </p:par>
                      </p:childTnLst>
                    </p:cTn>
                  </p:par>
                  <p:par>
                    <p:cTn id="273" fill="hold">
                      <p:stCondLst>
                        <p:cond delay="indefinite"/>
                      </p:stCondLst>
                      <p:childTnLst>
                        <p:par>
                          <p:cTn id="274" fill="hold">
                            <p:stCondLst>
                              <p:cond delay="0"/>
                            </p:stCondLst>
                            <p:childTnLst>
                              <p:par>
                                <p:cTn id="275" presetID="53" presetClass="entr" presetSubtype="16" fill="hold" grpId="0" nodeType="clickEffect">
                                  <p:stCondLst>
                                    <p:cond delay="0"/>
                                  </p:stCondLst>
                                  <p:childTnLst>
                                    <p:set>
                                      <p:cBhvr>
                                        <p:cTn id="276" dur="1" fill="hold">
                                          <p:stCondLst>
                                            <p:cond delay="0"/>
                                          </p:stCondLst>
                                        </p:cTn>
                                        <p:tgtEl>
                                          <p:spTgt spid="42"/>
                                        </p:tgtEl>
                                        <p:attrNameLst>
                                          <p:attrName>style.visibility</p:attrName>
                                        </p:attrNameLst>
                                      </p:cBhvr>
                                      <p:to>
                                        <p:strVal val="visible"/>
                                      </p:to>
                                    </p:set>
                                    <p:anim calcmode="lin" valueType="num">
                                      <p:cBhvr>
                                        <p:cTn id="277" dur="500" fill="hold"/>
                                        <p:tgtEl>
                                          <p:spTgt spid="42"/>
                                        </p:tgtEl>
                                        <p:attrNameLst>
                                          <p:attrName>ppt_w</p:attrName>
                                        </p:attrNameLst>
                                      </p:cBhvr>
                                      <p:tavLst>
                                        <p:tav tm="0">
                                          <p:val>
                                            <p:fltVal val="0"/>
                                          </p:val>
                                        </p:tav>
                                        <p:tav tm="100000">
                                          <p:val>
                                            <p:strVal val="#ppt_w"/>
                                          </p:val>
                                        </p:tav>
                                      </p:tavLst>
                                    </p:anim>
                                    <p:anim calcmode="lin" valueType="num">
                                      <p:cBhvr>
                                        <p:cTn id="278" dur="500" fill="hold"/>
                                        <p:tgtEl>
                                          <p:spTgt spid="42"/>
                                        </p:tgtEl>
                                        <p:attrNameLst>
                                          <p:attrName>ppt_h</p:attrName>
                                        </p:attrNameLst>
                                      </p:cBhvr>
                                      <p:tavLst>
                                        <p:tav tm="0">
                                          <p:val>
                                            <p:fltVal val="0"/>
                                          </p:val>
                                        </p:tav>
                                        <p:tav tm="100000">
                                          <p:val>
                                            <p:strVal val="#ppt_h"/>
                                          </p:val>
                                        </p:tav>
                                      </p:tavLst>
                                    </p:anim>
                                    <p:animEffect transition="in" filter="fade">
                                      <p:cBhvr>
                                        <p:cTn id="279" dur="500"/>
                                        <p:tgtEl>
                                          <p:spTgt spid="42"/>
                                        </p:tgtEl>
                                      </p:cBhvr>
                                    </p:animEffect>
                                  </p:childTnLst>
                                </p:cTn>
                              </p:par>
                            </p:childTnLst>
                          </p:cTn>
                        </p:par>
                        <p:par>
                          <p:cTn id="280" fill="hold">
                            <p:stCondLst>
                              <p:cond delay="500"/>
                            </p:stCondLst>
                            <p:childTnLst>
                              <p:par>
                                <p:cTn id="281" presetID="6" presetClass="emph" presetSubtype="0" autoRev="1" fill="hold" grpId="1" nodeType="afterEffect">
                                  <p:stCondLst>
                                    <p:cond delay="0"/>
                                  </p:stCondLst>
                                  <p:childTnLst>
                                    <p:animScale>
                                      <p:cBhvr>
                                        <p:cTn id="282" dur="500" fill="hold"/>
                                        <p:tgtEl>
                                          <p:spTgt spid="42"/>
                                        </p:tgtEl>
                                      </p:cBhvr>
                                      <p:by x="150000" y="150000"/>
                                    </p:animScale>
                                  </p:childTnLst>
                                </p:cTn>
                              </p:par>
                            </p:childTnLst>
                          </p:cTn>
                        </p:par>
                        <p:par>
                          <p:cTn id="283" fill="hold">
                            <p:stCondLst>
                              <p:cond delay="1500"/>
                            </p:stCondLst>
                            <p:childTnLst>
                              <p:par>
                                <p:cTn id="284" presetID="31" presetClass="entr" presetSubtype="0" fill="hold" grpId="0" nodeType="afterEffect">
                                  <p:stCondLst>
                                    <p:cond delay="0"/>
                                  </p:stCondLst>
                                  <p:childTnLst>
                                    <p:set>
                                      <p:cBhvr>
                                        <p:cTn id="285" dur="1" fill="hold">
                                          <p:stCondLst>
                                            <p:cond delay="0"/>
                                          </p:stCondLst>
                                        </p:cTn>
                                        <p:tgtEl>
                                          <p:spTgt spid="47"/>
                                        </p:tgtEl>
                                        <p:attrNameLst>
                                          <p:attrName>style.visibility</p:attrName>
                                        </p:attrNameLst>
                                      </p:cBhvr>
                                      <p:to>
                                        <p:strVal val="visible"/>
                                      </p:to>
                                    </p:set>
                                    <p:anim calcmode="lin" valueType="num">
                                      <p:cBhvr>
                                        <p:cTn id="286" dur="1000" fill="hold"/>
                                        <p:tgtEl>
                                          <p:spTgt spid="47"/>
                                        </p:tgtEl>
                                        <p:attrNameLst>
                                          <p:attrName>ppt_w</p:attrName>
                                        </p:attrNameLst>
                                      </p:cBhvr>
                                      <p:tavLst>
                                        <p:tav tm="0">
                                          <p:val>
                                            <p:fltVal val="0"/>
                                          </p:val>
                                        </p:tav>
                                        <p:tav tm="100000">
                                          <p:val>
                                            <p:strVal val="#ppt_w"/>
                                          </p:val>
                                        </p:tav>
                                      </p:tavLst>
                                    </p:anim>
                                    <p:anim calcmode="lin" valueType="num">
                                      <p:cBhvr>
                                        <p:cTn id="287" dur="1000" fill="hold"/>
                                        <p:tgtEl>
                                          <p:spTgt spid="47"/>
                                        </p:tgtEl>
                                        <p:attrNameLst>
                                          <p:attrName>ppt_h</p:attrName>
                                        </p:attrNameLst>
                                      </p:cBhvr>
                                      <p:tavLst>
                                        <p:tav tm="0">
                                          <p:val>
                                            <p:fltVal val="0"/>
                                          </p:val>
                                        </p:tav>
                                        <p:tav tm="100000">
                                          <p:val>
                                            <p:strVal val="#ppt_h"/>
                                          </p:val>
                                        </p:tav>
                                      </p:tavLst>
                                    </p:anim>
                                    <p:anim calcmode="lin" valueType="num">
                                      <p:cBhvr>
                                        <p:cTn id="288" dur="1000" fill="hold"/>
                                        <p:tgtEl>
                                          <p:spTgt spid="47"/>
                                        </p:tgtEl>
                                        <p:attrNameLst>
                                          <p:attrName>style.rotation</p:attrName>
                                        </p:attrNameLst>
                                      </p:cBhvr>
                                      <p:tavLst>
                                        <p:tav tm="0">
                                          <p:val>
                                            <p:fltVal val="90"/>
                                          </p:val>
                                        </p:tav>
                                        <p:tav tm="100000">
                                          <p:val>
                                            <p:fltVal val="0"/>
                                          </p:val>
                                        </p:tav>
                                      </p:tavLst>
                                    </p:anim>
                                    <p:animEffect transition="in" filter="fade">
                                      <p:cBhvr>
                                        <p:cTn id="289" dur="1000"/>
                                        <p:tgtEl>
                                          <p:spTgt spid="47"/>
                                        </p:tgtEl>
                                      </p:cBhvr>
                                    </p:animEffect>
                                  </p:childTnLst>
                                </p:cTn>
                              </p:par>
                            </p:childTnLst>
                          </p:cTn>
                        </p:par>
                        <p:par>
                          <p:cTn id="290" fill="hold">
                            <p:stCondLst>
                              <p:cond delay="2500"/>
                            </p:stCondLst>
                            <p:childTnLst>
                              <p:par>
                                <p:cTn id="291" presetID="32" presetClass="emph" presetSubtype="0" fill="hold" nodeType="afterEffect">
                                  <p:stCondLst>
                                    <p:cond delay="0"/>
                                  </p:stCondLst>
                                  <p:childTnLst>
                                    <p:animRot by="120000">
                                      <p:cBhvr>
                                        <p:cTn id="292" dur="100" fill="hold">
                                          <p:stCondLst>
                                            <p:cond delay="0"/>
                                          </p:stCondLst>
                                        </p:cTn>
                                        <p:tgtEl>
                                          <p:spTgt spid="55"/>
                                        </p:tgtEl>
                                        <p:attrNameLst>
                                          <p:attrName>r</p:attrName>
                                        </p:attrNameLst>
                                      </p:cBhvr>
                                    </p:animRot>
                                    <p:animRot by="-240000">
                                      <p:cBhvr>
                                        <p:cTn id="293" dur="200" fill="hold">
                                          <p:stCondLst>
                                            <p:cond delay="200"/>
                                          </p:stCondLst>
                                        </p:cTn>
                                        <p:tgtEl>
                                          <p:spTgt spid="55"/>
                                        </p:tgtEl>
                                        <p:attrNameLst>
                                          <p:attrName>r</p:attrName>
                                        </p:attrNameLst>
                                      </p:cBhvr>
                                    </p:animRot>
                                    <p:animRot by="240000">
                                      <p:cBhvr>
                                        <p:cTn id="294" dur="200" fill="hold">
                                          <p:stCondLst>
                                            <p:cond delay="400"/>
                                          </p:stCondLst>
                                        </p:cTn>
                                        <p:tgtEl>
                                          <p:spTgt spid="55"/>
                                        </p:tgtEl>
                                        <p:attrNameLst>
                                          <p:attrName>r</p:attrName>
                                        </p:attrNameLst>
                                      </p:cBhvr>
                                    </p:animRot>
                                    <p:animRot by="-240000">
                                      <p:cBhvr>
                                        <p:cTn id="295" dur="200" fill="hold">
                                          <p:stCondLst>
                                            <p:cond delay="600"/>
                                          </p:stCondLst>
                                        </p:cTn>
                                        <p:tgtEl>
                                          <p:spTgt spid="55"/>
                                        </p:tgtEl>
                                        <p:attrNameLst>
                                          <p:attrName>r</p:attrName>
                                        </p:attrNameLst>
                                      </p:cBhvr>
                                    </p:animRot>
                                    <p:animRot by="120000">
                                      <p:cBhvr>
                                        <p:cTn id="296" dur="200" fill="hold">
                                          <p:stCondLst>
                                            <p:cond delay="800"/>
                                          </p:stCondLst>
                                        </p:cTn>
                                        <p:tgtEl>
                                          <p:spTgt spid="55"/>
                                        </p:tgtEl>
                                        <p:attrNameLst>
                                          <p:attrName>r</p:attrName>
                                        </p:attrNameLst>
                                      </p:cBhvr>
                                    </p:animRot>
                                  </p:childTnLst>
                                </p:cTn>
                              </p:par>
                            </p:childTnLst>
                          </p:cTn>
                        </p:par>
                      </p:childTnLst>
                    </p:cTn>
                  </p:par>
                  <p:par>
                    <p:cTn id="297" fill="hold">
                      <p:stCondLst>
                        <p:cond delay="indefinite"/>
                      </p:stCondLst>
                      <p:childTnLst>
                        <p:par>
                          <p:cTn id="298" fill="hold">
                            <p:stCondLst>
                              <p:cond delay="0"/>
                            </p:stCondLst>
                            <p:childTnLst>
                              <p:par>
                                <p:cTn id="299" presetID="35" presetClass="path" presetSubtype="0" accel="50000" decel="50000" fill="hold" grpId="2" nodeType="clickEffect">
                                  <p:stCondLst>
                                    <p:cond delay="0"/>
                                  </p:stCondLst>
                                  <p:childTnLst>
                                    <p:animMotion origin="layout" path="M -2.70833E-6 -2.22222E-6 L -0.02604 0.00301 " pathEditMode="relative" rAng="0" ptsTypes="AA">
                                      <p:cBhvr>
                                        <p:cTn id="300" dur="1000" fill="hold"/>
                                        <p:tgtEl>
                                          <p:spTgt spid="42"/>
                                        </p:tgtEl>
                                        <p:attrNameLst>
                                          <p:attrName>ppt_x</p:attrName>
                                          <p:attrName>ppt_y</p:attrName>
                                        </p:attrNameLst>
                                      </p:cBhvr>
                                      <p:rCtr x="-1302" y="139"/>
                                    </p:animMotion>
                                  </p:childTnLst>
                                </p:cTn>
                              </p:par>
                            </p:childTnLst>
                          </p:cTn>
                        </p:par>
                        <p:par>
                          <p:cTn id="301" fill="hold">
                            <p:stCondLst>
                              <p:cond delay="1000"/>
                            </p:stCondLst>
                            <p:childTnLst>
                              <p:par>
                                <p:cTn id="302" presetID="6" presetClass="emph" presetSubtype="0" autoRev="1" fill="hold" grpId="3" nodeType="afterEffect">
                                  <p:stCondLst>
                                    <p:cond delay="0"/>
                                  </p:stCondLst>
                                  <p:childTnLst>
                                    <p:animScale>
                                      <p:cBhvr>
                                        <p:cTn id="303" dur="500" fill="hold"/>
                                        <p:tgtEl>
                                          <p:spTgt spid="42"/>
                                        </p:tgtEl>
                                      </p:cBhvr>
                                      <p:by x="150000" y="150000"/>
                                    </p:animScale>
                                  </p:childTnLst>
                                </p:cTn>
                              </p:par>
                            </p:childTnLst>
                          </p:cTn>
                        </p:par>
                        <p:par>
                          <p:cTn id="304" fill="hold">
                            <p:stCondLst>
                              <p:cond delay="2000"/>
                            </p:stCondLst>
                            <p:childTnLst>
                              <p:par>
                                <p:cTn id="305" presetID="31" presetClass="entr" presetSubtype="0" fill="hold" grpId="0" nodeType="afterEffect">
                                  <p:stCondLst>
                                    <p:cond delay="0"/>
                                  </p:stCondLst>
                                  <p:childTnLst>
                                    <p:set>
                                      <p:cBhvr>
                                        <p:cTn id="306" dur="1" fill="hold">
                                          <p:stCondLst>
                                            <p:cond delay="0"/>
                                          </p:stCondLst>
                                        </p:cTn>
                                        <p:tgtEl>
                                          <p:spTgt spid="48"/>
                                        </p:tgtEl>
                                        <p:attrNameLst>
                                          <p:attrName>style.visibility</p:attrName>
                                        </p:attrNameLst>
                                      </p:cBhvr>
                                      <p:to>
                                        <p:strVal val="visible"/>
                                      </p:to>
                                    </p:set>
                                    <p:anim calcmode="lin" valueType="num">
                                      <p:cBhvr>
                                        <p:cTn id="307" dur="1000" fill="hold"/>
                                        <p:tgtEl>
                                          <p:spTgt spid="48"/>
                                        </p:tgtEl>
                                        <p:attrNameLst>
                                          <p:attrName>ppt_w</p:attrName>
                                        </p:attrNameLst>
                                      </p:cBhvr>
                                      <p:tavLst>
                                        <p:tav tm="0">
                                          <p:val>
                                            <p:fltVal val="0"/>
                                          </p:val>
                                        </p:tav>
                                        <p:tav tm="100000">
                                          <p:val>
                                            <p:strVal val="#ppt_w"/>
                                          </p:val>
                                        </p:tav>
                                      </p:tavLst>
                                    </p:anim>
                                    <p:anim calcmode="lin" valueType="num">
                                      <p:cBhvr>
                                        <p:cTn id="308" dur="1000" fill="hold"/>
                                        <p:tgtEl>
                                          <p:spTgt spid="48"/>
                                        </p:tgtEl>
                                        <p:attrNameLst>
                                          <p:attrName>ppt_h</p:attrName>
                                        </p:attrNameLst>
                                      </p:cBhvr>
                                      <p:tavLst>
                                        <p:tav tm="0">
                                          <p:val>
                                            <p:fltVal val="0"/>
                                          </p:val>
                                        </p:tav>
                                        <p:tav tm="100000">
                                          <p:val>
                                            <p:strVal val="#ppt_h"/>
                                          </p:val>
                                        </p:tav>
                                      </p:tavLst>
                                    </p:anim>
                                    <p:anim calcmode="lin" valueType="num">
                                      <p:cBhvr>
                                        <p:cTn id="309" dur="1000" fill="hold"/>
                                        <p:tgtEl>
                                          <p:spTgt spid="48"/>
                                        </p:tgtEl>
                                        <p:attrNameLst>
                                          <p:attrName>style.rotation</p:attrName>
                                        </p:attrNameLst>
                                      </p:cBhvr>
                                      <p:tavLst>
                                        <p:tav tm="0">
                                          <p:val>
                                            <p:fltVal val="90"/>
                                          </p:val>
                                        </p:tav>
                                        <p:tav tm="100000">
                                          <p:val>
                                            <p:fltVal val="0"/>
                                          </p:val>
                                        </p:tav>
                                      </p:tavLst>
                                    </p:anim>
                                    <p:animEffect transition="in" filter="fade">
                                      <p:cBhvr>
                                        <p:cTn id="310" dur="1000"/>
                                        <p:tgtEl>
                                          <p:spTgt spid="48"/>
                                        </p:tgtEl>
                                      </p:cBhvr>
                                    </p:animEffect>
                                  </p:childTnLst>
                                </p:cTn>
                              </p:par>
                            </p:childTnLst>
                          </p:cTn>
                        </p:par>
                        <p:par>
                          <p:cTn id="311" fill="hold">
                            <p:stCondLst>
                              <p:cond delay="3000"/>
                            </p:stCondLst>
                            <p:childTnLst>
                              <p:par>
                                <p:cTn id="312" presetID="42" presetClass="path" presetSubtype="0" accel="50000" decel="50000" fill="hold" nodeType="afterEffect">
                                  <p:stCondLst>
                                    <p:cond delay="0"/>
                                  </p:stCondLst>
                                  <p:childTnLst>
                                    <p:animMotion origin="layout" path="M -0.00078 0.67199 L 2.08333E-7 0.70602 " pathEditMode="relative" rAng="0" ptsTypes="AA">
                                      <p:cBhvr>
                                        <p:cTn id="313" dur="2000" fill="hold"/>
                                        <p:tgtEl>
                                          <p:spTgt spid="55"/>
                                        </p:tgtEl>
                                        <p:attrNameLst>
                                          <p:attrName>ppt_x</p:attrName>
                                          <p:attrName>ppt_y</p:attrName>
                                        </p:attrNameLst>
                                      </p:cBhvr>
                                      <p:rCtr x="39" y="1690"/>
                                    </p:animMotion>
                                  </p:childTnLst>
                                </p:cTn>
                              </p:par>
                            </p:childTnLst>
                          </p:cTn>
                        </p:par>
                      </p:childTnLst>
                    </p:cTn>
                  </p:par>
                  <p:par>
                    <p:cTn id="314" fill="hold">
                      <p:stCondLst>
                        <p:cond delay="indefinite"/>
                      </p:stCondLst>
                      <p:childTnLst>
                        <p:par>
                          <p:cTn id="315" fill="hold">
                            <p:stCondLst>
                              <p:cond delay="0"/>
                            </p:stCondLst>
                            <p:childTnLst>
                              <p:par>
                                <p:cTn id="316" presetID="22" presetClass="exit" presetSubtype="2" fill="hold" nodeType="clickEffect">
                                  <p:stCondLst>
                                    <p:cond delay="0"/>
                                  </p:stCondLst>
                                  <p:childTnLst>
                                    <p:animEffect transition="out" filter="wipe(right)">
                                      <p:cBhvr>
                                        <p:cTn id="317" dur="1000"/>
                                        <p:tgtEl>
                                          <p:spTgt spid="55"/>
                                        </p:tgtEl>
                                      </p:cBhvr>
                                    </p:animEffect>
                                    <p:set>
                                      <p:cBhvr>
                                        <p:cTn id="318" dur="1" fill="hold">
                                          <p:stCondLst>
                                            <p:cond delay="999"/>
                                          </p:stCondLst>
                                        </p:cTn>
                                        <p:tgtEl>
                                          <p:spTgt spid="55"/>
                                        </p:tgtEl>
                                        <p:attrNameLst>
                                          <p:attrName>style.visibility</p:attrName>
                                        </p:attrNameLst>
                                      </p:cBhvr>
                                      <p:to>
                                        <p:strVal val="hidden"/>
                                      </p:to>
                                    </p:set>
                                  </p:childTnLst>
                                </p:cTn>
                              </p:par>
                            </p:childTnLst>
                          </p:cTn>
                        </p:par>
                        <p:par>
                          <p:cTn id="319" fill="hold">
                            <p:stCondLst>
                              <p:cond delay="1000"/>
                            </p:stCondLst>
                            <p:childTnLst>
                              <p:par>
                                <p:cTn id="320" presetID="22" presetClass="entr" presetSubtype="1" fill="hold" grpId="0" nodeType="afterEffect">
                                  <p:stCondLst>
                                    <p:cond delay="0"/>
                                  </p:stCondLst>
                                  <p:childTnLst>
                                    <p:set>
                                      <p:cBhvr>
                                        <p:cTn id="321" dur="1" fill="hold">
                                          <p:stCondLst>
                                            <p:cond delay="0"/>
                                          </p:stCondLst>
                                        </p:cTn>
                                        <p:tgtEl>
                                          <p:spTgt spid="49">
                                            <p:bg/>
                                          </p:spTgt>
                                        </p:tgtEl>
                                        <p:attrNameLst>
                                          <p:attrName>style.visibility</p:attrName>
                                        </p:attrNameLst>
                                      </p:cBhvr>
                                      <p:to>
                                        <p:strVal val="visible"/>
                                      </p:to>
                                    </p:set>
                                    <p:animEffect transition="in" filter="wipe(up)">
                                      <p:cBhvr>
                                        <p:cTn id="322" dur="500"/>
                                        <p:tgtEl>
                                          <p:spTgt spid="49">
                                            <p:bg/>
                                          </p:spTgt>
                                        </p:tgtEl>
                                      </p:cBhvr>
                                    </p:animEffect>
                                  </p:childTnLst>
                                </p:cTn>
                              </p:par>
                            </p:childTnLst>
                          </p:cTn>
                        </p:par>
                        <p:par>
                          <p:cTn id="323" fill="hold">
                            <p:stCondLst>
                              <p:cond delay="1500"/>
                            </p:stCondLst>
                            <p:childTnLst>
                              <p:par>
                                <p:cTn id="324" presetID="22" presetClass="entr" presetSubtype="1" fill="hold" grpId="0" nodeType="afterEffect">
                                  <p:stCondLst>
                                    <p:cond delay="0"/>
                                  </p:stCondLst>
                                  <p:childTnLst>
                                    <p:set>
                                      <p:cBhvr>
                                        <p:cTn id="325" dur="1" fill="hold">
                                          <p:stCondLst>
                                            <p:cond delay="0"/>
                                          </p:stCondLst>
                                        </p:cTn>
                                        <p:tgtEl>
                                          <p:spTgt spid="49">
                                            <p:txEl>
                                              <p:pRg st="0" end="0"/>
                                            </p:txEl>
                                          </p:spTgt>
                                        </p:tgtEl>
                                        <p:attrNameLst>
                                          <p:attrName>style.visibility</p:attrName>
                                        </p:attrNameLst>
                                      </p:cBhvr>
                                      <p:to>
                                        <p:strVal val="visible"/>
                                      </p:to>
                                    </p:set>
                                    <p:animEffect transition="in" filter="wipe(up)">
                                      <p:cBhvr>
                                        <p:cTn id="326" dur="500"/>
                                        <p:tgtEl>
                                          <p:spTgt spid="49">
                                            <p:txEl>
                                              <p:pRg st="0" end="0"/>
                                            </p:txEl>
                                          </p:spTgt>
                                        </p:tgtEl>
                                      </p:cBhvr>
                                    </p:animEffect>
                                  </p:childTnLst>
                                </p:cTn>
                              </p:par>
                            </p:childTnLst>
                          </p:cTn>
                        </p:par>
                        <p:par>
                          <p:cTn id="327" fill="hold">
                            <p:stCondLst>
                              <p:cond delay="2000"/>
                            </p:stCondLst>
                            <p:childTnLst>
                              <p:par>
                                <p:cTn id="328" presetID="22" presetClass="entr" presetSubtype="1" fill="hold" grpId="0" nodeType="afterEffect">
                                  <p:stCondLst>
                                    <p:cond delay="0"/>
                                  </p:stCondLst>
                                  <p:childTnLst>
                                    <p:set>
                                      <p:cBhvr>
                                        <p:cTn id="329" dur="1" fill="hold">
                                          <p:stCondLst>
                                            <p:cond delay="0"/>
                                          </p:stCondLst>
                                        </p:cTn>
                                        <p:tgtEl>
                                          <p:spTgt spid="49">
                                            <p:txEl>
                                              <p:pRg st="1" end="1"/>
                                            </p:txEl>
                                          </p:spTgt>
                                        </p:tgtEl>
                                        <p:attrNameLst>
                                          <p:attrName>style.visibility</p:attrName>
                                        </p:attrNameLst>
                                      </p:cBhvr>
                                      <p:to>
                                        <p:strVal val="visible"/>
                                      </p:to>
                                    </p:set>
                                    <p:animEffect transition="in" filter="wipe(up)">
                                      <p:cBhvr>
                                        <p:cTn id="330" dur="500"/>
                                        <p:tgtEl>
                                          <p:spTgt spid="49">
                                            <p:txEl>
                                              <p:pRg st="1" end="1"/>
                                            </p:txEl>
                                          </p:spTgt>
                                        </p:tgtEl>
                                      </p:cBhvr>
                                    </p:animEffect>
                                  </p:childTnLst>
                                </p:cTn>
                              </p:par>
                            </p:childTnLst>
                          </p:cTn>
                        </p:par>
                        <p:par>
                          <p:cTn id="331" fill="hold">
                            <p:stCondLst>
                              <p:cond delay="2500"/>
                            </p:stCondLst>
                            <p:childTnLst>
                              <p:par>
                                <p:cTn id="332" presetID="22" presetClass="entr" presetSubtype="1" fill="hold" grpId="0" nodeType="afterEffect">
                                  <p:stCondLst>
                                    <p:cond delay="0"/>
                                  </p:stCondLst>
                                  <p:childTnLst>
                                    <p:set>
                                      <p:cBhvr>
                                        <p:cTn id="333" dur="1" fill="hold">
                                          <p:stCondLst>
                                            <p:cond delay="0"/>
                                          </p:stCondLst>
                                        </p:cTn>
                                        <p:tgtEl>
                                          <p:spTgt spid="49">
                                            <p:txEl>
                                              <p:pRg st="2" end="2"/>
                                            </p:txEl>
                                          </p:spTgt>
                                        </p:tgtEl>
                                        <p:attrNameLst>
                                          <p:attrName>style.visibility</p:attrName>
                                        </p:attrNameLst>
                                      </p:cBhvr>
                                      <p:to>
                                        <p:strVal val="visible"/>
                                      </p:to>
                                    </p:set>
                                    <p:animEffect transition="in" filter="wipe(up)">
                                      <p:cBhvr>
                                        <p:cTn id="334" dur="500"/>
                                        <p:tgtEl>
                                          <p:spTgt spid="49">
                                            <p:txEl>
                                              <p:pRg st="2" end="2"/>
                                            </p:txEl>
                                          </p:spTgt>
                                        </p:tgtEl>
                                      </p:cBhvr>
                                    </p:animEffect>
                                  </p:childTnLst>
                                </p:cTn>
                              </p:par>
                            </p:childTnLst>
                          </p:cTn>
                        </p:par>
                        <p:par>
                          <p:cTn id="335" fill="hold">
                            <p:stCondLst>
                              <p:cond delay="3000"/>
                            </p:stCondLst>
                            <p:childTnLst>
                              <p:par>
                                <p:cTn id="336" presetID="22" presetClass="entr" presetSubtype="1" fill="hold" grpId="0" nodeType="afterEffect">
                                  <p:stCondLst>
                                    <p:cond delay="0"/>
                                  </p:stCondLst>
                                  <p:childTnLst>
                                    <p:set>
                                      <p:cBhvr>
                                        <p:cTn id="337" dur="1" fill="hold">
                                          <p:stCondLst>
                                            <p:cond delay="0"/>
                                          </p:stCondLst>
                                        </p:cTn>
                                        <p:tgtEl>
                                          <p:spTgt spid="49">
                                            <p:txEl>
                                              <p:pRg st="3" end="3"/>
                                            </p:txEl>
                                          </p:spTgt>
                                        </p:tgtEl>
                                        <p:attrNameLst>
                                          <p:attrName>style.visibility</p:attrName>
                                        </p:attrNameLst>
                                      </p:cBhvr>
                                      <p:to>
                                        <p:strVal val="visible"/>
                                      </p:to>
                                    </p:set>
                                    <p:animEffect transition="in" filter="wipe(up)">
                                      <p:cBhvr>
                                        <p:cTn id="338" dur="500"/>
                                        <p:tgtEl>
                                          <p:spTgt spid="49">
                                            <p:txEl>
                                              <p:pRg st="3" end="3"/>
                                            </p:txEl>
                                          </p:spTgt>
                                        </p:tgtEl>
                                      </p:cBhvr>
                                    </p:animEffect>
                                  </p:childTnLst>
                                </p:cTn>
                              </p:par>
                            </p:childTnLst>
                          </p:cTn>
                        </p:par>
                        <p:par>
                          <p:cTn id="339" fill="hold">
                            <p:stCondLst>
                              <p:cond delay="3500"/>
                            </p:stCondLst>
                            <p:childTnLst>
                              <p:par>
                                <p:cTn id="340" presetID="22" presetClass="entr" presetSubtype="4" fill="hold" nodeType="afterEffect">
                                  <p:stCondLst>
                                    <p:cond delay="0"/>
                                  </p:stCondLst>
                                  <p:childTnLst>
                                    <p:set>
                                      <p:cBhvr>
                                        <p:cTn id="341" dur="1" fill="hold">
                                          <p:stCondLst>
                                            <p:cond delay="0"/>
                                          </p:stCondLst>
                                        </p:cTn>
                                        <p:tgtEl>
                                          <p:spTgt spid="52"/>
                                        </p:tgtEl>
                                        <p:attrNameLst>
                                          <p:attrName>style.visibility</p:attrName>
                                        </p:attrNameLst>
                                      </p:cBhvr>
                                      <p:to>
                                        <p:strVal val="visible"/>
                                      </p:to>
                                    </p:set>
                                    <p:animEffect transition="in" filter="wipe(down)">
                                      <p:cBhvr>
                                        <p:cTn id="342"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33" grpId="0"/>
      <p:bldP spid="34" grpId="0"/>
      <p:bldP spid="34" grpId="1"/>
      <p:bldP spid="34" grpId="2"/>
      <p:bldP spid="38" grpId="0"/>
      <p:bldP spid="38" grpId="1"/>
      <p:bldP spid="38" grpId="2"/>
      <p:bldP spid="39" grpId="0"/>
      <p:bldP spid="39" grpId="1"/>
      <p:bldP spid="39" grpId="2"/>
      <p:bldP spid="40" grpId="0"/>
      <p:bldP spid="40" grpId="1"/>
      <p:bldP spid="40" grpId="2"/>
      <p:bldP spid="41" grpId="0"/>
      <p:bldP spid="41" grpId="1"/>
      <p:bldP spid="41" grpId="2"/>
      <p:bldP spid="36" grpId="0"/>
      <p:bldP spid="36" grpId="1"/>
      <p:bldP spid="43" grpId="0"/>
      <p:bldP spid="43" grpId="1"/>
      <p:bldP spid="43" grpId="2"/>
      <p:bldP spid="44" grpId="0"/>
      <p:bldP spid="44" grpId="1"/>
      <p:bldP spid="37" grpId="0"/>
      <p:bldP spid="37" grpId="1"/>
      <p:bldP spid="42" grpId="0"/>
      <p:bldP spid="42" grpId="1"/>
      <p:bldP spid="42" grpId="2"/>
      <p:bldP spid="42" grpId="3"/>
      <p:bldP spid="47" grpId="0"/>
      <p:bldP spid="48" grpId="0"/>
      <p:bldP spid="49" grpId="0" uiExpand="1" build="p" animBg="1"/>
      <p:bldP spid="46" grpId="0" uiExpand="1" build="p"/>
      <p:bldP spid="146" grpId="0"/>
      <p:bldP spid="146" grpId="1"/>
      <p:bldP spid="146" grpId="2"/>
      <p:bldP spid="159" grpId="1"/>
      <p:bldP spid="29740" grpId="0" animBg="1"/>
      <p:bldP spid="29740" grpId="1" animBg="1"/>
      <p:bldP spid="29740" grpId="2"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文本占位符 208898">
            <a:extLst>
              <a:ext uri="{FF2B5EF4-FFF2-40B4-BE49-F238E27FC236}">
                <a16:creationId xmlns:a16="http://schemas.microsoft.com/office/drawing/2014/main" id="{3E79E727-4890-43F2-97BE-8250B99C13B4}"/>
              </a:ext>
            </a:extLst>
          </p:cNvPr>
          <p:cNvSpPr>
            <a:spLocks noGrp="1" noChangeArrowheads="1"/>
          </p:cNvSpPr>
          <p:nvPr>
            <p:ph type="body" idx="4294967295"/>
          </p:nvPr>
        </p:nvSpPr>
        <p:spPr>
          <a:xfrm>
            <a:off x="0" y="3429000"/>
            <a:ext cx="6855352" cy="3217863"/>
          </a:xfrm>
          <a:solidFill>
            <a:srgbClr val="EFF5FB"/>
          </a:solidFill>
          <a:ln w="19050">
            <a:solidFill>
              <a:srgbClr val="002060"/>
            </a:solidFill>
          </a:ln>
        </p:spPr>
        <p:txBody>
          <a:bodyPr>
            <a:normAutofit/>
          </a:bodyPr>
          <a:lstStyle/>
          <a:p>
            <a:pPr marL="180000" indent="0">
              <a:lnSpc>
                <a:spcPct val="114000"/>
              </a:lnSpc>
              <a:spcBef>
                <a:spcPts val="0"/>
              </a:spcBef>
              <a:buFontTx/>
              <a:buNone/>
            </a:pPr>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int</a:t>
            </a:r>
            <a:r>
              <a:rPr lang="en-US" altLang="zh-CN" sz="1600" b="1" dirty="0">
                <a:latin typeface="Courier New" panose="02070309020205020404" pitchFamily="49" charset="0"/>
                <a:cs typeface="Courier New" panose="02070309020205020404" pitchFamily="49" charset="0"/>
              </a:rPr>
              <a:t> </a:t>
            </a:r>
            <a:r>
              <a:rPr lang="en-US" altLang="zh-CN" sz="1600" b="1" dirty="0" err="1">
                <a:latin typeface="Courier New" panose="02070309020205020404" pitchFamily="49" charset="0"/>
                <a:cs typeface="Courier New" panose="02070309020205020404" pitchFamily="49" charset="0"/>
              </a:rPr>
              <a:t>CalcOff</a:t>
            </a:r>
            <a:r>
              <a:rPr lang="en-US" altLang="zh-CN" sz="1600" b="1" dirty="0">
                <a:latin typeface="Courier New" panose="02070309020205020404" pitchFamily="49" charset="0"/>
                <a:cs typeface="Courier New" panose="02070309020205020404" pitchFamily="49" charset="0"/>
              </a:rPr>
              <a:t>(Array A, </a:t>
            </a:r>
            <a:r>
              <a:rPr lang="en-US" altLang="zh-CN" sz="1600" b="1" dirty="0" err="1">
                <a:latin typeface="Courier New" panose="02070309020205020404" pitchFamily="49" charset="0"/>
                <a:cs typeface="Courier New" panose="02070309020205020404" pitchFamily="49" charset="0"/>
              </a:rPr>
              <a:t>va_list</a:t>
            </a:r>
            <a:r>
              <a:rPr lang="en-US" altLang="zh-CN" sz="1600" b="1" dirty="0">
                <a:latin typeface="Courier New" panose="02070309020205020404" pitchFamily="49" charset="0"/>
                <a:cs typeface="Courier New" panose="02070309020205020404" pitchFamily="49" charset="0"/>
              </a:rPr>
              <a:t> ap) </a:t>
            </a:r>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p>
          <a:p>
            <a:pPr marL="180000" indent="0">
              <a:lnSpc>
                <a:spcPct val="114000"/>
              </a:lnSpc>
              <a:spcBef>
                <a:spcPts val="0"/>
              </a:spcBef>
              <a:buFontTx/>
              <a:buNone/>
            </a:pPr>
            <a:r>
              <a:rPr lang="en-US" altLang="zh-CN" sz="1600" b="1" dirty="0">
                <a:latin typeface="Courier New" panose="02070309020205020404" pitchFamily="49" charset="0"/>
                <a:cs typeface="Courier New" panose="02070309020205020404" pitchFamily="49" charset="0"/>
              </a:rPr>
              <a:t>   </a:t>
            </a:r>
            <a:r>
              <a:rPr lang="en-US" altLang="zh-CN" sz="1600" b="1" dirty="0">
                <a:solidFill>
                  <a:srgbClr val="0070C0"/>
                </a:solidFill>
                <a:latin typeface="Courier New" panose="02070309020205020404" pitchFamily="49" charset="0"/>
                <a:cs typeface="Courier New" panose="02070309020205020404" pitchFamily="49" charset="0"/>
              </a:rPr>
              <a:t>// </a:t>
            </a:r>
            <a:r>
              <a:rPr lang="zh-CN" altLang="en-US" sz="1600" b="1" dirty="0">
                <a:solidFill>
                  <a:srgbClr val="0070C0"/>
                </a:solidFill>
                <a:latin typeface="Courier New" panose="02070309020205020404" pitchFamily="49" charset="0"/>
                <a:cs typeface="Courier New" panose="02070309020205020404" pitchFamily="49" charset="0"/>
              </a:rPr>
              <a:t>若</a:t>
            </a:r>
            <a:r>
              <a:rPr lang="en-US" altLang="zh-CN" sz="1600" b="1" dirty="0">
                <a:solidFill>
                  <a:srgbClr val="0070C0"/>
                </a:solidFill>
                <a:latin typeface="Courier New" panose="02070309020205020404" pitchFamily="49" charset="0"/>
                <a:cs typeface="Courier New" panose="02070309020205020404" pitchFamily="49" charset="0"/>
              </a:rPr>
              <a:t>ap</a:t>
            </a:r>
            <a:r>
              <a:rPr lang="zh-CN" altLang="en-US" sz="1600" b="1" dirty="0">
                <a:solidFill>
                  <a:srgbClr val="0070C0"/>
                </a:solidFill>
                <a:latin typeface="Courier New" panose="02070309020205020404" pitchFamily="49" charset="0"/>
                <a:cs typeface="Courier New" panose="02070309020205020404" pitchFamily="49" charset="0"/>
              </a:rPr>
              <a:t>指示的各下标值合法，</a:t>
            </a:r>
          </a:p>
          <a:p>
            <a:pPr marL="180000" indent="0">
              <a:lnSpc>
                <a:spcPct val="114000"/>
              </a:lnSpc>
              <a:spcBef>
                <a:spcPts val="0"/>
              </a:spcBef>
              <a:buFontTx/>
              <a:buNone/>
            </a:pPr>
            <a:r>
              <a:rPr lang="zh-CN" altLang="en-US" sz="1600" b="1" dirty="0">
                <a:solidFill>
                  <a:srgbClr val="0070C0"/>
                </a:solidFill>
                <a:latin typeface="Courier New" panose="02070309020205020404" pitchFamily="49" charset="0"/>
                <a:cs typeface="Courier New" panose="02070309020205020404" pitchFamily="49" charset="0"/>
              </a:rPr>
              <a:t>   </a:t>
            </a:r>
            <a:r>
              <a:rPr lang="en-US" altLang="zh-CN" sz="1600" b="1" dirty="0">
                <a:solidFill>
                  <a:srgbClr val="0070C0"/>
                </a:solidFill>
                <a:latin typeface="Courier New" panose="02070309020205020404" pitchFamily="49" charset="0"/>
                <a:cs typeface="Courier New" panose="02070309020205020404" pitchFamily="49" charset="0"/>
              </a:rPr>
              <a:t>// </a:t>
            </a:r>
            <a:r>
              <a:rPr lang="zh-CN" altLang="en-US" sz="1600" b="1" dirty="0">
                <a:solidFill>
                  <a:srgbClr val="0070C0"/>
                </a:solidFill>
                <a:latin typeface="Courier New" panose="02070309020205020404" pitchFamily="49" charset="0"/>
                <a:cs typeface="Courier New" panose="02070309020205020404" pitchFamily="49" charset="0"/>
              </a:rPr>
              <a:t>则求出该元素在多维数组</a:t>
            </a:r>
            <a:r>
              <a:rPr lang="en-US" altLang="zh-CN" sz="1600" b="1" dirty="0">
                <a:solidFill>
                  <a:srgbClr val="0070C0"/>
                </a:solidFill>
                <a:latin typeface="Courier New" panose="02070309020205020404" pitchFamily="49" charset="0"/>
                <a:cs typeface="Courier New" panose="02070309020205020404" pitchFamily="49" charset="0"/>
              </a:rPr>
              <a:t>A</a:t>
            </a:r>
            <a:r>
              <a:rPr lang="zh-CN" altLang="en-US" sz="1600" b="1" dirty="0">
                <a:solidFill>
                  <a:srgbClr val="0070C0"/>
                </a:solidFill>
                <a:latin typeface="Courier New" panose="02070309020205020404" pitchFamily="49" charset="0"/>
                <a:cs typeface="Courier New" panose="02070309020205020404" pitchFamily="49" charset="0"/>
              </a:rPr>
              <a:t>中相对地址</a:t>
            </a:r>
            <a:r>
              <a:rPr lang="en-US" altLang="zh-CN" sz="1600" b="1" dirty="0">
                <a:solidFill>
                  <a:srgbClr val="0070C0"/>
                </a:solidFill>
                <a:latin typeface="Courier New" panose="02070309020205020404" pitchFamily="49" charset="0"/>
                <a:cs typeface="Courier New" panose="02070309020205020404" pitchFamily="49" charset="0"/>
              </a:rPr>
              <a:t>off</a:t>
            </a:r>
          </a:p>
          <a:p>
            <a:pPr marL="180000" indent="0">
              <a:lnSpc>
                <a:spcPct val="114000"/>
              </a:lnSpc>
              <a:spcBef>
                <a:spcPts val="0"/>
              </a:spcBef>
              <a:buFontTx/>
              <a:buNone/>
            </a:pPr>
            <a:r>
              <a:rPr lang="en-US" altLang="zh-CN" sz="1600" b="1" dirty="0">
                <a:latin typeface="Courier New" panose="02070309020205020404" pitchFamily="49" charset="0"/>
                <a:cs typeface="Courier New" panose="02070309020205020404" pitchFamily="49" charset="0"/>
              </a:rPr>
              <a:t>   </a:t>
            </a:r>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int</a:t>
            </a:r>
            <a:r>
              <a:rPr lang="en-US" altLang="zh-CN" sz="1600" b="1" dirty="0">
                <a:latin typeface="Courier New" panose="02070309020205020404" pitchFamily="49" charset="0"/>
                <a:cs typeface="Courier New" panose="02070309020205020404" pitchFamily="49" charset="0"/>
              </a:rPr>
              <a:t> </a:t>
            </a:r>
            <a:r>
              <a:rPr lang="en-US" altLang="zh-CN" sz="1600" b="1" dirty="0" err="1">
                <a:latin typeface="Courier New" panose="02070309020205020404" pitchFamily="49" charset="0"/>
                <a:cs typeface="Courier New" panose="02070309020205020404" pitchFamily="49" charset="0"/>
              </a:rPr>
              <a:t>idx</a:t>
            </a:r>
            <a:r>
              <a:rPr lang="en-US" altLang="zh-CN" sz="1600" b="1" dirty="0">
                <a:latin typeface="Courier New" panose="02070309020205020404" pitchFamily="49" charset="0"/>
                <a:cs typeface="Courier New" panose="02070309020205020404" pitchFamily="49" charset="0"/>
              </a:rPr>
              <a:t>, off = 0;   </a:t>
            </a:r>
            <a:r>
              <a:rPr lang="en-US" altLang="zh-CN" sz="1600" b="1" dirty="0">
                <a:solidFill>
                  <a:srgbClr val="0070C0"/>
                </a:solidFill>
                <a:latin typeface="Courier New" panose="02070309020205020404" pitchFamily="49" charset="0"/>
                <a:cs typeface="Courier New" panose="02070309020205020404" pitchFamily="49" charset="0"/>
              </a:rPr>
              <a:t>//</a:t>
            </a:r>
            <a:r>
              <a:rPr lang="zh-CN" altLang="en-US" sz="1600" b="1" dirty="0">
                <a:solidFill>
                  <a:srgbClr val="0070C0"/>
                </a:solidFill>
                <a:latin typeface="Courier New" panose="02070309020205020404" pitchFamily="49" charset="0"/>
                <a:cs typeface="Courier New" panose="02070309020205020404" pitchFamily="49" charset="0"/>
              </a:rPr>
              <a:t> 相对地址初值</a:t>
            </a:r>
            <a:endParaRPr lang="en-US" altLang="zh-CN" sz="1600" b="1" dirty="0">
              <a:solidFill>
                <a:srgbClr val="0070C0"/>
              </a:solidFill>
              <a:latin typeface="Courier New" panose="02070309020205020404" pitchFamily="49" charset="0"/>
              <a:cs typeface="Courier New" panose="02070309020205020404" pitchFamily="49" charset="0"/>
            </a:endParaRPr>
          </a:p>
          <a:p>
            <a:pPr marL="180000" indent="0">
              <a:lnSpc>
                <a:spcPct val="114000"/>
              </a:lnSpc>
              <a:spcBef>
                <a:spcPts val="0"/>
              </a:spcBef>
              <a:buFontTx/>
              <a:buNone/>
            </a:pPr>
            <a:r>
              <a:rPr lang="en-US" altLang="zh-CN" sz="1600" b="1" dirty="0">
                <a:latin typeface="Courier New" panose="02070309020205020404" pitchFamily="49" charset="0"/>
                <a:cs typeface="Courier New" panose="02070309020205020404" pitchFamily="49" charset="0"/>
              </a:rPr>
              <a:t>   </a:t>
            </a:r>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for</a:t>
            </a:r>
            <a:r>
              <a:rPr lang="en-US" altLang="zh-CN" sz="1600" b="1" dirty="0">
                <a:latin typeface="Courier New" panose="02070309020205020404" pitchFamily="49" charset="0"/>
                <a:cs typeface="Courier New" panose="02070309020205020404" pitchFamily="49" charset="0"/>
              </a:rPr>
              <a:t> (</a:t>
            </a:r>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int</a:t>
            </a:r>
            <a:r>
              <a:rPr lang="en-US" altLang="zh-CN" sz="1600" b="1" dirty="0">
                <a:latin typeface="Courier New" panose="02070309020205020404" pitchFamily="49" charset="0"/>
                <a:cs typeface="Courier New" panose="02070309020205020404" pitchFamily="49" charset="0"/>
              </a:rPr>
              <a:t> </a:t>
            </a:r>
            <a:r>
              <a:rPr lang="en-US" altLang="zh-CN" sz="1600" b="1" dirty="0" err="1">
                <a:latin typeface="Courier New" panose="02070309020205020404" pitchFamily="49" charset="0"/>
                <a:cs typeface="Courier New" panose="02070309020205020404" pitchFamily="49" charset="0"/>
              </a:rPr>
              <a:t>i</a:t>
            </a:r>
            <a:r>
              <a:rPr lang="en-US" altLang="zh-CN" sz="1600" b="1" dirty="0">
                <a:latin typeface="Courier New" panose="02070309020205020404" pitchFamily="49" charset="0"/>
                <a:cs typeface="Courier New" panose="02070309020205020404" pitchFamily="49" charset="0"/>
              </a:rPr>
              <a:t>=0; </a:t>
            </a:r>
            <a:r>
              <a:rPr lang="en-US" altLang="zh-CN" sz="1600" b="1" dirty="0" err="1">
                <a:latin typeface="Courier New" panose="02070309020205020404" pitchFamily="49" charset="0"/>
                <a:cs typeface="Courier New" panose="02070309020205020404" pitchFamily="49" charset="0"/>
              </a:rPr>
              <a:t>i</a:t>
            </a:r>
            <a:r>
              <a:rPr lang="en-US" altLang="zh-CN" sz="1600" b="1" dirty="0">
                <a:latin typeface="Courier New" panose="02070309020205020404" pitchFamily="49" charset="0"/>
                <a:cs typeface="Courier New" panose="02070309020205020404" pitchFamily="49" charset="0"/>
              </a:rPr>
              <a:t>&lt;A-&gt;dim; </a:t>
            </a:r>
            <a:r>
              <a:rPr lang="en-US" altLang="zh-CN" sz="1600" b="1" dirty="0" err="1">
                <a:latin typeface="Courier New" panose="02070309020205020404" pitchFamily="49" charset="0"/>
                <a:cs typeface="Courier New" panose="02070309020205020404" pitchFamily="49" charset="0"/>
              </a:rPr>
              <a:t>i</a:t>
            </a:r>
            <a:r>
              <a:rPr lang="en-US" altLang="zh-CN" sz="1600" b="1" dirty="0">
                <a:latin typeface="Courier New" panose="02070309020205020404" pitchFamily="49" charset="0"/>
                <a:cs typeface="Courier New" panose="02070309020205020404" pitchFamily="49" charset="0"/>
              </a:rPr>
              <a:t>++) </a:t>
            </a:r>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p>
          <a:p>
            <a:pPr marL="180000" indent="0">
              <a:lnSpc>
                <a:spcPct val="114000"/>
              </a:lnSpc>
              <a:spcBef>
                <a:spcPts val="0"/>
              </a:spcBef>
              <a:buFontTx/>
              <a:buNone/>
            </a:pPr>
            <a:r>
              <a:rPr lang="en-US" altLang="zh-CN" sz="1600" b="1" dirty="0">
                <a:latin typeface="Courier New" panose="02070309020205020404" pitchFamily="49" charset="0"/>
                <a:cs typeface="Courier New" panose="02070309020205020404" pitchFamily="49" charset="0"/>
              </a:rPr>
              <a:t>      </a:t>
            </a:r>
            <a:r>
              <a:rPr lang="sv-SE" altLang="zh-CN" sz="1600" b="1" dirty="0">
                <a:latin typeface="Courier New" panose="02070309020205020404" pitchFamily="49" charset="0"/>
                <a:cs typeface="Courier New" panose="02070309020205020404" pitchFamily="49" charset="0"/>
              </a:rPr>
              <a:t>idx = </a:t>
            </a:r>
            <a:r>
              <a:rPr lang="sv-SE" altLang="zh-CN" sz="1600" b="1" dirty="0">
                <a:solidFill>
                  <a:srgbClr val="C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va_arg</a:t>
            </a:r>
            <a:r>
              <a:rPr lang="sv-SE" altLang="zh-CN" sz="1600" b="1" dirty="0">
                <a:latin typeface="Courier New" panose="02070309020205020404" pitchFamily="49" charset="0"/>
                <a:cs typeface="Courier New" panose="02070309020205020404" pitchFamily="49" charset="0"/>
              </a:rPr>
              <a:t>(ap, </a:t>
            </a:r>
            <a:r>
              <a:rPr lang="sv-SE"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int</a:t>
            </a:r>
            <a:r>
              <a:rPr lang="sv-SE" altLang="zh-CN" sz="1600" b="1" dirty="0">
                <a:latin typeface="Courier New" panose="02070309020205020404" pitchFamily="49" charset="0"/>
                <a:cs typeface="Courier New" panose="02070309020205020404" pitchFamily="49" charset="0"/>
              </a:rPr>
              <a:t>);  </a:t>
            </a:r>
            <a:r>
              <a:rPr lang="sv-SE" altLang="zh-CN" sz="1600" b="1" dirty="0">
                <a:solidFill>
                  <a:srgbClr val="0070C0"/>
                </a:solidFill>
                <a:latin typeface="Courier New" panose="02070309020205020404" pitchFamily="49" charset="0"/>
                <a:cs typeface="Courier New" panose="02070309020205020404" pitchFamily="49" charset="0"/>
              </a:rPr>
              <a:t>// </a:t>
            </a:r>
            <a:r>
              <a:rPr lang="zh-CN" altLang="en-US" sz="1600" b="1" dirty="0">
                <a:solidFill>
                  <a:srgbClr val="0070C0"/>
                </a:solidFill>
                <a:latin typeface="Courier New" panose="02070309020205020404" pitchFamily="49" charset="0"/>
                <a:cs typeface="Courier New" panose="02070309020205020404" pitchFamily="49" charset="0"/>
              </a:rPr>
              <a:t>获取下标值</a:t>
            </a:r>
            <a:endParaRPr lang="sv-SE" altLang="zh-CN" sz="1600" b="1" dirty="0">
              <a:solidFill>
                <a:srgbClr val="0070C0"/>
              </a:solidFill>
              <a:latin typeface="Courier New" panose="02070309020205020404" pitchFamily="49" charset="0"/>
              <a:cs typeface="Courier New" panose="02070309020205020404" pitchFamily="49" charset="0"/>
            </a:endParaRPr>
          </a:p>
          <a:p>
            <a:pPr marL="180000" indent="0">
              <a:lnSpc>
                <a:spcPct val="114000"/>
              </a:lnSpc>
              <a:spcBef>
                <a:spcPts val="0"/>
              </a:spcBef>
              <a:buFontTx/>
              <a:buNone/>
            </a:pPr>
            <a:r>
              <a:rPr lang="sv-SE" altLang="zh-CN" sz="1600" b="1" dirty="0">
                <a:latin typeface="Courier New" panose="02070309020205020404" pitchFamily="49" charset="0"/>
                <a:cs typeface="Courier New" panose="02070309020205020404" pitchFamily="49" charset="0"/>
              </a:rPr>
              <a:t>      </a:t>
            </a:r>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en-US" altLang="zh-CN" sz="1600" b="1" dirty="0">
                <a:latin typeface="Courier New" panose="02070309020205020404" pitchFamily="49" charset="0"/>
                <a:cs typeface="Courier New" panose="02070309020205020404" pitchFamily="49" charset="0"/>
              </a:rPr>
              <a:t> (</a:t>
            </a:r>
            <a:r>
              <a:rPr lang="en-US" altLang="zh-CN" sz="1600" b="1" dirty="0" err="1">
                <a:latin typeface="Courier New" panose="02070309020205020404" pitchFamily="49" charset="0"/>
                <a:cs typeface="Courier New" panose="02070309020205020404" pitchFamily="49" charset="0"/>
              </a:rPr>
              <a:t>idx</a:t>
            </a:r>
            <a:r>
              <a:rPr lang="en-US" altLang="zh-CN" sz="1600" b="1" dirty="0">
                <a:latin typeface="Courier New" panose="02070309020205020404" pitchFamily="49" charset="0"/>
                <a:cs typeface="Courier New" panose="02070309020205020404" pitchFamily="49" charset="0"/>
              </a:rPr>
              <a:t>&lt;0 || </a:t>
            </a:r>
            <a:r>
              <a:rPr lang="en-US" altLang="zh-CN" sz="1600" b="1" dirty="0" err="1">
                <a:latin typeface="Courier New" panose="02070309020205020404" pitchFamily="49" charset="0"/>
                <a:cs typeface="Courier New" panose="02070309020205020404" pitchFamily="49" charset="0"/>
              </a:rPr>
              <a:t>idx</a:t>
            </a:r>
            <a:r>
              <a:rPr lang="en-US" altLang="zh-CN" sz="1600" b="1" dirty="0">
                <a:latin typeface="Courier New" panose="02070309020205020404" pitchFamily="49" charset="0"/>
                <a:cs typeface="Courier New" panose="02070309020205020404" pitchFamily="49" charset="0"/>
              </a:rPr>
              <a:t>&gt;=A-&gt;bounds[</a:t>
            </a:r>
            <a:r>
              <a:rPr lang="en-US" altLang="zh-CN" sz="1600" b="1" dirty="0" err="1">
                <a:latin typeface="Courier New" panose="02070309020205020404" pitchFamily="49" charset="0"/>
                <a:cs typeface="Courier New" panose="02070309020205020404" pitchFamily="49" charset="0"/>
              </a:rPr>
              <a:t>i</a:t>
            </a:r>
            <a:r>
              <a:rPr lang="en-US" altLang="zh-CN" sz="1600" b="1" dirty="0">
                <a:latin typeface="Courier New" panose="02070309020205020404" pitchFamily="49" charset="0"/>
                <a:cs typeface="Courier New" panose="02070309020205020404" pitchFamily="49" charset="0"/>
              </a:rPr>
              <a:t>]) </a:t>
            </a:r>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return</a:t>
            </a:r>
            <a:r>
              <a:rPr lang="en-US" altLang="zh-CN" sz="1600" b="1" dirty="0">
                <a:latin typeface="Courier New" panose="02070309020205020404" pitchFamily="49" charset="0"/>
                <a:cs typeface="Courier New" panose="02070309020205020404" pitchFamily="49" charset="0"/>
              </a:rPr>
              <a:t> -1;</a:t>
            </a:r>
          </a:p>
          <a:p>
            <a:pPr marL="180000" indent="0">
              <a:lnSpc>
                <a:spcPct val="114000"/>
              </a:lnSpc>
              <a:spcBef>
                <a:spcPts val="0"/>
              </a:spcBef>
              <a:buFontTx/>
              <a:buNone/>
            </a:pPr>
            <a:r>
              <a:rPr lang="en-US" altLang="zh-CN" sz="1600" b="1" dirty="0">
                <a:latin typeface="Courier New" panose="02070309020205020404" pitchFamily="49" charset="0"/>
                <a:cs typeface="Courier New" panose="02070309020205020404" pitchFamily="49" charset="0"/>
              </a:rPr>
              <a:t>      off </a:t>
            </a:r>
            <a:r>
              <a:rPr lang="en-US" altLang="zh-CN" sz="1600" b="1" dirty="0">
                <a:solidFill>
                  <a:srgbClr val="C00000"/>
                </a:solidFill>
                <a:latin typeface="Courier New" panose="02070309020205020404" pitchFamily="49" charset="0"/>
                <a:cs typeface="Courier New" panose="02070309020205020404" pitchFamily="49" charset="0"/>
              </a:rPr>
              <a:t>+</a:t>
            </a:r>
            <a:r>
              <a:rPr lang="en-US" altLang="zh-CN" sz="1600" b="1" dirty="0">
                <a:latin typeface="Courier New" panose="02070309020205020404" pitchFamily="49" charset="0"/>
                <a:cs typeface="Courier New" panose="02070309020205020404" pitchFamily="49" charset="0"/>
              </a:rPr>
              <a:t>= A-&gt;constants[</a:t>
            </a:r>
            <a:r>
              <a:rPr lang="en-US" altLang="zh-CN" sz="1600" b="1" dirty="0" err="1">
                <a:latin typeface="Courier New" panose="02070309020205020404" pitchFamily="49" charset="0"/>
                <a:cs typeface="Courier New" panose="02070309020205020404" pitchFamily="49" charset="0"/>
              </a:rPr>
              <a:t>i</a:t>
            </a:r>
            <a:r>
              <a:rPr lang="en-US" altLang="zh-CN" sz="1600" b="1" dirty="0">
                <a:latin typeface="Courier New" panose="02070309020205020404" pitchFamily="49" charset="0"/>
                <a:cs typeface="Courier New" panose="02070309020205020404" pitchFamily="49" charset="0"/>
              </a:rPr>
              <a:t>] </a:t>
            </a:r>
            <a:r>
              <a:rPr lang="en-US" altLang="zh-CN" sz="1600" b="1" dirty="0">
                <a:solidFill>
                  <a:srgbClr val="C00000"/>
                </a:solidFill>
                <a:latin typeface="Courier New" panose="02070309020205020404" pitchFamily="49" charset="0"/>
                <a:cs typeface="Courier New" panose="02070309020205020404" pitchFamily="49" charset="0"/>
              </a:rPr>
              <a:t>*</a:t>
            </a:r>
            <a:r>
              <a:rPr lang="en-US" altLang="zh-CN" sz="1600" b="1" dirty="0">
                <a:latin typeface="Courier New" panose="02070309020205020404" pitchFamily="49" charset="0"/>
                <a:cs typeface="Courier New" panose="02070309020205020404" pitchFamily="49" charset="0"/>
              </a:rPr>
              <a:t> </a:t>
            </a:r>
            <a:r>
              <a:rPr lang="en-US" altLang="zh-CN" sz="1600" b="1" dirty="0" err="1">
                <a:latin typeface="Courier New" panose="02070309020205020404" pitchFamily="49" charset="0"/>
                <a:cs typeface="Courier New" panose="02070309020205020404" pitchFamily="49" charset="0"/>
              </a:rPr>
              <a:t>idx</a:t>
            </a:r>
            <a:r>
              <a:rPr lang="en-US" altLang="zh-CN" sz="1600" b="1" dirty="0">
                <a:latin typeface="Courier New" panose="02070309020205020404" pitchFamily="49" charset="0"/>
                <a:cs typeface="Courier New" panose="02070309020205020404" pitchFamily="49" charset="0"/>
              </a:rPr>
              <a:t>; </a:t>
            </a:r>
            <a:r>
              <a:rPr lang="en-US" altLang="zh-CN" sz="1600" b="1" dirty="0">
                <a:solidFill>
                  <a:srgbClr val="0070C0"/>
                </a:solidFill>
                <a:latin typeface="Courier New" panose="02070309020205020404" pitchFamily="49" charset="0"/>
                <a:cs typeface="Courier New" panose="02070309020205020404" pitchFamily="49" charset="0"/>
              </a:rPr>
              <a:t>// </a:t>
            </a:r>
            <a:r>
              <a:rPr lang="zh-CN" altLang="en-US" sz="1600" b="1" dirty="0">
                <a:solidFill>
                  <a:srgbClr val="0070C0"/>
                </a:solidFill>
                <a:latin typeface="Courier New" panose="02070309020205020404" pitchFamily="49" charset="0"/>
                <a:cs typeface="Courier New" panose="02070309020205020404" pitchFamily="49" charset="0"/>
              </a:rPr>
              <a:t>迭代计算相对地址</a:t>
            </a:r>
            <a:endParaRPr lang="en-US" altLang="zh-CN" sz="1600" b="1" dirty="0">
              <a:solidFill>
                <a:srgbClr val="0070C0"/>
              </a:solidFill>
              <a:latin typeface="Courier New" panose="02070309020205020404" pitchFamily="49" charset="0"/>
              <a:cs typeface="Courier New" panose="02070309020205020404" pitchFamily="49" charset="0"/>
            </a:endParaRPr>
          </a:p>
          <a:p>
            <a:pPr marL="180000" indent="0">
              <a:lnSpc>
                <a:spcPct val="114000"/>
              </a:lnSpc>
              <a:spcBef>
                <a:spcPts val="0"/>
              </a:spcBef>
              <a:buFontTx/>
              <a:buNone/>
            </a:pPr>
            <a:r>
              <a:rPr lang="en-US" altLang="zh-CN" sz="1600" b="1" dirty="0">
                <a:latin typeface="Courier New" panose="02070309020205020404" pitchFamily="49" charset="0"/>
                <a:cs typeface="Courier New" panose="02070309020205020404" pitchFamily="49" charset="0"/>
              </a:rPr>
              <a:t>   </a:t>
            </a:r>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p>
          <a:p>
            <a:pPr marL="180000" indent="0">
              <a:lnSpc>
                <a:spcPct val="114000"/>
              </a:lnSpc>
              <a:spcBef>
                <a:spcPts val="0"/>
              </a:spcBef>
              <a:buFontTx/>
              <a:buNone/>
            </a:pPr>
            <a:r>
              <a:rPr lang="en-US" altLang="zh-CN" sz="1600" b="1" dirty="0">
                <a:latin typeface="Courier New" panose="02070309020205020404" pitchFamily="49" charset="0"/>
                <a:cs typeface="Courier New" panose="02070309020205020404" pitchFamily="49" charset="0"/>
              </a:rPr>
              <a:t>   </a:t>
            </a:r>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return</a:t>
            </a:r>
            <a:r>
              <a:rPr lang="en-US" altLang="zh-CN" sz="1600" b="1" dirty="0">
                <a:latin typeface="Courier New" panose="02070309020205020404" pitchFamily="49" charset="0"/>
                <a:cs typeface="Courier New" panose="02070309020205020404" pitchFamily="49" charset="0"/>
              </a:rPr>
              <a:t> Off;</a:t>
            </a:r>
          </a:p>
          <a:p>
            <a:pPr marL="180000" indent="0">
              <a:lnSpc>
                <a:spcPct val="114000"/>
              </a:lnSpc>
              <a:spcBef>
                <a:spcPts val="0"/>
              </a:spcBef>
              <a:buFontTx/>
              <a:buNone/>
            </a:pPr>
            <a:r>
              <a:rPr lang="en-US" altLang="zh-CN"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p>
        </p:txBody>
      </p:sp>
      <p:sp>
        <p:nvSpPr>
          <p:cNvPr id="4" name="矩形: 圆角 3">
            <a:extLst>
              <a:ext uri="{FF2B5EF4-FFF2-40B4-BE49-F238E27FC236}">
                <a16:creationId xmlns:a16="http://schemas.microsoft.com/office/drawing/2014/main" id="{F1308176-DEE2-44DC-B778-56844F7F1C59}"/>
              </a:ext>
            </a:extLst>
          </p:cNvPr>
          <p:cNvSpPr/>
          <p:nvPr/>
        </p:nvSpPr>
        <p:spPr>
          <a:xfrm>
            <a:off x="1425479" y="265984"/>
            <a:ext cx="4193828" cy="454047"/>
          </a:xfrm>
          <a:prstGeom prst="roundRect">
            <a:avLst/>
          </a:prstGeom>
          <a:solidFill>
            <a:schemeClr val="tx2">
              <a:lumMod val="10000"/>
              <a:lumOff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noProof="1">
                <a:solidFill>
                  <a:srgbClr val="002060"/>
                </a:solidFill>
                <a:effectLst>
                  <a:outerShdw blurRad="38100" dist="38100" dir="2700000" algn="tl">
                    <a:srgbClr val="000000">
                      <a:alpha val="43137"/>
                    </a:srgbClr>
                  </a:outerShdw>
                </a:effectLst>
                <a:ea typeface="黑体" panose="02010609060101010101" pitchFamily="49" charset="-122"/>
              </a:rPr>
              <a:t>多维数组元素的</a:t>
            </a:r>
            <a:r>
              <a:rPr lang="zh-CN" altLang="en-US" sz="2400" b="1" noProof="1">
                <a:solidFill>
                  <a:srgbClr val="C00000"/>
                </a:solidFill>
                <a:effectLst>
                  <a:outerShdw blurRad="38100" dist="38100" dir="2700000" algn="tl">
                    <a:srgbClr val="000000">
                      <a:alpha val="43137"/>
                    </a:srgbClr>
                  </a:outerShdw>
                </a:effectLst>
                <a:ea typeface="黑体" panose="02010609060101010101" pitchFamily="49" charset="-122"/>
              </a:rPr>
              <a:t>取值</a:t>
            </a:r>
            <a:r>
              <a:rPr lang="zh-CN" altLang="en-US" sz="2400" b="1" noProof="1">
                <a:solidFill>
                  <a:srgbClr val="002060"/>
                </a:solidFill>
                <a:effectLst>
                  <a:outerShdw blurRad="38100" dist="38100" dir="2700000" algn="tl">
                    <a:srgbClr val="000000">
                      <a:alpha val="43137"/>
                    </a:srgbClr>
                  </a:outerShdw>
                </a:effectLst>
                <a:ea typeface="黑体" panose="02010609060101010101" pitchFamily="49" charset="-122"/>
              </a:rPr>
              <a:t>与</a:t>
            </a:r>
            <a:r>
              <a:rPr lang="zh-CN" altLang="en-US" sz="2400" b="1" noProof="1">
                <a:solidFill>
                  <a:srgbClr val="C00000"/>
                </a:solidFill>
                <a:effectLst>
                  <a:outerShdw blurRad="38100" dist="38100" dir="2700000" algn="tl">
                    <a:srgbClr val="000000">
                      <a:alpha val="43137"/>
                    </a:srgbClr>
                  </a:outerShdw>
                </a:effectLst>
                <a:ea typeface="黑体" panose="02010609060101010101" pitchFamily="49" charset="-122"/>
              </a:rPr>
              <a:t>赋值</a:t>
            </a:r>
            <a:endParaRPr lang="zh-CN" altLang="en-US" sz="2400" dirty="0">
              <a:solidFill>
                <a:srgbClr val="C00000"/>
              </a:solidFill>
            </a:endParaRPr>
          </a:p>
        </p:txBody>
      </p:sp>
      <p:sp>
        <p:nvSpPr>
          <p:cNvPr id="2" name="文本框 1">
            <a:extLst>
              <a:ext uri="{FF2B5EF4-FFF2-40B4-BE49-F238E27FC236}">
                <a16:creationId xmlns:a16="http://schemas.microsoft.com/office/drawing/2014/main" id="{058A16A5-8D6E-44DC-89E8-70E63544D2CD}"/>
              </a:ext>
            </a:extLst>
          </p:cNvPr>
          <p:cNvSpPr txBox="1"/>
          <p:nvPr/>
        </p:nvSpPr>
        <p:spPr>
          <a:xfrm>
            <a:off x="203567" y="1015571"/>
            <a:ext cx="6619981" cy="1736501"/>
          </a:xfrm>
          <a:prstGeom prst="rect">
            <a:avLst/>
          </a:prstGeom>
          <a:noFill/>
        </p:spPr>
        <p:txBody>
          <a:bodyPr wrap="square" rtlCol="0">
            <a:spAutoFit/>
          </a:bodyPr>
          <a:lstStyle/>
          <a:p>
            <a:pPr>
              <a:lnSpc>
                <a:spcPct val="120000"/>
              </a:lnSpc>
            </a:pPr>
            <a:r>
              <a:rPr lang="zh-CN" altLang="en-US" b="1" dirty="0">
                <a:latin typeface="Courier New" panose="02070309020205020404" pitchFamily="49" charset="0"/>
                <a:ea typeface="宋体" panose="02010600030101010101" pitchFamily="2" charset="-122"/>
                <a:cs typeface="Courier New" panose="02070309020205020404" pitchFamily="49" charset="0"/>
              </a:rPr>
              <a:t>多维数组最常用的基本操作是对元素的取值和赋值：</a:t>
            </a:r>
            <a:endParaRPr lang="en-US" altLang="zh-CN" b="1" dirty="0">
              <a:latin typeface="Courier New" panose="02070309020205020404" pitchFamily="49" charset="0"/>
              <a:ea typeface="宋体" panose="02010600030101010101" pitchFamily="2" charset="-122"/>
              <a:cs typeface="Courier New" panose="02070309020205020404" pitchFamily="49" charset="0"/>
            </a:endParaRPr>
          </a:p>
          <a:p>
            <a:pPr>
              <a:lnSpc>
                <a:spcPct val="120000"/>
              </a:lnSpc>
            </a:pPr>
            <a:r>
              <a:rPr lang="en-US" altLang="zh-CN"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Status</a:t>
            </a:r>
            <a:r>
              <a:rPr lang="en-US" altLang="zh-CN" b="1" dirty="0">
                <a:latin typeface="Courier New" panose="02070309020205020404" pitchFamily="49" charset="0"/>
                <a:cs typeface="Courier New" panose="02070309020205020404" pitchFamily="49" charset="0"/>
              </a:rPr>
              <a:t> </a:t>
            </a:r>
            <a:r>
              <a:rPr lang="en-US" altLang="zh-CN" b="1" dirty="0" err="1">
                <a:latin typeface="Courier New" panose="02070309020205020404" pitchFamily="49" charset="0"/>
                <a:cs typeface="Courier New" panose="02070309020205020404" pitchFamily="49" charset="0"/>
              </a:rPr>
              <a:t>PutElem</a:t>
            </a:r>
            <a:r>
              <a:rPr lang="en-US" altLang="zh-CN" b="1" dirty="0">
                <a:latin typeface="Courier New" panose="02070309020205020404" pitchFamily="49" charset="0"/>
                <a:cs typeface="Courier New" panose="02070309020205020404" pitchFamily="49" charset="0"/>
              </a:rPr>
              <a:t>(Array A,  </a:t>
            </a:r>
            <a:r>
              <a:rPr lang="en-US" altLang="zh-CN" b="1" dirty="0" err="1">
                <a:latin typeface="Courier New" panose="02070309020205020404" pitchFamily="49" charset="0"/>
                <a:cs typeface="Courier New" panose="02070309020205020404" pitchFamily="49" charset="0"/>
              </a:rPr>
              <a:t>ElemType</a:t>
            </a:r>
            <a:r>
              <a:rPr lang="en-US" altLang="zh-CN" b="1" dirty="0">
                <a:latin typeface="Courier New" panose="02070309020205020404" pitchFamily="49" charset="0"/>
                <a:cs typeface="Courier New" panose="02070309020205020404" pitchFamily="49" charset="0"/>
              </a:rPr>
              <a:t> e, ... );</a:t>
            </a:r>
          </a:p>
          <a:p>
            <a:pPr>
              <a:lnSpc>
                <a:spcPct val="120000"/>
              </a:lnSpc>
            </a:pPr>
            <a:r>
              <a:rPr lang="en-US" altLang="zh-CN" b="1" dirty="0" err="1">
                <a:latin typeface="Courier New" panose="02070309020205020404" pitchFamily="49" charset="0"/>
                <a:cs typeface="Courier New" panose="02070309020205020404" pitchFamily="49" charset="0"/>
              </a:rPr>
              <a:t>ElemType</a:t>
            </a:r>
            <a:r>
              <a:rPr lang="en-US" altLang="zh-CN" b="1" dirty="0">
                <a:latin typeface="Courier New" panose="02070309020205020404" pitchFamily="49" charset="0"/>
                <a:ea typeface="宋体" panose="02010600030101010101" pitchFamily="2" charset="-122"/>
                <a:cs typeface="Courier New" panose="02070309020205020404" pitchFamily="49" charset="0"/>
              </a:rPr>
              <a:t> </a:t>
            </a:r>
            <a:r>
              <a:rPr lang="en-US" altLang="zh-CN" b="1" dirty="0" err="1">
                <a:latin typeface="Courier New" panose="02070309020205020404" pitchFamily="49" charset="0"/>
                <a:ea typeface="宋体" panose="02010600030101010101" pitchFamily="2" charset="-122"/>
                <a:cs typeface="Courier New" panose="02070309020205020404" pitchFamily="49" charset="0"/>
              </a:rPr>
              <a:t>GetElem</a:t>
            </a:r>
            <a:r>
              <a:rPr lang="en-US" altLang="zh-CN" b="1" dirty="0">
                <a:latin typeface="Courier New" panose="02070309020205020404" pitchFamily="49" charset="0"/>
                <a:ea typeface="宋体" panose="02010600030101010101" pitchFamily="2" charset="-122"/>
                <a:cs typeface="Courier New" panose="02070309020205020404" pitchFamily="49" charset="0"/>
              </a:rPr>
              <a:t>(Array A, ... );</a:t>
            </a:r>
          </a:p>
          <a:p>
            <a:pPr>
              <a:lnSpc>
                <a:spcPct val="120000"/>
              </a:lnSpc>
            </a:pPr>
            <a:r>
              <a:rPr lang="zh-CN" altLang="en-US" b="1" dirty="0">
                <a:latin typeface="Courier New" panose="02070309020205020404" pitchFamily="49" charset="0"/>
                <a:ea typeface="宋体" panose="02010600030101010101" pitchFamily="2" charset="-122"/>
                <a:cs typeface="Courier New" panose="02070309020205020404" pitchFamily="49" charset="0"/>
              </a:rPr>
              <a:t>如构造算法，利用变长参数表，统一算法对不同维数的接口。</a:t>
            </a:r>
            <a:endParaRPr lang="en-US" altLang="zh-CN" b="1" dirty="0">
              <a:latin typeface="Courier New" panose="02070309020205020404" pitchFamily="49" charset="0"/>
              <a:ea typeface="宋体" panose="02010600030101010101" pitchFamily="2" charset="-122"/>
              <a:cs typeface="Courier New" panose="02070309020205020404" pitchFamily="49" charset="0"/>
            </a:endParaRPr>
          </a:p>
          <a:p>
            <a:pPr>
              <a:lnSpc>
                <a:spcPct val="120000"/>
              </a:lnSpc>
            </a:pPr>
            <a:r>
              <a:rPr lang="zh-CN" altLang="en-US" b="1" dirty="0">
                <a:latin typeface="Courier New" panose="02070309020205020404" pitchFamily="49" charset="0"/>
                <a:ea typeface="宋体" panose="02010600030101010101" pitchFamily="2" charset="-122"/>
                <a:cs typeface="Courier New" panose="02070309020205020404" pitchFamily="49" charset="0"/>
              </a:rPr>
              <a:t>首先讨论两个操作都调用的计算元素</a:t>
            </a:r>
            <a:r>
              <a:rPr lang="zh-CN" altLang="en-US" b="1"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Courier New" panose="02070309020205020404" pitchFamily="49" charset="0"/>
              </a:rPr>
              <a:t>相对地址</a:t>
            </a:r>
            <a:r>
              <a:rPr lang="zh-CN" altLang="en-US" b="1" dirty="0">
                <a:latin typeface="Courier New" panose="02070309020205020404" pitchFamily="49" charset="0"/>
                <a:ea typeface="宋体" panose="02010600030101010101" pitchFamily="2" charset="-122"/>
                <a:cs typeface="Courier New" panose="02070309020205020404" pitchFamily="49" charset="0"/>
              </a:rPr>
              <a:t>的</a:t>
            </a:r>
            <a:r>
              <a:rPr lang="en-US" altLang="zh-CN" b="1" dirty="0" err="1">
                <a:solidFill>
                  <a:srgbClr val="C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CalcOff</a:t>
            </a:r>
            <a:r>
              <a:rPr lang="zh-CN" altLang="en-US" b="1" dirty="0">
                <a:latin typeface="Courier New" panose="02070309020205020404" pitchFamily="49" charset="0"/>
                <a:ea typeface="宋体" panose="02010600030101010101" pitchFamily="2" charset="-122"/>
                <a:cs typeface="Courier New" panose="02070309020205020404" pitchFamily="49" charset="0"/>
              </a:rPr>
              <a:t>操作。</a:t>
            </a:r>
          </a:p>
        </p:txBody>
      </p:sp>
      <p:grpSp>
        <p:nvGrpSpPr>
          <p:cNvPr id="7" name="组合 6">
            <a:extLst>
              <a:ext uri="{FF2B5EF4-FFF2-40B4-BE49-F238E27FC236}">
                <a16:creationId xmlns:a16="http://schemas.microsoft.com/office/drawing/2014/main" id="{F1B4BBEF-608D-458B-B43D-3C2E9FEBDF38}"/>
              </a:ext>
            </a:extLst>
          </p:cNvPr>
          <p:cNvGrpSpPr/>
          <p:nvPr/>
        </p:nvGrpSpPr>
        <p:grpSpPr>
          <a:xfrm>
            <a:off x="2103030" y="3042427"/>
            <a:ext cx="2236510" cy="502499"/>
            <a:chOff x="2966226" y="2626849"/>
            <a:chExt cx="2236510" cy="502499"/>
          </a:xfrm>
        </p:grpSpPr>
        <p:sp>
          <p:nvSpPr>
            <p:cNvPr id="3" name="文本框 2">
              <a:extLst>
                <a:ext uri="{FF2B5EF4-FFF2-40B4-BE49-F238E27FC236}">
                  <a16:creationId xmlns:a16="http://schemas.microsoft.com/office/drawing/2014/main" id="{9C97701A-CCEF-4256-B97A-55B016CD4CDE}"/>
                </a:ext>
              </a:extLst>
            </p:cNvPr>
            <p:cNvSpPr txBox="1"/>
            <p:nvPr/>
          </p:nvSpPr>
          <p:spPr>
            <a:xfrm>
              <a:off x="2966226" y="2626849"/>
              <a:ext cx="2236510" cy="338554"/>
            </a:xfrm>
            <a:prstGeom prst="rect">
              <a:avLst/>
            </a:prstGeom>
            <a:noFill/>
          </p:spPr>
          <p:txBody>
            <a:bodyPr wrap="none" rtlCol="0">
              <a:spAutoFit/>
            </a:bodyPr>
            <a:lstStyle/>
            <a:p>
              <a:r>
                <a:rPr lang="zh-CN" altLang="en-US" sz="1600" b="1" dirty="0">
                  <a:solidFill>
                    <a:srgbClr val="C00000"/>
                  </a:solidFill>
                </a:rPr>
                <a:t>已初始化的变长参数表</a:t>
              </a:r>
            </a:p>
          </p:txBody>
        </p:sp>
        <p:cxnSp>
          <p:nvCxnSpPr>
            <p:cNvPr id="6" name="直接连接符 5">
              <a:extLst>
                <a:ext uri="{FF2B5EF4-FFF2-40B4-BE49-F238E27FC236}">
                  <a16:creationId xmlns:a16="http://schemas.microsoft.com/office/drawing/2014/main" id="{2DABB2FA-7C0C-449E-A5F2-89D60575B53F}"/>
                </a:ext>
              </a:extLst>
            </p:cNvPr>
            <p:cNvCxnSpPr>
              <a:cxnSpLocks/>
              <a:stCxn id="3" idx="2"/>
            </p:cNvCxnSpPr>
            <p:nvPr/>
          </p:nvCxnSpPr>
          <p:spPr>
            <a:xfrm>
              <a:off x="4084481" y="2965403"/>
              <a:ext cx="664834" cy="163945"/>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grpSp>
      <p:grpSp>
        <p:nvGrpSpPr>
          <p:cNvPr id="10" name="组合 9">
            <a:extLst>
              <a:ext uri="{FF2B5EF4-FFF2-40B4-BE49-F238E27FC236}">
                <a16:creationId xmlns:a16="http://schemas.microsoft.com/office/drawing/2014/main" id="{9467CA29-083D-4638-A5BB-EDAACD927CC6}"/>
              </a:ext>
            </a:extLst>
          </p:cNvPr>
          <p:cNvGrpSpPr/>
          <p:nvPr/>
        </p:nvGrpSpPr>
        <p:grpSpPr>
          <a:xfrm>
            <a:off x="55650" y="3054635"/>
            <a:ext cx="1425390" cy="525229"/>
            <a:chOff x="2966226" y="2626849"/>
            <a:chExt cx="1425390" cy="525229"/>
          </a:xfrm>
        </p:grpSpPr>
        <p:sp>
          <p:nvSpPr>
            <p:cNvPr id="11" name="文本框 10">
              <a:extLst>
                <a:ext uri="{FF2B5EF4-FFF2-40B4-BE49-F238E27FC236}">
                  <a16:creationId xmlns:a16="http://schemas.microsoft.com/office/drawing/2014/main" id="{401F41FE-5CBD-43AA-AE6C-2ADF41244089}"/>
                </a:ext>
              </a:extLst>
            </p:cNvPr>
            <p:cNvSpPr txBox="1"/>
            <p:nvPr/>
          </p:nvSpPr>
          <p:spPr>
            <a:xfrm>
              <a:off x="2966226" y="2626849"/>
              <a:ext cx="1425390" cy="338554"/>
            </a:xfrm>
            <a:prstGeom prst="rect">
              <a:avLst/>
            </a:prstGeom>
            <a:noFill/>
          </p:spPr>
          <p:txBody>
            <a:bodyPr wrap="none" rtlCol="0">
              <a:spAutoFit/>
            </a:bodyPr>
            <a:lstStyle/>
            <a:p>
              <a:r>
                <a:rPr lang="zh-CN" altLang="en-US" sz="1600" b="1" dirty="0">
                  <a:solidFill>
                    <a:srgbClr val="C00000"/>
                  </a:solidFill>
                </a:rPr>
                <a:t>返回相对地址</a:t>
              </a:r>
            </a:p>
          </p:txBody>
        </p:sp>
        <p:cxnSp>
          <p:nvCxnSpPr>
            <p:cNvPr id="12" name="直接连接符 11">
              <a:extLst>
                <a:ext uri="{FF2B5EF4-FFF2-40B4-BE49-F238E27FC236}">
                  <a16:creationId xmlns:a16="http://schemas.microsoft.com/office/drawing/2014/main" id="{911A2F25-B859-4E0F-BA90-D3BAE7D8551D}"/>
                </a:ext>
              </a:extLst>
            </p:cNvPr>
            <p:cNvCxnSpPr>
              <a:cxnSpLocks/>
              <a:stCxn id="11" idx="2"/>
            </p:cNvCxnSpPr>
            <p:nvPr/>
          </p:nvCxnSpPr>
          <p:spPr>
            <a:xfrm flipH="1">
              <a:off x="3564225" y="2965403"/>
              <a:ext cx="114696" cy="186675"/>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grpSp>
      <p:sp>
        <p:nvSpPr>
          <p:cNvPr id="46" name="矩形 45">
            <a:extLst>
              <a:ext uri="{FF2B5EF4-FFF2-40B4-BE49-F238E27FC236}">
                <a16:creationId xmlns:a16="http://schemas.microsoft.com/office/drawing/2014/main" id="{269AF7FA-A82F-4DF7-AD4B-552B2543149B}"/>
              </a:ext>
            </a:extLst>
          </p:cNvPr>
          <p:cNvSpPr/>
          <p:nvPr/>
        </p:nvSpPr>
        <p:spPr>
          <a:xfrm>
            <a:off x="6957118" y="3603051"/>
            <a:ext cx="5272981" cy="1558759"/>
          </a:xfrm>
          <a:prstGeom prst="rect">
            <a:avLst/>
          </a:prstGeom>
          <a:noFill/>
          <a:ln w="9525">
            <a:noFill/>
          </a:ln>
        </p:spPr>
        <p:txBody>
          <a:bodyPr/>
          <a:lstStyle>
            <a:lvl1pPr marL="342900" lvl="0" indent="-342900" algn="l" defTabSz="914400" rtl="0" eaLnBrk="1" fontAlgn="base" latinLnBrk="0" hangingPunct="1">
              <a:lnSpc>
                <a:spcPct val="100000"/>
              </a:lnSpc>
              <a:spcBef>
                <a:spcPct val="20000"/>
              </a:spcBef>
              <a:spcAft>
                <a:spcPct val="0"/>
              </a:spcAft>
              <a:buChar char="•"/>
              <a:defRPr sz="32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8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5pPr>
          </a:lstStyle>
          <a:p>
            <a:pPr>
              <a:buFontTx/>
              <a:buNone/>
            </a:pPr>
            <a:r>
              <a:rPr lang="zh-CN" altLang="en-US" sz="2000" b="1" noProof="1">
                <a:effectLst>
                  <a:outerShdw blurRad="38100" dist="38100" dir="2700000">
                    <a:srgbClr val="FFFFFF"/>
                  </a:outerShdw>
                </a:effectLst>
              </a:rPr>
              <a:t>元素 </a:t>
            </a:r>
            <a:r>
              <a:rPr lang="en-US" altLang="zh-CN" sz="2000" b="1" noProof="1">
                <a:effectLst>
                  <a:outerShdw blurRad="38100" dist="38100" dir="2700000">
                    <a:srgbClr val="FFFFFF"/>
                  </a:outerShdw>
                </a:effectLst>
              </a:rPr>
              <a:t>a[</a:t>
            </a:r>
            <a:r>
              <a:rPr lang="en-US" altLang="zh-CN" sz="2000" b="1" noProof="1">
                <a:solidFill>
                  <a:srgbClr val="C00000"/>
                </a:solidFill>
                <a:effectLst>
                  <a:outerShdw blurRad="38100" dist="38100" dir="2700000">
                    <a:srgbClr val="FFFFFF"/>
                  </a:outerShdw>
                </a:effectLst>
              </a:rPr>
              <a:t>1</a:t>
            </a:r>
            <a:r>
              <a:rPr lang="en-US" altLang="zh-CN" sz="2000" b="1" noProof="1">
                <a:effectLst>
                  <a:outerShdw blurRad="38100" dist="38100" dir="2700000">
                    <a:srgbClr val="FFFFFF"/>
                  </a:outerShdw>
                </a:effectLst>
              </a:rPr>
              <a:t>][</a:t>
            </a:r>
            <a:r>
              <a:rPr lang="en-US" altLang="zh-CN" sz="2000" b="1" noProof="1">
                <a:solidFill>
                  <a:srgbClr val="C00000"/>
                </a:solidFill>
                <a:effectLst>
                  <a:outerShdw blurRad="38100" dist="38100" dir="2700000">
                    <a:srgbClr val="FFFFFF"/>
                  </a:outerShdw>
                </a:effectLst>
              </a:rPr>
              <a:t>2</a:t>
            </a:r>
            <a:r>
              <a:rPr lang="en-US" altLang="zh-CN" sz="2000" b="1" noProof="1">
                <a:effectLst>
                  <a:outerShdw blurRad="38100" dist="38100" dir="2700000">
                    <a:srgbClr val="FFFFFF"/>
                  </a:outerShdw>
                </a:effectLst>
              </a:rPr>
              <a:t>][</a:t>
            </a:r>
            <a:r>
              <a:rPr lang="en-US" altLang="zh-CN" sz="2000" b="1" noProof="1">
                <a:solidFill>
                  <a:srgbClr val="C00000"/>
                </a:solidFill>
                <a:effectLst>
                  <a:outerShdw blurRad="38100" dist="38100" dir="2700000">
                    <a:srgbClr val="FFFFFF"/>
                  </a:outerShdw>
                </a:effectLst>
              </a:rPr>
              <a:t>3</a:t>
            </a:r>
            <a:r>
              <a:rPr lang="en-US" altLang="zh-CN" sz="2000" b="1" noProof="1">
                <a:effectLst>
                  <a:outerShdw blurRad="38100" dist="38100" dir="2700000">
                    <a:srgbClr val="FFFFFF"/>
                  </a:outerShdw>
                </a:effectLst>
              </a:rPr>
              <a:t>]</a:t>
            </a:r>
            <a:r>
              <a:rPr lang="zh-CN" altLang="en-US" sz="2000" b="1" noProof="1">
                <a:effectLst>
                  <a:outerShdw blurRad="38100" dist="38100" dir="2700000">
                    <a:srgbClr val="FFFFFF"/>
                  </a:outerShdw>
                </a:effectLst>
              </a:rPr>
              <a:t>的存储位置：</a:t>
            </a:r>
            <a:endParaRPr lang="en-US" altLang="zh-CN" sz="2000" b="1" noProof="1">
              <a:effectLst>
                <a:outerShdw blurRad="38100" dist="38100" dir="2700000">
                  <a:srgbClr val="FFFFFF"/>
                </a:outerShdw>
              </a:effectLst>
            </a:endParaRPr>
          </a:p>
          <a:p>
            <a:pPr>
              <a:buNone/>
            </a:pPr>
            <a:r>
              <a:rPr lang="en-US" altLang="zh-CN" sz="1800" b="1" noProof="1">
                <a:effectLst>
                  <a:outerShdw blurRad="38100" dist="38100" dir="2700000">
                    <a:srgbClr val="FFFFFF"/>
                  </a:outerShdw>
                </a:effectLst>
                <a:latin typeface="Courier New" panose="02070309020205020404" pitchFamily="49" charset="0"/>
                <a:cs typeface="Courier New" panose="02070309020205020404" pitchFamily="49" charset="0"/>
              </a:rPr>
              <a:t>A-&gt;base</a:t>
            </a:r>
            <a:r>
              <a:rPr lang="en-US" altLang="zh-CN" sz="2000" b="1" noProof="1">
                <a:effectLst>
                  <a:outerShdw blurRad="38100" dist="38100" dir="2700000">
                    <a:srgbClr val="FFFFFF"/>
                  </a:outerShdw>
                </a:effectLst>
              </a:rPr>
              <a:t>+ c</a:t>
            </a:r>
            <a:r>
              <a:rPr lang="en-US" altLang="zh-CN" sz="2000" b="1" baseline="-25000" noProof="1">
                <a:effectLst>
                  <a:outerShdw blurRad="38100" dist="38100" dir="2700000">
                    <a:srgbClr val="FFFFFF"/>
                  </a:outerShdw>
                </a:effectLst>
              </a:rPr>
              <a:t>1 </a:t>
            </a:r>
            <a:r>
              <a:rPr lang="en-US" altLang="zh-CN" sz="2000" b="1" noProof="1">
                <a:effectLst>
                  <a:outerShdw blurRad="38100" dist="38100" dir="2700000">
                    <a:srgbClr val="FFFFFF"/>
                  </a:outerShdw>
                </a:effectLst>
              </a:rPr>
              <a:t>*</a:t>
            </a:r>
            <a:r>
              <a:rPr lang="en-US" altLang="zh-CN" sz="2000" b="1" noProof="1">
                <a:solidFill>
                  <a:srgbClr val="C00000"/>
                </a:solidFill>
                <a:effectLst>
                  <a:outerShdw blurRad="38100" dist="38100" dir="2700000">
                    <a:srgbClr val="FFFFFF"/>
                  </a:outerShdw>
                </a:effectLst>
              </a:rPr>
              <a:t>1</a:t>
            </a:r>
            <a:r>
              <a:rPr lang="en-US" altLang="zh-CN" sz="2000" b="1" noProof="1">
                <a:effectLst>
                  <a:outerShdw blurRad="38100" dist="38100" dir="2700000">
                    <a:srgbClr val="FFFFFF"/>
                  </a:outerShdw>
                </a:effectLst>
              </a:rPr>
              <a:t> + c</a:t>
            </a:r>
            <a:r>
              <a:rPr lang="en-US" altLang="zh-CN" sz="2000" b="1" baseline="-25000" noProof="1">
                <a:effectLst>
                  <a:outerShdw blurRad="38100" dist="38100" dir="2700000">
                    <a:srgbClr val="FFFFFF"/>
                  </a:outerShdw>
                </a:effectLst>
              </a:rPr>
              <a:t>2</a:t>
            </a:r>
            <a:r>
              <a:rPr lang="en-US" altLang="zh-CN" sz="2000" b="1" noProof="1">
                <a:effectLst>
                  <a:outerShdw blurRad="38100" dist="38100" dir="2700000">
                    <a:srgbClr val="FFFFFF"/>
                  </a:outerShdw>
                </a:effectLst>
              </a:rPr>
              <a:t>*</a:t>
            </a:r>
            <a:r>
              <a:rPr lang="en-US" altLang="zh-CN" sz="2000" b="1" noProof="1">
                <a:solidFill>
                  <a:srgbClr val="C00000"/>
                </a:solidFill>
                <a:effectLst>
                  <a:outerShdw blurRad="38100" dist="38100" dir="2700000">
                    <a:srgbClr val="FFFFFF"/>
                  </a:outerShdw>
                </a:effectLst>
              </a:rPr>
              <a:t>2</a:t>
            </a:r>
            <a:r>
              <a:rPr lang="en-US" altLang="zh-CN" sz="2000" b="1" noProof="1">
                <a:effectLst>
                  <a:outerShdw blurRad="38100" dist="38100" dir="2700000">
                    <a:srgbClr val="FFFFFF"/>
                  </a:outerShdw>
                </a:effectLst>
              </a:rPr>
              <a:t> + c</a:t>
            </a:r>
            <a:r>
              <a:rPr lang="en-US" altLang="zh-CN" sz="2000" b="1" baseline="-25000" noProof="1">
                <a:effectLst>
                  <a:outerShdw blurRad="38100" dist="38100" dir="2700000">
                    <a:srgbClr val="FFFFFF"/>
                  </a:outerShdw>
                </a:effectLst>
              </a:rPr>
              <a:t>3</a:t>
            </a:r>
            <a:r>
              <a:rPr lang="en-US" altLang="zh-CN" sz="2000" b="1" noProof="1">
                <a:effectLst>
                  <a:outerShdw blurRad="38100" dist="38100" dir="2700000">
                    <a:srgbClr val="FFFFFF"/>
                  </a:outerShdw>
                </a:effectLst>
              </a:rPr>
              <a:t>*</a:t>
            </a:r>
            <a:r>
              <a:rPr lang="en-US" altLang="zh-CN" sz="2000" b="1" noProof="1">
                <a:solidFill>
                  <a:srgbClr val="C00000"/>
                </a:solidFill>
                <a:effectLst>
                  <a:outerShdw blurRad="38100" dist="38100" dir="2700000">
                    <a:srgbClr val="FFFFFF"/>
                  </a:outerShdw>
                </a:effectLst>
              </a:rPr>
              <a:t>3</a:t>
            </a:r>
            <a:r>
              <a:rPr lang="en-US" altLang="zh-CN" sz="2000" b="1" noProof="1">
                <a:effectLst>
                  <a:outerShdw blurRad="38100" dist="38100" dir="2700000">
                    <a:srgbClr val="FFFFFF"/>
                  </a:outerShdw>
                </a:effectLst>
              </a:rPr>
              <a:t> =</a:t>
            </a:r>
          </a:p>
          <a:p>
            <a:pPr>
              <a:buFontTx/>
              <a:buNone/>
            </a:pPr>
            <a:r>
              <a:rPr lang="en-US" altLang="zh-CN" sz="1800" b="1" noProof="1">
                <a:effectLst>
                  <a:outerShdw blurRad="38100" dist="38100" dir="2700000">
                    <a:srgbClr val="FFFFFF"/>
                  </a:outerShdw>
                </a:effectLst>
                <a:latin typeface="Courier New" panose="02070309020205020404" pitchFamily="49" charset="0"/>
                <a:cs typeface="Courier New" panose="02070309020205020404" pitchFamily="49" charset="0"/>
              </a:rPr>
              <a:t>A-&gt;base</a:t>
            </a:r>
            <a:r>
              <a:rPr lang="en-US" altLang="zh-CN" sz="2000" b="1" noProof="1">
                <a:effectLst>
                  <a:outerShdw blurRad="38100" dist="38100" dir="2700000">
                    <a:srgbClr val="FFFFFF"/>
                  </a:outerShdw>
                </a:effectLst>
              </a:rPr>
              <a:t>+ </a:t>
            </a:r>
            <a:r>
              <a:rPr lang="en-US" altLang="zh-CN" sz="2000" b="1" noProof="1">
                <a:solidFill>
                  <a:srgbClr val="0070C0"/>
                </a:solidFill>
                <a:effectLst>
                  <a:outerShdw blurRad="38100" dist="38100" dir="2700000">
                    <a:srgbClr val="FFFFFF"/>
                  </a:outerShdw>
                </a:effectLst>
              </a:rPr>
              <a:t>30</a:t>
            </a:r>
            <a:r>
              <a:rPr lang="en-US" altLang="zh-CN" sz="2000" b="1" noProof="1">
                <a:effectLst>
                  <a:outerShdw blurRad="38100" dist="38100" dir="2700000">
                    <a:srgbClr val="FFFFFF"/>
                  </a:outerShdw>
                </a:effectLst>
              </a:rPr>
              <a:t>*</a:t>
            </a:r>
            <a:r>
              <a:rPr lang="en-US" altLang="zh-CN" sz="2000" b="1" noProof="1">
                <a:solidFill>
                  <a:srgbClr val="C00000"/>
                </a:solidFill>
                <a:effectLst>
                  <a:outerShdw blurRad="38100" dist="38100" dir="2700000">
                    <a:srgbClr val="FFFFFF"/>
                  </a:outerShdw>
                </a:effectLst>
              </a:rPr>
              <a:t>1</a:t>
            </a:r>
            <a:r>
              <a:rPr lang="en-US" altLang="zh-CN" sz="2000" b="1" noProof="1">
                <a:effectLst>
                  <a:outerShdw blurRad="38100" dist="38100" dir="2700000">
                    <a:srgbClr val="FFFFFF"/>
                  </a:outerShdw>
                </a:effectLst>
              </a:rPr>
              <a:t> + </a:t>
            </a:r>
            <a:r>
              <a:rPr lang="en-US" altLang="zh-CN" sz="2000" b="1" noProof="1">
                <a:solidFill>
                  <a:srgbClr val="0070C0"/>
                </a:solidFill>
                <a:effectLst>
                  <a:outerShdw blurRad="38100" dist="38100" dir="2700000">
                    <a:srgbClr val="FFFFFF"/>
                  </a:outerShdw>
                </a:effectLst>
              </a:rPr>
              <a:t>6</a:t>
            </a:r>
            <a:r>
              <a:rPr lang="en-US" altLang="zh-CN" sz="2000" b="1" noProof="1">
                <a:effectLst>
                  <a:outerShdw blurRad="38100" dist="38100" dir="2700000">
                    <a:srgbClr val="FFFFFF"/>
                  </a:outerShdw>
                </a:effectLst>
              </a:rPr>
              <a:t>*</a:t>
            </a:r>
            <a:r>
              <a:rPr lang="en-US" altLang="zh-CN" sz="2000" b="1" noProof="1">
                <a:solidFill>
                  <a:srgbClr val="C00000"/>
                </a:solidFill>
                <a:effectLst>
                  <a:outerShdw blurRad="38100" dist="38100" dir="2700000">
                    <a:srgbClr val="FFFFFF"/>
                  </a:outerShdw>
                </a:effectLst>
              </a:rPr>
              <a:t>2</a:t>
            </a:r>
            <a:r>
              <a:rPr lang="en-US" altLang="zh-CN" sz="2000" b="1" noProof="1">
                <a:effectLst>
                  <a:outerShdw blurRad="38100" dist="38100" dir="2700000">
                    <a:srgbClr val="FFFFFF"/>
                  </a:outerShdw>
                </a:effectLst>
              </a:rPr>
              <a:t>  + </a:t>
            </a:r>
            <a:r>
              <a:rPr lang="en-US" altLang="zh-CN" sz="2000" b="1" noProof="1">
                <a:solidFill>
                  <a:srgbClr val="0070C0"/>
                </a:solidFill>
                <a:effectLst>
                  <a:outerShdw blurRad="38100" dist="38100" dir="2700000">
                    <a:srgbClr val="FFFFFF"/>
                  </a:outerShdw>
                </a:effectLst>
              </a:rPr>
              <a:t>1</a:t>
            </a:r>
            <a:r>
              <a:rPr lang="en-US" altLang="zh-CN" sz="2000" b="1" noProof="1">
                <a:effectLst>
                  <a:outerShdw blurRad="38100" dist="38100" dir="2700000">
                    <a:srgbClr val="FFFFFF"/>
                  </a:outerShdw>
                </a:effectLst>
              </a:rPr>
              <a:t>*</a:t>
            </a:r>
            <a:r>
              <a:rPr lang="en-US" altLang="zh-CN" sz="2000" b="1" noProof="1">
                <a:solidFill>
                  <a:srgbClr val="C00000"/>
                </a:solidFill>
                <a:effectLst>
                  <a:outerShdw blurRad="38100" dist="38100" dir="2700000">
                    <a:srgbClr val="FFFFFF"/>
                  </a:outerShdw>
                </a:effectLst>
              </a:rPr>
              <a:t>3</a:t>
            </a:r>
            <a:r>
              <a:rPr lang="en-US" altLang="zh-CN" sz="2000" b="1" noProof="1">
                <a:effectLst>
                  <a:outerShdw blurRad="38100" dist="38100" dir="2700000">
                    <a:srgbClr val="FFFFFF"/>
                  </a:outerShdw>
                </a:effectLst>
              </a:rPr>
              <a:t>  = </a:t>
            </a:r>
            <a:r>
              <a:rPr lang="en-US" altLang="zh-CN" sz="1800" b="1" noProof="1">
                <a:effectLst>
                  <a:outerShdw blurRad="38100" dist="38100" dir="2700000">
                    <a:srgbClr val="FFFFFF"/>
                  </a:outerShdw>
                </a:effectLst>
                <a:latin typeface="Courier New" panose="02070309020205020404" pitchFamily="49" charset="0"/>
                <a:cs typeface="Courier New" panose="02070309020205020404" pitchFamily="49" charset="0"/>
              </a:rPr>
              <a:t>A-&gt;base+45 </a:t>
            </a:r>
          </a:p>
          <a:p>
            <a:pPr>
              <a:buFontTx/>
              <a:buNone/>
            </a:pPr>
            <a:r>
              <a:rPr lang="zh-CN" altLang="en-US" sz="2000" b="1" noProof="1">
                <a:effectLst>
                  <a:outerShdw blurRad="38100" dist="38100" dir="2700000">
                    <a:srgbClr val="FFFFFF"/>
                  </a:outerShdw>
                </a:effectLst>
              </a:rPr>
              <a:t>                                            即： </a:t>
            </a:r>
            <a:r>
              <a:rPr lang="en-US" altLang="zh-CN" sz="1800" b="1" noProof="1">
                <a:effectLst>
                  <a:outerShdw blurRad="38100" dist="38100" dir="2700000">
                    <a:srgbClr val="FFFFFF"/>
                  </a:outerShdw>
                </a:effectLst>
                <a:latin typeface="Courier New" panose="02070309020205020404" pitchFamily="49" charset="0"/>
                <a:cs typeface="Courier New" panose="02070309020205020404" pitchFamily="49" charset="0"/>
              </a:rPr>
              <a:t>A-&gt;base[45]</a:t>
            </a:r>
          </a:p>
        </p:txBody>
      </p:sp>
      <p:grpSp>
        <p:nvGrpSpPr>
          <p:cNvPr id="49" name="组合 48">
            <a:extLst>
              <a:ext uri="{FF2B5EF4-FFF2-40B4-BE49-F238E27FC236}">
                <a16:creationId xmlns:a16="http://schemas.microsoft.com/office/drawing/2014/main" id="{98326273-6EC8-41D1-92EA-1E58B836FF5F}"/>
              </a:ext>
            </a:extLst>
          </p:cNvPr>
          <p:cNvGrpSpPr/>
          <p:nvPr/>
        </p:nvGrpSpPr>
        <p:grpSpPr>
          <a:xfrm>
            <a:off x="6855352" y="777375"/>
            <a:ext cx="5097970" cy="2240746"/>
            <a:chOff x="6855352" y="567825"/>
            <a:chExt cx="5097970" cy="2240746"/>
          </a:xfrm>
        </p:grpSpPr>
        <p:sp>
          <p:nvSpPr>
            <p:cNvPr id="16" name="文本占位符 217090">
              <a:extLst>
                <a:ext uri="{FF2B5EF4-FFF2-40B4-BE49-F238E27FC236}">
                  <a16:creationId xmlns:a16="http://schemas.microsoft.com/office/drawing/2014/main" id="{11762BA4-53C3-4D97-9108-CEF043E48C8C}"/>
                </a:ext>
              </a:extLst>
            </p:cNvPr>
            <p:cNvSpPr txBox="1">
              <a:spLocks/>
            </p:cNvSpPr>
            <p:nvPr/>
          </p:nvSpPr>
          <p:spPr>
            <a:xfrm>
              <a:off x="6855352" y="567825"/>
              <a:ext cx="5097970" cy="467567"/>
            </a:xfrm>
            <a:prstGeom prst="rect">
              <a:avLst/>
            </a:prstGeom>
          </p:spPr>
          <p:txBody>
            <a:bodyPr vert="horz" lIns="91440" tIns="45720" rIns="91440" bIns="45720" rtlCol="0" anchor="ctr" anchorCtr="0">
              <a:normAutofit fontScale="850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None/>
              </a:pPr>
              <a:r>
                <a:rPr lang="zh-CN" altLang="en-US" sz="2100" b="1" noProof="1">
                  <a:solidFill>
                    <a:srgbClr val="A50021"/>
                  </a:solidFill>
                  <a:effectLst>
                    <a:outerShdw blurRad="38100" dist="38100" dir="2700000">
                      <a:srgbClr val="000000"/>
                    </a:outerShdw>
                  </a:effectLst>
                  <a:ea typeface="黑体" panose="02010609060101010101" pitchFamily="49" charset="-122"/>
                </a:rPr>
                <a:t>例</a:t>
              </a:r>
              <a:r>
                <a:rPr lang="zh-CN" altLang="en-US" sz="2100" b="1" noProof="1">
                  <a:effectLst>
                    <a:outerShdw blurRad="38100" dist="38100" dir="2700000">
                      <a:srgbClr val="FFFFFF"/>
                    </a:outerShdw>
                  </a:effectLst>
                </a:rPr>
                <a:t>   </a:t>
              </a:r>
              <a:r>
                <a:rPr lang="en-US" altLang="zh-CN" sz="2100" b="1" noProof="1">
                  <a:latin typeface="Courier New" panose="02070309020205020404" pitchFamily="49" charset="0"/>
                  <a:cs typeface="Courier New" panose="02070309020205020404" pitchFamily="49" charset="0"/>
                </a:rPr>
                <a:t>int</a:t>
              </a:r>
              <a:r>
                <a:rPr lang="en-US" altLang="zh-CN" sz="2100" b="1" noProof="1">
                  <a:effectLst>
                    <a:outerShdw blurRad="38100" dist="38100" dir="2700000">
                      <a:srgbClr val="FFFFFF"/>
                    </a:outerShdw>
                  </a:effectLst>
                  <a:latin typeface="Courier New" panose="02070309020205020404" pitchFamily="49" charset="0"/>
                  <a:cs typeface="Courier New" panose="02070309020205020404" pitchFamily="49" charset="0"/>
                </a:rPr>
                <a:t> a[4][5][6]; </a:t>
              </a:r>
              <a:r>
                <a:rPr lang="zh-CN" altLang="en-US" sz="2000" b="1" noProof="1">
                  <a:effectLst>
                    <a:outerShdw blurRad="38100" dist="38100" dir="2700000">
                      <a:srgbClr val="FFFFFF"/>
                    </a:outerShdw>
                  </a:effectLst>
                </a:rPr>
                <a:t>的存储结构   </a:t>
              </a:r>
              <a:r>
                <a:rPr lang="en-US" altLang="zh-CN" sz="2000" b="1" noProof="1">
                  <a:effectLst>
                    <a:outerShdw blurRad="38100" dist="38100" dir="2700000">
                      <a:srgbClr val="FFFFFF"/>
                    </a:outerShdw>
                  </a:effectLst>
                </a:rPr>
                <a:t>Array   a</a:t>
              </a:r>
              <a:r>
                <a:rPr lang="zh-CN" altLang="en-US" sz="2000" b="1" noProof="1">
                  <a:effectLst>
                    <a:outerShdw blurRad="38100" dist="38100" dir="2700000">
                      <a:srgbClr val="FFFFFF"/>
                    </a:outerShdw>
                  </a:effectLst>
                </a:rPr>
                <a:t>；</a:t>
              </a:r>
            </a:p>
          </p:txBody>
        </p:sp>
        <p:grpSp>
          <p:nvGrpSpPr>
            <p:cNvPr id="17" name="组合 16">
              <a:extLst>
                <a:ext uri="{FF2B5EF4-FFF2-40B4-BE49-F238E27FC236}">
                  <a16:creationId xmlns:a16="http://schemas.microsoft.com/office/drawing/2014/main" id="{8FF1E346-9134-45BE-B331-0FC598E5BFC8}"/>
                </a:ext>
              </a:extLst>
            </p:cNvPr>
            <p:cNvGrpSpPr>
              <a:grpSpLocks/>
            </p:cNvGrpSpPr>
            <p:nvPr/>
          </p:nvGrpSpPr>
          <p:grpSpPr bwMode="auto">
            <a:xfrm>
              <a:off x="6903030" y="1539099"/>
              <a:ext cx="1640194" cy="1156870"/>
              <a:chOff x="823" y="1451"/>
              <a:chExt cx="1128" cy="1347"/>
            </a:xfrm>
          </p:grpSpPr>
          <p:sp>
            <p:nvSpPr>
              <p:cNvPr id="18" name="矩形 217091">
                <a:extLst>
                  <a:ext uri="{FF2B5EF4-FFF2-40B4-BE49-F238E27FC236}">
                    <a16:creationId xmlns:a16="http://schemas.microsoft.com/office/drawing/2014/main" id="{637F2A37-BF3B-47CC-B644-02D861B64383}"/>
                  </a:ext>
                </a:extLst>
              </p:cNvPr>
              <p:cNvSpPr>
                <a:spLocks noChangeArrowheads="1"/>
              </p:cNvSpPr>
              <p:nvPr/>
            </p:nvSpPr>
            <p:spPr bwMode="auto">
              <a:xfrm>
                <a:off x="1643" y="1527"/>
                <a:ext cx="308" cy="318"/>
              </a:xfrm>
              <a:prstGeom prst="rect">
                <a:avLst/>
              </a:prstGeom>
              <a:solidFill>
                <a:schemeClr val="accent6">
                  <a:lumMod val="20000"/>
                  <a:lumOff val="80000"/>
                </a:schemeClr>
              </a:solidFill>
              <a:ln w="28575">
                <a:solidFill>
                  <a:schemeClr val="tx1"/>
                </a:solidFill>
                <a:miter lim="800000"/>
                <a:headEnd/>
                <a:tailEnd/>
              </a:ln>
            </p:spPr>
            <p:txBody>
              <a:bodyPr/>
              <a:lstStyle/>
              <a:p>
                <a:endParaRPr lang="zh-CN" altLang="en-US" sz="2400" b="1"/>
              </a:p>
            </p:txBody>
          </p:sp>
          <p:sp>
            <p:nvSpPr>
              <p:cNvPr id="19" name="矩形 217092">
                <a:extLst>
                  <a:ext uri="{FF2B5EF4-FFF2-40B4-BE49-F238E27FC236}">
                    <a16:creationId xmlns:a16="http://schemas.microsoft.com/office/drawing/2014/main" id="{DF459CD9-B4B3-4F1F-B231-00A549FA8445}"/>
                  </a:ext>
                </a:extLst>
              </p:cNvPr>
              <p:cNvSpPr>
                <a:spLocks noChangeArrowheads="1"/>
              </p:cNvSpPr>
              <p:nvPr/>
            </p:nvSpPr>
            <p:spPr bwMode="auto">
              <a:xfrm>
                <a:off x="1643" y="1845"/>
                <a:ext cx="308" cy="318"/>
              </a:xfrm>
              <a:prstGeom prst="rect">
                <a:avLst/>
              </a:prstGeom>
              <a:solidFill>
                <a:schemeClr val="accent3">
                  <a:lumMod val="20000"/>
                  <a:lumOff val="80000"/>
                </a:schemeClr>
              </a:solidFill>
              <a:ln w="28575">
                <a:solidFill>
                  <a:schemeClr val="tx1"/>
                </a:solidFill>
                <a:miter lim="800000"/>
                <a:headEnd/>
                <a:tailEnd/>
              </a:ln>
            </p:spPr>
            <p:txBody>
              <a:bodyPr wrap="none" anchor="ctr"/>
              <a:lstStyle/>
              <a:p>
                <a:pPr algn="ctr"/>
                <a:r>
                  <a:rPr lang="en-US" altLang="zh-CN" b="1"/>
                  <a:t>3</a:t>
                </a:r>
              </a:p>
            </p:txBody>
          </p:sp>
          <p:sp>
            <p:nvSpPr>
              <p:cNvPr id="20" name="矩形 217093">
                <a:extLst>
                  <a:ext uri="{FF2B5EF4-FFF2-40B4-BE49-F238E27FC236}">
                    <a16:creationId xmlns:a16="http://schemas.microsoft.com/office/drawing/2014/main" id="{5D1817B5-8F4B-4825-B4E1-8DE1E48E8A08}"/>
                  </a:ext>
                </a:extLst>
              </p:cNvPr>
              <p:cNvSpPr>
                <a:spLocks noChangeArrowheads="1"/>
              </p:cNvSpPr>
              <p:nvPr/>
            </p:nvSpPr>
            <p:spPr bwMode="auto">
              <a:xfrm>
                <a:off x="1643" y="2162"/>
                <a:ext cx="308" cy="318"/>
              </a:xfrm>
              <a:prstGeom prst="rect">
                <a:avLst/>
              </a:prstGeom>
              <a:solidFill>
                <a:schemeClr val="accent4">
                  <a:lumMod val="20000"/>
                  <a:lumOff val="80000"/>
                </a:schemeClr>
              </a:solidFill>
              <a:ln w="28575">
                <a:solidFill>
                  <a:schemeClr val="tx1"/>
                </a:solidFill>
                <a:miter lim="800000"/>
                <a:headEnd/>
                <a:tailEnd/>
              </a:ln>
            </p:spPr>
            <p:txBody>
              <a:bodyPr/>
              <a:lstStyle/>
              <a:p>
                <a:endParaRPr lang="zh-CN" altLang="en-US" sz="2400" b="1"/>
              </a:p>
            </p:txBody>
          </p:sp>
          <p:sp>
            <p:nvSpPr>
              <p:cNvPr id="21" name="矩形 217094">
                <a:extLst>
                  <a:ext uri="{FF2B5EF4-FFF2-40B4-BE49-F238E27FC236}">
                    <a16:creationId xmlns:a16="http://schemas.microsoft.com/office/drawing/2014/main" id="{20160B63-AF07-455E-8B52-F0CB0602B5EA}"/>
                  </a:ext>
                </a:extLst>
              </p:cNvPr>
              <p:cNvSpPr>
                <a:spLocks noChangeArrowheads="1"/>
              </p:cNvSpPr>
              <p:nvPr/>
            </p:nvSpPr>
            <p:spPr bwMode="auto">
              <a:xfrm>
                <a:off x="1643" y="2480"/>
                <a:ext cx="308" cy="318"/>
              </a:xfrm>
              <a:prstGeom prst="rect">
                <a:avLst/>
              </a:prstGeom>
              <a:solidFill>
                <a:schemeClr val="accent5">
                  <a:lumMod val="20000"/>
                  <a:lumOff val="80000"/>
                </a:schemeClr>
              </a:solidFill>
              <a:ln w="28575">
                <a:solidFill>
                  <a:schemeClr val="tx1"/>
                </a:solidFill>
                <a:miter lim="800000"/>
                <a:headEnd/>
                <a:tailEnd/>
              </a:ln>
            </p:spPr>
            <p:txBody>
              <a:bodyPr/>
              <a:lstStyle/>
              <a:p>
                <a:endParaRPr lang="zh-CN" altLang="en-US" sz="2400" b="1"/>
              </a:p>
            </p:txBody>
          </p:sp>
          <p:sp>
            <p:nvSpPr>
              <p:cNvPr id="22" name="文本框 217095">
                <a:extLst>
                  <a:ext uri="{FF2B5EF4-FFF2-40B4-BE49-F238E27FC236}">
                    <a16:creationId xmlns:a16="http://schemas.microsoft.com/office/drawing/2014/main" id="{513A459B-12C9-4289-A731-582AB1445C21}"/>
                  </a:ext>
                </a:extLst>
              </p:cNvPr>
              <p:cNvSpPr txBox="1">
                <a:spLocks noChangeArrowheads="1"/>
              </p:cNvSpPr>
              <p:nvPr/>
            </p:nvSpPr>
            <p:spPr bwMode="auto">
              <a:xfrm>
                <a:off x="823" y="1451"/>
                <a:ext cx="816" cy="1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r"/>
                <a:r>
                  <a:rPr lang="en-US" altLang="zh-CN" b="1" dirty="0"/>
                  <a:t>base</a:t>
                </a:r>
              </a:p>
              <a:p>
                <a:pPr algn="r"/>
                <a:r>
                  <a:rPr lang="en-US" altLang="zh-CN" b="1" dirty="0"/>
                  <a:t>dim</a:t>
                </a:r>
              </a:p>
              <a:p>
                <a:pPr algn="r"/>
                <a:r>
                  <a:rPr lang="en-US" altLang="zh-CN" b="1" dirty="0"/>
                  <a:t>Bounds</a:t>
                </a:r>
              </a:p>
              <a:p>
                <a:pPr algn="r"/>
                <a:r>
                  <a:rPr lang="en-US" altLang="zh-CN" b="1" dirty="0"/>
                  <a:t>constants</a:t>
                </a:r>
              </a:p>
            </p:txBody>
          </p:sp>
        </p:grpSp>
        <p:grpSp>
          <p:nvGrpSpPr>
            <p:cNvPr id="23" name="组合 22">
              <a:extLst>
                <a:ext uri="{FF2B5EF4-FFF2-40B4-BE49-F238E27FC236}">
                  <a16:creationId xmlns:a16="http://schemas.microsoft.com/office/drawing/2014/main" id="{5F8E4399-D001-41D5-9E2F-2DC9522A902A}"/>
                </a:ext>
              </a:extLst>
            </p:cNvPr>
            <p:cNvGrpSpPr>
              <a:grpSpLocks/>
            </p:cNvGrpSpPr>
            <p:nvPr/>
          </p:nvGrpSpPr>
          <p:grpSpPr bwMode="auto">
            <a:xfrm>
              <a:off x="8347467" y="2124126"/>
              <a:ext cx="1211847" cy="277090"/>
              <a:chOff x="1769" y="2139"/>
              <a:chExt cx="1520" cy="318"/>
            </a:xfrm>
            <a:solidFill>
              <a:schemeClr val="accent4">
                <a:lumMod val="20000"/>
                <a:lumOff val="80000"/>
              </a:schemeClr>
            </a:solidFill>
          </p:grpSpPr>
          <p:sp>
            <p:nvSpPr>
              <p:cNvPr id="24" name="矩形 217098">
                <a:extLst>
                  <a:ext uri="{FF2B5EF4-FFF2-40B4-BE49-F238E27FC236}">
                    <a16:creationId xmlns:a16="http://schemas.microsoft.com/office/drawing/2014/main" id="{005CDEBB-E8A2-4A1D-BE6F-9752E0DF5F08}"/>
                  </a:ext>
                </a:extLst>
              </p:cNvPr>
              <p:cNvSpPr>
                <a:spLocks noChangeArrowheads="1"/>
              </p:cNvSpPr>
              <p:nvPr/>
            </p:nvSpPr>
            <p:spPr bwMode="auto">
              <a:xfrm>
                <a:off x="2155" y="2139"/>
                <a:ext cx="1134" cy="318"/>
              </a:xfrm>
              <a:prstGeom prst="rect">
                <a:avLst/>
              </a:prstGeom>
              <a:grpFill/>
              <a:ln w="28575">
                <a:solidFill>
                  <a:schemeClr val="tx1"/>
                </a:solidFill>
                <a:miter lim="800000"/>
                <a:headEnd/>
                <a:tailEnd/>
              </a:ln>
            </p:spPr>
            <p:txBody>
              <a:bodyPr wrap="none" anchor="ctr"/>
              <a:lstStyle/>
              <a:p>
                <a:pPr algn="ctr"/>
                <a:r>
                  <a:rPr lang="en-US" altLang="zh-CN" b="1" dirty="0"/>
                  <a:t>4   5   6</a:t>
                </a:r>
              </a:p>
            </p:txBody>
          </p:sp>
          <p:sp>
            <p:nvSpPr>
              <p:cNvPr id="25" name="直接连接符 217099">
                <a:extLst>
                  <a:ext uri="{FF2B5EF4-FFF2-40B4-BE49-F238E27FC236}">
                    <a16:creationId xmlns:a16="http://schemas.microsoft.com/office/drawing/2014/main" id="{FABECF7F-BD62-4A79-811E-BA70ED14A05E}"/>
                  </a:ext>
                </a:extLst>
              </p:cNvPr>
              <p:cNvSpPr>
                <a:spLocks noChangeShapeType="1"/>
              </p:cNvSpPr>
              <p:nvPr/>
            </p:nvSpPr>
            <p:spPr bwMode="auto">
              <a:xfrm>
                <a:off x="2549" y="2139"/>
                <a:ext cx="0" cy="318"/>
              </a:xfrm>
              <a:prstGeom prst="line">
                <a:avLst/>
              </a:prstGeom>
              <a:grpFill/>
              <a:ln w="28575">
                <a:solidFill>
                  <a:schemeClr val="tx1"/>
                </a:solidFill>
                <a:round/>
                <a:headEnd/>
                <a:tailEnd/>
              </a:ln>
            </p:spPr>
            <p:txBody>
              <a:bodyPr/>
              <a:lstStyle/>
              <a:p>
                <a:endParaRPr lang="zh-CN" altLang="en-US"/>
              </a:p>
            </p:txBody>
          </p:sp>
          <p:sp>
            <p:nvSpPr>
              <p:cNvPr id="26" name="直接连接符 217100">
                <a:extLst>
                  <a:ext uri="{FF2B5EF4-FFF2-40B4-BE49-F238E27FC236}">
                    <a16:creationId xmlns:a16="http://schemas.microsoft.com/office/drawing/2014/main" id="{6D6DD3C8-CD5B-4174-A81F-2652FB8FB201}"/>
                  </a:ext>
                </a:extLst>
              </p:cNvPr>
              <p:cNvSpPr>
                <a:spLocks noChangeShapeType="1"/>
              </p:cNvSpPr>
              <p:nvPr/>
            </p:nvSpPr>
            <p:spPr bwMode="auto">
              <a:xfrm>
                <a:off x="2935" y="2139"/>
                <a:ext cx="0" cy="318"/>
              </a:xfrm>
              <a:prstGeom prst="line">
                <a:avLst/>
              </a:prstGeom>
              <a:grpFill/>
              <a:ln w="28575">
                <a:solidFill>
                  <a:schemeClr val="tx1"/>
                </a:solidFill>
                <a:round/>
                <a:headEnd/>
                <a:tailEnd/>
              </a:ln>
            </p:spPr>
            <p:txBody>
              <a:bodyPr/>
              <a:lstStyle/>
              <a:p>
                <a:endParaRPr lang="zh-CN" altLang="en-US"/>
              </a:p>
            </p:txBody>
          </p:sp>
          <p:sp>
            <p:nvSpPr>
              <p:cNvPr id="27" name="直接连接符 217102">
                <a:extLst>
                  <a:ext uri="{FF2B5EF4-FFF2-40B4-BE49-F238E27FC236}">
                    <a16:creationId xmlns:a16="http://schemas.microsoft.com/office/drawing/2014/main" id="{9C51EE79-33CE-4E80-B1D8-04240D4FBAFC}"/>
                  </a:ext>
                </a:extLst>
              </p:cNvPr>
              <p:cNvSpPr>
                <a:spLocks noChangeShapeType="1"/>
              </p:cNvSpPr>
              <p:nvPr/>
            </p:nvSpPr>
            <p:spPr bwMode="auto">
              <a:xfrm>
                <a:off x="1769" y="2298"/>
                <a:ext cx="386" cy="0"/>
              </a:xfrm>
              <a:prstGeom prst="line">
                <a:avLst/>
              </a:prstGeom>
              <a:grpFill/>
              <a:ln w="28575">
                <a:solidFill>
                  <a:srgbClr val="C00000"/>
                </a:solidFill>
                <a:round/>
                <a:headEnd type="oval" w="med" len="med"/>
                <a:tailEnd type="triangle" w="med" len="lg"/>
              </a:ln>
            </p:spPr>
            <p:txBody>
              <a:bodyPr/>
              <a:lstStyle/>
              <a:p>
                <a:endParaRPr lang="zh-CN" altLang="en-US"/>
              </a:p>
            </p:txBody>
          </p:sp>
        </p:grpSp>
        <p:grpSp>
          <p:nvGrpSpPr>
            <p:cNvPr id="28" name="组合 27">
              <a:extLst>
                <a:ext uri="{FF2B5EF4-FFF2-40B4-BE49-F238E27FC236}">
                  <a16:creationId xmlns:a16="http://schemas.microsoft.com/office/drawing/2014/main" id="{C0C975B4-1BB7-4951-8B91-44B61478E7C1}"/>
                </a:ext>
              </a:extLst>
            </p:cNvPr>
            <p:cNvGrpSpPr>
              <a:grpSpLocks/>
            </p:cNvGrpSpPr>
            <p:nvPr/>
          </p:nvGrpSpPr>
          <p:grpSpPr bwMode="auto">
            <a:xfrm>
              <a:off x="8347467" y="2445666"/>
              <a:ext cx="1211847" cy="278368"/>
              <a:chOff x="1769" y="2502"/>
              <a:chExt cx="1520" cy="318"/>
            </a:xfrm>
            <a:solidFill>
              <a:schemeClr val="accent5">
                <a:lumMod val="20000"/>
                <a:lumOff val="80000"/>
              </a:schemeClr>
            </a:solidFill>
          </p:grpSpPr>
          <p:sp>
            <p:nvSpPr>
              <p:cNvPr id="29" name="直接连接符 217103">
                <a:extLst>
                  <a:ext uri="{FF2B5EF4-FFF2-40B4-BE49-F238E27FC236}">
                    <a16:creationId xmlns:a16="http://schemas.microsoft.com/office/drawing/2014/main" id="{9E4D441D-0824-4F8F-A10D-14398ECCD6A2}"/>
                  </a:ext>
                </a:extLst>
              </p:cNvPr>
              <p:cNvSpPr>
                <a:spLocks noChangeShapeType="1"/>
              </p:cNvSpPr>
              <p:nvPr/>
            </p:nvSpPr>
            <p:spPr bwMode="auto">
              <a:xfrm>
                <a:off x="1769" y="2638"/>
                <a:ext cx="386" cy="0"/>
              </a:xfrm>
              <a:prstGeom prst="line">
                <a:avLst/>
              </a:prstGeom>
              <a:grpFill/>
              <a:ln w="28575">
                <a:solidFill>
                  <a:srgbClr val="C00000"/>
                </a:solidFill>
                <a:round/>
                <a:headEnd type="oval" w="med" len="med"/>
                <a:tailEnd type="triangle" w="med" len="lg"/>
              </a:ln>
            </p:spPr>
            <p:txBody>
              <a:bodyPr/>
              <a:lstStyle/>
              <a:p>
                <a:endParaRPr lang="zh-CN" altLang="en-US" b="1"/>
              </a:p>
            </p:txBody>
          </p:sp>
          <p:grpSp>
            <p:nvGrpSpPr>
              <p:cNvPr id="30" name="组合 217108">
                <a:extLst>
                  <a:ext uri="{FF2B5EF4-FFF2-40B4-BE49-F238E27FC236}">
                    <a16:creationId xmlns:a16="http://schemas.microsoft.com/office/drawing/2014/main" id="{0693A58F-AEDC-4356-87F3-AA89C665F260}"/>
                  </a:ext>
                </a:extLst>
              </p:cNvPr>
              <p:cNvGrpSpPr>
                <a:grpSpLocks/>
              </p:cNvGrpSpPr>
              <p:nvPr/>
            </p:nvGrpSpPr>
            <p:grpSpPr bwMode="auto">
              <a:xfrm>
                <a:off x="2155" y="2502"/>
                <a:ext cx="1134" cy="318"/>
                <a:chOff x="1837" y="2568"/>
                <a:chExt cx="1134" cy="318"/>
              </a:xfrm>
              <a:grpFill/>
            </p:grpSpPr>
            <p:sp>
              <p:nvSpPr>
                <p:cNvPr id="31" name="矩形 217105">
                  <a:extLst>
                    <a:ext uri="{FF2B5EF4-FFF2-40B4-BE49-F238E27FC236}">
                      <a16:creationId xmlns:a16="http://schemas.microsoft.com/office/drawing/2014/main" id="{A3A7E681-78EE-4897-93BD-B013DADFF870}"/>
                    </a:ext>
                  </a:extLst>
                </p:cNvPr>
                <p:cNvSpPr>
                  <a:spLocks noChangeArrowheads="1"/>
                </p:cNvSpPr>
                <p:nvPr/>
              </p:nvSpPr>
              <p:spPr bwMode="auto">
                <a:xfrm>
                  <a:off x="1837" y="2568"/>
                  <a:ext cx="1134" cy="318"/>
                </a:xfrm>
                <a:prstGeom prst="rect">
                  <a:avLst/>
                </a:prstGeom>
                <a:grpFill/>
                <a:ln w="28575">
                  <a:solidFill>
                    <a:schemeClr val="tx1"/>
                  </a:solidFill>
                  <a:miter lim="800000"/>
                  <a:headEnd/>
                  <a:tailEnd/>
                </a:ln>
              </p:spPr>
              <p:txBody>
                <a:bodyPr wrap="none" lIns="36000" anchor="ctr"/>
                <a:lstStyle/>
                <a:p>
                  <a:r>
                    <a:rPr lang="en-US" altLang="zh-CN" b="1" dirty="0">
                      <a:solidFill>
                        <a:srgbClr val="0070C0"/>
                      </a:solidFill>
                    </a:rPr>
                    <a:t>30</a:t>
                  </a:r>
                  <a:r>
                    <a:rPr lang="en-US" altLang="zh-CN" b="1" dirty="0"/>
                    <a:t>   </a:t>
                  </a:r>
                  <a:r>
                    <a:rPr lang="en-US" altLang="zh-CN" b="1" dirty="0">
                      <a:solidFill>
                        <a:srgbClr val="0070C0"/>
                      </a:solidFill>
                    </a:rPr>
                    <a:t>6</a:t>
                  </a:r>
                  <a:r>
                    <a:rPr lang="en-US" altLang="zh-CN" b="1" dirty="0"/>
                    <a:t> </a:t>
                  </a:r>
                  <a:r>
                    <a:rPr lang="en-US" altLang="zh-CN" sz="1200" b="1" dirty="0"/>
                    <a:t>  </a:t>
                  </a:r>
                  <a:r>
                    <a:rPr lang="en-US" altLang="zh-CN" b="1" dirty="0">
                      <a:solidFill>
                        <a:srgbClr val="0070C0"/>
                      </a:solidFill>
                    </a:rPr>
                    <a:t>1</a:t>
                  </a:r>
                </a:p>
              </p:txBody>
            </p:sp>
            <p:sp>
              <p:nvSpPr>
                <p:cNvPr id="32" name="直接连接符 217106">
                  <a:extLst>
                    <a:ext uri="{FF2B5EF4-FFF2-40B4-BE49-F238E27FC236}">
                      <a16:creationId xmlns:a16="http://schemas.microsoft.com/office/drawing/2014/main" id="{194E4131-B9E6-433C-9D76-0F08827DB90B}"/>
                    </a:ext>
                  </a:extLst>
                </p:cNvPr>
                <p:cNvSpPr>
                  <a:spLocks noChangeShapeType="1"/>
                </p:cNvSpPr>
                <p:nvPr/>
              </p:nvSpPr>
              <p:spPr bwMode="auto">
                <a:xfrm>
                  <a:off x="2238" y="2568"/>
                  <a:ext cx="0" cy="318"/>
                </a:xfrm>
                <a:prstGeom prst="line">
                  <a:avLst/>
                </a:prstGeom>
                <a:grpFill/>
                <a:ln w="28575">
                  <a:solidFill>
                    <a:schemeClr val="tx1"/>
                  </a:solidFill>
                  <a:round/>
                  <a:headEnd/>
                  <a:tailEnd/>
                </a:ln>
              </p:spPr>
              <p:txBody>
                <a:bodyPr/>
                <a:lstStyle/>
                <a:p>
                  <a:endParaRPr lang="zh-CN" altLang="en-US" b="1"/>
                </a:p>
              </p:txBody>
            </p:sp>
            <p:sp>
              <p:nvSpPr>
                <p:cNvPr id="33" name="直接连接符 217107">
                  <a:extLst>
                    <a:ext uri="{FF2B5EF4-FFF2-40B4-BE49-F238E27FC236}">
                      <a16:creationId xmlns:a16="http://schemas.microsoft.com/office/drawing/2014/main" id="{74B0E1DE-880C-4E0F-BEA9-E1C04EBED8B6}"/>
                    </a:ext>
                  </a:extLst>
                </p:cNvPr>
                <p:cNvSpPr>
                  <a:spLocks noChangeShapeType="1"/>
                </p:cNvSpPr>
                <p:nvPr/>
              </p:nvSpPr>
              <p:spPr bwMode="auto">
                <a:xfrm>
                  <a:off x="2615" y="2568"/>
                  <a:ext cx="0" cy="318"/>
                </a:xfrm>
                <a:prstGeom prst="line">
                  <a:avLst/>
                </a:prstGeom>
                <a:grpFill/>
                <a:ln w="28575">
                  <a:solidFill>
                    <a:schemeClr val="tx1"/>
                  </a:solidFill>
                  <a:round/>
                  <a:headEnd/>
                  <a:tailEnd/>
                </a:ln>
              </p:spPr>
              <p:txBody>
                <a:bodyPr/>
                <a:lstStyle/>
                <a:p>
                  <a:endParaRPr lang="zh-CN" altLang="en-US" b="1"/>
                </a:p>
              </p:txBody>
            </p:sp>
          </p:grpSp>
        </p:grpSp>
        <p:sp>
          <p:nvSpPr>
            <p:cNvPr id="34" name="文本框 33">
              <a:extLst>
                <a:ext uri="{FF2B5EF4-FFF2-40B4-BE49-F238E27FC236}">
                  <a16:creationId xmlns:a16="http://schemas.microsoft.com/office/drawing/2014/main" id="{D8A6949A-DDFD-4034-A276-26BBBBDEAE74}"/>
                </a:ext>
              </a:extLst>
            </p:cNvPr>
            <p:cNvSpPr txBox="1"/>
            <p:nvPr/>
          </p:nvSpPr>
          <p:spPr>
            <a:xfrm>
              <a:off x="7704896" y="1118171"/>
              <a:ext cx="319318" cy="400110"/>
            </a:xfrm>
            <a:prstGeom prst="rect">
              <a:avLst/>
            </a:prstGeom>
            <a:noFill/>
          </p:spPr>
          <p:txBody>
            <a:bodyPr wrap="none" rtlCol="0">
              <a:spAutoFit/>
            </a:bodyPr>
            <a:lstStyle/>
            <a:p>
              <a:r>
                <a:rPr lang="en-US" altLang="zh-CN" sz="2000" b="1" dirty="0"/>
                <a:t>a</a:t>
              </a:r>
              <a:endParaRPr lang="zh-CN" altLang="en-US" sz="2000" b="1" dirty="0"/>
            </a:p>
          </p:txBody>
        </p:sp>
        <p:sp>
          <p:nvSpPr>
            <p:cNvPr id="35" name="矩形 34">
              <a:extLst>
                <a:ext uri="{FF2B5EF4-FFF2-40B4-BE49-F238E27FC236}">
                  <a16:creationId xmlns:a16="http://schemas.microsoft.com/office/drawing/2014/main" id="{7D3B9B50-E380-46A6-8952-B90E417A9F03}"/>
                </a:ext>
              </a:extLst>
            </p:cNvPr>
            <p:cNvSpPr/>
            <p:nvPr/>
          </p:nvSpPr>
          <p:spPr>
            <a:xfrm>
              <a:off x="9930040" y="1623860"/>
              <a:ext cx="98523" cy="273437"/>
            </a:xfrm>
            <a:prstGeom prst="rect">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5">
                    <a:lumMod val="20000"/>
                    <a:lumOff val="80000"/>
                  </a:schemeClr>
                </a:solidFill>
              </a:endParaRPr>
            </a:p>
          </p:txBody>
        </p:sp>
        <p:grpSp>
          <p:nvGrpSpPr>
            <p:cNvPr id="36" name="组合 35">
              <a:extLst>
                <a:ext uri="{FF2B5EF4-FFF2-40B4-BE49-F238E27FC236}">
                  <a16:creationId xmlns:a16="http://schemas.microsoft.com/office/drawing/2014/main" id="{85AA44AE-0E37-4394-B73B-7D3AAA0BD783}"/>
                </a:ext>
              </a:extLst>
            </p:cNvPr>
            <p:cNvGrpSpPr/>
            <p:nvPr/>
          </p:nvGrpSpPr>
          <p:grpSpPr>
            <a:xfrm>
              <a:off x="8390827" y="1304810"/>
              <a:ext cx="2932113" cy="605490"/>
              <a:chOff x="8432051" y="1685196"/>
              <a:chExt cx="2932113" cy="605490"/>
            </a:xfrm>
          </p:grpSpPr>
          <p:grpSp>
            <p:nvGrpSpPr>
              <p:cNvPr id="37" name="组合 36">
                <a:extLst>
                  <a:ext uri="{FF2B5EF4-FFF2-40B4-BE49-F238E27FC236}">
                    <a16:creationId xmlns:a16="http://schemas.microsoft.com/office/drawing/2014/main" id="{C07C0E8B-CCB5-4FA3-89A1-878F287602AF}"/>
                  </a:ext>
                </a:extLst>
              </p:cNvPr>
              <p:cNvGrpSpPr>
                <a:grpSpLocks/>
              </p:cNvGrpSpPr>
              <p:nvPr/>
            </p:nvGrpSpPr>
            <p:grpSpPr bwMode="auto">
              <a:xfrm>
                <a:off x="8432051" y="1685196"/>
                <a:ext cx="2932113" cy="593521"/>
                <a:chOff x="1774" y="1303"/>
                <a:chExt cx="1847" cy="458"/>
              </a:xfrm>
            </p:grpSpPr>
            <p:sp>
              <p:nvSpPr>
                <p:cNvPr id="42" name="直接连接符 217097">
                  <a:extLst>
                    <a:ext uri="{FF2B5EF4-FFF2-40B4-BE49-F238E27FC236}">
                      <a16:creationId xmlns:a16="http://schemas.microsoft.com/office/drawing/2014/main" id="{7D0A3066-B354-44EE-877E-E899D23F09CD}"/>
                    </a:ext>
                  </a:extLst>
                </p:cNvPr>
                <p:cNvSpPr>
                  <a:spLocks noChangeShapeType="1"/>
                </p:cNvSpPr>
                <p:nvPr/>
              </p:nvSpPr>
              <p:spPr bwMode="auto">
                <a:xfrm flipV="1">
                  <a:off x="1774" y="1650"/>
                  <a:ext cx="260" cy="0"/>
                </a:xfrm>
                <a:prstGeom prst="line">
                  <a:avLst/>
                </a:prstGeom>
                <a:noFill/>
                <a:ln w="28575">
                  <a:solidFill>
                    <a:srgbClr val="C00000"/>
                  </a:solidFill>
                  <a:round/>
                  <a:headEnd type="oval" w="med" len="med"/>
                  <a:tailEnd type="triangle" w="med" len="lg"/>
                </a:ln>
                <a:extLst>
                  <a:ext uri="{909E8E84-426E-40DD-AFC4-6F175D3DCCD1}">
                    <a14:hiddenFill xmlns:a14="http://schemas.microsoft.com/office/drawing/2010/main">
                      <a:noFill/>
                    </a14:hiddenFill>
                  </a:ext>
                </a:extLst>
              </p:spPr>
              <p:txBody>
                <a:bodyPr/>
                <a:lstStyle/>
                <a:p>
                  <a:endParaRPr lang="zh-CN" altLang="en-US"/>
                </a:p>
              </p:txBody>
            </p:sp>
            <p:grpSp>
              <p:nvGrpSpPr>
                <p:cNvPr id="43" name="组合 217114">
                  <a:extLst>
                    <a:ext uri="{FF2B5EF4-FFF2-40B4-BE49-F238E27FC236}">
                      <a16:creationId xmlns:a16="http://schemas.microsoft.com/office/drawing/2014/main" id="{B6E25BE3-1B9A-40D4-99C6-058EC6BE9459}"/>
                    </a:ext>
                  </a:extLst>
                </p:cNvPr>
                <p:cNvGrpSpPr>
                  <a:grpSpLocks/>
                </p:cNvGrpSpPr>
                <p:nvPr/>
              </p:nvGrpSpPr>
              <p:grpSpPr bwMode="auto">
                <a:xfrm>
                  <a:off x="1984" y="1303"/>
                  <a:ext cx="1637" cy="458"/>
                  <a:chOff x="1984" y="1303"/>
                  <a:chExt cx="1637" cy="458"/>
                </a:xfrm>
              </p:grpSpPr>
              <p:sp>
                <p:nvSpPr>
                  <p:cNvPr id="44" name="文本框 217109">
                    <a:extLst>
                      <a:ext uri="{FF2B5EF4-FFF2-40B4-BE49-F238E27FC236}">
                        <a16:creationId xmlns:a16="http://schemas.microsoft.com/office/drawing/2014/main" id="{8E71389E-B8F3-4394-8E69-A87304533F76}"/>
                      </a:ext>
                    </a:extLst>
                  </p:cNvPr>
                  <p:cNvSpPr txBox="1">
                    <a:spLocks noChangeArrowheads="1"/>
                  </p:cNvSpPr>
                  <p:nvPr/>
                </p:nvSpPr>
                <p:spPr bwMode="auto">
                  <a:xfrm>
                    <a:off x="1984" y="1303"/>
                    <a:ext cx="1637" cy="2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1600" b="1" dirty="0"/>
                      <a:t>0 1 2  …       45   …         119</a:t>
                    </a:r>
                  </a:p>
                </p:txBody>
              </p:sp>
              <p:sp>
                <p:nvSpPr>
                  <p:cNvPr id="45" name="矩形 217096">
                    <a:extLst>
                      <a:ext uri="{FF2B5EF4-FFF2-40B4-BE49-F238E27FC236}">
                        <a16:creationId xmlns:a16="http://schemas.microsoft.com/office/drawing/2014/main" id="{369E91E5-FE9D-4957-A3C2-FA3621D8583F}"/>
                      </a:ext>
                    </a:extLst>
                  </p:cNvPr>
                  <p:cNvSpPr>
                    <a:spLocks noChangeArrowheads="1"/>
                  </p:cNvSpPr>
                  <p:nvPr/>
                </p:nvSpPr>
                <p:spPr bwMode="auto">
                  <a:xfrm>
                    <a:off x="2035" y="1550"/>
                    <a:ext cx="378" cy="211"/>
                  </a:xfrm>
                  <a:prstGeom prst="rect">
                    <a:avLst/>
                  </a:prstGeom>
                  <a:solidFill>
                    <a:schemeClr val="accent6">
                      <a:lumMod val="20000"/>
                      <a:lumOff val="80000"/>
                    </a:schemeClr>
                  </a:solidFill>
                  <a:ln w="28575">
                    <a:solidFill>
                      <a:schemeClr val="tx1"/>
                    </a:solidFill>
                    <a:miter lim="800000"/>
                    <a:headEnd/>
                    <a:tailEnd/>
                  </a:ln>
                </p:spPr>
                <p:txBody>
                  <a:bodyPr/>
                  <a:lstStyle/>
                  <a:p>
                    <a:endParaRPr lang="zh-CN" altLang="en-US"/>
                  </a:p>
                </p:txBody>
              </p:sp>
            </p:grpSp>
          </p:grpSp>
          <p:sp>
            <p:nvSpPr>
              <p:cNvPr id="38" name="矩形 217096">
                <a:extLst>
                  <a:ext uri="{FF2B5EF4-FFF2-40B4-BE49-F238E27FC236}">
                    <a16:creationId xmlns:a16="http://schemas.microsoft.com/office/drawing/2014/main" id="{360C369E-F883-4555-B99F-FCF7CB8ABDE7}"/>
                  </a:ext>
                </a:extLst>
              </p:cNvPr>
              <p:cNvSpPr>
                <a:spLocks noChangeArrowheads="1"/>
              </p:cNvSpPr>
              <p:nvPr/>
            </p:nvSpPr>
            <p:spPr bwMode="auto">
              <a:xfrm>
                <a:off x="9671227" y="2004246"/>
                <a:ext cx="600075" cy="273437"/>
              </a:xfrm>
              <a:prstGeom prst="rect">
                <a:avLst/>
              </a:prstGeom>
              <a:solidFill>
                <a:schemeClr val="accent6">
                  <a:lumMod val="20000"/>
                  <a:lumOff val="80000"/>
                </a:schemeClr>
              </a:solidFill>
              <a:ln w="28575">
                <a:solidFill>
                  <a:schemeClr val="tx1"/>
                </a:solidFill>
                <a:miter lim="800000"/>
                <a:headEnd/>
                <a:tailEnd/>
              </a:ln>
            </p:spPr>
            <p:txBody>
              <a:bodyPr/>
              <a:lstStyle/>
              <a:p>
                <a:endParaRPr lang="zh-CN" altLang="en-US"/>
              </a:p>
            </p:txBody>
          </p:sp>
          <p:sp>
            <p:nvSpPr>
              <p:cNvPr id="39" name="矩形 217096">
                <a:extLst>
                  <a:ext uri="{FF2B5EF4-FFF2-40B4-BE49-F238E27FC236}">
                    <a16:creationId xmlns:a16="http://schemas.microsoft.com/office/drawing/2014/main" id="{000D63FE-2CA5-4800-B7BF-C14A603C429E}"/>
                  </a:ext>
                </a:extLst>
              </p:cNvPr>
              <p:cNvSpPr>
                <a:spLocks noChangeArrowheads="1"/>
              </p:cNvSpPr>
              <p:nvPr/>
            </p:nvSpPr>
            <p:spPr bwMode="auto">
              <a:xfrm>
                <a:off x="10496066" y="2004245"/>
                <a:ext cx="600075" cy="273437"/>
              </a:xfrm>
              <a:prstGeom prst="rect">
                <a:avLst/>
              </a:prstGeom>
              <a:solidFill>
                <a:schemeClr val="accent6">
                  <a:lumMod val="20000"/>
                  <a:lumOff val="80000"/>
                </a:schemeClr>
              </a:solidFill>
              <a:ln w="28575">
                <a:solidFill>
                  <a:schemeClr val="tx1"/>
                </a:solidFill>
                <a:miter lim="800000"/>
                <a:headEnd/>
                <a:tailEnd/>
              </a:ln>
            </p:spPr>
            <p:txBody>
              <a:bodyPr/>
              <a:lstStyle/>
              <a:p>
                <a:endParaRPr lang="zh-CN" altLang="en-US"/>
              </a:p>
            </p:txBody>
          </p:sp>
          <p:sp>
            <p:nvSpPr>
              <p:cNvPr id="40" name="矩形 217096">
                <a:extLst>
                  <a:ext uri="{FF2B5EF4-FFF2-40B4-BE49-F238E27FC236}">
                    <a16:creationId xmlns:a16="http://schemas.microsoft.com/office/drawing/2014/main" id="{552F039E-04A2-4639-B2EF-6B8E596D0D0A}"/>
                  </a:ext>
                </a:extLst>
              </p:cNvPr>
              <p:cNvSpPr>
                <a:spLocks noChangeArrowheads="1"/>
              </p:cNvSpPr>
              <p:nvPr/>
            </p:nvSpPr>
            <p:spPr bwMode="auto">
              <a:xfrm>
                <a:off x="9427819" y="1985277"/>
                <a:ext cx="300038" cy="305409"/>
              </a:xfrm>
              <a:prstGeom prst="rect">
                <a:avLst/>
              </a:prstGeom>
              <a:solidFill>
                <a:schemeClr val="accent6">
                  <a:lumMod val="20000"/>
                  <a:lumOff val="80000"/>
                </a:schemeClr>
              </a:solidFill>
              <a:ln w="28575">
                <a:noFill/>
                <a:miter lim="800000"/>
                <a:headEnd/>
                <a:tailEnd/>
              </a:ln>
            </p:spPr>
            <p:txBody>
              <a:bodyPr/>
              <a:lstStyle/>
              <a:p>
                <a:endParaRPr lang="zh-CN" altLang="en-US"/>
              </a:p>
            </p:txBody>
          </p:sp>
          <p:sp>
            <p:nvSpPr>
              <p:cNvPr id="41" name="矩形 217096">
                <a:extLst>
                  <a:ext uri="{FF2B5EF4-FFF2-40B4-BE49-F238E27FC236}">
                    <a16:creationId xmlns:a16="http://schemas.microsoft.com/office/drawing/2014/main" id="{983BE7B0-8EC4-4A2B-88CE-7664FA8FFBCD}"/>
                  </a:ext>
                </a:extLst>
              </p:cNvPr>
              <p:cNvSpPr>
                <a:spLocks noChangeArrowheads="1"/>
              </p:cNvSpPr>
              <p:nvPr/>
            </p:nvSpPr>
            <p:spPr bwMode="auto">
              <a:xfrm>
                <a:off x="10253842" y="1984519"/>
                <a:ext cx="300038" cy="305409"/>
              </a:xfrm>
              <a:prstGeom prst="rect">
                <a:avLst/>
              </a:prstGeom>
              <a:solidFill>
                <a:schemeClr val="accent6">
                  <a:lumMod val="20000"/>
                  <a:lumOff val="80000"/>
                </a:schemeClr>
              </a:solidFill>
              <a:ln w="28575">
                <a:noFill/>
                <a:miter lim="800000"/>
                <a:headEnd/>
                <a:tailEnd/>
              </a:ln>
            </p:spPr>
            <p:txBody>
              <a:bodyPr/>
              <a:lstStyle/>
              <a:p>
                <a:endParaRPr lang="zh-CN" altLang="en-US"/>
              </a:p>
            </p:txBody>
          </p:sp>
        </p:grpSp>
        <p:sp>
          <p:nvSpPr>
            <p:cNvPr id="47" name="文本框 46">
              <a:extLst>
                <a:ext uri="{FF2B5EF4-FFF2-40B4-BE49-F238E27FC236}">
                  <a16:creationId xmlns:a16="http://schemas.microsoft.com/office/drawing/2014/main" id="{A742D80C-644D-4FFF-A142-A7CA2824D489}"/>
                </a:ext>
              </a:extLst>
            </p:cNvPr>
            <p:cNvSpPr txBox="1"/>
            <p:nvPr/>
          </p:nvSpPr>
          <p:spPr>
            <a:xfrm>
              <a:off x="8741558" y="1897420"/>
              <a:ext cx="777457" cy="246221"/>
            </a:xfrm>
            <a:prstGeom prst="rect">
              <a:avLst/>
            </a:prstGeom>
            <a:noFill/>
          </p:spPr>
          <p:txBody>
            <a:bodyPr wrap="none" lIns="0" tIns="0" rIns="0" bIns="0" rtlCol="0">
              <a:spAutoFit/>
            </a:bodyPr>
            <a:lstStyle/>
            <a:p>
              <a:r>
                <a:rPr lang="en-US" altLang="zh-CN" sz="1600" b="1" dirty="0"/>
                <a:t>0   </a:t>
              </a:r>
              <a:r>
                <a:rPr lang="en-US" altLang="zh-CN" sz="1400" b="1" dirty="0"/>
                <a:t> </a:t>
              </a:r>
              <a:r>
                <a:rPr lang="en-US" altLang="zh-CN" sz="1600" b="1" dirty="0"/>
                <a:t>1 </a:t>
              </a:r>
              <a:r>
                <a:rPr lang="en-US" altLang="zh-CN" sz="1200" b="1" dirty="0"/>
                <a:t>  </a:t>
              </a:r>
              <a:r>
                <a:rPr lang="en-US" altLang="zh-CN" sz="1400" b="1" dirty="0"/>
                <a:t> </a:t>
              </a:r>
              <a:r>
                <a:rPr lang="en-US" altLang="zh-CN" sz="1600" b="1" dirty="0"/>
                <a:t>2</a:t>
              </a:r>
              <a:endParaRPr lang="zh-CN" altLang="en-US" sz="1600" b="1" dirty="0"/>
            </a:p>
          </p:txBody>
        </p:sp>
        <p:sp>
          <p:nvSpPr>
            <p:cNvPr id="48" name="矩形 47">
              <a:extLst>
                <a:ext uri="{FF2B5EF4-FFF2-40B4-BE49-F238E27FC236}">
                  <a16:creationId xmlns:a16="http://schemas.microsoft.com/office/drawing/2014/main" id="{8572D648-82E8-4C18-80D8-50761FD7B63B}"/>
                </a:ext>
              </a:extLst>
            </p:cNvPr>
            <p:cNvSpPr/>
            <p:nvPr/>
          </p:nvSpPr>
          <p:spPr>
            <a:xfrm>
              <a:off x="9671302" y="2150600"/>
              <a:ext cx="2010208" cy="657971"/>
            </a:xfrm>
            <a:prstGeom prst="rect">
              <a:avLst/>
            </a:prstGeom>
            <a:noFill/>
            <a:ln w="9525">
              <a:noFill/>
            </a:ln>
          </p:spPr>
          <p:txBody>
            <a:bodyPr/>
            <a:lstStyle>
              <a:lvl1pPr marL="342900" lvl="0" indent="-342900" algn="l" defTabSz="914400" rtl="0" eaLnBrk="1" fontAlgn="base" latinLnBrk="0" hangingPunct="1">
                <a:lnSpc>
                  <a:spcPct val="100000"/>
                </a:lnSpc>
                <a:spcBef>
                  <a:spcPct val="20000"/>
                </a:spcBef>
                <a:spcAft>
                  <a:spcPct val="0"/>
                </a:spcAft>
                <a:buChar char="•"/>
                <a:defRPr sz="32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8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5pPr>
            </a:lstStyle>
            <a:p>
              <a:pPr>
                <a:lnSpc>
                  <a:spcPct val="80000"/>
                </a:lnSpc>
                <a:buFontTx/>
                <a:buNone/>
              </a:pPr>
              <a:r>
                <a:rPr lang="en-US" altLang="zh-CN" sz="1800" b="1" noProof="1">
                  <a:effectLst>
                    <a:outerShdw blurRad="38100" dist="38100" dir="2700000">
                      <a:srgbClr val="FFFFFF"/>
                    </a:outerShdw>
                  </a:effectLst>
                </a:rPr>
                <a:t>b</a:t>
              </a:r>
              <a:r>
                <a:rPr lang="en-US" altLang="zh-CN" sz="1800" b="1" baseline="-25000" noProof="1">
                  <a:effectLst>
                    <a:outerShdw blurRad="38100" dist="38100" dir="2700000">
                      <a:srgbClr val="FFFFFF"/>
                    </a:outerShdw>
                  </a:effectLst>
                </a:rPr>
                <a:t>1</a:t>
              </a:r>
              <a:r>
                <a:rPr lang="en-US" altLang="zh-CN" sz="1800" b="1" noProof="1">
                  <a:effectLst>
                    <a:outerShdw blurRad="38100" dist="38100" dir="2700000">
                      <a:srgbClr val="FFFFFF"/>
                    </a:outerShdw>
                  </a:effectLst>
                </a:rPr>
                <a:t>=4,  b</a:t>
              </a:r>
              <a:r>
                <a:rPr lang="en-US" altLang="zh-CN" sz="1800" b="1" baseline="-25000" noProof="1">
                  <a:effectLst>
                    <a:outerShdw blurRad="38100" dist="38100" dir="2700000">
                      <a:srgbClr val="FFFFFF"/>
                    </a:outerShdw>
                  </a:effectLst>
                </a:rPr>
                <a:t>2</a:t>
              </a:r>
              <a:r>
                <a:rPr lang="en-US" altLang="zh-CN" sz="1800" b="1" noProof="1">
                  <a:effectLst>
                    <a:outerShdw blurRad="38100" dist="38100" dir="2700000">
                      <a:srgbClr val="FFFFFF"/>
                    </a:outerShdw>
                  </a:effectLst>
                </a:rPr>
                <a:t>=5,  b</a:t>
              </a:r>
              <a:r>
                <a:rPr lang="en-US" altLang="zh-CN" sz="1800" b="1" baseline="-25000" noProof="1">
                  <a:effectLst>
                    <a:outerShdw blurRad="38100" dist="38100" dir="2700000">
                      <a:srgbClr val="FFFFFF"/>
                    </a:outerShdw>
                  </a:effectLst>
                </a:rPr>
                <a:t>3</a:t>
              </a:r>
              <a:r>
                <a:rPr lang="en-US" altLang="zh-CN" sz="1800" b="1" noProof="1">
                  <a:effectLst>
                    <a:outerShdw blurRad="38100" dist="38100" dir="2700000">
                      <a:srgbClr val="FFFFFF"/>
                    </a:outerShdw>
                  </a:effectLst>
                </a:rPr>
                <a:t>=6 </a:t>
              </a:r>
            </a:p>
            <a:p>
              <a:pPr>
                <a:lnSpc>
                  <a:spcPct val="80000"/>
                </a:lnSpc>
                <a:buFontTx/>
                <a:buNone/>
              </a:pPr>
              <a:r>
                <a:rPr lang="en-US" altLang="zh-CN" sz="1800" b="1" noProof="1">
                  <a:effectLst>
                    <a:outerShdw blurRad="38100" dist="38100" dir="2700000">
                      <a:srgbClr val="FFFFFF"/>
                    </a:outerShdw>
                  </a:effectLst>
                </a:rPr>
                <a:t>c</a:t>
              </a:r>
              <a:r>
                <a:rPr lang="en-US" altLang="zh-CN" sz="1800" b="1" baseline="-25000" noProof="1">
                  <a:effectLst>
                    <a:outerShdw blurRad="38100" dist="38100" dir="2700000">
                      <a:srgbClr val="FFFFFF"/>
                    </a:outerShdw>
                  </a:effectLst>
                </a:rPr>
                <a:t>1</a:t>
              </a:r>
              <a:r>
                <a:rPr lang="en-US" altLang="zh-CN" sz="1800" b="1" noProof="1">
                  <a:effectLst>
                    <a:outerShdw blurRad="38100" dist="38100" dir="2700000">
                      <a:srgbClr val="FFFFFF"/>
                    </a:outerShdw>
                  </a:effectLst>
                </a:rPr>
                <a:t>=</a:t>
              </a:r>
              <a:r>
                <a:rPr lang="en-US" altLang="zh-CN" sz="1800" b="1" noProof="1">
                  <a:solidFill>
                    <a:srgbClr val="0070C0"/>
                  </a:solidFill>
                  <a:effectLst>
                    <a:outerShdw blurRad="38100" dist="38100" dir="2700000">
                      <a:srgbClr val="FFFFFF"/>
                    </a:outerShdw>
                  </a:effectLst>
                </a:rPr>
                <a:t>30, </a:t>
              </a:r>
              <a:r>
                <a:rPr lang="en-US" altLang="zh-CN" sz="1800" b="1" noProof="1">
                  <a:effectLst>
                    <a:outerShdw blurRad="38100" dist="38100" dir="2700000">
                      <a:srgbClr val="FFFFFF"/>
                    </a:outerShdw>
                  </a:effectLst>
                </a:rPr>
                <a:t>c</a:t>
              </a:r>
              <a:r>
                <a:rPr lang="en-US" altLang="zh-CN" sz="1800" b="1" baseline="-25000" noProof="1">
                  <a:effectLst>
                    <a:outerShdw blurRad="38100" dist="38100" dir="2700000">
                      <a:srgbClr val="FFFFFF"/>
                    </a:outerShdw>
                  </a:effectLst>
                </a:rPr>
                <a:t>2</a:t>
              </a:r>
              <a:r>
                <a:rPr lang="en-US" altLang="zh-CN" sz="1800" b="1" noProof="1">
                  <a:effectLst>
                    <a:outerShdw blurRad="38100" dist="38100" dir="2700000">
                      <a:srgbClr val="FFFFFF"/>
                    </a:outerShdw>
                  </a:effectLst>
                </a:rPr>
                <a:t>=</a:t>
              </a:r>
              <a:r>
                <a:rPr lang="en-US" altLang="zh-CN" sz="1800" b="1" noProof="1">
                  <a:solidFill>
                    <a:srgbClr val="0070C0"/>
                  </a:solidFill>
                  <a:effectLst>
                    <a:outerShdw blurRad="38100" dist="38100" dir="2700000">
                      <a:srgbClr val="FFFFFF"/>
                    </a:outerShdw>
                  </a:effectLst>
                </a:rPr>
                <a:t>6,  </a:t>
              </a:r>
              <a:r>
                <a:rPr lang="en-US" altLang="zh-CN" sz="1800" b="1" noProof="1">
                  <a:effectLst>
                    <a:outerShdw blurRad="38100" dist="38100" dir="2700000">
                      <a:srgbClr val="FFFFFF"/>
                    </a:outerShdw>
                  </a:effectLst>
                </a:rPr>
                <a:t>c</a:t>
              </a:r>
              <a:r>
                <a:rPr lang="en-US" altLang="zh-CN" sz="1800" b="1" baseline="-25000" noProof="1">
                  <a:effectLst>
                    <a:outerShdw blurRad="38100" dist="38100" dir="2700000">
                      <a:srgbClr val="FFFFFF"/>
                    </a:outerShdw>
                  </a:effectLst>
                </a:rPr>
                <a:t>3</a:t>
              </a:r>
              <a:r>
                <a:rPr lang="en-US" altLang="zh-CN" sz="1800" b="1" noProof="1">
                  <a:effectLst>
                    <a:outerShdw blurRad="38100" dist="38100" dir="2700000">
                      <a:srgbClr val="FFFFFF"/>
                    </a:outerShdw>
                  </a:effectLst>
                </a:rPr>
                <a:t>=</a:t>
              </a:r>
              <a:r>
                <a:rPr lang="en-US" altLang="zh-CN" sz="1800" b="1" noProof="1">
                  <a:solidFill>
                    <a:srgbClr val="0070C0"/>
                  </a:solidFill>
                  <a:effectLst>
                    <a:outerShdw blurRad="38100" dist="38100" dir="2700000">
                      <a:srgbClr val="FFFFFF"/>
                    </a:outerShdw>
                  </a:effectLst>
                </a:rPr>
                <a:t>1</a:t>
              </a:r>
            </a:p>
          </p:txBody>
        </p:sp>
      </p:grpSp>
      <p:cxnSp>
        <p:nvCxnSpPr>
          <p:cNvPr id="52" name="直接连接符 51">
            <a:extLst>
              <a:ext uri="{FF2B5EF4-FFF2-40B4-BE49-F238E27FC236}">
                <a16:creationId xmlns:a16="http://schemas.microsoft.com/office/drawing/2014/main" id="{5635D307-80E9-4921-82FA-EF4DD2871CBD}"/>
              </a:ext>
            </a:extLst>
          </p:cNvPr>
          <p:cNvCxnSpPr>
            <a:cxnSpLocks/>
          </p:cNvCxnSpPr>
          <p:nvPr/>
        </p:nvCxnSpPr>
        <p:spPr>
          <a:xfrm>
            <a:off x="599420" y="4586817"/>
            <a:ext cx="3975947" cy="0"/>
          </a:xfrm>
          <a:prstGeom prst="line">
            <a:avLst/>
          </a:prstGeom>
          <a:ln w="38100">
            <a:solidFill>
              <a:srgbClr val="92D050"/>
            </a:solidFill>
          </a:ln>
        </p:spPr>
        <p:style>
          <a:lnRef idx="1">
            <a:schemeClr val="accent1"/>
          </a:lnRef>
          <a:fillRef idx="0">
            <a:schemeClr val="accent1"/>
          </a:fillRef>
          <a:effectRef idx="0">
            <a:schemeClr val="accent1"/>
          </a:effectRef>
          <a:fontRef idx="minor">
            <a:schemeClr val="tx1"/>
          </a:fontRef>
        </p:style>
      </p:cxnSp>
      <p:cxnSp>
        <p:nvCxnSpPr>
          <p:cNvPr id="32801" name="直接连接符 32800">
            <a:extLst>
              <a:ext uri="{FF2B5EF4-FFF2-40B4-BE49-F238E27FC236}">
                <a16:creationId xmlns:a16="http://schemas.microsoft.com/office/drawing/2014/main" id="{32962F1C-22A0-41D1-AEA9-C4FB8C5C7A00}"/>
              </a:ext>
            </a:extLst>
          </p:cNvPr>
          <p:cNvCxnSpPr>
            <a:cxnSpLocks/>
          </p:cNvCxnSpPr>
          <p:nvPr/>
        </p:nvCxnSpPr>
        <p:spPr>
          <a:xfrm flipH="1" flipV="1">
            <a:off x="4129023" y="3614127"/>
            <a:ext cx="3735532" cy="108591"/>
          </a:xfrm>
          <a:prstGeom prst="line">
            <a:avLst/>
          </a:prstGeom>
          <a:ln w="25400">
            <a:solidFill>
              <a:schemeClr val="accent2"/>
            </a:solidFill>
            <a:headEnd type="triangle" w="lg" len="lg"/>
            <a:tailEnd type="none" w="lg" len="lg"/>
          </a:ln>
        </p:spPr>
        <p:style>
          <a:lnRef idx="1">
            <a:schemeClr val="accent1"/>
          </a:lnRef>
          <a:fillRef idx="0">
            <a:schemeClr val="accent1"/>
          </a:fillRef>
          <a:effectRef idx="0">
            <a:schemeClr val="accent1"/>
          </a:effectRef>
          <a:fontRef idx="minor">
            <a:schemeClr val="tx1"/>
          </a:fontRef>
        </p:style>
      </p:cxnSp>
      <p:sp>
        <p:nvSpPr>
          <p:cNvPr id="32803" name="文本框 32802">
            <a:extLst>
              <a:ext uri="{FF2B5EF4-FFF2-40B4-BE49-F238E27FC236}">
                <a16:creationId xmlns:a16="http://schemas.microsoft.com/office/drawing/2014/main" id="{3F013E6F-8CA6-4E30-A607-B240922B21BF}"/>
              </a:ext>
            </a:extLst>
          </p:cNvPr>
          <p:cNvSpPr txBox="1"/>
          <p:nvPr/>
        </p:nvSpPr>
        <p:spPr>
          <a:xfrm>
            <a:off x="7763642" y="3606843"/>
            <a:ext cx="327334" cy="400110"/>
          </a:xfrm>
          <a:prstGeom prst="rect">
            <a:avLst/>
          </a:prstGeom>
          <a:noFill/>
        </p:spPr>
        <p:txBody>
          <a:bodyPr wrap="none" rtlCol="0">
            <a:spAutoFit/>
          </a:bodyPr>
          <a:lstStyle/>
          <a:p>
            <a:r>
              <a:rPr lang="en-US" altLang="zh-CN" sz="2000" b="1" dirty="0">
                <a:solidFill>
                  <a:srgbClr val="C00000"/>
                </a:solidFill>
              </a:rPr>
              <a:t>1</a:t>
            </a:r>
            <a:endParaRPr lang="zh-CN" altLang="en-US" sz="2000" b="1" dirty="0">
              <a:solidFill>
                <a:srgbClr val="C00000"/>
              </a:solidFill>
            </a:endParaRPr>
          </a:p>
        </p:txBody>
      </p:sp>
      <p:sp>
        <p:nvSpPr>
          <p:cNvPr id="100" name="文本框 99">
            <a:extLst>
              <a:ext uri="{FF2B5EF4-FFF2-40B4-BE49-F238E27FC236}">
                <a16:creationId xmlns:a16="http://schemas.microsoft.com/office/drawing/2014/main" id="{A187EDEB-A527-4951-883B-87FDF7027002}"/>
              </a:ext>
            </a:extLst>
          </p:cNvPr>
          <p:cNvSpPr txBox="1"/>
          <p:nvPr/>
        </p:nvSpPr>
        <p:spPr>
          <a:xfrm>
            <a:off x="2381751" y="4252985"/>
            <a:ext cx="327334" cy="400110"/>
          </a:xfrm>
          <a:prstGeom prst="rect">
            <a:avLst/>
          </a:prstGeom>
          <a:noFill/>
        </p:spPr>
        <p:txBody>
          <a:bodyPr wrap="none" rtlCol="0">
            <a:spAutoFit/>
          </a:bodyPr>
          <a:lstStyle/>
          <a:p>
            <a:r>
              <a:rPr lang="en-US" altLang="zh-CN" sz="2000" b="1" dirty="0">
                <a:solidFill>
                  <a:srgbClr val="C00000"/>
                </a:solidFill>
              </a:rPr>
              <a:t>0</a:t>
            </a:r>
            <a:endParaRPr lang="zh-CN" altLang="en-US" sz="2000" b="1" dirty="0">
              <a:solidFill>
                <a:srgbClr val="C00000"/>
              </a:solidFill>
            </a:endParaRPr>
          </a:p>
        </p:txBody>
      </p:sp>
      <p:sp>
        <p:nvSpPr>
          <p:cNvPr id="101" name="文本框 100">
            <a:extLst>
              <a:ext uri="{FF2B5EF4-FFF2-40B4-BE49-F238E27FC236}">
                <a16:creationId xmlns:a16="http://schemas.microsoft.com/office/drawing/2014/main" id="{EE44459B-3F69-4A52-9117-44C40AFAAE87}"/>
              </a:ext>
            </a:extLst>
          </p:cNvPr>
          <p:cNvSpPr txBox="1"/>
          <p:nvPr/>
        </p:nvSpPr>
        <p:spPr>
          <a:xfrm>
            <a:off x="8633244" y="2272661"/>
            <a:ext cx="327334" cy="400110"/>
          </a:xfrm>
          <a:prstGeom prst="rect">
            <a:avLst/>
          </a:prstGeom>
          <a:noFill/>
        </p:spPr>
        <p:txBody>
          <a:bodyPr wrap="none" rtlCol="0">
            <a:spAutoFit/>
          </a:bodyPr>
          <a:lstStyle/>
          <a:p>
            <a:r>
              <a:rPr lang="en-US" altLang="zh-CN" sz="2000" b="1" dirty="0">
                <a:solidFill>
                  <a:srgbClr val="C00000"/>
                </a:solidFill>
              </a:rPr>
              <a:t>4</a:t>
            </a:r>
            <a:endParaRPr lang="zh-CN" altLang="en-US" sz="2000" b="1" dirty="0">
              <a:solidFill>
                <a:srgbClr val="C00000"/>
              </a:solidFill>
            </a:endParaRPr>
          </a:p>
        </p:txBody>
      </p:sp>
      <p:sp>
        <p:nvSpPr>
          <p:cNvPr id="102" name="文本框 101">
            <a:extLst>
              <a:ext uri="{FF2B5EF4-FFF2-40B4-BE49-F238E27FC236}">
                <a16:creationId xmlns:a16="http://schemas.microsoft.com/office/drawing/2014/main" id="{A98BB953-39E5-4451-BB27-E87568B4B25B}"/>
              </a:ext>
            </a:extLst>
          </p:cNvPr>
          <p:cNvSpPr txBox="1"/>
          <p:nvPr/>
        </p:nvSpPr>
        <p:spPr>
          <a:xfrm>
            <a:off x="8676422" y="2641915"/>
            <a:ext cx="285335" cy="307777"/>
          </a:xfrm>
          <a:prstGeom prst="rect">
            <a:avLst/>
          </a:prstGeom>
          <a:noFill/>
        </p:spPr>
        <p:txBody>
          <a:bodyPr wrap="none" lIns="0" tIns="0" rIns="0" bIns="0" rtlCol="0">
            <a:spAutoFit/>
          </a:bodyPr>
          <a:lstStyle/>
          <a:p>
            <a:r>
              <a:rPr lang="en-US" altLang="zh-CN" sz="2000" b="1" dirty="0">
                <a:solidFill>
                  <a:srgbClr val="0070C0"/>
                </a:solidFill>
              </a:rPr>
              <a:t>30</a:t>
            </a:r>
            <a:endParaRPr lang="zh-CN" altLang="en-US" sz="2000" b="1" dirty="0">
              <a:solidFill>
                <a:srgbClr val="0070C0"/>
              </a:solidFill>
            </a:endParaRPr>
          </a:p>
        </p:txBody>
      </p:sp>
      <p:sp>
        <p:nvSpPr>
          <p:cNvPr id="103" name="文本框 102">
            <a:extLst>
              <a:ext uri="{FF2B5EF4-FFF2-40B4-BE49-F238E27FC236}">
                <a16:creationId xmlns:a16="http://schemas.microsoft.com/office/drawing/2014/main" id="{7CCFAE1B-2D69-4A7B-98DF-BB461547049D}"/>
              </a:ext>
            </a:extLst>
          </p:cNvPr>
          <p:cNvSpPr txBox="1"/>
          <p:nvPr/>
        </p:nvSpPr>
        <p:spPr>
          <a:xfrm>
            <a:off x="3221285" y="5734278"/>
            <a:ext cx="285335" cy="307777"/>
          </a:xfrm>
          <a:prstGeom prst="rect">
            <a:avLst/>
          </a:prstGeom>
          <a:noFill/>
        </p:spPr>
        <p:txBody>
          <a:bodyPr wrap="none" lIns="0" tIns="0" rIns="0" bIns="0" rtlCol="0">
            <a:spAutoFit/>
          </a:bodyPr>
          <a:lstStyle/>
          <a:p>
            <a:r>
              <a:rPr lang="en-US" altLang="zh-CN" sz="2000" b="1" dirty="0">
                <a:solidFill>
                  <a:srgbClr val="C00000"/>
                </a:solidFill>
              </a:rPr>
              <a:t>30</a:t>
            </a:r>
            <a:endParaRPr lang="zh-CN" altLang="en-US" sz="2000" b="1" dirty="0">
              <a:solidFill>
                <a:srgbClr val="C00000"/>
              </a:solidFill>
            </a:endParaRPr>
          </a:p>
        </p:txBody>
      </p:sp>
      <p:sp>
        <p:nvSpPr>
          <p:cNvPr id="104" name="文本框 103">
            <a:extLst>
              <a:ext uri="{FF2B5EF4-FFF2-40B4-BE49-F238E27FC236}">
                <a16:creationId xmlns:a16="http://schemas.microsoft.com/office/drawing/2014/main" id="{92A2E4BB-483F-40CB-BE6A-942A99346EA0}"/>
              </a:ext>
            </a:extLst>
          </p:cNvPr>
          <p:cNvSpPr txBox="1"/>
          <p:nvPr/>
        </p:nvSpPr>
        <p:spPr>
          <a:xfrm>
            <a:off x="8038353" y="3605660"/>
            <a:ext cx="327334" cy="400110"/>
          </a:xfrm>
          <a:prstGeom prst="rect">
            <a:avLst/>
          </a:prstGeom>
          <a:noFill/>
        </p:spPr>
        <p:txBody>
          <a:bodyPr wrap="none" rtlCol="0">
            <a:spAutoFit/>
          </a:bodyPr>
          <a:lstStyle/>
          <a:p>
            <a:r>
              <a:rPr lang="en-US" altLang="zh-CN" sz="2000" b="1" dirty="0">
                <a:solidFill>
                  <a:srgbClr val="C00000"/>
                </a:solidFill>
              </a:rPr>
              <a:t>2</a:t>
            </a:r>
            <a:endParaRPr lang="zh-CN" altLang="en-US" sz="2000" b="1" dirty="0">
              <a:solidFill>
                <a:srgbClr val="C00000"/>
              </a:solidFill>
            </a:endParaRPr>
          </a:p>
        </p:txBody>
      </p:sp>
      <p:sp>
        <p:nvSpPr>
          <p:cNvPr id="105" name="文本框 104">
            <a:extLst>
              <a:ext uri="{FF2B5EF4-FFF2-40B4-BE49-F238E27FC236}">
                <a16:creationId xmlns:a16="http://schemas.microsoft.com/office/drawing/2014/main" id="{A82EF9D4-C44F-4302-B5CD-DA14E7E38409}"/>
              </a:ext>
            </a:extLst>
          </p:cNvPr>
          <p:cNvSpPr txBox="1"/>
          <p:nvPr/>
        </p:nvSpPr>
        <p:spPr>
          <a:xfrm>
            <a:off x="8929824" y="2272661"/>
            <a:ext cx="327334" cy="400110"/>
          </a:xfrm>
          <a:prstGeom prst="rect">
            <a:avLst/>
          </a:prstGeom>
          <a:noFill/>
        </p:spPr>
        <p:txBody>
          <a:bodyPr wrap="none" rtlCol="0">
            <a:spAutoFit/>
          </a:bodyPr>
          <a:lstStyle/>
          <a:p>
            <a:r>
              <a:rPr lang="en-US" altLang="zh-CN" sz="2000" b="1" dirty="0">
                <a:solidFill>
                  <a:srgbClr val="C00000"/>
                </a:solidFill>
              </a:rPr>
              <a:t>5</a:t>
            </a:r>
            <a:endParaRPr lang="zh-CN" altLang="en-US" sz="2000" b="1" dirty="0">
              <a:solidFill>
                <a:srgbClr val="C00000"/>
              </a:solidFill>
            </a:endParaRPr>
          </a:p>
        </p:txBody>
      </p:sp>
      <p:sp>
        <p:nvSpPr>
          <p:cNvPr id="106" name="文本框 105">
            <a:extLst>
              <a:ext uri="{FF2B5EF4-FFF2-40B4-BE49-F238E27FC236}">
                <a16:creationId xmlns:a16="http://schemas.microsoft.com/office/drawing/2014/main" id="{A06144D9-6575-4521-BFCB-CFBE6A258222}"/>
              </a:ext>
            </a:extLst>
          </p:cNvPr>
          <p:cNvSpPr txBox="1"/>
          <p:nvPr/>
        </p:nvSpPr>
        <p:spPr>
          <a:xfrm>
            <a:off x="9058988" y="2642132"/>
            <a:ext cx="142668" cy="307777"/>
          </a:xfrm>
          <a:prstGeom prst="rect">
            <a:avLst/>
          </a:prstGeom>
          <a:noFill/>
        </p:spPr>
        <p:txBody>
          <a:bodyPr wrap="none" lIns="0" tIns="0" rIns="0" bIns="0" rtlCol="0">
            <a:spAutoFit/>
          </a:bodyPr>
          <a:lstStyle/>
          <a:p>
            <a:r>
              <a:rPr lang="en-US" altLang="zh-CN" sz="2000" b="1" dirty="0">
                <a:solidFill>
                  <a:srgbClr val="0070C0"/>
                </a:solidFill>
              </a:rPr>
              <a:t>6</a:t>
            </a:r>
            <a:endParaRPr lang="zh-CN" altLang="en-US" sz="2000" b="1" dirty="0">
              <a:solidFill>
                <a:srgbClr val="0070C0"/>
              </a:solidFill>
            </a:endParaRPr>
          </a:p>
        </p:txBody>
      </p:sp>
      <p:sp>
        <p:nvSpPr>
          <p:cNvPr id="107" name="文本框 106">
            <a:extLst>
              <a:ext uri="{FF2B5EF4-FFF2-40B4-BE49-F238E27FC236}">
                <a16:creationId xmlns:a16="http://schemas.microsoft.com/office/drawing/2014/main" id="{5005989D-63F3-47A8-B9B6-18497D57B42C}"/>
              </a:ext>
            </a:extLst>
          </p:cNvPr>
          <p:cNvSpPr txBox="1"/>
          <p:nvPr/>
        </p:nvSpPr>
        <p:spPr>
          <a:xfrm>
            <a:off x="3221285" y="5734277"/>
            <a:ext cx="285335" cy="307777"/>
          </a:xfrm>
          <a:prstGeom prst="rect">
            <a:avLst/>
          </a:prstGeom>
          <a:noFill/>
        </p:spPr>
        <p:txBody>
          <a:bodyPr wrap="none" lIns="0" tIns="0" rIns="0" bIns="0" rtlCol="0">
            <a:spAutoFit/>
          </a:bodyPr>
          <a:lstStyle/>
          <a:p>
            <a:r>
              <a:rPr lang="en-US" altLang="zh-CN" sz="2000" b="1" dirty="0">
                <a:solidFill>
                  <a:srgbClr val="C00000"/>
                </a:solidFill>
              </a:rPr>
              <a:t>12</a:t>
            </a:r>
            <a:endParaRPr lang="zh-CN" altLang="en-US" sz="2000" b="1" dirty="0">
              <a:solidFill>
                <a:srgbClr val="C00000"/>
              </a:solidFill>
            </a:endParaRPr>
          </a:p>
        </p:txBody>
      </p:sp>
      <p:sp>
        <p:nvSpPr>
          <p:cNvPr id="108" name="文本框 107">
            <a:extLst>
              <a:ext uri="{FF2B5EF4-FFF2-40B4-BE49-F238E27FC236}">
                <a16:creationId xmlns:a16="http://schemas.microsoft.com/office/drawing/2014/main" id="{BF77ACBD-5773-4919-8011-9C48954A829F}"/>
              </a:ext>
            </a:extLst>
          </p:cNvPr>
          <p:cNvSpPr txBox="1"/>
          <p:nvPr/>
        </p:nvSpPr>
        <p:spPr>
          <a:xfrm>
            <a:off x="1378081" y="5695471"/>
            <a:ext cx="285335" cy="307777"/>
          </a:xfrm>
          <a:prstGeom prst="rect">
            <a:avLst/>
          </a:prstGeom>
          <a:noFill/>
        </p:spPr>
        <p:txBody>
          <a:bodyPr wrap="none" lIns="0" tIns="0" rIns="0" bIns="0" rtlCol="0">
            <a:spAutoFit/>
          </a:bodyPr>
          <a:lstStyle/>
          <a:p>
            <a:r>
              <a:rPr lang="en-US" altLang="zh-CN" sz="2000" b="1" dirty="0">
                <a:solidFill>
                  <a:srgbClr val="C00000"/>
                </a:solidFill>
              </a:rPr>
              <a:t>42</a:t>
            </a:r>
            <a:endParaRPr lang="zh-CN" altLang="en-US" sz="2000" b="1" dirty="0">
              <a:solidFill>
                <a:srgbClr val="C00000"/>
              </a:solidFill>
            </a:endParaRPr>
          </a:p>
        </p:txBody>
      </p:sp>
      <p:sp>
        <p:nvSpPr>
          <p:cNvPr id="109" name="文本框 108">
            <a:extLst>
              <a:ext uri="{FF2B5EF4-FFF2-40B4-BE49-F238E27FC236}">
                <a16:creationId xmlns:a16="http://schemas.microsoft.com/office/drawing/2014/main" id="{B4732C28-4E0F-4701-A15E-77CAB8B7ED27}"/>
              </a:ext>
            </a:extLst>
          </p:cNvPr>
          <p:cNvSpPr txBox="1"/>
          <p:nvPr/>
        </p:nvSpPr>
        <p:spPr>
          <a:xfrm>
            <a:off x="9258518" y="2268938"/>
            <a:ext cx="327334" cy="400110"/>
          </a:xfrm>
          <a:prstGeom prst="rect">
            <a:avLst/>
          </a:prstGeom>
          <a:noFill/>
        </p:spPr>
        <p:txBody>
          <a:bodyPr wrap="none" rtlCol="0">
            <a:spAutoFit/>
          </a:bodyPr>
          <a:lstStyle/>
          <a:p>
            <a:r>
              <a:rPr lang="en-US" altLang="zh-CN" sz="2000" b="1" dirty="0">
                <a:solidFill>
                  <a:srgbClr val="C00000"/>
                </a:solidFill>
              </a:rPr>
              <a:t>6</a:t>
            </a:r>
            <a:endParaRPr lang="zh-CN" altLang="en-US" sz="2000" b="1" dirty="0">
              <a:solidFill>
                <a:srgbClr val="C00000"/>
              </a:solidFill>
            </a:endParaRPr>
          </a:p>
        </p:txBody>
      </p:sp>
      <p:sp>
        <p:nvSpPr>
          <p:cNvPr id="110" name="文本框 109">
            <a:extLst>
              <a:ext uri="{FF2B5EF4-FFF2-40B4-BE49-F238E27FC236}">
                <a16:creationId xmlns:a16="http://schemas.microsoft.com/office/drawing/2014/main" id="{AB79204E-8662-4EDF-BDAC-A8ACD89EDDF7}"/>
              </a:ext>
            </a:extLst>
          </p:cNvPr>
          <p:cNvSpPr txBox="1"/>
          <p:nvPr/>
        </p:nvSpPr>
        <p:spPr>
          <a:xfrm>
            <a:off x="8331195" y="3595462"/>
            <a:ext cx="327334" cy="400110"/>
          </a:xfrm>
          <a:prstGeom prst="rect">
            <a:avLst/>
          </a:prstGeom>
          <a:noFill/>
        </p:spPr>
        <p:txBody>
          <a:bodyPr wrap="none" rtlCol="0">
            <a:spAutoFit/>
          </a:bodyPr>
          <a:lstStyle/>
          <a:p>
            <a:r>
              <a:rPr lang="en-US" altLang="zh-CN" sz="2000" b="1" dirty="0">
                <a:solidFill>
                  <a:srgbClr val="C00000"/>
                </a:solidFill>
              </a:rPr>
              <a:t>3</a:t>
            </a:r>
            <a:endParaRPr lang="zh-CN" altLang="en-US" sz="2000" b="1" dirty="0">
              <a:solidFill>
                <a:srgbClr val="C00000"/>
              </a:solidFill>
            </a:endParaRPr>
          </a:p>
        </p:txBody>
      </p:sp>
      <p:sp>
        <p:nvSpPr>
          <p:cNvPr id="111" name="文本框 110">
            <a:extLst>
              <a:ext uri="{FF2B5EF4-FFF2-40B4-BE49-F238E27FC236}">
                <a16:creationId xmlns:a16="http://schemas.microsoft.com/office/drawing/2014/main" id="{12DBB197-09BD-40EE-900B-0445062F5EE7}"/>
              </a:ext>
            </a:extLst>
          </p:cNvPr>
          <p:cNvSpPr txBox="1"/>
          <p:nvPr/>
        </p:nvSpPr>
        <p:spPr>
          <a:xfrm>
            <a:off x="9335486" y="2632335"/>
            <a:ext cx="142668" cy="307777"/>
          </a:xfrm>
          <a:prstGeom prst="rect">
            <a:avLst/>
          </a:prstGeom>
          <a:noFill/>
        </p:spPr>
        <p:txBody>
          <a:bodyPr wrap="none" lIns="0" tIns="0" rIns="0" bIns="0" rtlCol="0">
            <a:spAutoFit/>
          </a:bodyPr>
          <a:lstStyle/>
          <a:p>
            <a:r>
              <a:rPr lang="en-US" altLang="zh-CN" sz="2000" b="1" dirty="0">
                <a:solidFill>
                  <a:srgbClr val="0070C0"/>
                </a:solidFill>
              </a:rPr>
              <a:t>1</a:t>
            </a:r>
            <a:endParaRPr lang="zh-CN" altLang="en-US" sz="2000" b="1" dirty="0">
              <a:solidFill>
                <a:srgbClr val="0070C0"/>
              </a:solidFill>
            </a:endParaRPr>
          </a:p>
        </p:txBody>
      </p:sp>
      <p:sp>
        <p:nvSpPr>
          <p:cNvPr id="112" name="文本框 111">
            <a:extLst>
              <a:ext uri="{FF2B5EF4-FFF2-40B4-BE49-F238E27FC236}">
                <a16:creationId xmlns:a16="http://schemas.microsoft.com/office/drawing/2014/main" id="{CC8E396A-CAAE-4FF5-ABC1-45947539CAE0}"/>
              </a:ext>
            </a:extLst>
          </p:cNvPr>
          <p:cNvSpPr txBox="1"/>
          <p:nvPr/>
        </p:nvSpPr>
        <p:spPr>
          <a:xfrm>
            <a:off x="1372315" y="5697969"/>
            <a:ext cx="285335" cy="307777"/>
          </a:xfrm>
          <a:prstGeom prst="rect">
            <a:avLst/>
          </a:prstGeom>
          <a:noFill/>
        </p:spPr>
        <p:txBody>
          <a:bodyPr wrap="none" lIns="0" tIns="0" rIns="0" bIns="0" rtlCol="0">
            <a:spAutoFit/>
          </a:bodyPr>
          <a:lstStyle/>
          <a:p>
            <a:r>
              <a:rPr lang="en-US" altLang="zh-CN" sz="2000" b="1" dirty="0">
                <a:solidFill>
                  <a:srgbClr val="C00000"/>
                </a:solidFill>
              </a:rPr>
              <a:t>45</a:t>
            </a:r>
            <a:endParaRPr lang="zh-CN" altLang="en-US" sz="2000" b="1" dirty="0">
              <a:solidFill>
                <a:srgbClr val="C00000"/>
              </a:solidFill>
            </a:endParaRPr>
          </a:p>
        </p:txBody>
      </p:sp>
      <p:grpSp>
        <p:nvGrpSpPr>
          <p:cNvPr id="32810" name="组合 32809">
            <a:extLst>
              <a:ext uri="{FF2B5EF4-FFF2-40B4-BE49-F238E27FC236}">
                <a16:creationId xmlns:a16="http://schemas.microsoft.com/office/drawing/2014/main" id="{66E65632-B39B-4FB7-876A-09CC7852BBAB}"/>
              </a:ext>
            </a:extLst>
          </p:cNvPr>
          <p:cNvGrpSpPr/>
          <p:nvPr/>
        </p:nvGrpSpPr>
        <p:grpSpPr>
          <a:xfrm>
            <a:off x="8258894" y="1298648"/>
            <a:ext cx="646331" cy="577113"/>
            <a:chOff x="7766387" y="4998720"/>
            <a:chExt cx="646331" cy="577113"/>
          </a:xfrm>
        </p:grpSpPr>
        <p:cxnSp>
          <p:nvCxnSpPr>
            <p:cNvPr id="32808" name="直接连接符 32807">
              <a:extLst>
                <a:ext uri="{FF2B5EF4-FFF2-40B4-BE49-F238E27FC236}">
                  <a16:creationId xmlns:a16="http://schemas.microsoft.com/office/drawing/2014/main" id="{2642A92C-F3A3-4004-AE6B-B9C884E6F001}"/>
                </a:ext>
              </a:extLst>
            </p:cNvPr>
            <p:cNvCxnSpPr>
              <a:cxnSpLocks/>
              <a:stCxn id="32809" idx="2"/>
            </p:cNvCxnSpPr>
            <p:nvPr/>
          </p:nvCxnSpPr>
          <p:spPr>
            <a:xfrm flipH="1">
              <a:off x="8041571" y="5351524"/>
              <a:ext cx="47982" cy="224309"/>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32809" name="文本框 32808">
              <a:extLst>
                <a:ext uri="{FF2B5EF4-FFF2-40B4-BE49-F238E27FC236}">
                  <a16:creationId xmlns:a16="http://schemas.microsoft.com/office/drawing/2014/main" id="{99F71EF2-9D18-4DB0-8652-AE6857D27248}"/>
                </a:ext>
              </a:extLst>
            </p:cNvPr>
            <p:cNvSpPr txBox="1"/>
            <p:nvPr/>
          </p:nvSpPr>
          <p:spPr>
            <a:xfrm>
              <a:off x="7766387" y="4998720"/>
              <a:ext cx="646331" cy="369332"/>
            </a:xfrm>
            <a:prstGeom prst="rect">
              <a:avLst/>
            </a:prstGeom>
            <a:noFill/>
          </p:spPr>
          <p:txBody>
            <a:bodyPr wrap="none" rtlCol="0">
              <a:spAutoFit/>
            </a:bodyPr>
            <a:lstStyle/>
            <a:p>
              <a:r>
                <a:rPr lang="zh-CN" altLang="en-US" b="1" dirty="0">
                  <a:solidFill>
                    <a:srgbClr val="5F27C3"/>
                  </a:solidFill>
                </a:rPr>
                <a:t>基址</a:t>
              </a:r>
            </a:p>
          </p:txBody>
        </p:sp>
      </p:grpSp>
      <p:grpSp>
        <p:nvGrpSpPr>
          <p:cNvPr id="121" name="组合 120">
            <a:extLst>
              <a:ext uri="{FF2B5EF4-FFF2-40B4-BE49-F238E27FC236}">
                <a16:creationId xmlns:a16="http://schemas.microsoft.com/office/drawing/2014/main" id="{10F09023-3BF0-4E1E-914B-35DC05BC2509}"/>
              </a:ext>
            </a:extLst>
          </p:cNvPr>
          <p:cNvGrpSpPr/>
          <p:nvPr/>
        </p:nvGrpSpPr>
        <p:grpSpPr>
          <a:xfrm>
            <a:off x="9831609" y="1184836"/>
            <a:ext cx="1107996" cy="483144"/>
            <a:chOff x="6681354" y="5219511"/>
            <a:chExt cx="1694348" cy="851276"/>
          </a:xfrm>
        </p:grpSpPr>
        <p:cxnSp>
          <p:nvCxnSpPr>
            <p:cNvPr id="122" name="直接连接符 121">
              <a:extLst>
                <a:ext uri="{FF2B5EF4-FFF2-40B4-BE49-F238E27FC236}">
                  <a16:creationId xmlns:a16="http://schemas.microsoft.com/office/drawing/2014/main" id="{CC1CF7E6-3BE0-403C-89C5-AAEEC76B274F}"/>
                </a:ext>
              </a:extLst>
            </p:cNvPr>
            <p:cNvCxnSpPr>
              <a:cxnSpLocks/>
              <a:stCxn id="123" idx="2"/>
            </p:cNvCxnSpPr>
            <p:nvPr/>
          </p:nvCxnSpPr>
          <p:spPr>
            <a:xfrm flipH="1">
              <a:off x="7179646" y="5870258"/>
              <a:ext cx="348882" cy="200529"/>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123" name="文本框 122">
              <a:extLst>
                <a:ext uri="{FF2B5EF4-FFF2-40B4-BE49-F238E27FC236}">
                  <a16:creationId xmlns:a16="http://schemas.microsoft.com/office/drawing/2014/main" id="{D8568E17-FABF-404C-A97B-7C76662772B0}"/>
                </a:ext>
              </a:extLst>
            </p:cNvPr>
            <p:cNvSpPr txBox="1"/>
            <p:nvPr/>
          </p:nvSpPr>
          <p:spPr>
            <a:xfrm>
              <a:off x="6681354" y="5219511"/>
              <a:ext cx="1694348" cy="650747"/>
            </a:xfrm>
            <a:prstGeom prst="rect">
              <a:avLst/>
            </a:prstGeom>
            <a:noFill/>
          </p:spPr>
          <p:txBody>
            <a:bodyPr wrap="none" rtlCol="0">
              <a:spAutoFit/>
            </a:bodyPr>
            <a:lstStyle/>
            <a:p>
              <a:r>
                <a:rPr lang="zh-CN" altLang="en-US" b="1" dirty="0">
                  <a:solidFill>
                    <a:srgbClr val="5F27C3"/>
                  </a:solidFill>
                </a:rPr>
                <a:t>相对地址</a:t>
              </a:r>
            </a:p>
          </p:txBody>
        </p:sp>
      </p:grpSp>
      <p:sp>
        <p:nvSpPr>
          <p:cNvPr id="32822" name="矩形 32821">
            <a:extLst>
              <a:ext uri="{FF2B5EF4-FFF2-40B4-BE49-F238E27FC236}">
                <a16:creationId xmlns:a16="http://schemas.microsoft.com/office/drawing/2014/main" id="{37C03C7A-E616-4C99-8309-B71EE18E6634}"/>
              </a:ext>
            </a:extLst>
          </p:cNvPr>
          <p:cNvSpPr/>
          <p:nvPr/>
        </p:nvSpPr>
        <p:spPr>
          <a:xfrm>
            <a:off x="9930040" y="1833409"/>
            <a:ext cx="98523" cy="2659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直接连接符 217097">
            <a:extLst>
              <a:ext uri="{FF2B5EF4-FFF2-40B4-BE49-F238E27FC236}">
                <a16:creationId xmlns:a16="http://schemas.microsoft.com/office/drawing/2014/main" id="{3F4E7439-6AD8-28DB-B214-1344CDEAD98A}"/>
              </a:ext>
            </a:extLst>
          </p:cNvPr>
          <p:cNvSpPr>
            <a:spLocks noChangeShapeType="1"/>
          </p:cNvSpPr>
          <p:nvPr/>
        </p:nvSpPr>
        <p:spPr bwMode="auto">
          <a:xfrm>
            <a:off x="7995645" y="1611074"/>
            <a:ext cx="141586" cy="199536"/>
          </a:xfrm>
          <a:prstGeom prst="line">
            <a:avLst/>
          </a:prstGeom>
          <a:noFill/>
          <a:ln w="28575">
            <a:solidFill>
              <a:srgbClr val="C00000"/>
            </a:solidFill>
            <a:round/>
            <a:headEnd type="oval" w="med" len="med"/>
            <a:tailEnd type="triangle" w="med" len="lg"/>
          </a:ln>
          <a:extLst>
            <a:ext uri="{909E8E84-426E-40DD-AFC4-6F175D3DCCD1}">
              <a14:hiddenFill xmlns:a14="http://schemas.microsoft.com/office/drawing/2010/main">
                <a:noFill/>
              </a14:hiddenFill>
            </a:ext>
          </a:extLst>
        </p:spPr>
        <p:txBody>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up)">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up)">
                                      <p:cBhvr>
                                        <p:cTn id="12" dur="500"/>
                                        <p:tgtEl>
                                          <p:spTgt spid="2">
                                            <p:txEl>
                                              <p:pRg st="1" end="1"/>
                                            </p:txEl>
                                          </p:spTgt>
                                        </p:tgtEl>
                                      </p:cBhvr>
                                    </p:animEffect>
                                  </p:childTnLst>
                                </p:cTn>
                              </p:par>
                            </p:childTnLst>
                          </p:cTn>
                        </p:par>
                        <p:par>
                          <p:cTn id="13" fill="hold">
                            <p:stCondLst>
                              <p:cond delay="500"/>
                            </p:stCondLst>
                            <p:childTnLst>
                              <p:par>
                                <p:cTn id="14" presetID="22" presetClass="entr" presetSubtype="1" fill="hold" grpId="0" nodeType="afterEffect">
                                  <p:stCondLst>
                                    <p:cond delay="0"/>
                                  </p:stCondLst>
                                  <p:childTnLst>
                                    <p:set>
                                      <p:cBhvr>
                                        <p:cTn id="15" dur="1" fill="hold">
                                          <p:stCondLst>
                                            <p:cond delay="0"/>
                                          </p:stCondLst>
                                        </p:cTn>
                                        <p:tgtEl>
                                          <p:spTgt spid="2">
                                            <p:txEl>
                                              <p:pRg st="2" end="2"/>
                                            </p:txEl>
                                          </p:spTgt>
                                        </p:tgtEl>
                                        <p:attrNameLst>
                                          <p:attrName>style.visibility</p:attrName>
                                        </p:attrNameLst>
                                      </p:cBhvr>
                                      <p:to>
                                        <p:strVal val="visible"/>
                                      </p:to>
                                    </p:set>
                                    <p:animEffect transition="in" filter="wipe(up)">
                                      <p:cBhvr>
                                        <p:cTn id="16" dur="500"/>
                                        <p:tgtEl>
                                          <p:spTgt spid="2">
                                            <p:txEl>
                                              <p:pRg st="2" end="2"/>
                                            </p:txEl>
                                          </p:spTgt>
                                        </p:tgtEl>
                                      </p:cBhvr>
                                    </p:animEffect>
                                  </p:childTnLst>
                                </p:cTn>
                              </p:par>
                            </p:childTnLst>
                          </p:cTn>
                        </p:par>
                        <p:par>
                          <p:cTn id="17" fill="hold">
                            <p:stCondLst>
                              <p:cond delay="1000"/>
                            </p:stCondLst>
                            <p:childTnLst>
                              <p:par>
                                <p:cTn id="18" presetID="22" presetClass="entr" presetSubtype="1" fill="hold" grpId="0" nodeType="afterEffect">
                                  <p:stCondLst>
                                    <p:cond delay="0"/>
                                  </p:stCondLst>
                                  <p:childTnLst>
                                    <p:set>
                                      <p:cBhvr>
                                        <p:cTn id="19" dur="1" fill="hold">
                                          <p:stCondLst>
                                            <p:cond delay="0"/>
                                          </p:stCondLst>
                                        </p:cTn>
                                        <p:tgtEl>
                                          <p:spTgt spid="2">
                                            <p:txEl>
                                              <p:pRg st="3" end="3"/>
                                            </p:txEl>
                                          </p:spTgt>
                                        </p:tgtEl>
                                        <p:attrNameLst>
                                          <p:attrName>style.visibility</p:attrName>
                                        </p:attrNameLst>
                                      </p:cBhvr>
                                      <p:to>
                                        <p:strVal val="visible"/>
                                      </p:to>
                                    </p:set>
                                    <p:animEffect transition="in" filter="wipe(up)">
                                      <p:cBhvr>
                                        <p:cTn id="20" dur="500"/>
                                        <p:tgtEl>
                                          <p:spTgt spid="2">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1" fill="hold" grpId="0" nodeType="clickEffect">
                                  <p:stCondLst>
                                    <p:cond delay="0"/>
                                  </p:stCondLst>
                                  <p:childTnLst>
                                    <p:set>
                                      <p:cBhvr>
                                        <p:cTn id="24" dur="1" fill="hold">
                                          <p:stCondLst>
                                            <p:cond delay="0"/>
                                          </p:stCondLst>
                                        </p:cTn>
                                        <p:tgtEl>
                                          <p:spTgt spid="2">
                                            <p:txEl>
                                              <p:pRg st="4" end="4"/>
                                            </p:txEl>
                                          </p:spTgt>
                                        </p:tgtEl>
                                        <p:attrNameLst>
                                          <p:attrName>style.visibility</p:attrName>
                                        </p:attrNameLst>
                                      </p:cBhvr>
                                      <p:to>
                                        <p:strVal val="visible"/>
                                      </p:to>
                                    </p:set>
                                    <p:animEffect transition="in" filter="wipe(up)">
                                      <p:cBhvr>
                                        <p:cTn id="25" dur="500"/>
                                        <p:tgtEl>
                                          <p:spTgt spid="2">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42" presetClass="entr" presetSubtype="0" fill="hold" nodeType="clickEffect">
                                  <p:stCondLst>
                                    <p:cond delay="0"/>
                                  </p:stCondLst>
                                  <p:childTnLst>
                                    <p:set>
                                      <p:cBhvr>
                                        <p:cTn id="29" dur="1" fill="hold">
                                          <p:stCondLst>
                                            <p:cond delay="0"/>
                                          </p:stCondLst>
                                        </p:cTn>
                                        <p:tgtEl>
                                          <p:spTgt spid="49"/>
                                        </p:tgtEl>
                                        <p:attrNameLst>
                                          <p:attrName>style.visibility</p:attrName>
                                        </p:attrNameLst>
                                      </p:cBhvr>
                                      <p:to>
                                        <p:strVal val="visible"/>
                                      </p:to>
                                    </p:set>
                                    <p:animEffect transition="in" filter="fade">
                                      <p:cBhvr>
                                        <p:cTn id="30" dur="1000"/>
                                        <p:tgtEl>
                                          <p:spTgt spid="49"/>
                                        </p:tgtEl>
                                      </p:cBhvr>
                                    </p:animEffect>
                                    <p:anim calcmode="lin" valueType="num">
                                      <p:cBhvr>
                                        <p:cTn id="31" dur="1000" fill="hold"/>
                                        <p:tgtEl>
                                          <p:spTgt spid="49"/>
                                        </p:tgtEl>
                                        <p:attrNameLst>
                                          <p:attrName>ppt_x</p:attrName>
                                        </p:attrNameLst>
                                      </p:cBhvr>
                                      <p:tavLst>
                                        <p:tav tm="0">
                                          <p:val>
                                            <p:strVal val="#ppt_x"/>
                                          </p:val>
                                        </p:tav>
                                        <p:tav tm="100000">
                                          <p:val>
                                            <p:strVal val="#ppt_x"/>
                                          </p:val>
                                        </p:tav>
                                      </p:tavLst>
                                    </p:anim>
                                    <p:anim calcmode="lin" valueType="num">
                                      <p:cBhvr>
                                        <p:cTn id="32" dur="1000" fill="hold"/>
                                        <p:tgtEl>
                                          <p:spTgt spid="49"/>
                                        </p:tgtEl>
                                        <p:attrNameLst>
                                          <p:attrName>ppt_y</p:attrName>
                                        </p:attrNameLst>
                                      </p:cBhvr>
                                      <p:tavLst>
                                        <p:tav tm="0">
                                          <p:val>
                                            <p:strVal val="#ppt_y+.1"/>
                                          </p:val>
                                        </p:tav>
                                        <p:tav tm="100000">
                                          <p:val>
                                            <p:strVal val="#ppt_y"/>
                                          </p:val>
                                        </p:tav>
                                      </p:tavLst>
                                    </p:anim>
                                  </p:childTnLst>
                                </p:cTn>
                              </p:par>
                              <p:par>
                                <p:cTn id="33" presetID="1" presetClass="entr" presetSubtype="0" fill="hold" grpId="0" nodeType="withEffect">
                                  <p:stCondLst>
                                    <p:cond delay="750"/>
                                  </p:stCondLst>
                                  <p:childTnLst>
                                    <p:set>
                                      <p:cBhvr>
                                        <p:cTn id="34" dur="1" fill="hold">
                                          <p:stCondLst>
                                            <p:cond delay="0"/>
                                          </p:stCondLst>
                                        </p:cTn>
                                        <p:tgtEl>
                                          <p:spTgt spid="8"/>
                                        </p:tgtEl>
                                        <p:attrNameLst>
                                          <p:attrName>style.visibility</p:attrName>
                                        </p:attrNameLst>
                                      </p:cBhvr>
                                      <p:to>
                                        <p:strVal val="visible"/>
                                      </p:to>
                                    </p:set>
                                  </p:childTnLst>
                                </p:cTn>
                              </p:par>
                            </p:childTnLst>
                          </p:cTn>
                        </p:par>
                        <p:par>
                          <p:cTn id="35" fill="hold">
                            <p:stCondLst>
                              <p:cond delay="1000"/>
                            </p:stCondLst>
                            <p:childTnLst>
                              <p:par>
                                <p:cTn id="36" presetID="1" presetClass="entr" presetSubtype="0" fill="hold" grpId="0" nodeType="afterEffect">
                                  <p:stCondLst>
                                    <p:cond delay="0"/>
                                  </p:stCondLst>
                                  <p:childTnLst>
                                    <p:set>
                                      <p:cBhvr>
                                        <p:cTn id="37" dur="1" fill="hold">
                                          <p:stCondLst>
                                            <p:cond delay="0"/>
                                          </p:stCondLst>
                                        </p:cTn>
                                        <p:tgtEl>
                                          <p:spTgt spid="32822"/>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nodeType="clickEffect">
                                  <p:stCondLst>
                                    <p:cond delay="0"/>
                                  </p:stCondLst>
                                  <p:childTnLst>
                                    <p:set>
                                      <p:cBhvr>
                                        <p:cTn id="41" dur="1" fill="hold">
                                          <p:stCondLst>
                                            <p:cond delay="0"/>
                                          </p:stCondLst>
                                        </p:cTn>
                                        <p:tgtEl>
                                          <p:spTgt spid="32810"/>
                                        </p:tgtEl>
                                        <p:attrNameLst>
                                          <p:attrName>style.visibility</p:attrName>
                                        </p:attrNameLst>
                                      </p:cBhvr>
                                      <p:to>
                                        <p:strVal val="visible"/>
                                      </p:to>
                                    </p:set>
                                    <p:animEffect transition="in" filter="wipe(up)">
                                      <p:cBhvr>
                                        <p:cTn id="42" dur="500"/>
                                        <p:tgtEl>
                                          <p:spTgt spid="32810"/>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1" fill="hold" nodeType="clickEffect">
                                  <p:stCondLst>
                                    <p:cond delay="0"/>
                                  </p:stCondLst>
                                  <p:childTnLst>
                                    <p:set>
                                      <p:cBhvr>
                                        <p:cTn id="46" dur="1" fill="hold">
                                          <p:stCondLst>
                                            <p:cond delay="0"/>
                                          </p:stCondLst>
                                        </p:cTn>
                                        <p:tgtEl>
                                          <p:spTgt spid="121"/>
                                        </p:tgtEl>
                                        <p:attrNameLst>
                                          <p:attrName>style.visibility</p:attrName>
                                        </p:attrNameLst>
                                      </p:cBhvr>
                                      <p:to>
                                        <p:strVal val="visible"/>
                                      </p:to>
                                    </p:set>
                                    <p:animEffect transition="in" filter="wipe(up)">
                                      <p:cBhvr>
                                        <p:cTn id="47" dur="500"/>
                                        <p:tgtEl>
                                          <p:spTgt spid="121"/>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32801"/>
                                        </p:tgtEl>
                                        <p:attrNameLst>
                                          <p:attrName>style.visibility</p:attrName>
                                        </p:attrNameLst>
                                      </p:cBhvr>
                                      <p:to>
                                        <p:strVal val="visible"/>
                                      </p:to>
                                    </p:set>
                                    <p:animEffect transition="in" filter="wipe(left)">
                                      <p:cBhvr>
                                        <p:cTn id="52" dur="500"/>
                                        <p:tgtEl>
                                          <p:spTgt spid="32801"/>
                                        </p:tgtEl>
                                      </p:cBhvr>
                                    </p:animEffect>
                                  </p:childTnLst>
                                </p:cTn>
                              </p:par>
                              <p:par>
                                <p:cTn id="53" presetID="17" presetClass="entr" presetSubtype="1" fill="hold" grpId="0" nodeType="withEffect">
                                  <p:stCondLst>
                                    <p:cond delay="0"/>
                                  </p:stCondLst>
                                  <p:childTnLst>
                                    <p:set>
                                      <p:cBhvr>
                                        <p:cTn id="54" dur="1" fill="hold">
                                          <p:stCondLst>
                                            <p:cond delay="0"/>
                                          </p:stCondLst>
                                        </p:cTn>
                                        <p:tgtEl>
                                          <p:spTgt spid="46">
                                            <p:txEl>
                                              <p:pRg st="0" end="0"/>
                                            </p:txEl>
                                          </p:spTgt>
                                        </p:tgtEl>
                                        <p:attrNameLst>
                                          <p:attrName>style.visibility</p:attrName>
                                        </p:attrNameLst>
                                      </p:cBhvr>
                                      <p:to>
                                        <p:strVal val="visible"/>
                                      </p:to>
                                    </p:set>
                                    <p:anim calcmode="lin" valueType="num">
                                      <p:cBhvr>
                                        <p:cTn id="55" dur="500" fill="hold"/>
                                        <p:tgtEl>
                                          <p:spTgt spid="46">
                                            <p:txEl>
                                              <p:pRg st="0" end="0"/>
                                            </p:txEl>
                                          </p:spTgt>
                                        </p:tgtEl>
                                        <p:attrNameLst>
                                          <p:attrName>ppt_x</p:attrName>
                                        </p:attrNameLst>
                                      </p:cBhvr>
                                      <p:tavLst>
                                        <p:tav tm="0">
                                          <p:val>
                                            <p:strVal val="#ppt_x"/>
                                          </p:val>
                                        </p:tav>
                                        <p:tav tm="100000">
                                          <p:val>
                                            <p:strVal val="#ppt_x"/>
                                          </p:val>
                                        </p:tav>
                                      </p:tavLst>
                                    </p:anim>
                                    <p:anim calcmode="lin" valueType="num">
                                      <p:cBhvr>
                                        <p:cTn id="56" dur="500" fill="hold"/>
                                        <p:tgtEl>
                                          <p:spTgt spid="46">
                                            <p:txEl>
                                              <p:pRg st="0" end="0"/>
                                            </p:txEl>
                                          </p:spTgt>
                                        </p:tgtEl>
                                        <p:attrNameLst>
                                          <p:attrName>ppt_y</p:attrName>
                                        </p:attrNameLst>
                                      </p:cBhvr>
                                      <p:tavLst>
                                        <p:tav tm="0">
                                          <p:val>
                                            <p:strVal val="#ppt_y-#ppt_h/2"/>
                                          </p:val>
                                        </p:tav>
                                        <p:tav tm="100000">
                                          <p:val>
                                            <p:strVal val="#ppt_y"/>
                                          </p:val>
                                        </p:tav>
                                      </p:tavLst>
                                    </p:anim>
                                    <p:anim calcmode="lin" valueType="num">
                                      <p:cBhvr>
                                        <p:cTn id="57" dur="500" fill="hold"/>
                                        <p:tgtEl>
                                          <p:spTgt spid="46">
                                            <p:txEl>
                                              <p:pRg st="0" end="0"/>
                                            </p:txEl>
                                          </p:spTgt>
                                        </p:tgtEl>
                                        <p:attrNameLst>
                                          <p:attrName>ppt_w</p:attrName>
                                        </p:attrNameLst>
                                      </p:cBhvr>
                                      <p:tavLst>
                                        <p:tav tm="0">
                                          <p:val>
                                            <p:strVal val="#ppt_w"/>
                                          </p:val>
                                        </p:tav>
                                        <p:tav tm="100000">
                                          <p:val>
                                            <p:strVal val="#ppt_w"/>
                                          </p:val>
                                        </p:tav>
                                      </p:tavLst>
                                    </p:anim>
                                    <p:anim calcmode="lin" valueType="num">
                                      <p:cBhvr>
                                        <p:cTn id="58" dur="500" fill="hold"/>
                                        <p:tgtEl>
                                          <p:spTgt spid="46">
                                            <p:txEl>
                                              <p:pRg st="0" end="0"/>
                                            </p:txEl>
                                          </p:spTgt>
                                        </p:tgtEl>
                                        <p:attrNameLst>
                                          <p:attrName>ppt_h</p:attrName>
                                        </p:attrNameLst>
                                      </p:cBhvr>
                                      <p:tavLst>
                                        <p:tav tm="0">
                                          <p:val>
                                            <p:fltVal val="0"/>
                                          </p:val>
                                        </p:tav>
                                        <p:tav tm="100000">
                                          <p:val>
                                            <p:strVal val="#ppt_h"/>
                                          </p:val>
                                        </p:tav>
                                      </p:tavLst>
                                    </p:anim>
                                  </p:childTnLst>
                                </p:cTn>
                              </p:par>
                            </p:childTnLst>
                          </p:cTn>
                        </p:par>
                      </p:childTnLst>
                    </p:cTn>
                  </p:par>
                  <p:par>
                    <p:cTn id="59" fill="hold">
                      <p:stCondLst>
                        <p:cond delay="indefinite"/>
                      </p:stCondLst>
                      <p:childTnLst>
                        <p:par>
                          <p:cTn id="60" fill="hold">
                            <p:stCondLst>
                              <p:cond delay="0"/>
                            </p:stCondLst>
                            <p:childTnLst>
                              <p:par>
                                <p:cTn id="61" presetID="17" presetClass="entr" presetSubtype="1" fill="hold" grpId="0" nodeType="clickEffect">
                                  <p:stCondLst>
                                    <p:cond delay="0"/>
                                  </p:stCondLst>
                                  <p:childTnLst>
                                    <p:set>
                                      <p:cBhvr>
                                        <p:cTn id="62" dur="1" fill="hold">
                                          <p:stCondLst>
                                            <p:cond delay="0"/>
                                          </p:stCondLst>
                                        </p:cTn>
                                        <p:tgtEl>
                                          <p:spTgt spid="46">
                                            <p:txEl>
                                              <p:pRg st="1" end="1"/>
                                            </p:txEl>
                                          </p:spTgt>
                                        </p:tgtEl>
                                        <p:attrNameLst>
                                          <p:attrName>style.visibility</p:attrName>
                                        </p:attrNameLst>
                                      </p:cBhvr>
                                      <p:to>
                                        <p:strVal val="visible"/>
                                      </p:to>
                                    </p:set>
                                    <p:anim calcmode="lin" valueType="num">
                                      <p:cBhvr>
                                        <p:cTn id="63" dur="500" fill="hold"/>
                                        <p:tgtEl>
                                          <p:spTgt spid="46">
                                            <p:txEl>
                                              <p:pRg st="1" end="1"/>
                                            </p:txEl>
                                          </p:spTgt>
                                        </p:tgtEl>
                                        <p:attrNameLst>
                                          <p:attrName>ppt_x</p:attrName>
                                        </p:attrNameLst>
                                      </p:cBhvr>
                                      <p:tavLst>
                                        <p:tav tm="0">
                                          <p:val>
                                            <p:strVal val="#ppt_x"/>
                                          </p:val>
                                        </p:tav>
                                        <p:tav tm="100000">
                                          <p:val>
                                            <p:strVal val="#ppt_x"/>
                                          </p:val>
                                        </p:tav>
                                      </p:tavLst>
                                    </p:anim>
                                    <p:anim calcmode="lin" valueType="num">
                                      <p:cBhvr>
                                        <p:cTn id="64" dur="500" fill="hold"/>
                                        <p:tgtEl>
                                          <p:spTgt spid="46">
                                            <p:txEl>
                                              <p:pRg st="1" end="1"/>
                                            </p:txEl>
                                          </p:spTgt>
                                        </p:tgtEl>
                                        <p:attrNameLst>
                                          <p:attrName>ppt_y</p:attrName>
                                        </p:attrNameLst>
                                      </p:cBhvr>
                                      <p:tavLst>
                                        <p:tav tm="0">
                                          <p:val>
                                            <p:strVal val="#ppt_y-#ppt_h/2"/>
                                          </p:val>
                                        </p:tav>
                                        <p:tav tm="100000">
                                          <p:val>
                                            <p:strVal val="#ppt_y"/>
                                          </p:val>
                                        </p:tav>
                                      </p:tavLst>
                                    </p:anim>
                                    <p:anim calcmode="lin" valueType="num">
                                      <p:cBhvr>
                                        <p:cTn id="65" dur="500" fill="hold"/>
                                        <p:tgtEl>
                                          <p:spTgt spid="46">
                                            <p:txEl>
                                              <p:pRg st="1" end="1"/>
                                            </p:txEl>
                                          </p:spTgt>
                                        </p:tgtEl>
                                        <p:attrNameLst>
                                          <p:attrName>ppt_w</p:attrName>
                                        </p:attrNameLst>
                                      </p:cBhvr>
                                      <p:tavLst>
                                        <p:tav tm="0">
                                          <p:val>
                                            <p:strVal val="#ppt_w"/>
                                          </p:val>
                                        </p:tav>
                                        <p:tav tm="100000">
                                          <p:val>
                                            <p:strVal val="#ppt_w"/>
                                          </p:val>
                                        </p:tav>
                                      </p:tavLst>
                                    </p:anim>
                                    <p:anim calcmode="lin" valueType="num">
                                      <p:cBhvr>
                                        <p:cTn id="66" dur="500" fill="hold"/>
                                        <p:tgtEl>
                                          <p:spTgt spid="46">
                                            <p:txEl>
                                              <p:pRg st="1" end="1"/>
                                            </p:txEl>
                                          </p:spTgt>
                                        </p:tgtEl>
                                        <p:attrNameLst>
                                          <p:attrName>ppt_h</p:attrName>
                                        </p:attrNameLst>
                                      </p:cBhvr>
                                      <p:tavLst>
                                        <p:tav tm="0">
                                          <p:val>
                                            <p:fltVal val="0"/>
                                          </p:val>
                                        </p:tav>
                                        <p:tav tm="100000">
                                          <p:val>
                                            <p:strVal val="#ppt_h"/>
                                          </p:val>
                                        </p:tav>
                                      </p:tavLst>
                                    </p:anim>
                                  </p:childTnLst>
                                </p:cTn>
                              </p:par>
                            </p:childTnLst>
                          </p:cTn>
                        </p:par>
                      </p:childTnLst>
                    </p:cTn>
                  </p:par>
                  <p:par>
                    <p:cTn id="67" fill="hold">
                      <p:stCondLst>
                        <p:cond delay="indefinite"/>
                      </p:stCondLst>
                      <p:childTnLst>
                        <p:par>
                          <p:cTn id="68" fill="hold">
                            <p:stCondLst>
                              <p:cond delay="0"/>
                            </p:stCondLst>
                            <p:childTnLst>
                              <p:par>
                                <p:cTn id="69" presetID="17" presetClass="entr" presetSubtype="1" fill="hold" grpId="0" nodeType="clickEffect">
                                  <p:stCondLst>
                                    <p:cond delay="0"/>
                                  </p:stCondLst>
                                  <p:childTnLst>
                                    <p:set>
                                      <p:cBhvr>
                                        <p:cTn id="70" dur="1" fill="hold">
                                          <p:stCondLst>
                                            <p:cond delay="0"/>
                                          </p:stCondLst>
                                        </p:cTn>
                                        <p:tgtEl>
                                          <p:spTgt spid="46">
                                            <p:txEl>
                                              <p:pRg st="2" end="2"/>
                                            </p:txEl>
                                          </p:spTgt>
                                        </p:tgtEl>
                                        <p:attrNameLst>
                                          <p:attrName>style.visibility</p:attrName>
                                        </p:attrNameLst>
                                      </p:cBhvr>
                                      <p:to>
                                        <p:strVal val="visible"/>
                                      </p:to>
                                    </p:set>
                                    <p:anim calcmode="lin" valueType="num">
                                      <p:cBhvr>
                                        <p:cTn id="71" dur="500" fill="hold"/>
                                        <p:tgtEl>
                                          <p:spTgt spid="46">
                                            <p:txEl>
                                              <p:pRg st="2" end="2"/>
                                            </p:txEl>
                                          </p:spTgt>
                                        </p:tgtEl>
                                        <p:attrNameLst>
                                          <p:attrName>ppt_x</p:attrName>
                                        </p:attrNameLst>
                                      </p:cBhvr>
                                      <p:tavLst>
                                        <p:tav tm="0">
                                          <p:val>
                                            <p:strVal val="#ppt_x"/>
                                          </p:val>
                                        </p:tav>
                                        <p:tav tm="100000">
                                          <p:val>
                                            <p:strVal val="#ppt_x"/>
                                          </p:val>
                                        </p:tav>
                                      </p:tavLst>
                                    </p:anim>
                                    <p:anim calcmode="lin" valueType="num">
                                      <p:cBhvr>
                                        <p:cTn id="72" dur="500" fill="hold"/>
                                        <p:tgtEl>
                                          <p:spTgt spid="46">
                                            <p:txEl>
                                              <p:pRg st="2" end="2"/>
                                            </p:txEl>
                                          </p:spTgt>
                                        </p:tgtEl>
                                        <p:attrNameLst>
                                          <p:attrName>ppt_y</p:attrName>
                                        </p:attrNameLst>
                                      </p:cBhvr>
                                      <p:tavLst>
                                        <p:tav tm="0">
                                          <p:val>
                                            <p:strVal val="#ppt_y-#ppt_h/2"/>
                                          </p:val>
                                        </p:tav>
                                        <p:tav tm="100000">
                                          <p:val>
                                            <p:strVal val="#ppt_y"/>
                                          </p:val>
                                        </p:tav>
                                      </p:tavLst>
                                    </p:anim>
                                    <p:anim calcmode="lin" valueType="num">
                                      <p:cBhvr>
                                        <p:cTn id="73" dur="500" fill="hold"/>
                                        <p:tgtEl>
                                          <p:spTgt spid="46">
                                            <p:txEl>
                                              <p:pRg st="2" end="2"/>
                                            </p:txEl>
                                          </p:spTgt>
                                        </p:tgtEl>
                                        <p:attrNameLst>
                                          <p:attrName>ppt_w</p:attrName>
                                        </p:attrNameLst>
                                      </p:cBhvr>
                                      <p:tavLst>
                                        <p:tav tm="0">
                                          <p:val>
                                            <p:strVal val="#ppt_w"/>
                                          </p:val>
                                        </p:tav>
                                        <p:tav tm="100000">
                                          <p:val>
                                            <p:strVal val="#ppt_w"/>
                                          </p:val>
                                        </p:tav>
                                      </p:tavLst>
                                    </p:anim>
                                    <p:anim calcmode="lin" valueType="num">
                                      <p:cBhvr>
                                        <p:cTn id="74" dur="500" fill="hold"/>
                                        <p:tgtEl>
                                          <p:spTgt spid="46">
                                            <p:txEl>
                                              <p:pRg st="2" end="2"/>
                                            </p:txEl>
                                          </p:spTgt>
                                        </p:tgtEl>
                                        <p:attrNameLst>
                                          <p:attrName>ppt_h</p:attrName>
                                        </p:attrNameLst>
                                      </p:cBhvr>
                                      <p:tavLst>
                                        <p:tav tm="0">
                                          <p:val>
                                            <p:fltVal val="0"/>
                                          </p:val>
                                        </p:tav>
                                        <p:tav tm="100000">
                                          <p:val>
                                            <p:strVal val="#ppt_h"/>
                                          </p:val>
                                        </p:tav>
                                      </p:tavLst>
                                    </p:anim>
                                  </p:childTnLst>
                                </p:cTn>
                              </p:par>
                            </p:childTnLst>
                          </p:cTn>
                        </p:par>
                      </p:childTnLst>
                    </p:cTn>
                  </p:par>
                  <p:par>
                    <p:cTn id="75" fill="hold">
                      <p:stCondLst>
                        <p:cond delay="indefinite"/>
                      </p:stCondLst>
                      <p:childTnLst>
                        <p:par>
                          <p:cTn id="76" fill="hold">
                            <p:stCondLst>
                              <p:cond delay="0"/>
                            </p:stCondLst>
                            <p:childTnLst>
                              <p:par>
                                <p:cTn id="77" presetID="17" presetClass="entr" presetSubtype="1" fill="hold" grpId="0" nodeType="clickEffect">
                                  <p:stCondLst>
                                    <p:cond delay="0"/>
                                  </p:stCondLst>
                                  <p:childTnLst>
                                    <p:set>
                                      <p:cBhvr>
                                        <p:cTn id="78" dur="1" fill="hold">
                                          <p:stCondLst>
                                            <p:cond delay="0"/>
                                          </p:stCondLst>
                                        </p:cTn>
                                        <p:tgtEl>
                                          <p:spTgt spid="46">
                                            <p:txEl>
                                              <p:pRg st="3" end="3"/>
                                            </p:txEl>
                                          </p:spTgt>
                                        </p:tgtEl>
                                        <p:attrNameLst>
                                          <p:attrName>style.visibility</p:attrName>
                                        </p:attrNameLst>
                                      </p:cBhvr>
                                      <p:to>
                                        <p:strVal val="visible"/>
                                      </p:to>
                                    </p:set>
                                    <p:anim calcmode="lin" valueType="num">
                                      <p:cBhvr>
                                        <p:cTn id="79" dur="500" fill="hold"/>
                                        <p:tgtEl>
                                          <p:spTgt spid="46">
                                            <p:txEl>
                                              <p:pRg st="3" end="3"/>
                                            </p:txEl>
                                          </p:spTgt>
                                        </p:tgtEl>
                                        <p:attrNameLst>
                                          <p:attrName>ppt_x</p:attrName>
                                        </p:attrNameLst>
                                      </p:cBhvr>
                                      <p:tavLst>
                                        <p:tav tm="0">
                                          <p:val>
                                            <p:strVal val="#ppt_x"/>
                                          </p:val>
                                        </p:tav>
                                        <p:tav tm="100000">
                                          <p:val>
                                            <p:strVal val="#ppt_x"/>
                                          </p:val>
                                        </p:tav>
                                      </p:tavLst>
                                    </p:anim>
                                    <p:anim calcmode="lin" valueType="num">
                                      <p:cBhvr>
                                        <p:cTn id="80" dur="500" fill="hold"/>
                                        <p:tgtEl>
                                          <p:spTgt spid="46">
                                            <p:txEl>
                                              <p:pRg st="3" end="3"/>
                                            </p:txEl>
                                          </p:spTgt>
                                        </p:tgtEl>
                                        <p:attrNameLst>
                                          <p:attrName>ppt_y</p:attrName>
                                        </p:attrNameLst>
                                      </p:cBhvr>
                                      <p:tavLst>
                                        <p:tav tm="0">
                                          <p:val>
                                            <p:strVal val="#ppt_y-#ppt_h/2"/>
                                          </p:val>
                                        </p:tav>
                                        <p:tav tm="100000">
                                          <p:val>
                                            <p:strVal val="#ppt_y"/>
                                          </p:val>
                                        </p:tav>
                                      </p:tavLst>
                                    </p:anim>
                                    <p:anim calcmode="lin" valueType="num">
                                      <p:cBhvr>
                                        <p:cTn id="81" dur="500" fill="hold"/>
                                        <p:tgtEl>
                                          <p:spTgt spid="46">
                                            <p:txEl>
                                              <p:pRg st="3" end="3"/>
                                            </p:txEl>
                                          </p:spTgt>
                                        </p:tgtEl>
                                        <p:attrNameLst>
                                          <p:attrName>ppt_w</p:attrName>
                                        </p:attrNameLst>
                                      </p:cBhvr>
                                      <p:tavLst>
                                        <p:tav tm="0">
                                          <p:val>
                                            <p:strVal val="#ppt_w"/>
                                          </p:val>
                                        </p:tav>
                                        <p:tav tm="100000">
                                          <p:val>
                                            <p:strVal val="#ppt_w"/>
                                          </p:val>
                                        </p:tav>
                                      </p:tavLst>
                                    </p:anim>
                                    <p:anim calcmode="lin" valueType="num">
                                      <p:cBhvr>
                                        <p:cTn id="82" dur="500" fill="hold"/>
                                        <p:tgtEl>
                                          <p:spTgt spid="46">
                                            <p:txEl>
                                              <p:pRg st="3" end="3"/>
                                            </p:txEl>
                                          </p:spTgt>
                                        </p:tgtEl>
                                        <p:attrNameLst>
                                          <p:attrName>ppt_h</p:attrName>
                                        </p:attrNameLst>
                                      </p:cBhvr>
                                      <p:tavLst>
                                        <p:tav tm="0">
                                          <p:val>
                                            <p:fltVal val="0"/>
                                          </p:val>
                                        </p:tav>
                                        <p:tav tm="100000">
                                          <p:val>
                                            <p:strVal val="#ppt_h"/>
                                          </p:val>
                                        </p:tav>
                                      </p:tavLst>
                                    </p:anim>
                                  </p:childTnLst>
                                </p:cTn>
                              </p:par>
                            </p:childTnLst>
                          </p:cTn>
                        </p:par>
                      </p:childTnLst>
                    </p:cTn>
                  </p:par>
                  <p:par>
                    <p:cTn id="83" fill="hold">
                      <p:stCondLst>
                        <p:cond delay="indefinite"/>
                      </p:stCondLst>
                      <p:childTnLst>
                        <p:par>
                          <p:cTn id="84" fill="hold">
                            <p:stCondLst>
                              <p:cond delay="0"/>
                            </p:stCondLst>
                            <p:childTnLst>
                              <p:par>
                                <p:cTn id="85" presetID="22" presetClass="entr" presetSubtype="8" fill="hold" nodeType="clickEffect">
                                  <p:stCondLst>
                                    <p:cond delay="0"/>
                                  </p:stCondLst>
                                  <p:childTnLst>
                                    <p:set>
                                      <p:cBhvr>
                                        <p:cTn id="86" dur="1" fill="hold">
                                          <p:stCondLst>
                                            <p:cond delay="0"/>
                                          </p:stCondLst>
                                        </p:cTn>
                                        <p:tgtEl>
                                          <p:spTgt spid="7"/>
                                        </p:tgtEl>
                                        <p:attrNameLst>
                                          <p:attrName>style.visibility</p:attrName>
                                        </p:attrNameLst>
                                      </p:cBhvr>
                                      <p:to>
                                        <p:strVal val="visible"/>
                                      </p:to>
                                    </p:set>
                                    <p:animEffect transition="in" filter="wipe(left)">
                                      <p:cBhvr>
                                        <p:cTn id="87" dur="500"/>
                                        <p:tgtEl>
                                          <p:spTgt spid="7"/>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2" fill="hold" nodeType="clickEffect">
                                  <p:stCondLst>
                                    <p:cond delay="0"/>
                                  </p:stCondLst>
                                  <p:childTnLst>
                                    <p:set>
                                      <p:cBhvr>
                                        <p:cTn id="91" dur="1" fill="hold">
                                          <p:stCondLst>
                                            <p:cond delay="0"/>
                                          </p:stCondLst>
                                        </p:cTn>
                                        <p:tgtEl>
                                          <p:spTgt spid="10"/>
                                        </p:tgtEl>
                                        <p:attrNameLst>
                                          <p:attrName>style.visibility</p:attrName>
                                        </p:attrNameLst>
                                      </p:cBhvr>
                                      <p:to>
                                        <p:strVal val="visible"/>
                                      </p:to>
                                    </p:set>
                                    <p:animEffect transition="in" filter="wipe(right)">
                                      <p:cBhvr>
                                        <p:cTn id="92" dur="500"/>
                                        <p:tgtEl>
                                          <p:spTgt spid="10"/>
                                        </p:tgtEl>
                                      </p:cBhvr>
                                    </p:animEffect>
                                  </p:childTnLst>
                                </p:cTn>
                              </p:par>
                            </p:childTnLst>
                          </p:cTn>
                        </p:par>
                      </p:childTnLst>
                    </p:cTn>
                  </p:par>
                  <p:par>
                    <p:cTn id="93" fill="hold">
                      <p:stCondLst>
                        <p:cond delay="indefinite"/>
                      </p:stCondLst>
                      <p:childTnLst>
                        <p:par>
                          <p:cTn id="94" fill="hold">
                            <p:stCondLst>
                              <p:cond delay="0"/>
                            </p:stCondLst>
                            <p:childTnLst>
                              <p:par>
                                <p:cTn id="95" presetID="17" presetClass="entr" presetSubtype="8" fill="hold" nodeType="clickEffect">
                                  <p:stCondLst>
                                    <p:cond delay="0"/>
                                  </p:stCondLst>
                                  <p:childTnLst>
                                    <p:set>
                                      <p:cBhvr>
                                        <p:cTn id="96" dur="1" fill="hold">
                                          <p:stCondLst>
                                            <p:cond delay="0"/>
                                          </p:stCondLst>
                                        </p:cTn>
                                        <p:tgtEl>
                                          <p:spTgt spid="52"/>
                                        </p:tgtEl>
                                        <p:attrNameLst>
                                          <p:attrName>style.visibility</p:attrName>
                                        </p:attrNameLst>
                                      </p:cBhvr>
                                      <p:to>
                                        <p:strVal val="visible"/>
                                      </p:to>
                                    </p:set>
                                    <p:anim calcmode="lin" valueType="num">
                                      <p:cBhvr>
                                        <p:cTn id="97" dur="500" fill="hold"/>
                                        <p:tgtEl>
                                          <p:spTgt spid="52"/>
                                        </p:tgtEl>
                                        <p:attrNameLst>
                                          <p:attrName>ppt_x</p:attrName>
                                        </p:attrNameLst>
                                      </p:cBhvr>
                                      <p:tavLst>
                                        <p:tav tm="0">
                                          <p:val>
                                            <p:strVal val="#ppt_x-#ppt_w/2"/>
                                          </p:val>
                                        </p:tav>
                                        <p:tav tm="100000">
                                          <p:val>
                                            <p:strVal val="#ppt_x"/>
                                          </p:val>
                                        </p:tav>
                                      </p:tavLst>
                                    </p:anim>
                                    <p:anim calcmode="lin" valueType="num">
                                      <p:cBhvr>
                                        <p:cTn id="98" dur="500" fill="hold"/>
                                        <p:tgtEl>
                                          <p:spTgt spid="52"/>
                                        </p:tgtEl>
                                        <p:attrNameLst>
                                          <p:attrName>ppt_y</p:attrName>
                                        </p:attrNameLst>
                                      </p:cBhvr>
                                      <p:tavLst>
                                        <p:tav tm="0">
                                          <p:val>
                                            <p:strVal val="#ppt_y"/>
                                          </p:val>
                                        </p:tav>
                                        <p:tav tm="100000">
                                          <p:val>
                                            <p:strVal val="#ppt_y"/>
                                          </p:val>
                                        </p:tav>
                                      </p:tavLst>
                                    </p:anim>
                                    <p:anim calcmode="lin" valueType="num">
                                      <p:cBhvr>
                                        <p:cTn id="99" dur="500" fill="hold"/>
                                        <p:tgtEl>
                                          <p:spTgt spid="52"/>
                                        </p:tgtEl>
                                        <p:attrNameLst>
                                          <p:attrName>ppt_w</p:attrName>
                                        </p:attrNameLst>
                                      </p:cBhvr>
                                      <p:tavLst>
                                        <p:tav tm="0">
                                          <p:val>
                                            <p:fltVal val="0"/>
                                          </p:val>
                                        </p:tav>
                                        <p:tav tm="100000">
                                          <p:val>
                                            <p:strVal val="#ppt_w"/>
                                          </p:val>
                                        </p:tav>
                                      </p:tavLst>
                                    </p:anim>
                                    <p:anim calcmode="lin" valueType="num">
                                      <p:cBhvr>
                                        <p:cTn id="100" dur="500" fill="hold"/>
                                        <p:tgtEl>
                                          <p:spTgt spid="52"/>
                                        </p:tgtEl>
                                        <p:attrNameLst>
                                          <p:attrName>ppt_h</p:attrName>
                                        </p:attrNameLst>
                                      </p:cBhvr>
                                      <p:tavLst>
                                        <p:tav tm="0">
                                          <p:val>
                                            <p:strVal val="#ppt_h"/>
                                          </p:val>
                                        </p:tav>
                                        <p:tav tm="100000">
                                          <p:val>
                                            <p:strVal val="#ppt_h"/>
                                          </p:val>
                                        </p:tav>
                                      </p:tavLst>
                                    </p:anim>
                                  </p:childTnLst>
                                </p:cTn>
                              </p:par>
                            </p:childTnLst>
                          </p:cTn>
                        </p:par>
                      </p:childTnLst>
                    </p:cTn>
                  </p:par>
                  <p:par>
                    <p:cTn id="101" fill="hold">
                      <p:stCondLst>
                        <p:cond delay="indefinite"/>
                      </p:stCondLst>
                      <p:childTnLst>
                        <p:par>
                          <p:cTn id="102" fill="hold">
                            <p:stCondLst>
                              <p:cond delay="0"/>
                            </p:stCondLst>
                            <p:childTnLst>
                              <p:par>
                                <p:cTn id="103" presetID="31" presetClass="entr" presetSubtype="0" fill="hold" grpId="0" nodeType="clickEffect">
                                  <p:stCondLst>
                                    <p:cond delay="0"/>
                                  </p:stCondLst>
                                  <p:childTnLst>
                                    <p:set>
                                      <p:cBhvr>
                                        <p:cTn id="104" dur="1" fill="hold">
                                          <p:stCondLst>
                                            <p:cond delay="0"/>
                                          </p:stCondLst>
                                        </p:cTn>
                                        <p:tgtEl>
                                          <p:spTgt spid="100"/>
                                        </p:tgtEl>
                                        <p:attrNameLst>
                                          <p:attrName>style.visibility</p:attrName>
                                        </p:attrNameLst>
                                      </p:cBhvr>
                                      <p:to>
                                        <p:strVal val="visible"/>
                                      </p:to>
                                    </p:set>
                                    <p:anim calcmode="lin" valueType="num">
                                      <p:cBhvr>
                                        <p:cTn id="105" dur="1000" fill="hold"/>
                                        <p:tgtEl>
                                          <p:spTgt spid="100"/>
                                        </p:tgtEl>
                                        <p:attrNameLst>
                                          <p:attrName>ppt_w</p:attrName>
                                        </p:attrNameLst>
                                      </p:cBhvr>
                                      <p:tavLst>
                                        <p:tav tm="0">
                                          <p:val>
                                            <p:fltVal val="0"/>
                                          </p:val>
                                        </p:tav>
                                        <p:tav tm="100000">
                                          <p:val>
                                            <p:strVal val="#ppt_w"/>
                                          </p:val>
                                        </p:tav>
                                      </p:tavLst>
                                    </p:anim>
                                    <p:anim calcmode="lin" valueType="num">
                                      <p:cBhvr>
                                        <p:cTn id="106" dur="1000" fill="hold"/>
                                        <p:tgtEl>
                                          <p:spTgt spid="100"/>
                                        </p:tgtEl>
                                        <p:attrNameLst>
                                          <p:attrName>ppt_h</p:attrName>
                                        </p:attrNameLst>
                                      </p:cBhvr>
                                      <p:tavLst>
                                        <p:tav tm="0">
                                          <p:val>
                                            <p:fltVal val="0"/>
                                          </p:val>
                                        </p:tav>
                                        <p:tav tm="100000">
                                          <p:val>
                                            <p:strVal val="#ppt_h"/>
                                          </p:val>
                                        </p:tav>
                                      </p:tavLst>
                                    </p:anim>
                                    <p:anim calcmode="lin" valueType="num">
                                      <p:cBhvr>
                                        <p:cTn id="107" dur="1000" fill="hold"/>
                                        <p:tgtEl>
                                          <p:spTgt spid="100"/>
                                        </p:tgtEl>
                                        <p:attrNameLst>
                                          <p:attrName>style.rotation</p:attrName>
                                        </p:attrNameLst>
                                      </p:cBhvr>
                                      <p:tavLst>
                                        <p:tav tm="0">
                                          <p:val>
                                            <p:fltVal val="90"/>
                                          </p:val>
                                        </p:tav>
                                        <p:tav tm="100000">
                                          <p:val>
                                            <p:fltVal val="0"/>
                                          </p:val>
                                        </p:tav>
                                      </p:tavLst>
                                    </p:anim>
                                    <p:animEffect transition="in" filter="fade">
                                      <p:cBhvr>
                                        <p:cTn id="108" dur="1000"/>
                                        <p:tgtEl>
                                          <p:spTgt spid="100"/>
                                        </p:tgtEl>
                                      </p:cBhvr>
                                    </p:animEffect>
                                  </p:childTnLst>
                                </p:cTn>
                              </p:par>
                            </p:childTnLst>
                          </p:cTn>
                        </p:par>
                      </p:childTnLst>
                    </p:cTn>
                  </p:par>
                  <p:par>
                    <p:cTn id="109" fill="hold">
                      <p:stCondLst>
                        <p:cond delay="indefinite"/>
                      </p:stCondLst>
                      <p:childTnLst>
                        <p:par>
                          <p:cTn id="110" fill="hold">
                            <p:stCondLst>
                              <p:cond delay="0"/>
                            </p:stCondLst>
                            <p:childTnLst>
                              <p:par>
                                <p:cTn id="111" presetID="42" presetClass="path" presetSubtype="0" accel="50000" decel="50000" fill="hold" nodeType="clickEffect">
                                  <p:stCondLst>
                                    <p:cond delay="0"/>
                                  </p:stCondLst>
                                  <p:childTnLst>
                                    <p:animMotion origin="layout" path="M 4.16667E-7 1.11022E-16 L -0.00026 0.03889 " pathEditMode="relative" rAng="0" ptsTypes="AA">
                                      <p:cBhvr>
                                        <p:cTn id="112" dur="1000" fill="hold"/>
                                        <p:tgtEl>
                                          <p:spTgt spid="52"/>
                                        </p:tgtEl>
                                        <p:attrNameLst>
                                          <p:attrName>ppt_x</p:attrName>
                                          <p:attrName>ppt_y</p:attrName>
                                        </p:attrNameLst>
                                      </p:cBhvr>
                                      <p:rCtr x="-13" y="1944"/>
                                    </p:animMotion>
                                  </p:childTnLst>
                                </p:cTn>
                              </p:par>
                            </p:childTnLst>
                          </p:cTn>
                        </p:par>
                      </p:childTnLst>
                    </p:cTn>
                  </p:par>
                  <p:par>
                    <p:cTn id="113" fill="hold">
                      <p:stCondLst>
                        <p:cond delay="indefinite"/>
                      </p:stCondLst>
                      <p:childTnLst>
                        <p:par>
                          <p:cTn id="114" fill="hold">
                            <p:stCondLst>
                              <p:cond delay="0"/>
                            </p:stCondLst>
                            <p:childTnLst>
                              <p:par>
                                <p:cTn id="115" presetID="42" presetClass="path" presetSubtype="0" accel="50000" decel="50000" fill="hold" nodeType="clickEffect">
                                  <p:stCondLst>
                                    <p:cond delay="0"/>
                                  </p:stCondLst>
                                  <p:childTnLst>
                                    <p:animMotion origin="layout" path="M -0.00026 0.03889 L -0.00039 0.08287 " pathEditMode="relative" rAng="0" ptsTypes="AA">
                                      <p:cBhvr>
                                        <p:cTn id="116" dur="1000" fill="hold"/>
                                        <p:tgtEl>
                                          <p:spTgt spid="52"/>
                                        </p:tgtEl>
                                        <p:attrNameLst>
                                          <p:attrName>ppt_x</p:attrName>
                                          <p:attrName>ppt_y</p:attrName>
                                        </p:attrNameLst>
                                      </p:cBhvr>
                                      <p:rCtr x="-13" y="2199"/>
                                    </p:animMotion>
                                  </p:childTnLst>
                                </p:cTn>
                              </p:par>
                            </p:childTnLst>
                          </p:cTn>
                        </p:par>
                      </p:childTnLst>
                    </p:cTn>
                  </p:par>
                  <p:par>
                    <p:cTn id="117" fill="hold">
                      <p:stCondLst>
                        <p:cond delay="indefinite"/>
                      </p:stCondLst>
                      <p:childTnLst>
                        <p:par>
                          <p:cTn id="118" fill="hold">
                            <p:stCondLst>
                              <p:cond delay="0"/>
                            </p:stCondLst>
                            <p:childTnLst>
                              <p:par>
                                <p:cTn id="119" presetID="1" presetClass="entr" presetSubtype="0" fill="hold" grpId="0" nodeType="clickEffect">
                                  <p:stCondLst>
                                    <p:cond delay="0"/>
                                  </p:stCondLst>
                                  <p:childTnLst>
                                    <p:set>
                                      <p:cBhvr>
                                        <p:cTn id="120" dur="1" fill="hold">
                                          <p:stCondLst>
                                            <p:cond delay="0"/>
                                          </p:stCondLst>
                                        </p:cTn>
                                        <p:tgtEl>
                                          <p:spTgt spid="32803"/>
                                        </p:tgtEl>
                                        <p:attrNameLst>
                                          <p:attrName>style.visibility</p:attrName>
                                        </p:attrNameLst>
                                      </p:cBhvr>
                                      <p:to>
                                        <p:strVal val="visible"/>
                                      </p:to>
                                    </p:set>
                                  </p:childTnLst>
                                </p:cTn>
                              </p:par>
                            </p:childTnLst>
                          </p:cTn>
                        </p:par>
                        <p:par>
                          <p:cTn id="121" fill="hold">
                            <p:stCondLst>
                              <p:cond delay="0"/>
                            </p:stCondLst>
                            <p:childTnLst>
                              <p:par>
                                <p:cTn id="122" presetID="35" presetClass="path" presetSubtype="0" accel="50000" decel="50000" fill="hold" grpId="1" nodeType="afterEffect">
                                  <p:stCondLst>
                                    <p:cond delay="0"/>
                                  </p:stCondLst>
                                  <p:childTnLst>
                                    <p:animMotion origin="layout" path="M -2.08333E-7 -2.59259E-6 L -0.58516 0.17292 " pathEditMode="relative" rAng="0" ptsTypes="AA">
                                      <p:cBhvr>
                                        <p:cTn id="123" dur="1000" fill="hold"/>
                                        <p:tgtEl>
                                          <p:spTgt spid="32803"/>
                                        </p:tgtEl>
                                        <p:attrNameLst>
                                          <p:attrName>ppt_x</p:attrName>
                                          <p:attrName>ppt_y</p:attrName>
                                        </p:attrNameLst>
                                      </p:cBhvr>
                                      <p:rCtr x="-29258" y="8634"/>
                                    </p:animMotion>
                                  </p:childTnLst>
                                </p:cTn>
                              </p:par>
                            </p:childTnLst>
                          </p:cTn>
                        </p:par>
                      </p:childTnLst>
                    </p:cTn>
                  </p:par>
                  <p:par>
                    <p:cTn id="124" fill="hold">
                      <p:stCondLst>
                        <p:cond delay="indefinite"/>
                      </p:stCondLst>
                      <p:childTnLst>
                        <p:par>
                          <p:cTn id="125" fill="hold">
                            <p:stCondLst>
                              <p:cond delay="0"/>
                            </p:stCondLst>
                            <p:childTnLst>
                              <p:par>
                                <p:cTn id="126" presetID="42" presetClass="path" presetSubtype="0" accel="50000" decel="50000" fill="hold" nodeType="clickEffect">
                                  <p:stCondLst>
                                    <p:cond delay="0"/>
                                  </p:stCondLst>
                                  <p:childTnLst>
                                    <p:animMotion origin="layout" path="M -0.00039 0.08287 L -0.00039 0.1213 " pathEditMode="relative" rAng="0" ptsTypes="AA">
                                      <p:cBhvr>
                                        <p:cTn id="127" dur="1000" fill="hold"/>
                                        <p:tgtEl>
                                          <p:spTgt spid="52"/>
                                        </p:tgtEl>
                                        <p:attrNameLst>
                                          <p:attrName>ppt_x</p:attrName>
                                          <p:attrName>ppt_y</p:attrName>
                                        </p:attrNameLst>
                                      </p:cBhvr>
                                      <p:rCtr x="0" y="1921"/>
                                    </p:animMotion>
                                  </p:childTnLst>
                                </p:cTn>
                              </p:par>
                            </p:childTnLst>
                          </p:cTn>
                        </p:par>
                      </p:childTnLst>
                    </p:cTn>
                  </p:par>
                  <p:par>
                    <p:cTn id="128" fill="hold">
                      <p:stCondLst>
                        <p:cond delay="indefinite"/>
                      </p:stCondLst>
                      <p:childTnLst>
                        <p:par>
                          <p:cTn id="129" fill="hold">
                            <p:stCondLst>
                              <p:cond delay="0"/>
                            </p:stCondLst>
                            <p:childTnLst>
                              <p:par>
                                <p:cTn id="130" presetID="1" presetClass="entr" presetSubtype="0" fill="hold" grpId="0" nodeType="clickEffect">
                                  <p:stCondLst>
                                    <p:cond delay="0"/>
                                  </p:stCondLst>
                                  <p:childTnLst>
                                    <p:set>
                                      <p:cBhvr>
                                        <p:cTn id="131" dur="1" fill="hold">
                                          <p:stCondLst>
                                            <p:cond delay="0"/>
                                          </p:stCondLst>
                                        </p:cTn>
                                        <p:tgtEl>
                                          <p:spTgt spid="101"/>
                                        </p:tgtEl>
                                        <p:attrNameLst>
                                          <p:attrName>style.visibility</p:attrName>
                                        </p:attrNameLst>
                                      </p:cBhvr>
                                      <p:to>
                                        <p:strVal val="visible"/>
                                      </p:to>
                                    </p:set>
                                  </p:childTnLst>
                                </p:cTn>
                              </p:par>
                            </p:childTnLst>
                          </p:cTn>
                        </p:par>
                        <p:par>
                          <p:cTn id="132" fill="hold">
                            <p:stCondLst>
                              <p:cond delay="0"/>
                            </p:stCondLst>
                            <p:childTnLst>
                              <p:par>
                                <p:cTn id="133" presetID="35" presetClass="path" presetSubtype="0" accel="50000" decel="50000" fill="hold" grpId="1" nodeType="afterEffect">
                                  <p:stCondLst>
                                    <p:cond delay="0"/>
                                  </p:stCondLst>
                                  <p:childTnLst>
                                    <p:animMotion origin="layout" path="M -4.375E-6 1.85185E-6 L -0.37955 0.39097 " pathEditMode="relative" rAng="0" ptsTypes="AA">
                                      <p:cBhvr>
                                        <p:cTn id="134" dur="1000" fill="hold"/>
                                        <p:tgtEl>
                                          <p:spTgt spid="101"/>
                                        </p:tgtEl>
                                        <p:attrNameLst>
                                          <p:attrName>ppt_x</p:attrName>
                                          <p:attrName>ppt_y</p:attrName>
                                        </p:attrNameLst>
                                      </p:cBhvr>
                                      <p:rCtr x="-18984" y="19537"/>
                                    </p:animMotion>
                                  </p:childTnLst>
                                </p:cTn>
                              </p:par>
                            </p:childTnLst>
                          </p:cTn>
                        </p:par>
                      </p:childTnLst>
                    </p:cTn>
                  </p:par>
                  <p:par>
                    <p:cTn id="135" fill="hold">
                      <p:stCondLst>
                        <p:cond delay="indefinite"/>
                      </p:stCondLst>
                      <p:childTnLst>
                        <p:par>
                          <p:cTn id="136" fill="hold">
                            <p:stCondLst>
                              <p:cond delay="0"/>
                            </p:stCondLst>
                            <p:childTnLst>
                              <p:par>
                                <p:cTn id="137" presetID="42" presetClass="path" presetSubtype="0" accel="50000" decel="50000" fill="hold" nodeType="clickEffect">
                                  <p:stCondLst>
                                    <p:cond delay="0"/>
                                  </p:stCondLst>
                                  <p:childTnLst>
                                    <p:animMotion origin="layout" path="M -0.00039 0.1213 L -0.00039 0.15856 " pathEditMode="relative" rAng="0" ptsTypes="AA">
                                      <p:cBhvr>
                                        <p:cTn id="138" dur="1000" fill="hold"/>
                                        <p:tgtEl>
                                          <p:spTgt spid="52"/>
                                        </p:tgtEl>
                                        <p:attrNameLst>
                                          <p:attrName>ppt_x</p:attrName>
                                          <p:attrName>ppt_y</p:attrName>
                                        </p:attrNameLst>
                                      </p:cBhvr>
                                      <p:rCtr x="0" y="1852"/>
                                    </p:animMotion>
                                  </p:childTnLst>
                                </p:cTn>
                              </p:par>
                            </p:childTnLst>
                          </p:cTn>
                        </p:par>
                      </p:childTnLst>
                    </p:cTn>
                  </p:par>
                  <p:par>
                    <p:cTn id="139" fill="hold">
                      <p:stCondLst>
                        <p:cond delay="indefinite"/>
                      </p:stCondLst>
                      <p:childTnLst>
                        <p:par>
                          <p:cTn id="140" fill="hold">
                            <p:stCondLst>
                              <p:cond delay="0"/>
                            </p:stCondLst>
                            <p:childTnLst>
                              <p:par>
                                <p:cTn id="141" presetID="63" presetClass="path" presetSubtype="0" accel="50000" decel="50000" fill="hold" grpId="2" nodeType="clickEffect">
                                  <p:stCondLst>
                                    <p:cond delay="0"/>
                                  </p:stCondLst>
                                  <p:childTnLst>
                                    <p:animMotion origin="layout" path="M -0.58516 0.17292 L -0.32448 0.29977 " pathEditMode="relative" rAng="0" ptsTypes="AA">
                                      <p:cBhvr>
                                        <p:cTn id="142" dur="1000" fill="hold"/>
                                        <p:tgtEl>
                                          <p:spTgt spid="32803"/>
                                        </p:tgtEl>
                                        <p:attrNameLst>
                                          <p:attrName>ppt_x</p:attrName>
                                          <p:attrName>ppt_y</p:attrName>
                                        </p:attrNameLst>
                                      </p:cBhvr>
                                      <p:rCtr x="13034" y="6343"/>
                                    </p:animMotion>
                                  </p:childTnLst>
                                </p:cTn>
                              </p:par>
                              <p:par>
                                <p:cTn id="143" presetID="1" presetClass="entr" presetSubtype="0" fill="hold" grpId="0" nodeType="withEffect">
                                  <p:stCondLst>
                                    <p:cond delay="0"/>
                                  </p:stCondLst>
                                  <p:childTnLst>
                                    <p:set>
                                      <p:cBhvr>
                                        <p:cTn id="144" dur="1" fill="hold">
                                          <p:stCondLst>
                                            <p:cond delay="0"/>
                                          </p:stCondLst>
                                        </p:cTn>
                                        <p:tgtEl>
                                          <p:spTgt spid="102"/>
                                        </p:tgtEl>
                                        <p:attrNameLst>
                                          <p:attrName>style.visibility</p:attrName>
                                        </p:attrNameLst>
                                      </p:cBhvr>
                                      <p:to>
                                        <p:strVal val="visible"/>
                                      </p:to>
                                    </p:set>
                                  </p:childTnLst>
                                </p:cTn>
                              </p:par>
                              <p:par>
                                <p:cTn id="145" presetID="35" presetClass="path" presetSubtype="0" accel="50000" decel="50000" fill="hold" grpId="1" nodeType="withEffect">
                                  <p:stCondLst>
                                    <p:cond delay="0"/>
                                  </p:stCondLst>
                                  <p:childTnLst>
                                    <p:animMotion origin="layout" path="M 2.70833E-6 1.11111E-6 L -0.44909 0.4456 " pathEditMode="relative" rAng="0" ptsTypes="AA">
                                      <p:cBhvr>
                                        <p:cTn id="146" dur="1000" fill="hold"/>
                                        <p:tgtEl>
                                          <p:spTgt spid="102"/>
                                        </p:tgtEl>
                                        <p:attrNameLst>
                                          <p:attrName>ppt_x</p:attrName>
                                          <p:attrName>ppt_y</p:attrName>
                                        </p:attrNameLst>
                                      </p:cBhvr>
                                      <p:rCtr x="-22461" y="22269"/>
                                    </p:animMotion>
                                  </p:childTnLst>
                                </p:cTn>
                              </p:par>
                            </p:childTnLst>
                          </p:cTn>
                        </p:par>
                        <p:par>
                          <p:cTn id="147" fill="hold">
                            <p:stCondLst>
                              <p:cond delay="1000"/>
                            </p:stCondLst>
                            <p:childTnLst>
                              <p:par>
                                <p:cTn id="148" presetID="35" presetClass="path" presetSubtype="0" accel="50000" decel="50000" fill="hold" grpId="3" nodeType="afterEffect">
                                  <p:stCondLst>
                                    <p:cond delay="0"/>
                                  </p:stCondLst>
                                  <p:childTnLst>
                                    <p:animMotion origin="layout" path="M -0.32448 0.29977 L -0.40833 0.29977 " pathEditMode="relative" rAng="0" ptsTypes="AA">
                                      <p:cBhvr>
                                        <p:cTn id="149" dur="1000" fill="hold"/>
                                        <p:tgtEl>
                                          <p:spTgt spid="32803"/>
                                        </p:tgtEl>
                                        <p:attrNameLst>
                                          <p:attrName>ppt_x</p:attrName>
                                          <p:attrName>ppt_y</p:attrName>
                                        </p:attrNameLst>
                                      </p:cBhvr>
                                      <p:rCtr x="-4193" y="0"/>
                                    </p:animMotion>
                                  </p:childTnLst>
                                </p:cTn>
                              </p:par>
                            </p:childTnLst>
                          </p:cTn>
                        </p:par>
                        <p:par>
                          <p:cTn id="150" fill="hold">
                            <p:stCondLst>
                              <p:cond delay="2000"/>
                            </p:stCondLst>
                            <p:childTnLst>
                              <p:par>
                                <p:cTn id="151" presetID="10" presetClass="exit" presetSubtype="0" fill="hold" grpId="4" nodeType="afterEffect">
                                  <p:stCondLst>
                                    <p:cond delay="0"/>
                                  </p:stCondLst>
                                  <p:childTnLst>
                                    <p:animEffect transition="out" filter="fade">
                                      <p:cBhvr>
                                        <p:cTn id="152" dur="500"/>
                                        <p:tgtEl>
                                          <p:spTgt spid="32803"/>
                                        </p:tgtEl>
                                      </p:cBhvr>
                                    </p:animEffect>
                                    <p:set>
                                      <p:cBhvr>
                                        <p:cTn id="153" dur="1" fill="hold">
                                          <p:stCondLst>
                                            <p:cond delay="499"/>
                                          </p:stCondLst>
                                        </p:cTn>
                                        <p:tgtEl>
                                          <p:spTgt spid="32803"/>
                                        </p:tgtEl>
                                        <p:attrNameLst>
                                          <p:attrName>style.visibility</p:attrName>
                                        </p:attrNameLst>
                                      </p:cBhvr>
                                      <p:to>
                                        <p:strVal val="hidden"/>
                                      </p:to>
                                    </p:set>
                                  </p:childTnLst>
                                </p:cTn>
                              </p:par>
                              <p:par>
                                <p:cTn id="154" presetID="10" presetClass="exit" presetSubtype="0" fill="hold" grpId="2" nodeType="withEffect">
                                  <p:stCondLst>
                                    <p:cond delay="0"/>
                                  </p:stCondLst>
                                  <p:childTnLst>
                                    <p:animEffect transition="out" filter="fade">
                                      <p:cBhvr>
                                        <p:cTn id="155" dur="500"/>
                                        <p:tgtEl>
                                          <p:spTgt spid="102"/>
                                        </p:tgtEl>
                                      </p:cBhvr>
                                    </p:animEffect>
                                    <p:set>
                                      <p:cBhvr>
                                        <p:cTn id="156" dur="1" fill="hold">
                                          <p:stCondLst>
                                            <p:cond delay="499"/>
                                          </p:stCondLst>
                                        </p:cTn>
                                        <p:tgtEl>
                                          <p:spTgt spid="102"/>
                                        </p:tgtEl>
                                        <p:attrNameLst>
                                          <p:attrName>style.visibility</p:attrName>
                                        </p:attrNameLst>
                                      </p:cBhvr>
                                      <p:to>
                                        <p:strVal val="hidden"/>
                                      </p:to>
                                    </p:set>
                                  </p:childTnLst>
                                </p:cTn>
                              </p:par>
                            </p:childTnLst>
                          </p:cTn>
                        </p:par>
                        <p:par>
                          <p:cTn id="157" fill="hold">
                            <p:stCondLst>
                              <p:cond delay="2500"/>
                            </p:stCondLst>
                            <p:childTnLst>
                              <p:par>
                                <p:cTn id="158" presetID="16" presetClass="entr" presetSubtype="21" fill="hold" grpId="0" nodeType="afterEffect">
                                  <p:stCondLst>
                                    <p:cond delay="0"/>
                                  </p:stCondLst>
                                  <p:childTnLst>
                                    <p:set>
                                      <p:cBhvr>
                                        <p:cTn id="159" dur="1" fill="hold">
                                          <p:stCondLst>
                                            <p:cond delay="0"/>
                                          </p:stCondLst>
                                        </p:cTn>
                                        <p:tgtEl>
                                          <p:spTgt spid="103"/>
                                        </p:tgtEl>
                                        <p:attrNameLst>
                                          <p:attrName>style.visibility</p:attrName>
                                        </p:attrNameLst>
                                      </p:cBhvr>
                                      <p:to>
                                        <p:strVal val="visible"/>
                                      </p:to>
                                    </p:set>
                                    <p:animEffect transition="in" filter="barn(inVertical)">
                                      <p:cBhvr>
                                        <p:cTn id="160" dur="500"/>
                                        <p:tgtEl>
                                          <p:spTgt spid="103"/>
                                        </p:tgtEl>
                                      </p:cBhvr>
                                    </p:animEffect>
                                  </p:childTnLst>
                                </p:cTn>
                              </p:par>
                              <p:par>
                                <p:cTn id="161" presetID="35" presetClass="path" presetSubtype="0" accel="50000" decel="50000" fill="hold" grpId="1" nodeType="withEffect">
                                  <p:stCondLst>
                                    <p:cond delay="0"/>
                                  </p:stCondLst>
                                  <p:childTnLst>
                                    <p:animMotion origin="layout" path="M -3.95833E-6 4.44444E-6 L -0.08268 0.20694 " pathEditMode="relative" rAng="0" ptsTypes="AA">
                                      <p:cBhvr>
                                        <p:cTn id="162" dur="1000" fill="hold"/>
                                        <p:tgtEl>
                                          <p:spTgt spid="100"/>
                                        </p:tgtEl>
                                        <p:attrNameLst>
                                          <p:attrName>ppt_x</p:attrName>
                                          <p:attrName>ppt_y</p:attrName>
                                        </p:attrNameLst>
                                      </p:cBhvr>
                                      <p:rCtr x="-4141" y="10347"/>
                                    </p:animMotion>
                                  </p:childTnLst>
                                </p:cTn>
                              </p:par>
                              <p:par>
                                <p:cTn id="163" presetID="35" presetClass="path" presetSubtype="0" accel="50000" decel="50000" fill="hold" grpId="1" nodeType="withEffect">
                                  <p:stCondLst>
                                    <p:cond delay="500"/>
                                  </p:stCondLst>
                                  <p:childTnLst>
                                    <p:animMotion origin="layout" path="M -1.45833E-6 -4.81481E-6 L -0.14687 -0.00092 " pathEditMode="relative" rAng="0" ptsTypes="AA">
                                      <p:cBhvr>
                                        <p:cTn id="164" dur="1000" fill="hold"/>
                                        <p:tgtEl>
                                          <p:spTgt spid="103"/>
                                        </p:tgtEl>
                                        <p:attrNameLst>
                                          <p:attrName>ppt_x</p:attrName>
                                          <p:attrName>ppt_y</p:attrName>
                                        </p:attrNameLst>
                                      </p:cBhvr>
                                      <p:rCtr x="-7344" y="-46"/>
                                    </p:animMotion>
                                  </p:childTnLst>
                                </p:cTn>
                              </p:par>
                              <p:par>
                                <p:cTn id="165" presetID="10" presetClass="exit" presetSubtype="0" fill="hold" grpId="2" nodeType="withEffect">
                                  <p:stCondLst>
                                    <p:cond delay="1000"/>
                                  </p:stCondLst>
                                  <p:childTnLst>
                                    <p:animEffect transition="out" filter="fade">
                                      <p:cBhvr>
                                        <p:cTn id="166" dur="500"/>
                                        <p:tgtEl>
                                          <p:spTgt spid="100"/>
                                        </p:tgtEl>
                                      </p:cBhvr>
                                    </p:animEffect>
                                    <p:set>
                                      <p:cBhvr>
                                        <p:cTn id="167" dur="1" fill="hold">
                                          <p:stCondLst>
                                            <p:cond delay="499"/>
                                          </p:stCondLst>
                                        </p:cTn>
                                        <p:tgtEl>
                                          <p:spTgt spid="100"/>
                                        </p:tgtEl>
                                        <p:attrNameLst>
                                          <p:attrName>style.visibility</p:attrName>
                                        </p:attrNameLst>
                                      </p:cBhvr>
                                      <p:to>
                                        <p:strVal val="hidden"/>
                                      </p:to>
                                    </p:set>
                                  </p:childTnLst>
                                </p:cTn>
                              </p:par>
                            </p:childTnLst>
                          </p:cTn>
                        </p:par>
                      </p:childTnLst>
                    </p:cTn>
                  </p:par>
                  <p:par>
                    <p:cTn id="168" fill="hold">
                      <p:stCondLst>
                        <p:cond delay="indefinite"/>
                      </p:stCondLst>
                      <p:childTnLst>
                        <p:par>
                          <p:cTn id="169" fill="hold">
                            <p:stCondLst>
                              <p:cond delay="0"/>
                            </p:stCondLst>
                            <p:childTnLst>
                              <p:par>
                                <p:cTn id="170" presetID="64" presetClass="path" presetSubtype="0" accel="50000" decel="50000" fill="hold" nodeType="clickEffect">
                                  <p:stCondLst>
                                    <p:cond delay="0"/>
                                  </p:stCondLst>
                                  <p:childTnLst>
                                    <p:animMotion origin="layout" path="M -0.00039 0.15856 L -0.00039 0.08287 " pathEditMode="relative" rAng="0" ptsTypes="AA">
                                      <p:cBhvr>
                                        <p:cTn id="171" dur="1000" fill="hold"/>
                                        <p:tgtEl>
                                          <p:spTgt spid="52"/>
                                        </p:tgtEl>
                                        <p:attrNameLst>
                                          <p:attrName>ppt_x</p:attrName>
                                          <p:attrName>ppt_y</p:attrName>
                                        </p:attrNameLst>
                                      </p:cBhvr>
                                      <p:rCtr x="0" y="-3796"/>
                                    </p:animMotion>
                                  </p:childTnLst>
                                </p:cTn>
                              </p:par>
                            </p:childTnLst>
                          </p:cTn>
                        </p:par>
                      </p:childTnLst>
                    </p:cTn>
                  </p:par>
                  <p:par>
                    <p:cTn id="172" fill="hold">
                      <p:stCondLst>
                        <p:cond delay="indefinite"/>
                      </p:stCondLst>
                      <p:childTnLst>
                        <p:par>
                          <p:cTn id="173" fill="hold">
                            <p:stCondLst>
                              <p:cond delay="0"/>
                            </p:stCondLst>
                            <p:childTnLst>
                              <p:par>
                                <p:cTn id="174" presetID="1" presetClass="entr" presetSubtype="0" fill="hold" grpId="0" nodeType="clickEffect">
                                  <p:stCondLst>
                                    <p:cond delay="0"/>
                                  </p:stCondLst>
                                  <p:childTnLst>
                                    <p:set>
                                      <p:cBhvr>
                                        <p:cTn id="175" dur="1" fill="hold">
                                          <p:stCondLst>
                                            <p:cond delay="0"/>
                                          </p:stCondLst>
                                        </p:cTn>
                                        <p:tgtEl>
                                          <p:spTgt spid="104"/>
                                        </p:tgtEl>
                                        <p:attrNameLst>
                                          <p:attrName>style.visibility</p:attrName>
                                        </p:attrNameLst>
                                      </p:cBhvr>
                                      <p:to>
                                        <p:strVal val="visible"/>
                                      </p:to>
                                    </p:set>
                                  </p:childTnLst>
                                </p:cTn>
                              </p:par>
                            </p:childTnLst>
                          </p:cTn>
                        </p:par>
                        <p:par>
                          <p:cTn id="176" fill="hold">
                            <p:stCondLst>
                              <p:cond delay="0"/>
                            </p:stCondLst>
                            <p:childTnLst>
                              <p:par>
                                <p:cTn id="177" presetID="35" presetClass="path" presetSubtype="0" accel="50000" decel="50000" fill="hold" grpId="1" nodeType="afterEffect">
                                  <p:stCondLst>
                                    <p:cond delay="0"/>
                                  </p:stCondLst>
                                  <p:childTnLst>
                                    <p:animMotion origin="layout" path="M 3.54167E-6 -1.11111E-6 L -0.60769 0.17315 " pathEditMode="relative" rAng="0" ptsTypes="AA">
                                      <p:cBhvr>
                                        <p:cTn id="178" dur="1000" fill="hold"/>
                                        <p:tgtEl>
                                          <p:spTgt spid="104"/>
                                        </p:tgtEl>
                                        <p:attrNameLst>
                                          <p:attrName>ppt_x</p:attrName>
                                          <p:attrName>ppt_y</p:attrName>
                                        </p:attrNameLst>
                                      </p:cBhvr>
                                      <p:rCtr x="-30391" y="8657"/>
                                    </p:animMotion>
                                  </p:childTnLst>
                                </p:cTn>
                              </p:par>
                            </p:childTnLst>
                          </p:cTn>
                        </p:par>
                      </p:childTnLst>
                    </p:cTn>
                  </p:par>
                  <p:par>
                    <p:cTn id="179" fill="hold">
                      <p:stCondLst>
                        <p:cond delay="indefinite"/>
                      </p:stCondLst>
                      <p:childTnLst>
                        <p:par>
                          <p:cTn id="180" fill="hold">
                            <p:stCondLst>
                              <p:cond delay="0"/>
                            </p:stCondLst>
                            <p:childTnLst>
                              <p:par>
                                <p:cTn id="181" presetID="42" presetClass="path" presetSubtype="0" accel="50000" decel="50000" fill="hold" nodeType="clickEffect">
                                  <p:stCondLst>
                                    <p:cond delay="0"/>
                                  </p:stCondLst>
                                  <p:childTnLst>
                                    <p:animMotion origin="layout" path="M -0.00039 0.08287 L -0.00039 0.1213 " pathEditMode="relative" rAng="0" ptsTypes="AA">
                                      <p:cBhvr>
                                        <p:cTn id="182" dur="1000" fill="hold"/>
                                        <p:tgtEl>
                                          <p:spTgt spid="52"/>
                                        </p:tgtEl>
                                        <p:attrNameLst>
                                          <p:attrName>ppt_x</p:attrName>
                                          <p:attrName>ppt_y</p:attrName>
                                        </p:attrNameLst>
                                      </p:cBhvr>
                                      <p:rCtr x="0" y="1921"/>
                                    </p:animMotion>
                                  </p:childTnLst>
                                </p:cTn>
                              </p:par>
                            </p:childTnLst>
                          </p:cTn>
                        </p:par>
                      </p:childTnLst>
                    </p:cTn>
                  </p:par>
                  <p:par>
                    <p:cTn id="183" fill="hold">
                      <p:stCondLst>
                        <p:cond delay="indefinite"/>
                      </p:stCondLst>
                      <p:childTnLst>
                        <p:par>
                          <p:cTn id="184" fill="hold">
                            <p:stCondLst>
                              <p:cond delay="0"/>
                            </p:stCondLst>
                            <p:childTnLst>
                              <p:par>
                                <p:cTn id="185" presetID="1" presetClass="entr" presetSubtype="0" fill="hold" grpId="0" nodeType="clickEffect">
                                  <p:stCondLst>
                                    <p:cond delay="0"/>
                                  </p:stCondLst>
                                  <p:childTnLst>
                                    <p:set>
                                      <p:cBhvr>
                                        <p:cTn id="186" dur="1" fill="hold">
                                          <p:stCondLst>
                                            <p:cond delay="0"/>
                                          </p:stCondLst>
                                        </p:cTn>
                                        <p:tgtEl>
                                          <p:spTgt spid="105"/>
                                        </p:tgtEl>
                                        <p:attrNameLst>
                                          <p:attrName>style.visibility</p:attrName>
                                        </p:attrNameLst>
                                      </p:cBhvr>
                                      <p:to>
                                        <p:strVal val="visible"/>
                                      </p:to>
                                    </p:set>
                                  </p:childTnLst>
                                </p:cTn>
                              </p:par>
                            </p:childTnLst>
                          </p:cTn>
                        </p:par>
                        <p:par>
                          <p:cTn id="187" fill="hold">
                            <p:stCondLst>
                              <p:cond delay="0"/>
                            </p:stCondLst>
                            <p:childTnLst>
                              <p:par>
                                <p:cTn id="188" presetID="35" presetClass="path" presetSubtype="0" accel="50000" decel="50000" fill="hold" grpId="1" nodeType="afterEffect">
                                  <p:stCondLst>
                                    <p:cond delay="0"/>
                                  </p:stCondLst>
                                  <p:childTnLst>
                                    <p:animMotion origin="layout" path="M -3.33333E-6 1.85185E-6 L -0.4052 0.39097 " pathEditMode="relative" rAng="0" ptsTypes="AA">
                                      <p:cBhvr>
                                        <p:cTn id="189" dur="1000" fill="hold"/>
                                        <p:tgtEl>
                                          <p:spTgt spid="105"/>
                                        </p:tgtEl>
                                        <p:attrNameLst>
                                          <p:attrName>ppt_x</p:attrName>
                                          <p:attrName>ppt_y</p:attrName>
                                        </p:attrNameLst>
                                      </p:cBhvr>
                                      <p:rCtr x="-20260" y="19537"/>
                                    </p:animMotion>
                                  </p:childTnLst>
                                </p:cTn>
                              </p:par>
                              <p:par>
                                <p:cTn id="190" presetID="10" presetClass="exit" presetSubtype="0" fill="hold" grpId="2" nodeType="withEffect">
                                  <p:stCondLst>
                                    <p:cond delay="0"/>
                                  </p:stCondLst>
                                  <p:childTnLst>
                                    <p:animEffect transition="out" filter="fade">
                                      <p:cBhvr>
                                        <p:cTn id="191" dur="500"/>
                                        <p:tgtEl>
                                          <p:spTgt spid="101"/>
                                        </p:tgtEl>
                                      </p:cBhvr>
                                    </p:animEffect>
                                    <p:set>
                                      <p:cBhvr>
                                        <p:cTn id="192" dur="1" fill="hold">
                                          <p:stCondLst>
                                            <p:cond delay="499"/>
                                          </p:stCondLst>
                                        </p:cTn>
                                        <p:tgtEl>
                                          <p:spTgt spid="101"/>
                                        </p:tgtEl>
                                        <p:attrNameLst>
                                          <p:attrName>style.visibility</p:attrName>
                                        </p:attrNameLst>
                                      </p:cBhvr>
                                      <p:to>
                                        <p:strVal val="hidden"/>
                                      </p:to>
                                    </p:set>
                                  </p:childTnLst>
                                </p:cTn>
                              </p:par>
                            </p:childTnLst>
                          </p:cTn>
                        </p:par>
                      </p:childTnLst>
                    </p:cTn>
                  </p:par>
                  <p:par>
                    <p:cTn id="193" fill="hold">
                      <p:stCondLst>
                        <p:cond delay="indefinite"/>
                      </p:stCondLst>
                      <p:childTnLst>
                        <p:par>
                          <p:cTn id="194" fill="hold">
                            <p:stCondLst>
                              <p:cond delay="0"/>
                            </p:stCondLst>
                            <p:childTnLst>
                              <p:par>
                                <p:cTn id="195" presetID="42" presetClass="path" presetSubtype="0" accel="50000" decel="50000" fill="hold" nodeType="clickEffect">
                                  <p:stCondLst>
                                    <p:cond delay="0"/>
                                  </p:stCondLst>
                                  <p:childTnLst>
                                    <p:animMotion origin="layout" path="M -0.00039 0.1213 L -0.00039 0.15856 " pathEditMode="relative" rAng="0" ptsTypes="AA">
                                      <p:cBhvr>
                                        <p:cTn id="196" dur="1000" fill="hold"/>
                                        <p:tgtEl>
                                          <p:spTgt spid="52"/>
                                        </p:tgtEl>
                                        <p:attrNameLst>
                                          <p:attrName>ppt_x</p:attrName>
                                          <p:attrName>ppt_y</p:attrName>
                                        </p:attrNameLst>
                                      </p:cBhvr>
                                      <p:rCtr x="0" y="1852"/>
                                    </p:animMotion>
                                  </p:childTnLst>
                                </p:cTn>
                              </p:par>
                            </p:childTnLst>
                          </p:cTn>
                        </p:par>
                      </p:childTnLst>
                    </p:cTn>
                  </p:par>
                  <p:par>
                    <p:cTn id="197" fill="hold">
                      <p:stCondLst>
                        <p:cond delay="indefinite"/>
                      </p:stCondLst>
                      <p:childTnLst>
                        <p:par>
                          <p:cTn id="198" fill="hold">
                            <p:stCondLst>
                              <p:cond delay="0"/>
                            </p:stCondLst>
                            <p:childTnLst>
                              <p:par>
                                <p:cTn id="199" presetID="63" presetClass="path" presetSubtype="0" accel="50000" decel="50000" fill="hold" grpId="2" nodeType="clickEffect">
                                  <p:stCondLst>
                                    <p:cond delay="0"/>
                                  </p:stCondLst>
                                  <p:childTnLst>
                                    <p:animMotion origin="layout" path="M -0.60769 0.17315 L -0.34701 0.3 " pathEditMode="relative" rAng="0" ptsTypes="AA">
                                      <p:cBhvr>
                                        <p:cTn id="200" dur="1000" fill="hold"/>
                                        <p:tgtEl>
                                          <p:spTgt spid="104"/>
                                        </p:tgtEl>
                                        <p:attrNameLst>
                                          <p:attrName>ppt_x</p:attrName>
                                          <p:attrName>ppt_y</p:attrName>
                                        </p:attrNameLst>
                                      </p:cBhvr>
                                      <p:rCtr x="13034" y="6343"/>
                                    </p:animMotion>
                                  </p:childTnLst>
                                </p:cTn>
                              </p:par>
                              <p:par>
                                <p:cTn id="201" presetID="1" presetClass="entr" presetSubtype="0" fill="hold" grpId="0" nodeType="withEffect">
                                  <p:stCondLst>
                                    <p:cond delay="0"/>
                                  </p:stCondLst>
                                  <p:childTnLst>
                                    <p:set>
                                      <p:cBhvr>
                                        <p:cTn id="202" dur="1" fill="hold">
                                          <p:stCondLst>
                                            <p:cond delay="0"/>
                                          </p:stCondLst>
                                        </p:cTn>
                                        <p:tgtEl>
                                          <p:spTgt spid="106"/>
                                        </p:tgtEl>
                                        <p:attrNameLst>
                                          <p:attrName>style.visibility</p:attrName>
                                        </p:attrNameLst>
                                      </p:cBhvr>
                                      <p:to>
                                        <p:strVal val="visible"/>
                                      </p:to>
                                    </p:set>
                                  </p:childTnLst>
                                </p:cTn>
                              </p:par>
                              <p:par>
                                <p:cTn id="203" presetID="35" presetClass="path" presetSubtype="0" accel="50000" decel="50000" fill="hold" grpId="1" nodeType="withEffect">
                                  <p:stCondLst>
                                    <p:cond delay="0"/>
                                  </p:stCondLst>
                                  <p:childTnLst>
                                    <p:animMotion origin="layout" path="M 1.875E-6 1.11111E-6 L -0.47292 0.45092 " pathEditMode="relative" rAng="0" ptsTypes="AA">
                                      <p:cBhvr>
                                        <p:cTn id="204" dur="1000" fill="hold"/>
                                        <p:tgtEl>
                                          <p:spTgt spid="106"/>
                                        </p:tgtEl>
                                        <p:attrNameLst>
                                          <p:attrName>ppt_x</p:attrName>
                                          <p:attrName>ppt_y</p:attrName>
                                        </p:attrNameLst>
                                      </p:cBhvr>
                                      <p:rCtr x="-23646" y="22546"/>
                                    </p:animMotion>
                                  </p:childTnLst>
                                </p:cTn>
                              </p:par>
                            </p:childTnLst>
                          </p:cTn>
                        </p:par>
                        <p:par>
                          <p:cTn id="205" fill="hold">
                            <p:stCondLst>
                              <p:cond delay="1000"/>
                            </p:stCondLst>
                            <p:childTnLst>
                              <p:par>
                                <p:cTn id="206" presetID="35" presetClass="path" presetSubtype="0" accel="50000" decel="50000" fill="hold" grpId="3" nodeType="afterEffect">
                                  <p:stCondLst>
                                    <p:cond delay="0"/>
                                  </p:stCondLst>
                                  <p:childTnLst>
                                    <p:animMotion origin="layout" path="M -0.34701 0.3 L -0.43047 0.30394 " pathEditMode="relative" rAng="0" ptsTypes="AA">
                                      <p:cBhvr>
                                        <p:cTn id="207" dur="1000" fill="hold"/>
                                        <p:tgtEl>
                                          <p:spTgt spid="104"/>
                                        </p:tgtEl>
                                        <p:attrNameLst>
                                          <p:attrName>ppt_x</p:attrName>
                                          <p:attrName>ppt_y</p:attrName>
                                        </p:attrNameLst>
                                      </p:cBhvr>
                                      <p:rCtr x="-4180" y="185"/>
                                    </p:animMotion>
                                  </p:childTnLst>
                                </p:cTn>
                              </p:par>
                            </p:childTnLst>
                          </p:cTn>
                        </p:par>
                        <p:par>
                          <p:cTn id="208" fill="hold">
                            <p:stCondLst>
                              <p:cond delay="2000"/>
                            </p:stCondLst>
                            <p:childTnLst>
                              <p:par>
                                <p:cTn id="209" presetID="10" presetClass="exit" presetSubtype="0" fill="hold" grpId="4" nodeType="afterEffect">
                                  <p:stCondLst>
                                    <p:cond delay="0"/>
                                  </p:stCondLst>
                                  <p:childTnLst>
                                    <p:animEffect transition="out" filter="fade">
                                      <p:cBhvr>
                                        <p:cTn id="210" dur="500"/>
                                        <p:tgtEl>
                                          <p:spTgt spid="104"/>
                                        </p:tgtEl>
                                      </p:cBhvr>
                                    </p:animEffect>
                                    <p:set>
                                      <p:cBhvr>
                                        <p:cTn id="211" dur="1" fill="hold">
                                          <p:stCondLst>
                                            <p:cond delay="499"/>
                                          </p:stCondLst>
                                        </p:cTn>
                                        <p:tgtEl>
                                          <p:spTgt spid="104"/>
                                        </p:tgtEl>
                                        <p:attrNameLst>
                                          <p:attrName>style.visibility</p:attrName>
                                        </p:attrNameLst>
                                      </p:cBhvr>
                                      <p:to>
                                        <p:strVal val="hidden"/>
                                      </p:to>
                                    </p:set>
                                  </p:childTnLst>
                                </p:cTn>
                              </p:par>
                              <p:par>
                                <p:cTn id="212" presetID="10" presetClass="exit" presetSubtype="0" fill="hold" grpId="2" nodeType="withEffect">
                                  <p:stCondLst>
                                    <p:cond delay="0"/>
                                  </p:stCondLst>
                                  <p:childTnLst>
                                    <p:animEffect transition="out" filter="fade">
                                      <p:cBhvr>
                                        <p:cTn id="213" dur="500"/>
                                        <p:tgtEl>
                                          <p:spTgt spid="106"/>
                                        </p:tgtEl>
                                      </p:cBhvr>
                                    </p:animEffect>
                                    <p:set>
                                      <p:cBhvr>
                                        <p:cTn id="214" dur="1" fill="hold">
                                          <p:stCondLst>
                                            <p:cond delay="499"/>
                                          </p:stCondLst>
                                        </p:cTn>
                                        <p:tgtEl>
                                          <p:spTgt spid="106"/>
                                        </p:tgtEl>
                                        <p:attrNameLst>
                                          <p:attrName>style.visibility</p:attrName>
                                        </p:attrNameLst>
                                      </p:cBhvr>
                                      <p:to>
                                        <p:strVal val="hidden"/>
                                      </p:to>
                                    </p:set>
                                  </p:childTnLst>
                                </p:cTn>
                              </p:par>
                            </p:childTnLst>
                          </p:cTn>
                        </p:par>
                        <p:par>
                          <p:cTn id="215" fill="hold">
                            <p:stCondLst>
                              <p:cond delay="2500"/>
                            </p:stCondLst>
                            <p:childTnLst>
                              <p:par>
                                <p:cTn id="216" presetID="16" presetClass="entr" presetSubtype="21" fill="hold" grpId="0" nodeType="afterEffect">
                                  <p:stCondLst>
                                    <p:cond delay="0"/>
                                  </p:stCondLst>
                                  <p:childTnLst>
                                    <p:set>
                                      <p:cBhvr>
                                        <p:cTn id="217" dur="1" fill="hold">
                                          <p:stCondLst>
                                            <p:cond delay="0"/>
                                          </p:stCondLst>
                                        </p:cTn>
                                        <p:tgtEl>
                                          <p:spTgt spid="107"/>
                                        </p:tgtEl>
                                        <p:attrNameLst>
                                          <p:attrName>style.visibility</p:attrName>
                                        </p:attrNameLst>
                                      </p:cBhvr>
                                      <p:to>
                                        <p:strVal val="visible"/>
                                      </p:to>
                                    </p:set>
                                    <p:animEffect transition="in" filter="barn(inVertical)">
                                      <p:cBhvr>
                                        <p:cTn id="218" dur="500"/>
                                        <p:tgtEl>
                                          <p:spTgt spid="107"/>
                                        </p:tgtEl>
                                      </p:cBhvr>
                                    </p:animEffect>
                                  </p:childTnLst>
                                </p:cTn>
                              </p:par>
                              <p:par>
                                <p:cTn id="219" presetID="35" presetClass="path" presetSubtype="0" accel="50000" decel="50000" fill="hold" grpId="1" nodeType="withEffect">
                                  <p:stCondLst>
                                    <p:cond delay="500"/>
                                  </p:stCondLst>
                                  <p:childTnLst>
                                    <p:animMotion origin="layout" path="M -1.45833E-6 -4.81481E-6 L -0.14687 -0.00092 " pathEditMode="relative" rAng="0" ptsTypes="AA">
                                      <p:cBhvr>
                                        <p:cTn id="220" dur="1000" fill="hold"/>
                                        <p:tgtEl>
                                          <p:spTgt spid="107"/>
                                        </p:tgtEl>
                                        <p:attrNameLst>
                                          <p:attrName>ppt_x</p:attrName>
                                          <p:attrName>ppt_y</p:attrName>
                                        </p:attrNameLst>
                                      </p:cBhvr>
                                      <p:rCtr x="-7344" y="-46"/>
                                    </p:animMotion>
                                  </p:childTnLst>
                                </p:cTn>
                              </p:par>
                              <p:par>
                                <p:cTn id="221" presetID="10" presetClass="exit" presetSubtype="0" fill="hold" grpId="2" nodeType="withEffect">
                                  <p:stCondLst>
                                    <p:cond delay="1000"/>
                                  </p:stCondLst>
                                  <p:childTnLst>
                                    <p:animEffect transition="out" filter="fade">
                                      <p:cBhvr>
                                        <p:cTn id="222" dur="500"/>
                                        <p:tgtEl>
                                          <p:spTgt spid="103"/>
                                        </p:tgtEl>
                                      </p:cBhvr>
                                    </p:animEffect>
                                    <p:set>
                                      <p:cBhvr>
                                        <p:cTn id="223" dur="1" fill="hold">
                                          <p:stCondLst>
                                            <p:cond delay="499"/>
                                          </p:stCondLst>
                                        </p:cTn>
                                        <p:tgtEl>
                                          <p:spTgt spid="103"/>
                                        </p:tgtEl>
                                        <p:attrNameLst>
                                          <p:attrName>style.visibility</p:attrName>
                                        </p:attrNameLst>
                                      </p:cBhvr>
                                      <p:to>
                                        <p:strVal val="hidden"/>
                                      </p:to>
                                    </p:set>
                                  </p:childTnLst>
                                </p:cTn>
                              </p:par>
                            </p:childTnLst>
                          </p:cTn>
                        </p:par>
                        <p:par>
                          <p:cTn id="224" fill="hold">
                            <p:stCondLst>
                              <p:cond delay="4000"/>
                            </p:stCondLst>
                            <p:childTnLst>
                              <p:par>
                                <p:cTn id="225" presetID="16" presetClass="entr" presetSubtype="21" fill="hold" grpId="0" nodeType="afterEffect">
                                  <p:stCondLst>
                                    <p:cond delay="0"/>
                                  </p:stCondLst>
                                  <p:childTnLst>
                                    <p:set>
                                      <p:cBhvr>
                                        <p:cTn id="226" dur="1" fill="hold">
                                          <p:stCondLst>
                                            <p:cond delay="0"/>
                                          </p:stCondLst>
                                        </p:cTn>
                                        <p:tgtEl>
                                          <p:spTgt spid="108"/>
                                        </p:tgtEl>
                                        <p:attrNameLst>
                                          <p:attrName>style.visibility</p:attrName>
                                        </p:attrNameLst>
                                      </p:cBhvr>
                                      <p:to>
                                        <p:strVal val="visible"/>
                                      </p:to>
                                    </p:set>
                                    <p:animEffect transition="in" filter="barn(inVertical)">
                                      <p:cBhvr>
                                        <p:cTn id="227" dur="500"/>
                                        <p:tgtEl>
                                          <p:spTgt spid="108"/>
                                        </p:tgtEl>
                                      </p:cBhvr>
                                    </p:animEffect>
                                  </p:childTnLst>
                                </p:cTn>
                              </p:par>
                              <p:par>
                                <p:cTn id="228" presetID="10" presetClass="exit" presetSubtype="0" fill="hold" grpId="2" nodeType="withEffect">
                                  <p:stCondLst>
                                    <p:cond delay="0"/>
                                  </p:stCondLst>
                                  <p:childTnLst>
                                    <p:animEffect transition="out" filter="fade">
                                      <p:cBhvr>
                                        <p:cTn id="229" dur="500"/>
                                        <p:tgtEl>
                                          <p:spTgt spid="107"/>
                                        </p:tgtEl>
                                      </p:cBhvr>
                                    </p:animEffect>
                                    <p:set>
                                      <p:cBhvr>
                                        <p:cTn id="230" dur="1" fill="hold">
                                          <p:stCondLst>
                                            <p:cond delay="499"/>
                                          </p:stCondLst>
                                        </p:cTn>
                                        <p:tgtEl>
                                          <p:spTgt spid="107"/>
                                        </p:tgtEl>
                                        <p:attrNameLst>
                                          <p:attrName>style.visibility</p:attrName>
                                        </p:attrNameLst>
                                      </p:cBhvr>
                                      <p:to>
                                        <p:strVal val="hidden"/>
                                      </p:to>
                                    </p:set>
                                  </p:childTnLst>
                                </p:cTn>
                              </p:par>
                            </p:childTnLst>
                          </p:cTn>
                        </p:par>
                      </p:childTnLst>
                    </p:cTn>
                  </p:par>
                  <p:par>
                    <p:cTn id="231" fill="hold">
                      <p:stCondLst>
                        <p:cond delay="indefinite"/>
                      </p:stCondLst>
                      <p:childTnLst>
                        <p:par>
                          <p:cTn id="232" fill="hold">
                            <p:stCondLst>
                              <p:cond delay="0"/>
                            </p:stCondLst>
                            <p:childTnLst>
                              <p:par>
                                <p:cTn id="233" presetID="64" presetClass="path" presetSubtype="0" accel="50000" decel="50000" fill="hold" nodeType="clickEffect">
                                  <p:stCondLst>
                                    <p:cond delay="0"/>
                                  </p:stCondLst>
                                  <p:childTnLst>
                                    <p:animMotion origin="layout" path="M -0.00039 0.15856 L -0.00039 0.08287 " pathEditMode="relative" rAng="0" ptsTypes="AA">
                                      <p:cBhvr>
                                        <p:cTn id="234" dur="1000" fill="hold"/>
                                        <p:tgtEl>
                                          <p:spTgt spid="52"/>
                                        </p:tgtEl>
                                        <p:attrNameLst>
                                          <p:attrName>ppt_x</p:attrName>
                                          <p:attrName>ppt_y</p:attrName>
                                        </p:attrNameLst>
                                      </p:cBhvr>
                                      <p:rCtr x="0" y="-3796"/>
                                    </p:animMotion>
                                  </p:childTnLst>
                                </p:cTn>
                              </p:par>
                            </p:childTnLst>
                          </p:cTn>
                        </p:par>
                      </p:childTnLst>
                    </p:cTn>
                  </p:par>
                  <p:par>
                    <p:cTn id="235" fill="hold">
                      <p:stCondLst>
                        <p:cond delay="indefinite"/>
                      </p:stCondLst>
                      <p:childTnLst>
                        <p:par>
                          <p:cTn id="236" fill="hold">
                            <p:stCondLst>
                              <p:cond delay="0"/>
                            </p:stCondLst>
                            <p:childTnLst>
                              <p:par>
                                <p:cTn id="237" presetID="1" presetClass="entr" presetSubtype="0" fill="hold" grpId="0" nodeType="clickEffect">
                                  <p:stCondLst>
                                    <p:cond delay="0"/>
                                  </p:stCondLst>
                                  <p:childTnLst>
                                    <p:set>
                                      <p:cBhvr>
                                        <p:cTn id="238" dur="1" fill="hold">
                                          <p:stCondLst>
                                            <p:cond delay="0"/>
                                          </p:stCondLst>
                                        </p:cTn>
                                        <p:tgtEl>
                                          <p:spTgt spid="110"/>
                                        </p:tgtEl>
                                        <p:attrNameLst>
                                          <p:attrName>style.visibility</p:attrName>
                                        </p:attrNameLst>
                                      </p:cBhvr>
                                      <p:to>
                                        <p:strVal val="visible"/>
                                      </p:to>
                                    </p:set>
                                  </p:childTnLst>
                                </p:cTn>
                              </p:par>
                            </p:childTnLst>
                          </p:cTn>
                        </p:par>
                        <p:par>
                          <p:cTn id="239" fill="hold">
                            <p:stCondLst>
                              <p:cond delay="0"/>
                            </p:stCondLst>
                            <p:childTnLst>
                              <p:par>
                                <p:cTn id="240" presetID="35" presetClass="path" presetSubtype="0" accel="50000" decel="50000" fill="hold" grpId="1" nodeType="afterEffect">
                                  <p:stCondLst>
                                    <p:cond delay="0"/>
                                  </p:stCondLst>
                                  <p:childTnLst>
                                    <p:animMotion origin="layout" path="M -4.79167E-6 -2.22222E-6 L -0.63164 0.17454 " pathEditMode="relative" rAng="0" ptsTypes="AA">
                                      <p:cBhvr>
                                        <p:cTn id="241" dur="1000" fill="hold"/>
                                        <p:tgtEl>
                                          <p:spTgt spid="110"/>
                                        </p:tgtEl>
                                        <p:attrNameLst>
                                          <p:attrName>ppt_x</p:attrName>
                                          <p:attrName>ppt_y</p:attrName>
                                        </p:attrNameLst>
                                      </p:cBhvr>
                                      <p:rCtr x="-31589" y="8727"/>
                                    </p:animMotion>
                                  </p:childTnLst>
                                </p:cTn>
                              </p:par>
                            </p:childTnLst>
                          </p:cTn>
                        </p:par>
                      </p:childTnLst>
                    </p:cTn>
                  </p:par>
                  <p:par>
                    <p:cTn id="242" fill="hold">
                      <p:stCondLst>
                        <p:cond delay="indefinite"/>
                      </p:stCondLst>
                      <p:childTnLst>
                        <p:par>
                          <p:cTn id="243" fill="hold">
                            <p:stCondLst>
                              <p:cond delay="0"/>
                            </p:stCondLst>
                            <p:childTnLst>
                              <p:par>
                                <p:cTn id="244" presetID="42" presetClass="path" presetSubtype="0" accel="50000" decel="50000" fill="hold" nodeType="clickEffect">
                                  <p:stCondLst>
                                    <p:cond delay="0"/>
                                  </p:stCondLst>
                                  <p:childTnLst>
                                    <p:animMotion origin="layout" path="M -0.00039 0.08287 L -0.00039 0.1213 " pathEditMode="relative" rAng="0" ptsTypes="AA">
                                      <p:cBhvr>
                                        <p:cTn id="245" dur="1000" fill="hold"/>
                                        <p:tgtEl>
                                          <p:spTgt spid="52"/>
                                        </p:tgtEl>
                                        <p:attrNameLst>
                                          <p:attrName>ppt_x</p:attrName>
                                          <p:attrName>ppt_y</p:attrName>
                                        </p:attrNameLst>
                                      </p:cBhvr>
                                      <p:rCtr x="0" y="1921"/>
                                    </p:animMotion>
                                  </p:childTnLst>
                                </p:cTn>
                              </p:par>
                            </p:childTnLst>
                          </p:cTn>
                        </p:par>
                      </p:childTnLst>
                    </p:cTn>
                  </p:par>
                  <p:par>
                    <p:cTn id="246" fill="hold">
                      <p:stCondLst>
                        <p:cond delay="indefinite"/>
                      </p:stCondLst>
                      <p:childTnLst>
                        <p:par>
                          <p:cTn id="247" fill="hold">
                            <p:stCondLst>
                              <p:cond delay="0"/>
                            </p:stCondLst>
                            <p:childTnLst>
                              <p:par>
                                <p:cTn id="248" presetID="1" presetClass="entr" presetSubtype="0" fill="hold" grpId="0" nodeType="clickEffect">
                                  <p:stCondLst>
                                    <p:cond delay="0"/>
                                  </p:stCondLst>
                                  <p:childTnLst>
                                    <p:set>
                                      <p:cBhvr>
                                        <p:cTn id="249" dur="1" fill="hold">
                                          <p:stCondLst>
                                            <p:cond delay="0"/>
                                          </p:stCondLst>
                                        </p:cTn>
                                        <p:tgtEl>
                                          <p:spTgt spid="109"/>
                                        </p:tgtEl>
                                        <p:attrNameLst>
                                          <p:attrName>style.visibility</p:attrName>
                                        </p:attrNameLst>
                                      </p:cBhvr>
                                      <p:to>
                                        <p:strVal val="visible"/>
                                      </p:to>
                                    </p:set>
                                  </p:childTnLst>
                                </p:cTn>
                              </p:par>
                            </p:childTnLst>
                          </p:cTn>
                        </p:par>
                        <p:par>
                          <p:cTn id="250" fill="hold">
                            <p:stCondLst>
                              <p:cond delay="0"/>
                            </p:stCondLst>
                            <p:childTnLst>
                              <p:par>
                                <p:cTn id="251" presetID="35" presetClass="path" presetSubtype="0" accel="50000" decel="50000" fill="hold" grpId="1" nodeType="afterEffect">
                                  <p:stCondLst>
                                    <p:cond delay="0"/>
                                  </p:stCondLst>
                                  <p:childTnLst>
                                    <p:animMotion origin="layout" path="M 3.54167E-6 -3.7037E-6 L -0.43151 0.39167 " pathEditMode="relative" rAng="0" ptsTypes="AA">
                                      <p:cBhvr>
                                        <p:cTn id="252" dur="1000" fill="hold"/>
                                        <p:tgtEl>
                                          <p:spTgt spid="109"/>
                                        </p:tgtEl>
                                        <p:attrNameLst>
                                          <p:attrName>ppt_x</p:attrName>
                                          <p:attrName>ppt_y</p:attrName>
                                        </p:attrNameLst>
                                      </p:cBhvr>
                                      <p:rCtr x="-21576" y="19583"/>
                                    </p:animMotion>
                                  </p:childTnLst>
                                </p:cTn>
                              </p:par>
                              <p:par>
                                <p:cTn id="253" presetID="10" presetClass="exit" presetSubtype="0" fill="hold" grpId="2" nodeType="withEffect">
                                  <p:stCondLst>
                                    <p:cond delay="0"/>
                                  </p:stCondLst>
                                  <p:childTnLst>
                                    <p:animEffect transition="out" filter="fade">
                                      <p:cBhvr>
                                        <p:cTn id="254" dur="500"/>
                                        <p:tgtEl>
                                          <p:spTgt spid="105"/>
                                        </p:tgtEl>
                                      </p:cBhvr>
                                    </p:animEffect>
                                    <p:set>
                                      <p:cBhvr>
                                        <p:cTn id="255" dur="1" fill="hold">
                                          <p:stCondLst>
                                            <p:cond delay="499"/>
                                          </p:stCondLst>
                                        </p:cTn>
                                        <p:tgtEl>
                                          <p:spTgt spid="105"/>
                                        </p:tgtEl>
                                        <p:attrNameLst>
                                          <p:attrName>style.visibility</p:attrName>
                                        </p:attrNameLst>
                                      </p:cBhvr>
                                      <p:to>
                                        <p:strVal val="hidden"/>
                                      </p:to>
                                    </p:set>
                                  </p:childTnLst>
                                </p:cTn>
                              </p:par>
                            </p:childTnLst>
                          </p:cTn>
                        </p:par>
                      </p:childTnLst>
                    </p:cTn>
                  </p:par>
                  <p:par>
                    <p:cTn id="256" fill="hold">
                      <p:stCondLst>
                        <p:cond delay="indefinite"/>
                      </p:stCondLst>
                      <p:childTnLst>
                        <p:par>
                          <p:cTn id="257" fill="hold">
                            <p:stCondLst>
                              <p:cond delay="0"/>
                            </p:stCondLst>
                            <p:childTnLst>
                              <p:par>
                                <p:cTn id="258" presetID="42" presetClass="path" presetSubtype="0" accel="50000" decel="50000" fill="hold" nodeType="clickEffect">
                                  <p:stCondLst>
                                    <p:cond delay="0"/>
                                  </p:stCondLst>
                                  <p:childTnLst>
                                    <p:animMotion origin="layout" path="M -0.00039 0.1213 L -0.00039 0.15856 " pathEditMode="relative" rAng="0" ptsTypes="AA">
                                      <p:cBhvr>
                                        <p:cTn id="259" dur="1000" fill="hold"/>
                                        <p:tgtEl>
                                          <p:spTgt spid="52"/>
                                        </p:tgtEl>
                                        <p:attrNameLst>
                                          <p:attrName>ppt_x</p:attrName>
                                          <p:attrName>ppt_y</p:attrName>
                                        </p:attrNameLst>
                                      </p:cBhvr>
                                      <p:rCtr x="0" y="1852"/>
                                    </p:animMotion>
                                  </p:childTnLst>
                                </p:cTn>
                              </p:par>
                            </p:childTnLst>
                          </p:cTn>
                        </p:par>
                      </p:childTnLst>
                    </p:cTn>
                  </p:par>
                  <p:par>
                    <p:cTn id="260" fill="hold">
                      <p:stCondLst>
                        <p:cond delay="indefinite"/>
                      </p:stCondLst>
                      <p:childTnLst>
                        <p:par>
                          <p:cTn id="261" fill="hold">
                            <p:stCondLst>
                              <p:cond delay="0"/>
                            </p:stCondLst>
                            <p:childTnLst>
                              <p:par>
                                <p:cTn id="262" presetID="63" presetClass="path" presetSubtype="0" accel="50000" decel="50000" fill="hold" grpId="2" nodeType="clickEffect">
                                  <p:stCondLst>
                                    <p:cond delay="0"/>
                                  </p:stCondLst>
                                  <p:childTnLst>
                                    <p:animMotion origin="layout" path="M -0.63164 0.17454 L -0.37096 0.30139 " pathEditMode="relative" rAng="0" ptsTypes="AA">
                                      <p:cBhvr>
                                        <p:cTn id="263" dur="1000" fill="hold"/>
                                        <p:tgtEl>
                                          <p:spTgt spid="110"/>
                                        </p:tgtEl>
                                        <p:attrNameLst>
                                          <p:attrName>ppt_x</p:attrName>
                                          <p:attrName>ppt_y</p:attrName>
                                        </p:attrNameLst>
                                      </p:cBhvr>
                                      <p:rCtr x="13034" y="6343"/>
                                    </p:animMotion>
                                  </p:childTnLst>
                                </p:cTn>
                              </p:par>
                              <p:par>
                                <p:cTn id="264" presetID="1" presetClass="entr" presetSubtype="0" fill="hold" grpId="0" nodeType="withEffect">
                                  <p:stCondLst>
                                    <p:cond delay="0"/>
                                  </p:stCondLst>
                                  <p:childTnLst>
                                    <p:set>
                                      <p:cBhvr>
                                        <p:cTn id="265" dur="1" fill="hold">
                                          <p:stCondLst>
                                            <p:cond delay="0"/>
                                          </p:stCondLst>
                                        </p:cTn>
                                        <p:tgtEl>
                                          <p:spTgt spid="111"/>
                                        </p:tgtEl>
                                        <p:attrNameLst>
                                          <p:attrName>style.visibility</p:attrName>
                                        </p:attrNameLst>
                                      </p:cBhvr>
                                      <p:to>
                                        <p:strVal val="visible"/>
                                      </p:to>
                                    </p:set>
                                  </p:childTnLst>
                                </p:cTn>
                              </p:par>
                              <p:par>
                                <p:cTn id="266" presetID="35" presetClass="path" presetSubtype="0" accel="50000" decel="50000" fill="hold" grpId="1" nodeType="withEffect">
                                  <p:stCondLst>
                                    <p:cond delay="0"/>
                                  </p:stCondLst>
                                  <p:childTnLst>
                                    <p:animMotion origin="layout" path="M -4.375E-6 0 L -0.49557 0.45231 " pathEditMode="relative" rAng="0" ptsTypes="AA">
                                      <p:cBhvr>
                                        <p:cTn id="267" dur="1000" fill="hold"/>
                                        <p:tgtEl>
                                          <p:spTgt spid="111"/>
                                        </p:tgtEl>
                                        <p:attrNameLst>
                                          <p:attrName>ppt_x</p:attrName>
                                          <p:attrName>ppt_y</p:attrName>
                                        </p:attrNameLst>
                                      </p:cBhvr>
                                      <p:rCtr x="-24779" y="22616"/>
                                    </p:animMotion>
                                  </p:childTnLst>
                                </p:cTn>
                              </p:par>
                            </p:childTnLst>
                          </p:cTn>
                        </p:par>
                        <p:par>
                          <p:cTn id="268" fill="hold">
                            <p:stCondLst>
                              <p:cond delay="1000"/>
                            </p:stCondLst>
                            <p:childTnLst>
                              <p:par>
                                <p:cTn id="269" presetID="35" presetClass="path" presetSubtype="0" accel="50000" decel="50000" fill="hold" grpId="3" nodeType="afterEffect">
                                  <p:stCondLst>
                                    <p:cond delay="0"/>
                                  </p:stCondLst>
                                  <p:childTnLst>
                                    <p:animMotion origin="layout" path="M -0.37096 0.30139 L -0.45442 0.30533 " pathEditMode="relative" rAng="0" ptsTypes="AA">
                                      <p:cBhvr>
                                        <p:cTn id="270" dur="1000" fill="hold"/>
                                        <p:tgtEl>
                                          <p:spTgt spid="110"/>
                                        </p:tgtEl>
                                        <p:attrNameLst>
                                          <p:attrName>ppt_x</p:attrName>
                                          <p:attrName>ppt_y</p:attrName>
                                        </p:attrNameLst>
                                      </p:cBhvr>
                                      <p:rCtr x="-4180" y="185"/>
                                    </p:animMotion>
                                  </p:childTnLst>
                                </p:cTn>
                              </p:par>
                              <p:par>
                                <p:cTn id="271" presetID="10" presetClass="exit" presetSubtype="0" fill="hold" grpId="2" nodeType="withEffect">
                                  <p:stCondLst>
                                    <p:cond delay="500"/>
                                  </p:stCondLst>
                                  <p:childTnLst>
                                    <p:animEffect transition="out" filter="fade">
                                      <p:cBhvr>
                                        <p:cTn id="272" dur="500"/>
                                        <p:tgtEl>
                                          <p:spTgt spid="111"/>
                                        </p:tgtEl>
                                      </p:cBhvr>
                                    </p:animEffect>
                                    <p:set>
                                      <p:cBhvr>
                                        <p:cTn id="273" dur="1" fill="hold">
                                          <p:stCondLst>
                                            <p:cond delay="499"/>
                                          </p:stCondLst>
                                        </p:cTn>
                                        <p:tgtEl>
                                          <p:spTgt spid="111"/>
                                        </p:tgtEl>
                                        <p:attrNameLst>
                                          <p:attrName>style.visibility</p:attrName>
                                        </p:attrNameLst>
                                      </p:cBhvr>
                                      <p:to>
                                        <p:strVal val="hidden"/>
                                      </p:to>
                                    </p:set>
                                  </p:childTnLst>
                                </p:cTn>
                              </p:par>
                            </p:childTnLst>
                          </p:cTn>
                        </p:par>
                        <p:par>
                          <p:cTn id="274" fill="hold">
                            <p:stCondLst>
                              <p:cond delay="2000"/>
                            </p:stCondLst>
                            <p:childTnLst>
                              <p:par>
                                <p:cTn id="275" presetID="35" presetClass="path" presetSubtype="0" accel="50000" decel="50000" fill="hold" grpId="4" nodeType="afterEffect">
                                  <p:stCondLst>
                                    <p:cond delay="0"/>
                                  </p:stCondLst>
                                  <p:childTnLst>
                                    <p:animMotion origin="layout" path="M -0.45611 0.3 L -0.54934 0.3 " pathEditMode="relative" rAng="0" ptsTypes="AA">
                                      <p:cBhvr>
                                        <p:cTn id="276" dur="1000" fill="hold"/>
                                        <p:tgtEl>
                                          <p:spTgt spid="110"/>
                                        </p:tgtEl>
                                        <p:attrNameLst>
                                          <p:attrName>ppt_x</p:attrName>
                                          <p:attrName>ppt_y</p:attrName>
                                        </p:attrNameLst>
                                      </p:cBhvr>
                                      <p:rCtr x="-4661" y="0"/>
                                    </p:animMotion>
                                  </p:childTnLst>
                                </p:cTn>
                              </p:par>
                            </p:childTnLst>
                          </p:cTn>
                        </p:par>
                        <p:par>
                          <p:cTn id="277" fill="hold">
                            <p:stCondLst>
                              <p:cond delay="3000"/>
                            </p:stCondLst>
                            <p:childTnLst>
                              <p:par>
                                <p:cTn id="278" presetID="10" presetClass="exit" presetSubtype="0" fill="hold" grpId="5" nodeType="afterEffect">
                                  <p:stCondLst>
                                    <p:cond delay="0"/>
                                  </p:stCondLst>
                                  <p:childTnLst>
                                    <p:animEffect transition="out" filter="fade">
                                      <p:cBhvr>
                                        <p:cTn id="279" dur="500"/>
                                        <p:tgtEl>
                                          <p:spTgt spid="110"/>
                                        </p:tgtEl>
                                      </p:cBhvr>
                                    </p:animEffect>
                                    <p:set>
                                      <p:cBhvr>
                                        <p:cTn id="280" dur="1" fill="hold">
                                          <p:stCondLst>
                                            <p:cond delay="499"/>
                                          </p:stCondLst>
                                        </p:cTn>
                                        <p:tgtEl>
                                          <p:spTgt spid="110"/>
                                        </p:tgtEl>
                                        <p:attrNameLst>
                                          <p:attrName>style.visibility</p:attrName>
                                        </p:attrNameLst>
                                      </p:cBhvr>
                                      <p:to>
                                        <p:strVal val="hidden"/>
                                      </p:to>
                                    </p:set>
                                  </p:childTnLst>
                                </p:cTn>
                              </p:par>
                              <p:par>
                                <p:cTn id="281" presetID="10" presetClass="exit" presetSubtype="0" fill="hold" grpId="1" nodeType="withEffect">
                                  <p:stCondLst>
                                    <p:cond delay="0"/>
                                  </p:stCondLst>
                                  <p:childTnLst>
                                    <p:animEffect transition="out" filter="fade">
                                      <p:cBhvr>
                                        <p:cTn id="282" dur="500"/>
                                        <p:tgtEl>
                                          <p:spTgt spid="108"/>
                                        </p:tgtEl>
                                      </p:cBhvr>
                                    </p:animEffect>
                                    <p:set>
                                      <p:cBhvr>
                                        <p:cTn id="283" dur="1" fill="hold">
                                          <p:stCondLst>
                                            <p:cond delay="499"/>
                                          </p:stCondLst>
                                        </p:cTn>
                                        <p:tgtEl>
                                          <p:spTgt spid="108"/>
                                        </p:tgtEl>
                                        <p:attrNameLst>
                                          <p:attrName>style.visibility</p:attrName>
                                        </p:attrNameLst>
                                      </p:cBhvr>
                                      <p:to>
                                        <p:strVal val="hidden"/>
                                      </p:to>
                                    </p:set>
                                  </p:childTnLst>
                                </p:cTn>
                              </p:par>
                            </p:childTnLst>
                          </p:cTn>
                        </p:par>
                        <p:par>
                          <p:cTn id="284" fill="hold">
                            <p:stCondLst>
                              <p:cond delay="3500"/>
                            </p:stCondLst>
                            <p:childTnLst>
                              <p:par>
                                <p:cTn id="285" presetID="16" presetClass="entr" presetSubtype="21" fill="hold" grpId="0" nodeType="afterEffect">
                                  <p:stCondLst>
                                    <p:cond delay="0"/>
                                  </p:stCondLst>
                                  <p:childTnLst>
                                    <p:set>
                                      <p:cBhvr>
                                        <p:cTn id="286" dur="1" fill="hold">
                                          <p:stCondLst>
                                            <p:cond delay="0"/>
                                          </p:stCondLst>
                                        </p:cTn>
                                        <p:tgtEl>
                                          <p:spTgt spid="112"/>
                                        </p:tgtEl>
                                        <p:attrNameLst>
                                          <p:attrName>style.visibility</p:attrName>
                                        </p:attrNameLst>
                                      </p:cBhvr>
                                      <p:to>
                                        <p:strVal val="visible"/>
                                      </p:to>
                                    </p:set>
                                    <p:animEffect transition="in" filter="barn(inVertical)">
                                      <p:cBhvr>
                                        <p:cTn id="287" dur="500"/>
                                        <p:tgtEl>
                                          <p:spTgt spid="112"/>
                                        </p:tgtEl>
                                      </p:cBhvr>
                                    </p:animEffect>
                                  </p:childTnLst>
                                </p:cTn>
                              </p:par>
                            </p:childTnLst>
                          </p:cTn>
                        </p:par>
                        <p:par>
                          <p:cTn id="288" fill="hold">
                            <p:stCondLst>
                              <p:cond delay="4000"/>
                            </p:stCondLst>
                            <p:childTnLst>
                              <p:par>
                                <p:cTn id="289" presetID="10" presetClass="exit" presetSubtype="0" fill="hold" grpId="2" nodeType="afterEffect">
                                  <p:stCondLst>
                                    <p:cond delay="0"/>
                                  </p:stCondLst>
                                  <p:childTnLst>
                                    <p:animEffect transition="out" filter="fade">
                                      <p:cBhvr>
                                        <p:cTn id="290" dur="500"/>
                                        <p:tgtEl>
                                          <p:spTgt spid="109"/>
                                        </p:tgtEl>
                                      </p:cBhvr>
                                    </p:animEffect>
                                    <p:set>
                                      <p:cBhvr>
                                        <p:cTn id="291" dur="1" fill="hold">
                                          <p:stCondLst>
                                            <p:cond delay="499"/>
                                          </p:stCondLst>
                                        </p:cTn>
                                        <p:tgtEl>
                                          <p:spTgt spid="109"/>
                                        </p:tgtEl>
                                        <p:attrNameLst>
                                          <p:attrName>style.visibility</p:attrName>
                                        </p:attrNameLst>
                                      </p:cBhvr>
                                      <p:to>
                                        <p:strVal val="hidden"/>
                                      </p:to>
                                    </p:set>
                                  </p:childTnLst>
                                </p:cTn>
                              </p:par>
                            </p:childTnLst>
                          </p:cTn>
                        </p:par>
                      </p:childTnLst>
                    </p:cTn>
                  </p:par>
                  <p:par>
                    <p:cTn id="292" fill="hold">
                      <p:stCondLst>
                        <p:cond delay="indefinite"/>
                      </p:stCondLst>
                      <p:childTnLst>
                        <p:par>
                          <p:cTn id="293" fill="hold">
                            <p:stCondLst>
                              <p:cond delay="0"/>
                            </p:stCondLst>
                            <p:childTnLst>
                              <p:par>
                                <p:cTn id="294" presetID="42" presetClass="path" presetSubtype="0" accel="50000" decel="50000" fill="hold" nodeType="clickEffect">
                                  <p:stCondLst>
                                    <p:cond delay="0"/>
                                  </p:stCondLst>
                                  <p:childTnLst>
                                    <p:animMotion origin="layout" path="M -0.00039 0.15856 L -0.00039 0.23912 " pathEditMode="relative" rAng="0" ptsTypes="AA">
                                      <p:cBhvr>
                                        <p:cTn id="295" dur="1000" fill="hold"/>
                                        <p:tgtEl>
                                          <p:spTgt spid="52"/>
                                        </p:tgtEl>
                                        <p:attrNameLst>
                                          <p:attrName>ppt_x</p:attrName>
                                          <p:attrName>ppt_y</p:attrName>
                                        </p:attrNameLst>
                                      </p:cBhvr>
                                      <p:rCtr x="0" y="4028"/>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P spid="46" grpId="0" uiExpand="1" build="p"/>
      <p:bldP spid="32803" grpId="0"/>
      <p:bldP spid="32803" grpId="1"/>
      <p:bldP spid="32803" grpId="2"/>
      <p:bldP spid="32803" grpId="3"/>
      <p:bldP spid="32803" grpId="4"/>
      <p:bldP spid="100" grpId="0"/>
      <p:bldP spid="100" grpId="1"/>
      <p:bldP spid="100" grpId="2"/>
      <p:bldP spid="101" grpId="0"/>
      <p:bldP spid="101" grpId="1"/>
      <p:bldP spid="101" grpId="2"/>
      <p:bldP spid="102" grpId="0"/>
      <p:bldP spid="102" grpId="1"/>
      <p:bldP spid="102" grpId="2"/>
      <p:bldP spid="103" grpId="0"/>
      <p:bldP spid="103" grpId="1"/>
      <p:bldP spid="103" grpId="2"/>
      <p:bldP spid="104" grpId="0"/>
      <p:bldP spid="104" grpId="1"/>
      <p:bldP spid="104" grpId="2"/>
      <p:bldP spid="104" grpId="3"/>
      <p:bldP spid="104" grpId="4"/>
      <p:bldP spid="105" grpId="0"/>
      <p:bldP spid="105" grpId="1"/>
      <p:bldP spid="105" grpId="2"/>
      <p:bldP spid="106" grpId="0"/>
      <p:bldP spid="106" grpId="1"/>
      <p:bldP spid="106" grpId="2"/>
      <p:bldP spid="107" grpId="0"/>
      <p:bldP spid="107" grpId="1"/>
      <p:bldP spid="107" grpId="2"/>
      <p:bldP spid="108" grpId="0"/>
      <p:bldP spid="108" grpId="1"/>
      <p:bldP spid="109" grpId="0"/>
      <p:bldP spid="109" grpId="1"/>
      <p:bldP spid="109" grpId="2"/>
      <p:bldP spid="110" grpId="0"/>
      <p:bldP spid="110" grpId="1"/>
      <p:bldP spid="110" grpId="2"/>
      <p:bldP spid="110" grpId="3"/>
      <p:bldP spid="110" grpId="4"/>
      <p:bldP spid="110" grpId="5"/>
      <p:bldP spid="111" grpId="0"/>
      <p:bldP spid="111" grpId="1"/>
      <p:bldP spid="111" grpId="2"/>
      <p:bldP spid="112" grpId="0"/>
      <p:bldP spid="32822" grpId="0" animBg="1"/>
      <p:bldP spid="8"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灯片编号占位符 1">
            <a:extLst>
              <a:ext uri="{FF2B5EF4-FFF2-40B4-BE49-F238E27FC236}">
                <a16:creationId xmlns:a16="http://schemas.microsoft.com/office/drawing/2014/main" id="{7AB19AA1-8A38-4BE6-9952-E8E3F447371D}"/>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5801D81B-43CD-4F39-8EBE-B4E9D77CFD23}" type="slidenum">
              <a:rPr lang="zh-CN" altLang="en-US" u="none"/>
              <a:pPr/>
              <a:t>6</a:t>
            </a:fld>
            <a:endParaRPr lang="zh-CN" altLang="en-US" u="none"/>
          </a:p>
        </p:txBody>
      </p:sp>
      <p:sp>
        <p:nvSpPr>
          <p:cNvPr id="33794" name="文本占位符 209922">
            <a:extLst>
              <a:ext uri="{FF2B5EF4-FFF2-40B4-BE49-F238E27FC236}">
                <a16:creationId xmlns:a16="http://schemas.microsoft.com/office/drawing/2014/main" id="{7EB9FD66-A475-4BCD-AC3B-53F8708E7380}"/>
              </a:ext>
            </a:extLst>
          </p:cNvPr>
          <p:cNvSpPr>
            <a:spLocks noGrp="1" noChangeArrowheads="1"/>
          </p:cNvSpPr>
          <p:nvPr>
            <p:ph type="body" idx="4294967295"/>
          </p:nvPr>
        </p:nvSpPr>
        <p:spPr>
          <a:xfrm>
            <a:off x="0" y="3136900"/>
            <a:ext cx="7786688" cy="3424238"/>
          </a:xfrm>
          <a:solidFill>
            <a:srgbClr val="EFF5FB"/>
          </a:solidFill>
          <a:ln w="12700">
            <a:solidFill>
              <a:srgbClr val="002060"/>
            </a:solidFill>
          </a:ln>
        </p:spPr>
        <p:txBody>
          <a:bodyPr>
            <a:normAutofit/>
          </a:bodyPr>
          <a:lstStyle/>
          <a:p>
            <a:pPr>
              <a:buFontTx/>
              <a:buNone/>
            </a:pPr>
            <a:r>
              <a:rPr lang="en-US" altLang="zh-CN" sz="1800" b="1" dirty="0" err="1">
                <a:latin typeface="Courier New" panose="02070309020205020404" pitchFamily="49" charset="0"/>
                <a:cs typeface="Courier New" panose="02070309020205020404" pitchFamily="49" charset="0"/>
              </a:rPr>
              <a:t>ElemType</a:t>
            </a:r>
            <a:r>
              <a:rPr lang="en-US" altLang="zh-CN" sz="1800" b="1" dirty="0">
                <a:latin typeface="Courier New" panose="02070309020205020404" pitchFamily="49" charset="0"/>
                <a:cs typeface="Courier New" panose="02070309020205020404" pitchFamily="49" charset="0"/>
              </a:rPr>
              <a:t> </a:t>
            </a:r>
            <a:r>
              <a:rPr lang="en-US" altLang="zh-CN" sz="1800" b="1" dirty="0" err="1">
                <a:latin typeface="Courier New" panose="02070309020205020404" pitchFamily="49" charset="0"/>
                <a:cs typeface="Courier New" panose="02070309020205020404" pitchFamily="49" charset="0"/>
              </a:rPr>
              <a:t>GetElem</a:t>
            </a:r>
            <a:r>
              <a:rPr lang="en-US" altLang="zh-CN" sz="1800" b="1" dirty="0">
                <a:latin typeface="Courier New" panose="02070309020205020404" pitchFamily="49" charset="0"/>
                <a:cs typeface="Courier New" panose="02070309020205020404" pitchFamily="49" charset="0"/>
              </a:rPr>
              <a:t>(Array A,...) </a:t>
            </a:r>
            <a:r>
              <a:rPr lang="en-US" altLang="zh-CN" sz="18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p>
          <a:p>
            <a:pPr>
              <a:buFontTx/>
              <a:buNone/>
            </a:pPr>
            <a:r>
              <a:rPr lang="en-US" altLang="zh-CN" sz="1800" b="1" dirty="0">
                <a:solidFill>
                  <a:srgbClr val="990033"/>
                </a:solidFill>
                <a:latin typeface="Courier New" panose="02070309020205020404" pitchFamily="49" charset="0"/>
                <a:cs typeface="Courier New" panose="02070309020205020404" pitchFamily="49" charset="0"/>
              </a:rPr>
              <a:t>   </a:t>
            </a:r>
            <a:r>
              <a:rPr lang="en-US" altLang="zh-CN" sz="1800" b="1" dirty="0">
                <a:solidFill>
                  <a:srgbClr val="0070C0"/>
                </a:solidFill>
                <a:latin typeface="Courier New" panose="02070309020205020404" pitchFamily="49" charset="0"/>
                <a:cs typeface="Courier New" panose="02070309020205020404" pitchFamily="49" charset="0"/>
              </a:rPr>
              <a:t>// A</a:t>
            </a:r>
            <a:r>
              <a:rPr lang="zh-CN" altLang="en-US" sz="1800" b="1" dirty="0">
                <a:solidFill>
                  <a:srgbClr val="0070C0"/>
                </a:solidFill>
                <a:latin typeface="Courier New" panose="02070309020205020404" pitchFamily="49" charset="0"/>
                <a:cs typeface="Courier New" panose="02070309020205020404" pitchFamily="49" charset="0"/>
              </a:rPr>
              <a:t>是</a:t>
            </a:r>
            <a:r>
              <a:rPr lang="en-US" altLang="zh-CN" sz="1800" b="1" dirty="0">
                <a:solidFill>
                  <a:srgbClr val="0070C0"/>
                </a:solidFill>
                <a:latin typeface="Courier New" panose="02070309020205020404" pitchFamily="49" charset="0"/>
                <a:cs typeface="Courier New" panose="02070309020205020404" pitchFamily="49" charset="0"/>
              </a:rPr>
              <a:t>n</a:t>
            </a:r>
            <a:r>
              <a:rPr lang="zh-CN" altLang="en-US" sz="1800" b="1" dirty="0">
                <a:solidFill>
                  <a:srgbClr val="0070C0"/>
                </a:solidFill>
                <a:latin typeface="Courier New" panose="02070309020205020404" pitchFamily="49" charset="0"/>
                <a:cs typeface="Courier New" panose="02070309020205020404" pitchFamily="49" charset="0"/>
              </a:rPr>
              <a:t>维数组</a:t>
            </a:r>
            <a:r>
              <a:rPr lang="en-US" altLang="zh-CN" sz="1800" b="1" dirty="0">
                <a:solidFill>
                  <a:srgbClr val="0070C0"/>
                </a:solidFill>
                <a:latin typeface="Courier New" panose="02070309020205020404" pitchFamily="49" charset="0"/>
                <a:cs typeface="Courier New" panose="02070309020205020404" pitchFamily="49" charset="0"/>
              </a:rPr>
              <a:t>, </a:t>
            </a:r>
            <a:r>
              <a:rPr lang="zh-CN" altLang="en-US" sz="1800" b="1" dirty="0">
                <a:solidFill>
                  <a:srgbClr val="0070C0"/>
                </a:solidFill>
                <a:latin typeface="Courier New" panose="02070309020205020404" pitchFamily="49" charset="0"/>
                <a:cs typeface="Courier New" panose="02070309020205020404" pitchFamily="49" charset="0"/>
              </a:rPr>
              <a:t>随后是</a:t>
            </a:r>
            <a:r>
              <a:rPr lang="en-US" altLang="zh-CN" sz="1800" b="1" dirty="0">
                <a:solidFill>
                  <a:srgbClr val="0070C0"/>
                </a:solidFill>
                <a:latin typeface="Courier New" panose="02070309020205020404" pitchFamily="49" charset="0"/>
                <a:cs typeface="Courier New" panose="02070309020205020404" pitchFamily="49" charset="0"/>
              </a:rPr>
              <a:t>n</a:t>
            </a:r>
            <a:r>
              <a:rPr lang="zh-CN" altLang="en-US" sz="1800" b="1" dirty="0">
                <a:solidFill>
                  <a:srgbClr val="0070C0"/>
                </a:solidFill>
                <a:latin typeface="Courier New" panose="02070309020205020404" pitchFamily="49" charset="0"/>
                <a:cs typeface="Courier New" panose="02070309020205020404" pitchFamily="49" charset="0"/>
              </a:rPr>
              <a:t>个下标值。</a:t>
            </a:r>
          </a:p>
          <a:p>
            <a:pPr>
              <a:buFontTx/>
              <a:buNone/>
            </a:pPr>
            <a:r>
              <a:rPr lang="en-US" altLang="zh-CN" sz="1800" b="1" dirty="0">
                <a:solidFill>
                  <a:srgbClr val="0070C0"/>
                </a:solidFill>
                <a:latin typeface="Courier New" panose="02070309020205020404" pitchFamily="49" charset="0"/>
                <a:cs typeface="Courier New" panose="02070309020205020404" pitchFamily="49" charset="0"/>
              </a:rPr>
              <a:t>   // </a:t>
            </a:r>
            <a:r>
              <a:rPr lang="zh-CN" altLang="en-US" sz="1800" b="1" dirty="0">
                <a:solidFill>
                  <a:srgbClr val="0070C0"/>
                </a:solidFill>
                <a:latin typeface="Courier New" panose="02070309020205020404" pitchFamily="49" charset="0"/>
                <a:cs typeface="Courier New" panose="02070309020205020404" pitchFamily="49" charset="0"/>
              </a:rPr>
              <a:t>若各下标不超界，则返回所指定的</a:t>
            </a:r>
            <a:r>
              <a:rPr lang="en-US" altLang="zh-CN" sz="1800" b="1" dirty="0">
                <a:solidFill>
                  <a:srgbClr val="0070C0"/>
                </a:solidFill>
                <a:latin typeface="Courier New" panose="02070309020205020404" pitchFamily="49" charset="0"/>
                <a:cs typeface="Courier New" panose="02070309020205020404" pitchFamily="49" charset="0"/>
              </a:rPr>
              <a:t>A</a:t>
            </a:r>
            <a:r>
              <a:rPr lang="zh-CN" altLang="en-US" sz="1800" b="1" dirty="0">
                <a:solidFill>
                  <a:srgbClr val="0070C0"/>
                </a:solidFill>
                <a:latin typeface="Courier New" panose="02070309020205020404" pitchFamily="49" charset="0"/>
                <a:cs typeface="Courier New" panose="02070309020205020404" pitchFamily="49" charset="0"/>
              </a:rPr>
              <a:t>的元素值</a:t>
            </a:r>
            <a:endParaRPr lang="en-US" altLang="zh-CN" sz="1800" b="1" dirty="0">
              <a:solidFill>
                <a:srgbClr val="0070C0"/>
              </a:solidFill>
              <a:latin typeface="Courier New" panose="02070309020205020404" pitchFamily="49" charset="0"/>
              <a:cs typeface="Courier New" panose="02070309020205020404" pitchFamily="49" charset="0"/>
            </a:endParaRPr>
          </a:p>
          <a:p>
            <a:pPr>
              <a:buFontTx/>
              <a:buNone/>
            </a:pPr>
            <a:r>
              <a:rPr lang="zh-CN" altLang="en-US" sz="1800" b="1" dirty="0">
                <a:latin typeface="Courier New" panose="02070309020205020404" pitchFamily="49" charset="0"/>
                <a:cs typeface="Courier New" panose="02070309020205020404" pitchFamily="49" charset="0"/>
              </a:rPr>
              <a:t>   </a:t>
            </a:r>
            <a:r>
              <a:rPr lang="en-US" altLang="zh-CN" sz="18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en-US" altLang="zh-CN" sz="1800" b="1" dirty="0">
                <a:latin typeface="Courier New" panose="02070309020205020404" pitchFamily="49" charset="0"/>
                <a:cs typeface="Courier New" panose="02070309020205020404" pitchFamily="49" charset="0"/>
              </a:rPr>
              <a:t> (!A) </a:t>
            </a:r>
            <a:r>
              <a:rPr lang="en-US" altLang="zh-CN" sz="18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return</a:t>
            </a:r>
            <a:r>
              <a:rPr lang="en-US" altLang="zh-CN" sz="1800" b="1" dirty="0">
                <a:latin typeface="Courier New" panose="02070309020205020404" pitchFamily="49" charset="0"/>
                <a:cs typeface="Courier New" panose="02070309020205020404" pitchFamily="49" charset="0"/>
              </a:rPr>
              <a:t> </a:t>
            </a:r>
            <a:r>
              <a:rPr lang="en-US" altLang="zh-CN" sz="1800" b="1" dirty="0" err="1">
                <a:latin typeface="Courier New" panose="02070309020205020404" pitchFamily="49" charset="0"/>
                <a:cs typeface="Courier New" panose="02070309020205020404" pitchFamily="49" charset="0"/>
              </a:rPr>
              <a:t>errV</a:t>
            </a:r>
            <a:r>
              <a:rPr lang="en-US" altLang="zh-CN" sz="1800" b="1" dirty="0">
                <a:latin typeface="Courier New" panose="02070309020205020404" pitchFamily="49" charset="0"/>
                <a:cs typeface="Courier New" panose="02070309020205020404" pitchFamily="49" charset="0"/>
              </a:rPr>
              <a:t>;</a:t>
            </a:r>
          </a:p>
          <a:p>
            <a:pPr>
              <a:buFontTx/>
              <a:buNone/>
            </a:pPr>
            <a:r>
              <a:rPr lang="en-US" altLang="zh-CN" sz="1800" b="1" dirty="0">
                <a:latin typeface="Courier New" panose="02070309020205020404" pitchFamily="49" charset="0"/>
                <a:cs typeface="Courier New" panose="02070309020205020404" pitchFamily="49" charset="0"/>
              </a:rPr>
              <a:t>   </a:t>
            </a:r>
            <a:r>
              <a:rPr lang="en-US" altLang="zh-CN" sz="1800" b="1" dirty="0" err="1">
                <a:latin typeface="Courier New" panose="02070309020205020404" pitchFamily="49" charset="0"/>
                <a:cs typeface="Courier New" panose="02070309020205020404" pitchFamily="49" charset="0"/>
              </a:rPr>
              <a:t>va_list</a:t>
            </a:r>
            <a:r>
              <a:rPr lang="en-US" altLang="zh-CN" sz="1800" b="1" dirty="0">
                <a:latin typeface="Courier New" panose="02070309020205020404" pitchFamily="49" charset="0"/>
                <a:cs typeface="Courier New" panose="02070309020205020404" pitchFamily="49" charset="0"/>
              </a:rPr>
              <a:t> ap;   </a:t>
            </a:r>
            <a:r>
              <a:rPr lang="en-US" altLang="zh-CN" sz="1800" b="1" dirty="0" err="1">
                <a:latin typeface="Courier New" panose="02070309020205020404" pitchFamily="49" charset="0"/>
                <a:cs typeface="Courier New" panose="02070309020205020404" pitchFamily="49" charset="0"/>
              </a:rPr>
              <a:t>va_start</a:t>
            </a:r>
            <a:r>
              <a:rPr lang="en-US" altLang="zh-CN" sz="1800" b="1" dirty="0">
                <a:latin typeface="Courier New" panose="02070309020205020404" pitchFamily="49" charset="0"/>
                <a:cs typeface="Courier New" panose="02070309020205020404" pitchFamily="49" charset="0"/>
              </a:rPr>
              <a:t>(ap, A);  </a:t>
            </a:r>
            <a:r>
              <a:rPr lang="en-US" altLang="zh-CN" sz="1800" b="1" dirty="0">
                <a:solidFill>
                  <a:srgbClr val="0070C0"/>
                </a:solidFill>
                <a:latin typeface="Courier New" panose="02070309020205020404" pitchFamily="49" charset="0"/>
                <a:cs typeface="Courier New" panose="02070309020205020404" pitchFamily="49" charset="0"/>
              </a:rPr>
              <a:t>// </a:t>
            </a:r>
            <a:r>
              <a:rPr lang="zh-CN" altLang="en-US" sz="1800" b="1" dirty="0">
                <a:solidFill>
                  <a:srgbClr val="0070C0"/>
                </a:solidFill>
                <a:latin typeface="Courier New" panose="02070309020205020404" pitchFamily="49" charset="0"/>
                <a:cs typeface="Courier New" panose="02070309020205020404" pitchFamily="49" charset="0"/>
              </a:rPr>
              <a:t>变长参数表初始化</a:t>
            </a:r>
            <a:endParaRPr lang="en-US" altLang="zh-CN" sz="1800" b="1" dirty="0">
              <a:solidFill>
                <a:srgbClr val="0070C0"/>
              </a:solidFill>
              <a:latin typeface="Courier New" panose="02070309020205020404" pitchFamily="49" charset="0"/>
              <a:cs typeface="Courier New" panose="02070309020205020404" pitchFamily="49" charset="0"/>
            </a:endParaRPr>
          </a:p>
          <a:p>
            <a:pPr>
              <a:buFontTx/>
              <a:buNone/>
            </a:pPr>
            <a:r>
              <a:rPr lang="en-US" altLang="zh-CN" sz="1800" b="1" dirty="0">
                <a:latin typeface="Courier New" panose="02070309020205020404" pitchFamily="49" charset="0"/>
                <a:cs typeface="Courier New" panose="02070309020205020404" pitchFamily="49" charset="0"/>
              </a:rPr>
              <a:t>   </a:t>
            </a:r>
            <a:r>
              <a:rPr lang="en-US" altLang="zh-CN" sz="18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int</a:t>
            </a:r>
            <a:r>
              <a:rPr lang="en-US" altLang="zh-CN" sz="1800" b="1" dirty="0">
                <a:latin typeface="Courier New" panose="02070309020205020404" pitchFamily="49" charset="0"/>
                <a:cs typeface="Courier New" panose="02070309020205020404" pitchFamily="49" charset="0"/>
              </a:rPr>
              <a:t> off;</a:t>
            </a:r>
          </a:p>
          <a:p>
            <a:pPr>
              <a:buFontTx/>
              <a:buNone/>
            </a:pPr>
            <a:r>
              <a:rPr lang="en-US" altLang="zh-CN" sz="18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if</a:t>
            </a:r>
            <a:r>
              <a:rPr lang="en-US" altLang="zh-CN" sz="1800" b="1" dirty="0">
                <a:latin typeface="Courier New" panose="02070309020205020404" pitchFamily="49" charset="0"/>
                <a:cs typeface="Courier New" panose="02070309020205020404" pitchFamily="49" charset="0"/>
              </a:rPr>
              <a:t> ((off = </a:t>
            </a:r>
            <a:r>
              <a:rPr lang="en-US" altLang="zh-CN" sz="1800" b="1" dirty="0" err="1">
                <a:latin typeface="Courier New" panose="02070309020205020404" pitchFamily="49" charset="0"/>
                <a:cs typeface="Courier New" panose="02070309020205020404" pitchFamily="49" charset="0"/>
              </a:rPr>
              <a:t>CalcOff</a:t>
            </a:r>
            <a:r>
              <a:rPr lang="en-US" altLang="zh-CN" sz="1800" b="1" dirty="0">
                <a:latin typeface="Courier New" panose="02070309020205020404" pitchFamily="49" charset="0"/>
                <a:cs typeface="Courier New" panose="02070309020205020404" pitchFamily="49" charset="0"/>
              </a:rPr>
              <a:t>(A, ap)) &lt; 0) </a:t>
            </a:r>
            <a:r>
              <a:rPr lang="en-US" altLang="zh-CN" sz="18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return</a:t>
            </a:r>
            <a:r>
              <a:rPr lang="en-US" altLang="zh-CN" sz="1800" b="1" dirty="0">
                <a:latin typeface="Courier New" panose="02070309020205020404" pitchFamily="49" charset="0"/>
                <a:cs typeface="Courier New" panose="02070309020205020404" pitchFamily="49" charset="0"/>
              </a:rPr>
              <a:t> </a:t>
            </a:r>
            <a:r>
              <a:rPr lang="en-US" altLang="zh-CN" sz="1800" b="1" dirty="0" err="1">
                <a:latin typeface="Courier New" panose="02070309020205020404" pitchFamily="49" charset="0"/>
                <a:cs typeface="Courier New" panose="02070309020205020404" pitchFamily="49" charset="0"/>
              </a:rPr>
              <a:t>errV</a:t>
            </a:r>
            <a:r>
              <a:rPr lang="en-US" altLang="zh-CN" sz="1800" b="1" dirty="0">
                <a:latin typeface="Courier New" panose="02070309020205020404" pitchFamily="49" charset="0"/>
                <a:cs typeface="Courier New" panose="02070309020205020404" pitchFamily="49" charset="0"/>
              </a:rPr>
              <a:t>;</a:t>
            </a:r>
          </a:p>
          <a:p>
            <a:pPr>
              <a:buFontTx/>
              <a:buNone/>
            </a:pPr>
            <a:r>
              <a:rPr lang="en-US" altLang="zh-CN" sz="18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return</a:t>
            </a:r>
            <a:r>
              <a:rPr lang="en-US" altLang="zh-CN" sz="1800" b="1" dirty="0">
                <a:latin typeface="Courier New" panose="02070309020205020404" pitchFamily="49" charset="0"/>
                <a:cs typeface="Courier New" panose="02070309020205020404" pitchFamily="49" charset="0"/>
              </a:rPr>
              <a:t> *(A-&gt;base + off);</a:t>
            </a:r>
          </a:p>
          <a:p>
            <a:pPr>
              <a:buFontTx/>
              <a:buNone/>
            </a:pPr>
            <a:r>
              <a:rPr lang="en-US" altLang="zh-CN" sz="18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p>
        </p:txBody>
      </p:sp>
      <p:sp>
        <p:nvSpPr>
          <p:cNvPr id="4" name="矩形: 圆角 3">
            <a:extLst>
              <a:ext uri="{FF2B5EF4-FFF2-40B4-BE49-F238E27FC236}">
                <a16:creationId xmlns:a16="http://schemas.microsoft.com/office/drawing/2014/main" id="{016A37DB-DEAF-434E-9489-68E2F4E6C2CA}"/>
              </a:ext>
            </a:extLst>
          </p:cNvPr>
          <p:cNvSpPr/>
          <p:nvPr/>
        </p:nvSpPr>
        <p:spPr>
          <a:xfrm>
            <a:off x="1389971" y="202818"/>
            <a:ext cx="4147378" cy="539392"/>
          </a:xfrm>
          <a:prstGeom prst="roundRect">
            <a:avLst/>
          </a:prstGeom>
          <a:solidFill>
            <a:schemeClr val="tx2">
              <a:lumMod val="10000"/>
              <a:lumOff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noProof="1">
                <a:solidFill>
                  <a:srgbClr val="002060"/>
                </a:solidFill>
                <a:effectLst>
                  <a:outerShdw blurRad="38100" dist="38100" dir="2700000" algn="tl">
                    <a:srgbClr val="000000">
                      <a:alpha val="43137"/>
                    </a:srgbClr>
                  </a:outerShdw>
                </a:effectLst>
                <a:ea typeface="黑体" panose="02010609060101010101" pitchFamily="49" charset="-122"/>
              </a:rPr>
              <a:t>多维数组元素的取值与赋值</a:t>
            </a:r>
            <a:endParaRPr lang="zh-CN" altLang="en-US" sz="2400" dirty="0">
              <a:solidFill>
                <a:srgbClr val="002060"/>
              </a:solidFill>
            </a:endParaRPr>
          </a:p>
        </p:txBody>
      </p:sp>
      <p:cxnSp>
        <p:nvCxnSpPr>
          <p:cNvPr id="3" name="直接连接符 2">
            <a:extLst>
              <a:ext uri="{FF2B5EF4-FFF2-40B4-BE49-F238E27FC236}">
                <a16:creationId xmlns:a16="http://schemas.microsoft.com/office/drawing/2014/main" id="{58D2860F-FE7E-4BAB-94E9-64B91E2EA72B}"/>
              </a:ext>
            </a:extLst>
          </p:cNvPr>
          <p:cNvCxnSpPr>
            <a:cxnSpLocks/>
          </p:cNvCxnSpPr>
          <p:nvPr/>
        </p:nvCxnSpPr>
        <p:spPr>
          <a:xfrm>
            <a:off x="1143000" y="5688998"/>
            <a:ext cx="3432969"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59" name="矩形 58">
            <a:extLst>
              <a:ext uri="{FF2B5EF4-FFF2-40B4-BE49-F238E27FC236}">
                <a16:creationId xmlns:a16="http://schemas.microsoft.com/office/drawing/2014/main" id="{782897E3-C709-4DBA-9AC3-4BCEF72F1322}"/>
              </a:ext>
            </a:extLst>
          </p:cNvPr>
          <p:cNvSpPr/>
          <p:nvPr/>
        </p:nvSpPr>
        <p:spPr>
          <a:xfrm>
            <a:off x="8013249" y="3384672"/>
            <a:ext cx="3673018" cy="1287732"/>
          </a:xfrm>
          <a:prstGeom prst="rect">
            <a:avLst/>
          </a:prstGeom>
          <a:noFill/>
          <a:ln w="9525">
            <a:noFill/>
          </a:ln>
        </p:spPr>
        <p:txBody>
          <a:bodyPr/>
          <a:lstStyle>
            <a:lvl1pPr marL="342900" lvl="0" indent="-342900" algn="l" defTabSz="914400" rtl="0" eaLnBrk="1" fontAlgn="base" latinLnBrk="0" hangingPunct="1">
              <a:lnSpc>
                <a:spcPct val="100000"/>
              </a:lnSpc>
              <a:spcBef>
                <a:spcPct val="20000"/>
              </a:spcBef>
              <a:spcAft>
                <a:spcPct val="0"/>
              </a:spcAft>
              <a:buChar char="•"/>
              <a:defRPr sz="32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8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5pPr>
          </a:lstStyle>
          <a:p>
            <a:pPr>
              <a:buFontTx/>
              <a:buNone/>
            </a:pPr>
            <a:r>
              <a:rPr lang="zh-CN" altLang="en-US" sz="2000" b="1" noProof="1">
                <a:effectLst>
                  <a:outerShdw blurRad="38100" dist="38100" dir="2700000">
                    <a:srgbClr val="FFFFFF"/>
                  </a:outerShdw>
                </a:effectLst>
              </a:rPr>
              <a:t>元素 </a:t>
            </a:r>
            <a:r>
              <a:rPr lang="en-US" altLang="zh-CN" sz="2000" b="1" noProof="1">
                <a:effectLst>
                  <a:outerShdw blurRad="38100" dist="38100" dir="2700000">
                    <a:srgbClr val="FFFFFF"/>
                  </a:outerShdw>
                </a:effectLst>
                <a:latin typeface="Courier New" panose="02070309020205020404" pitchFamily="49" charset="0"/>
                <a:cs typeface="Courier New" panose="02070309020205020404" pitchFamily="49" charset="0"/>
              </a:rPr>
              <a:t>a[</a:t>
            </a:r>
            <a:r>
              <a:rPr lang="en-US" altLang="zh-CN" sz="2000" b="1" noProof="1">
                <a:solidFill>
                  <a:srgbClr val="C00000"/>
                </a:solidFill>
                <a:effectLst>
                  <a:outerShdw blurRad="38100" dist="38100" dir="2700000">
                    <a:srgbClr val="FFFFFF"/>
                  </a:outerShdw>
                </a:effectLst>
                <a:latin typeface="Courier New" panose="02070309020205020404" pitchFamily="49" charset="0"/>
                <a:cs typeface="Courier New" panose="02070309020205020404" pitchFamily="49" charset="0"/>
              </a:rPr>
              <a:t>1</a:t>
            </a:r>
            <a:r>
              <a:rPr lang="en-US" altLang="zh-CN" sz="2000" b="1" noProof="1">
                <a:effectLst>
                  <a:outerShdw blurRad="38100" dist="38100" dir="2700000">
                    <a:srgbClr val="FFFFFF"/>
                  </a:outerShdw>
                </a:effectLst>
                <a:latin typeface="Courier New" panose="02070309020205020404" pitchFamily="49" charset="0"/>
                <a:cs typeface="Courier New" panose="02070309020205020404" pitchFamily="49" charset="0"/>
              </a:rPr>
              <a:t>][</a:t>
            </a:r>
            <a:r>
              <a:rPr lang="en-US" altLang="zh-CN" sz="2000" b="1" noProof="1">
                <a:solidFill>
                  <a:srgbClr val="C00000"/>
                </a:solidFill>
                <a:effectLst>
                  <a:outerShdw blurRad="38100" dist="38100" dir="2700000">
                    <a:srgbClr val="FFFFFF"/>
                  </a:outerShdw>
                </a:effectLst>
                <a:latin typeface="Courier New" panose="02070309020205020404" pitchFamily="49" charset="0"/>
                <a:cs typeface="Courier New" panose="02070309020205020404" pitchFamily="49" charset="0"/>
              </a:rPr>
              <a:t>2</a:t>
            </a:r>
            <a:r>
              <a:rPr lang="en-US" altLang="zh-CN" sz="2000" b="1" noProof="1">
                <a:effectLst>
                  <a:outerShdw blurRad="38100" dist="38100" dir="2700000">
                    <a:srgbClr val="FFFFFF"/>
                  </a:outerShdw>
                </a:effectLst>
                <a:latin typeface="Courier New" panose="02070309020205020404" pitchFamily="49" charset="0"/>
                <a:cs typeface="Courier New" panose="02070309020205020404" pitchFamily="49" charset="0"/>
              </a:rPr>
              <a:t>][</a:t>
            </a:r>
            <a:r>
              <a:rPr lang="en-US" altLang="zh-CN" sz="2000" b="1" noProof="1">
                <a:solidFill>
                  <a:srgbClr val="C00000"/>
                </a:solidFill>
                <a:effectLst>
                  <a:outerShdw blurRad="38100" dist="38100" dir="2700000">
                    <a:srgbClr val="FFFFFF"/>
                  </a:outerShdw>
                </a:effectLst>
                <a:latin typeface="Courier New" panose="02070309020205020404" pitchFamily="49" charset="0"/>
                <a:cs typeface="Courier New" panose="02070309020205020404" pitchFamily="49" charset="0"/>
              </a:rPr>
              <a:t>3</a:t>
            </a:r>
            <a:r>
              <a:rPr lang="en-US" altLang="zh-CN" sz="2000" b="1" noProof="1">
                <a:effectLst>
                  <a:outerShdw blurRad="38100" dist="38100" dir="2700000">
                    <a:srgbClr val="FFFFFF"/>
                  </a:outerShdw>
                </a:effectLst>
                <a:latin typeface="Courier New" panose="02070309020205020404" pitchFamily="49" charset="0"/>
                <a:cs typeface="Courier New" panose="02070309020205020404" pitchFamily="49" charset="0"/>
              </a:rPr>
              <a:t>]</a:t>
            </a:r>
            <a:r>
              <a:rPr lang="zh-CN" altLang="en-US" sz="2000" b="1" noProof="1">
                <a:effectLst>
                  <a:outerShdw blurRad="38100" dist="38100" dir="2700000">
                    <a:srgbClr val="FFFFFF"/>
                  </a:outerShdw>
                </a:effectLst>
              </a:rPr>
              <a:t>的存储位置：</a:t>
            </a:r>
            <a:endParaRPr lang="en-US" altLang="zh-CN" sz="2000" b="1" noProof="1">
              <a:effectLst>
                <a:outerShdw blurRad="38100" dist="38100" dir="2700000">
                  <a:srgbClr val="FFFFFF"/>
                </a:outerShdw>
              </a:effectLst>
            </a:endParaRPr>
          </a:p>
          <a:p>
            <a:pPr>
              <a:buNone/>
            </a:pPr>
            <a:r>
              <a:rPr lang="en-US" altLang="zh-CN" sz="2000" b="1" noProof="1">
                <a:effectLst>
                  <a:outerShdw blurRad="38100" dist="38100" dir="2700000">
                    <a:srgbClr val="FFFFFF"/>
                  </a:outerShdw>
                </a:effectLst>
              </a:rPr>
              <a:t>            </a:t>
            </a:r>
            <a:r>
              <a:rPr lang="en-US" altLang="zh-CN" sz="2000" b="1" noProof="1">
                <a:effectLst>
                  <a:outerShdw blurRad="38100" dist="38100" dir="2700000">
                    <a:srgbClr val="FFFFFF"/>
                  </a:outerShdw>
                </a:effectLst>
                <a:latin typeface="Courier New" panose="02070309020205020404" pitchFamily="49" charset="0"/>
                <a:cs typeface="Courier New" panose="02070309020205020404" pitchFamily="49" charset="0"/>
              </a:rPr>
              <a:t>A-&gt;base + 45 </a:t>
            </a:r>
          </a:p>
          <a:p>
            <a:pPr>
              <a:buFontTx/>
              <a:buNone/>
            </a:pPr>
            <a:r>
              <a:rPr lang="zh-CN" altLang="en-US" sz="2000" b="1" noProof="1">
                <a:effectLst>
                  <a:outerShdw blurRad="38100" dist="38100" dir="2700000">
                    <a:srgbClr val="FFFFFF"/>
                  </a:outerShdw>
                </a:effectLst>
              </a:rPr>
              <a:t>   即： </a:t>
            </a:r>
            <a:r>
              <a:rPr lang="en-US" altLang="zh-CN" sz="2000" b="1" noProof="1">
                <a:effectLst>
                  <a:outerShdw blurRad="38100" dist="38100" dir="2700000">
                    <a:srgbClr val="FFFFFF"/>
                  </a:outerShdw>
                </a:effectLst>
                <a:latin typeface="Courier New" panose="02070309020205020404" pitchFamily="49" charset="0"/>
                <a:cs typeface="Courier New" panose="02070309020205020404" pitchFamily="49" charset="0"/>
              </a:rPr>
              <a:t>A-&gt;base[45]</a:t>
            </a:r>
          </a:p>
        </p:txBody>
      </p:sp>
      <p:grpSp>
        <p:nvGrpSpPr>
          <p:cNvPr id="60" name="组合 59">
            <a:extLst>
              <a:ext uri="{FF2B5EF4-FFF2-40B4-BE49-F238E27FC236}">
                <a16:creationId xmlns:a16="http://schemas.microsoft.com/office/drawing/2014/main" id="{1B2AAE5E-D36C-4F38-BABF-51C117BAE0C0}"/>
              </a:ext>
            </a:extLst>
          </p:cNvPr>
          <p:cNvGrpSpPr/>
          <p:nvPr/>
        </p:nvGrpSpPr>
        <p:grpSpPr>
          <a:xfrm>
            <a:off x="6260492" y="691772"/>
            <a:ext cx="5670866" cy="2155822"/>
            <a:chOff x="6594710" y="568212"/>
            <a:chExt cx="5670866" cy="2155822"/>
          </a:xfrm>
        </p:grpSpPr>
        <p:sp>
          <p:nvSpPr>
            <p:cNvPr id="61" name="文本占位符 217090">
              <a:extLst>
                <a:ext uri="{FF2B5EF4-FFF2-40B4-BE49-F238E27FC236}">
                  <a16:creationId xmlns:a16="http://schemas.microsoft.com/office/drawing/2014/main" id="{0877D110-E397-4064-9E73-4D37336B78C1}"/>
                </a:ext>
              </a:extLst>
            </p:cNvPr>
            <p:cNvSpPr txBox="1">
              <a:spLocks/>
            </p:cNvSpPr>
            <p:nvPr/>
          </p:nvSpPr>
          <p:spPr>
            <a:xfrm>
              <a:off x="6594710" y="568212"/>
              <a:ext cx="5670866" cy="467567"/>
            </a:xfrm>
            <a:prstGeom prst="rect">
              <a:avLst/>
            </a:prstGeom>
          </p:spPr>
          <p:txBody>
            <a:bodyPr vert="horz" lIns="91440" tIns="45720" rIns="91440" bIns="4572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None/>
              </a:pPr>
              <a:r>
                <a:rPr lang="zh-CN" altLang="en-US" sz="2000" b="1" noProof="1">
                  <a:solidFill>
                    <a:srgbClr val="A50021"/>
                  </a:solidFill>
                  <a:effectLst>
                    <a:outerShdw blurRad="38100" dist="38100" dir="2700000">
                      <a:srgbClr val="000000"/>
                    </a:outerShdw>
                  </a:effectLst>
                  <a:ea typeface="黑体" panose="02010609060101010101" pitchFamily="49" charset="-122"/>
                </a:rPr>
                <a:t>例</a:t>
              </a:r>
              <a:r>
                <a:rPr lang="zh-CN" altLang="en-US" sz="2000" b="1" noProof="1">
                  <a:effectLst>
                    <a:outerShdw blurRad="38100" dist="38100" dir="2700000">
                      <a:srgbClr val="FFFFFF"/>
                    </a:outerShdw>
                  </a:effectLst>
                </a:rPr>
                <a:t>   </a:t>
              </a:r>
              <a:r>
                <a:rPr lang="en-US" altLang="zh-CN" sz="2000" b="1" noProof="1">
                  <a:effectLst>
                    <a:outerShdw blurRad="38100" dist="38100" dir="2700000">
                      <a:srgbClr val="FFFFFF"/>
                    </a:outerShdw>
                  </a:effectLst>
                  <a:latin typeface="Courier New" panose="02070309020205020404" pitchFamily="49" charset="0"/>
                  <a:cs typeface="Courier New" panose="02070309020205020404" pitchFamily="49" charset="0"/>
                </a:rPr>
                <a:t>int </a:t>
              </a:r>
              <a:r>
                <a:rPr lang="en-US" altLang="zh-CN" sz="2000" b="1" noProof="1">
                  <a:latin typeface="Courier New" panose="02070309020205020404" pitchFamily="49" charset="0"/>
                  <a:cs typeface="Courier New" panose="02070309020205020404" pitchFamily="49" charset="0"/>
                </a:rPr>
                <a:t>a[4][5][6]; </a:t>
              </a:r>
              <a:r>
                <a:rPr lang="zh-CN" altLang="en-US" sz="2000" b="1" noProof="1">
                  <a:effectLst>
                    <a:outerShdw blurRad="38100" dist="38100" dir="2700000">
                      <a:srgbClr val="FFFFFF"/>
                    </a:outerShdw>
                  </a:effectLst>
                </a:rPr>
                <a:t>的存储结构   </a:t>
              </a:r>
              <a:r>
                <a:rPr lang="en-US" altLang="zh-CN" sz="2000" b="1" noProof="1">
                  <a:effectLst>
                    <a:outerShdw blurRad="38100" dist="38100" dir="2700000">
                      <a:srgbClr val="FFFFFF"/>
                    </a:outerShdw>
                  </a:effectLst>
                </a:rPr>
                <a:t>Array   a</a:t>
              </a:r>
              <a:r>
                <a:rPr lang="zh-CN" altLang="en-US" sz="2000" b="1" noProof="1">
                  <a:effectLst>
                    <a:outerShdw blurRad="38100" dist="38100" dir="2700000">
                      <a:srgbClr val="FFFFFF"/>
                    </a:outerShdw>
                  </a:effectLst>
                </a:rPr>
                <a:t>；</a:t>
              </a:r>
            </a:p>
          </p:txBody>
        </p:sp>
        <p:grpSp>
          <p:nvGrpSpPr>
            <p:cNvPr id="62" name="组合 61">
              <a:extLst>
                <a:ext uri="{FF2B5EF4-FFF2-40B4-BE49-F238E27FC236}">
                  <a16:creationId xmlns:a16="http://schemas.microsoft.com/office/drawing/2014/main" id="{F84DEBE3-FF2E-4F78-B8B0-7CD397F9F858}"/>
                </a:ext>
              </a:extLst>
            </p:cNvPr>
            <p:cNvGrpSpPr>
              <a:grpSpLocks/>
            </p:cNvGrpSpPr>
            <p:nvPr/>
          </p:nvGrpSpPr>
          <p:grpSpPr bwMode="auto">
            <a:xfrm>
              <a:off x="6903030" y="1539099"/>
              <a:ext cx="1640194" cy="1156870"/>
              <a:chOff x="823" y="1451"/>
              <a:chExt cx="1128" cy="1347"/>
            </a:xfrm>
          </p:grpSpPr>
          <p:sp>
            <p:nvSpPr>
              <p:cNvPr id="88" name="矩形 217091">
                <a:extLst>
                  <a:ext uri="{FF2B5EF4-FFF2-40B4-BE49-F238E27FC236}">
                    <a16:creationId xmlns:a16="http://schemas.microsoft.com/office/drawing/2014/main" id="{0766C071-CB8D-4B51-9A7B-CDA0096EEC6E}"/>
                  </a:ext>
                </a:extLst>
              </p:cNvPr>
              <p:cNvSpPr>
                <a:spLocks noChangeArrowheads="1"/>
              </p:cNvSpPr>
              <p:nvPr/>
            </p:nvSpPr>
            <p:spPr bwMode="auto">
              <a:xfrm>
                <a:off x="1643" y="1527"/>
                <a:ext cx="308" cy="318"/>
              </a:xfrm>
              <a:prstGeom prst="rect">
                <a:avLst/>
              </a:prstGeom>
              <a:solidFill>
                <a:schemeClr val="accent6">
                  <a:lumMod val="20000"/>
                  <a:lumOff val="80000"/>
                </a:schemeClr>
              </a:solidFill>
              <a:ln w="28575">
                <a:solidFill>
                  <a:schemeClr val="tx1"/>
                </a:solidFill>
                <a:miter lim="800000"/>
                <a:headEnd/>
                <a:tailEnd/>
              </a:ln>
            </p:spPr>
            <p:txBody>
              <a:bodyPr/>
              <a:lstStyle/>
              <a:p>
                <a:endParaRPr lang="zh-CN" altLang="en-US" sz="2400" b="1"/>
              </a:p>
            </p:txBody>
          </p:sp>
          <p:sp>
            <p:nvSpPr>
              <p:cNvPr id="89" name="矩形 217092">
                <a:extLst>
                  <a:ext uri="{FF2B5EF4-FFF2-40B4-BE49-F238E27FC236}">
                    <a16:creationId xmlns:a16="http://schemas.microsoft.com/office/drawing/2014/main" id="{DA3F00C3-0846-48EB-8994-C56398D3B990}"/>
                  </a:ext>
                </a:extLst>
              </p:cNvPr>
              <p:cNvSpPr>
                <a:spLocks noChangeArrowheads="1"/>
              </p:cNvSpPr>
              <p:nvPr/>
            </p:nvSpPr>
            <p:spPr bwMode="auto">
              <a:xfrm>
                <a:off x="1643" y="1845"/>
                <a:ext cx="308" cy="318"/>
              </a:xfrm>
              <a:prstGeom prst="rect">
                <a:avLst/>
              </a:prstGeom>
              <a:solidFill>
                <a:schemeClr val="accent3">
                  <a:lumMod val="20000"/>
                  <a:lumOff val="80000"/>
                </a:schemeClr>
              </a:solidFill>
              <a:ln w="28575">
                <a:solidFill>
                  <a:schemeClr val="tx1"/>
                </a:solidFill>
                <a:miter lim="800000"/>
                <a:headEnd/>
                <a:tailEnd/>
              </a:ln>
            </p:spPr>
            <p:txBody>
              <a:bodyPr wrap="none" anchor="ctr"/>
              <a:lstStyle/>
              <a:p>
                <a:pPr algn="ctr"/>
                <a:r>
                  <a:rPr lang="en-US" altLang="zh-CN" b="1"/>
                  <a:t>3</a:t>
                </a:r>
              </a:p>
            </p:txBody>
          </p:sp>
          <p:sp>
            <p:nvSpPr>
              <p:cNvPr id="90" name="矩形 217093">
                <a:extLst>
                  <a:ext uri="{FF2B5EF4-FFF2-40B4-BE49-F238E27FC236}">
                    <a16:creationId xmlns:a16="http://schemas.microsoft.com/office/drawing/2014/main" id="{048BEE32-3D00-4E11-AF9D-4348A5DC4B25}"/>
                  </a:ext>
                </a:extLst>
              </p:cNvPr>
              <p:cNvSpPr>
                <a:spLocks noChangeArrowheads="1"/>
              </p:cNvSpPr>
              <p:nvPr/>
            </p:nvSpPr>
            <p:spPr bwMode="auto">
              <a:xfrm>
                <a:off x="1643" y="2162"/>
                <a:ext cx="308" cy="318"/>
              </a:xfrm>
              <a:prstGeom prst="rect">
                <a:avLst/>
              </a:prstGeom>
              <a:solidFill>
                <a:schemeClr val="accent4">
                  <a:lumMod val="20000"/>
                  <a:lumOff val="80000"/>
                </a:schemeClr>
              </a:solidFill>
              <a:ln w="28575">
                <a:solidFill>
                  <a:schemeClr val="tx1"/>
                </a:solidFill>
                <a:miter lim="800000"/>
                <a:headEnd/>
                <a:tailEnd/>
              </a:ln>
            </p:spPr>
            <p:txBody>
              <a:bodyPr/>
              <a:lstStyle/>
              <a:p>
                <a:endParaRPr lang="zh-CN" altLang="en-US" sz="2400" b="1"/>
              </a:p>
            </p:txBody>
          </p:sp>
          <p:sp>
            <p:nvSpPr>
              <p:cNvPr id="91" name="矩形 217094">
                <a:extLst>
                  <a:ext uri="{FF2B5EF4-FFF2-40B4-BE49-F238E27FC236}">
                    <a16:creationId xmlns:a16="http://schemas.microsoft.com/office/drawing/2014/main" id="{EE946011-A333-49B1-A691-3729C906F6AE}"/>
                  </a:ext>
                </a:extLst>
              </p:cNvPr>
              <p:cNvSpPr>
                <a:spLocks noChangeArrowheads="1"/>
              </p:cNvSpPr>
              <p:nvPr/>
            </p:nvSpPr>
            <p:spPr bwMode="auto">
              <a:xfrm>
                <a:off x="1643" y="2480"/>
                <a:ext cx="308" cy="318"/>
              </a:xfrm>
              <a:prstGeom prst="rect">
                <a:avLst/>
              </a:prstGeom>
              <a:solidFill>
                <a:schemeClr val="accent5">
                  <a:lumMod val="20000"/>
                  <a:lumOff val="80000"/>
                </a:schemeClr>
              </a:solidFill>
              <a:ln w="28575">
                <a:solidFill>
                  <a:schemeClr val="tx1"/>
                </a:solidFill>
                <a:miter lim="800000"/>
                <a:headEnd/>
                <a:tailEnd/>
              </a:ln>
            </p:spPr>
            <p:txBody>
              <a:bodyPr/>
              <a:lstStyle/>
              <a:p>
                <a:endParaRPr lang="zh-CN" altLang="en-US" sz="2400" b="1"/>
              </a:p>
            </p:txBody>
          </p:sp>
          <p:sp>
            <p:nvSpPr>
              <p:cNvPr id="92" name="文本框 217095">
                <a:extLst>
                  <a:ext uri="{FF2B5EF4-FFF2-40B4-BE49-F238E27FC236}">
                    <a16:creationId xmlns:a16="http://schemas.microsoft.com/office/drawing/2014/main" id="{D6FD2145-7925-432A-99F6-E9033772A3EC}"/>
                  </a:ext>
                </a:extLst>
              </p:cNvPr>
              <p:cNvSpPr txBox="1">
                <a:spLocks noChangeArrowheads="1"/>
              </p:cNvSpPr>
              <p:nvPr/>
            </p:nvSpPr>
            <p:spPr bwMode="auto">
              <a:xfrm>
                <a:off x="823" y="1451"/>
                <a:ext cx="816" cy="1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r"/>
                <a:r>
                  <a:rPr lang="en-US" altLang="zh-CN" b="1" dirty="0"/>
                  <a:t>base</a:t>
                </a:r>
              </a:p>
              <a:p>
                <a:pPr algn="r"/>
                <a:r>
                  <a:rPr lang="en-US" altLang="zh-CN" b="1" dirty="0"/>
                  <a:t>dim</a:t>
                </a:r>
              </a:p>
              <a:p>
                <a:pPr algn="r"/>
                <a:r>
                  <a:rPr lang="en-US" altLang="zh-CN" b="1" dirty="0"/>
                  <a:t>Bounds</a:t>
                </a:r>
              </a:p>
              <a:p>
                <a:pPr algn="r"/>
                <a:r>
                  <a:rPr lang="en-US" altLang="zh-CN" b="1" dirty="0"/>
                  <a:t>constants</a:t>
                </a:r>
              </a:p>
            </p:txBody>
          </p:sp>
        </p:grpSp>
        <p:grpSp>
          <p:nvGrpSpPr>
            <p:cNvPr id="63" name="组合 62">
              <a:extLst>
                <a:ext uri="{FF2B5EF4-FFF2-40B4-BE49-F238E27FC236}">
                  <a16:creationId xmlns:a16="http://schemas.microsoft.com/office/drawing/2014/main" id="{CD518B2E-1C3D-4813-87C7-961BC9B230AB}"/>
                </a:ext>
              </a:extLst>
            </p:cNvPr>
            <p:cNvGrpSpPr>
              <a:grpSpLocks/>
            </p:cNvGrpSpPr>
            <p:nvPr/>
          </p:nvGrpSpPr>
          <p:grpSpPr bwMode="auto">
            <a:xfrm>
              <a:off x="8347467" y="2124126"/>
              <a:ext cx="1211847" cy="277090"/>
              <a:chOff x="1769" y="2139"/>
              <a:chExt cx="1520" cy="318"/>
            </a:xfrm>
            <a:solidFill>
              <a:schemeClr val="accent4">
                <a:lumMod val="20000"/>
                <a:lumOff val="80000"/>
              </a:schemeClr>
            </a:solidFill>
          </p:grpSpPr>
          <p:sp>
            <p:nvSpPr>
              <p:cNvPr id="84" name="矩形 217098">
                <a:extLst>
                  <a:ext uri="{FF2B5EF4-FFF2-40B4-BE49-F238E27FC236}">
                    <a16:creationId xmlns:a16="http://schemas.microsoft.com/office/drawing/2014/main" id="{8F9733FC-4688-41B6-89A2-F959A84844F9}"/>
                  </a:ext>
                </a:extLst>
              </p:cNvPr>
              <p:cNvSpPr>
                <a:spLocks noChangeArrowheads="1"/>
              </p:cNvSpPr>
              <p:nvPr/>
            </p:nvSpPr>
            <p:spPr bwMode="auto">
              <a:xfrm>
                <a:off x="2155" y="2139"/>
                <a:ext cx="1134" cy="318"/>
              </a:xfrm>
              <a:prstGeom prst="rect">
                <a:avLst/>
              </a:prstGeom>
              <a:grpFill/>
              <a:ln w="28575">
                <a:solidFill>
                  <a:schemeClr val="tx1"/>
                </a:solidFill>
                <a:miter lim="800000"/>
                <a:headEnd/>
                <a:tailEnd/>
              </a:ln>
            </p:spPr>
            <p:txBody>
              <a:bodyPr wrap="none" anchor="ctr"/>
              <a:lstStyle/>
              <a:p>
                <a:pPr algn="ctr"/>
                <a:r>
                  <a:rPr lang="en-US" altLang="zh-CN" b="1" dirty="0"/>
                  <a:t>4   5   6</a:t>
                </a:r>
              </a:p>
            </p:txBody>
          </p:sp>
          <p:sp>
            <p:nvSpPr>
              <p:cNvPr id="85" name="直接连接符 217099">
                <a:extLst>
                  <a:ext uri="{FF2B5EF4-FFF2-40B4-BE49-F238E27FC236}">
                    <a16:creationId xmlns:a16="http://schemas.microsoft.com/office/drawing/2014/main" id="{A00DCA10-CF9C-4CA3-AC3B-CAA280C8B8BA}"/>
                  </a:ext>
                </a:extLst>
              </p:cNvPr>
              <p:cNvSpPr>
                <a:spLocks noChangeShapeType="1"/>
              </p:cNvSpPr>
              <p:nvPr/>
            </p:nvSpPr>
            <p:spPr bwMode="auto">
              <a:xfrm>
                <a:off x="2549" y="2139"/>
                <a:ext cx="0" cy="318"/>
              </a:xfrm>
              <a:prstGeom prst="line">
                <a:avLst/>
              </a:prstGeom>
              <a:grpFill/>
              <a:ln w="28575">
                <a:solidFill>
                  <a:schemeClr val="tx1"/>
                </a:solidFill>
                <a:round/>
                <a:headEnd/>
                <a:tailEnd/>
              </a:ln>
            </p:spPr>
            <p:txBody>
              <a:bodyPr/>
              <a:lstStyle/>
              <a:p>
                <a:endParaRPr lang="zh-CN" altLang="en-US"/>
              </a:p>
            </p:txBody>
          </p:sp>
          <p:sp>
            <p:nvSpPr>
              <p:cNvPr id="86" name="直接连接符 217100">
                <a:extLst>
                  <a:ext uri="{FF2B5EF4-FFF2-40B4-BE49-F238E27FC236}">
                    <a16:creationId xmlns:a16="http://schemas.microsoft.com/office/drawing/2014/main" id="{AAF41ED7-3A73-4F2D-8FEA-DCFF74CD0C4C}"/>
                  </a:ext>
                </a:extLst>
              </p:cNvPr>
              <p:cNvSpPr>
                <a:spLocks noChangeShapeType="1"/>
              </p:cNvSpPr>
              <p:nvPr/>
            </p:nvSpPr>
            <p:spPr bwMode="auto">
              <a:xfrm>
                <a:off x="2935" y="2139"/>
                <a:ext cx="0" cy="318"/>
              </a:xfrm>
              <a:prstGeom prst="line">
                <a:avLst/>
              </a:prstGeom>
              <a:grpFill/>
              <a:ln w="28575">
                <a:solidFill>
                  <a:schemeClr val="tx1"/>
                </a:solidFill>
                <a:round/>
                <a:headEnd/>
                <a:tailEnd/>
              </a:ln>
            </p:spPr>
            <p:txBody>
              <a:bodyPr/>
              <a:lstStyle/>
              <a:p>
                <a:endParaRPr lang="zh-CN" altLang="en-US"/>
              </a:p>
            </p:txBody>
          </p:sp>
          <p:sp>
            <p:nvSpPr>
              <p:cNvPr id="87" name="直接连接符 217102">
                <a:extLst>
                  <a:ext uri="{FF2B5EF4-FFF2-40B4-BE49-F238E27FC236}">
                    <a16:creationId xmlns:a16="http://schemas.microsoft.com/office/drawing/2014/main" id="{2FE1BAAC-0226-4CE4-A893-D1D9F1A426F2}"/>
                  </a:ext>
                </a:extLst>
              </p:cNvPr>
              <p:cNvSpPr>
                <a:spLocks noChangeShapeType="1"/>
              </p:cNvSpPr>
              <p:nvPr/>
            </p:nvSpPr>
            <p:spPr bwMode="auto">
              <a:xfrm>
                <a:off x="1769" y="2298"/>
                <a:ext cx="386" cy="0"/>
              </a:xfrm>
              <a:prstGeom prst="line">
                <a:avLst/>
              </a:prstGeom>
              <a:grpFill/>
              <a:ln w="28575">
                <a:solidFill>
                  <a:srgbClr val="C00000"/>
                </a:solidFill>
                <a:round/>
                <a:headEnd type="oval" w="med" len="med"/>
                <a:tailEnd type="triangle" w="med" len="lg"/>
              </a:ln>
            </p:spPr>
            <p:txBody>
              <a:bodyPr/>
              <a:lstStyle/>
              <a:p>
                <a:endParaRPr lang="zh-CN" altLang="en-US"/>
              </a:p>
            </p:txBody>
          </p:sp>
        </p:grpSp>
        <p:grpSp>
          <p:nvGrpSpPr>
            <p:cNvPr id="64" name="组合 63">
              <a:extLst>
                <a:ext uri="{FF2B5EF4-FFF2-40B4-BE49-F238E27FC236}">
                  <a16:creationId xmlns:a16="http://schemas.microsoft.com/office/drawing/2014/main" id="{6C2CAF59-D610-4979-B6F3-0A261EA7EDAA}"/>
                </a:ext>
              </a:extLst>
            </p:cNvPr>
            <p:cNvGrpSpPr>
              <a:grpSpLocks/>
            </p:cNvGrpSpPr>
            <p:nvPr/>
          </p:nvGrpSpPr>
          <p:grpSpPr bwMode="auto">
            <a:xfrm>
              <a:off x="8347467" y="2445666"/>
              <a:ext cx="1211847" cy="278368"/>
              <a:chOff x="1769" y="2502"/>
              <a:chExt cx="1520" cy="318"/>
            </a:xfrm>
            <a:solidFill>
              <a:schemeClr val="accent5">
                <a:lumMod val="20000"/>
                <a:lumOff val="80000"/>
              </a:schemeClr>
            </a:solidFill>
          </p:grpSpPr>
          <p:sp>
            <p:nvSpPr>
              <p:cNvPr id="79" name="直接连接符 217103">
                <a:extLst>
                  <a:ext uri="{FF2B5EF4-FFF2-40B4-BE49-F238E27FC236}">
                    <a16:creationId xmlns:a16="http://schemas.microsoft.com/office/drawing/2014/main" id="{55DF3076-0835-49F3-9BC3-8AFD20A9B167}"/>
                  </a:ext>
                </a:extLst>
              </p:cNvPr>
              <p:cNvSpPr>
                <a:spLocks noChangeShapeType="1"/>
              </p:cNvSpPr>
              <p:nvPr/>
            </p:nvSpPr>
            <p:spPr bwMode="auto">
              <a:xfrm>
                <a:off x="1769" y="2638"/>
                <a:ext cx="386" cy="0"/>
              </a:xfrm>
              <a:prstGeom prst="line">
                <a:avLst/>
              </a:prstGeom>
              <a:grpFill/>
              <a:ln w="28575">
                <a:solidFill>
                  <a:srgbClr val="C00000"/>
                </a:solidFill>
                <a:round/>
                <a:headEnd type="oval" w="med" len="med"/>
                <a:tailEnd type="triangle" w="med" len="lg"/>
              </a:ln>
            </p:spPr>
            <p:txBody>
              <a:bodyPr/>
              <a:lstStyle/>
              <a:p>
                <a:endParaRPr lang="zh-CN" altLang="en-US" b="1"/>
              </a:p>
            </p:txBody>
          </p:sp>
          <p:grpSp>
            <p:nvGrpSpPr>
              <p:cNvPr id="80" name="组合 217108">
                <a:extLst>
                  <a:ext uri="{FF2B5EF4-FFF2-40B4-BE49-F238E27FC236}">
                    <a16:creationId xmlns:a16="http://schemas.microsoft.com/office/drawing/2014/main" id="{E669191B-3EB9-4197-952E-F16BEA0642BB}"/>
                  </a:ext>
                </a:extLst>
              </p:cNvPr>
              <p:cNvGrpSpPr>
                <a:grpSpLocks/>
              </p:cNvGrpSpPr>
              <p:nvPr/>
            </p:nvGrpSpPr>
            <p:grpSpPr bwMode="auto">
              <a:xfrm>
                <a:off x="2155" y="2502"/>
                <a:ext cx="1134" cy="318"/>
                <a:chOff x="1837" y="2568"/>
                <a:chExt cx="1134" cy="318"/>
              </a:xfrm>
              <a:grpFill/>
            </p:grpSpPr>
            <p:sp>
              <p:nvSpPr>
                <p:cNvPr id="81" name="矩形 217105">
                  <a:extLst>
                    <a:ext uri="{FF2B5EF4-FFF2-40B4-BE49-F238E27FC236}">
                      <a16:creationId xmlns:a16="http://schemas.microsoft.com/office/drawing/2014/main" id="{BE2783DE-62D1-4ED4-AFF9-EFD32B607081}"/>
                    </a:ext>
                  </a:extLst>
                </p:cNvPr>
                <p:cNvSpPr>
                  <a:spLocks noChangeArrowheads="1"/>
                </p:cNvSpPr>
                <p:nvPr/>
              </p:nvSpPr>
              <p:spPr bwMode="auto">
                <a:xfrm>
                  <a:off x="1837" y="2568"/>
                  <a:ext cx="1134" cy="318"/>
                </a:xfrm>
                <a:prstGeom prst="rect">
                  <a:avLst/>
                </a:prstGeom>
                <a:grpFill/>
                <a:ln w="28575">
                  <a:solidFill>
                    <a:schemeClr val="tx1"/>
                  </a:solidFill>
                  <a:miter lim="800000"/>
                  <a:headEnd/>
                  <a:tailEnd/>
                </a:ln>
              </p:spPr>
              <p:txBody>
                <a:bodyPr wrap="none" lIns="36000" anchor="ctr"/>
                <a:lstStyle/>
                <a:p>
                  <a:r>
                    <a:rPr lang="en-US" altLang="zh-CN" b="1" dirty="0">
                      <a:solidFill>
                        <a:srgbClr val="0070C0"/>
                      </a:solidFill>
                    </a:rPr>
                    <a:t>30</a:t>
                  </a:r>
                  <a:r>
                    <a:rPr lang="en-US" altLang="zh-CN" b="1" dirty="0"/>
                    <a:t>   </a:t>
                  </a:r>
                  <a:r>
                    <a:rPr lang="en-US" altLang="zh-CN" b="1" dirty="0">
                      <a:solidFill>
                        <a:srgbClr val="0070C0"/>
                      </a:solidFill>
                    </a:rPr>
                    <a:t>6</a:t>
                  </a:r>
                  <a:r>
                    <a:rPr lang="en-US" altLang="zh-CN" b="1" dirty="0"/>
                    <a:t> </a:t>
                  </a:r>
                  <a:r>
                    <a:rPr lang="en-US" altLang="zh-CN" sz="1200" b="1" dirty="0"/>
                    <a:t>  </a:t>
                  </a:r>
                  <a:r>
                    <a:rPr lang="en-US" altLang="zh-CN" b="1" dirty="0">
                      <a:solidFill>
                        <a:srgbClr val="0070C0"/>
                      </a:solidFill>
                    </a:rPr>
                    <a:t>1</a:t>
                  </a:r>
                </a:p>
              </p:txBody>
            </p:sp>
            <p:sp>
              <p:nvSpPr>
                <p:cNvPr id="82" name="直接连接符 217106">
                  <a:extLst>
                    <a:ext uri="{FF2B5EF4-FFF2-40B4-BE49-F238E27FC236}">
                      <a16:creationId xmlns:a16="http://schemas.microsoft.com/office/drawing/2014/main" id="{80F3D4FA-4C80-4EE1-B0BB-738CEC773CCD}"/>
                    </a:ext>
                  </a:extLst>
                </p:cNvPr>
                <p:cNvSpPr>
                  <a:spLocks noChangeShapeType="1"/>
                </p:cNvSpPr>
                <p:nvPr/>
              </p:nvSpPr>
              <p:spPr bwMode="auto">
                <a:xfrm>
                  <a:off x="2238" y="2568"/>
                  <a:ext cx="0" cy="318"/>
                </a:xfrm>
                <a:prstGeom prst="line">
                  <a:avLst/>
                </a:prstGeom>
                <a:grpFill/>
                <a:ln w="28575">
                  <a:solidFill>
                    <a:schemeClr val="tx1"/>
                  </a:solidFill>
                  <a:round/>
                  <a:headEnd/>
                  <a:tailEnd/>
                </a:ln>
              </p:spPr>
              <p:txBody>
                <a:bodyPr/>
                <a:lstStyle/>
                <a:p>
                  <a:endParaRPr lang="zh-CN" altLang="en-US" b="1"/>
                </a:p>
              </p:txBody>
            </p:sp>
            <p:sp>
              <p:nvSpPr>
                <p:cNvPr id="83" name="直接连接符 217107">
                  <a:extLst>
                    <a:ext uri="{FF2B5EF4-FFF2-40B4-BE49-F238E27FC236}">
                      <a16:creationId xmlns:a16="http://schemas.microsoft.com/office/drawing/2014/main" id="{C865A747-433C-4857-BC8D-A949C364702E}"/>
                    </a:ext>
                  </a:extLst>
                </p:cNvPr>
                <p:cNvSpPr>
                  <a:spLocks noChangeShapeType="1"/>
                </p:cNvSpPr>
                <p:nvPr/>
              </p:nvSpPr>
              <p:spPr bwMode="auto">
                <a:xfrm>
                  <a:off x="2615" y="2568"/>
                  <a:ext cx="0" cy="318"/>
                </a:xfrm>
                <a:prstGeom prst="line">
                  <a:avLst/>
                </a:prstGeom>
                <a:grpFill/>
                <a:ln w="28575">
                  <a:solidFill>
                    <a:schemeClr val="tx1"/>
                  </a:solidFill>
                  <a:round/>
                  <a:headEnd/>
                  <a:tailEnd/>
                </a:ln>
              </p:spPr>
              <p:txBody>
                <a:bodyPr/>
                <a:lstStyle/>
                <a:p>
                  <a:endParaRPr lang="zh-CN" altLang="en-US" b="1"/>
                </a:p>
              </p:txBody>
            </p:sp>
          </p:grpSp>
        </p:grpSp>
        <p:sp>
          <p:nvSpPr>
            <p:cNvPr id="65" name="文本框 64">
              <a:extLst>
                <a:ext uri="{FF2B5EF4-FFF2-40B4-BE49-F238E27FC236}">
                  <a16:creationId xmlns:a16="http://schemas.microsoft.com/office/drawing/2014/main" id="{3CBDDF46-9C40-4269-B544-E6F74EC57D0E}"/>
                </a:ext>
              </a:extLst>
            </p:cNvPr>
            <p:cNvSpPr txBox="1"/>
            <p:nvPr/>
          </p:nvSpPr>
          <p:spPr>
            <a:xfrm>
              <a:off x="8137018" y="1254780"/>
              <a:ext cx="319318" cy="400110"/>
            </a:xfrm>
            <a:prstGeom prst="rect">
              <a:avLst/>
            </a:prstGeom>
            <a:noFill/>
          </p:spPr>
          <p:txBody>
            <a:bodyPr wrap="none" rtlCol="0">
              <a:spAutoFit/>
            </a:bodyPr>
            <a:lstStyle/>
            <a:p>
              <a:r>
                <a:rPr lang="en-US" altLang="zh-CN" sz="2000" b="1" dirty="0"/>
                <a:t>a</a:t>
              </a:r>
              <a:endParaRPr lang="zh-CN" altLang="en-US" sz="2000" b="1" dirty="0"/>
            </a:p>
          </p:txBody>
        </p:sp>
        <p:sp>
          <p:nvSpPr>
            <p:cNvPr id="66" name="矩形 65">
              <a:extLst>
                <a:ext uri="{FF2B5EF4-FFF2-40B4-BE49-F238E27FC236}">
                  <a16:creationId xmlns:a16="http://schemas.microsoft.com/office/drawing/2014/main" id="{50318D7E-DB37-46D8-A738-6815E2AB4C30}"/>
                </a:ext>
              </a:extLst>
            </p:cNvPr>
            <p:cNvSpPr/>
            <p:nvPr/>
          </p:nvSpPr>
          <p:spPr>
            <a:xfrm>
              <a:off x="9930040" y="1623860"/>
              <a:ext cx="98523" cy="273437"/>
            </a:xfrm>
            <a:prstGeom prst="rect">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5">
                    <a:lumMod val="20000"/>
                    <a:lumOff val="80000"/>
                  </a:schemeClr>
                </a:solidFill>
              </a:endParaRPr>
            </a:p>
          </p:txBody>
        </p:sp>
        <p:grpSp>
          <p:nvGrpSpPr>
            <p:cNvPr id="67" name="组合 66">
              <a:extLst>
                <a:ext uri="{FF2B5EF4-FFF2-40B4-BE49-F238E27FC236}">
                  <a16:creationId xmlns:a16="http://schemas.microsoft.com/office/drawing/2014/main" id="{EA09D80E-1A9D-44D0-9750-8E9FB772B739}"/>
                </a:ext>
              </a:extLst>
            </p:cNvPr>
            <p:cNvGrpSpPr/>
            <p:nvPr/>
          </p:nvGrpSpPr>
          <p:grpSpPr>
            <a:xfrm>
              <a:off x="8390827" y="1320360"/>
              <a:ext cx="3003551" cy="589940"/>
              <a:chOff x="8432051" y="1700746"/>
              <a:chExt cx="3003551" cy="589940"/>
            </a:xfrm>
          </p:grpSpPr>
          <p:grpSp>
            <p:nvGrpSpPr>
              <p:cNvPr id="70" name="组合 69">
                <a:extLst>
                  <a:ext uri="{FF2B5EF4-FFF2-40B4-BE49-F238E27FC236}">
                    <a16:creationId xmlns:a16="http://schemas.microsoft.com/office/drawing/2014/main" id="{39E33876-72D8-466B-8D34-1408FC09CB73}"/>
                  </a:ext>
                </a:extLst>
              </p:cNvPr>
              <p:cNvGrpSpPr>
                <a:grpSpLocks/>
              </p:cNvGrpSpPr>
              <p:nvPr/>
            </p:nvGrpSpPr>
            <p:grpSpPr bwMode="auto">
              <a:xfrm>
                <a:off x="8432051" y="1700746"/>
                <a:ext cx="3003551" cy="577970"/>
                <a:chOff x="1774" y="1315"/>
                <a:chExt cx="1892" cy="446"/>
              </a:xfrm>
            </p:grpSpPr>
            <p:sp>
              <p:nvSpPr>
                <p:cNvPr id="75" name="直接连接符 217097">
                  <a:extLst>
                    <a:ext uri="{FF2B5EF4-FFF2-40B4-BE49-F238E27FC236}">
                      <a16:creationId xmlns:a16="http://schemas.microsoft.com/office/drawing/2014/main" id="{7CBB2FDF-58AC-4CDC-AD56-D5A237B2CDD4}"/>
                    </a:ext>
                  </a:extLst>
                </p:cNvPr>
                <p:cNvSpPr>
                  <a:spLocks noChangeShapeType="1"/>
                </p:cNvSpPr>
                <p:nvPr/>
              </p:nvSpPr>
              <p:spPr bwMode="auto">
                <a:xfrm flipV="1">
                  <a:off x="1774" y="1650"/>
                  <a:ext cx="260" cy="0"/>
                </a:xfrm>
                <a:prstGeom prst="line">
                  <a:avLst/>
                </a:prstGeom>
                <a:noFill/>
                <a:ln w="28575">
                  <a:solidFill>
                    <a:srgbClr val="C00000"/>
                  </a:solidFill>
                  <a:round/>
                  <a:headEnd type="oval" w="med" len="med"/>
                  <a:tailEnd type="triangle" w="med" len="lg"/>
                </a:ln>
                <a:extLst>
                  <a:ext uri="{909E8E84-426E-40DD-AFC4-6F175D3DCCD1}">
                    <a14:hiddenFill xmlns:a14="http://schemas.microsoft.com/office/drawing/2010/main">
                      <a:noFill/>
                    </a14:hiddenFill>
                  </a:ext>
                </a:extLst>
              </p:spPr>
              <p:txBody>
                <a:bodyPr/>
                <a:lstStyle/>
                <a:p>
                  <a:endParaRPr lang="zh-CN" altLang="en-US"/>
                </a:p>
              </p:txBody>
            </p:sp>
            <p:grpSp>
              <p:nvGrpSpPr>
                <p:cNvPr id="76" name="组合 217114">
                  <a:extLst>
                    <a:ext uri="{FF2B5EF4-FFF2-40B4-BE49-F238E27FC236}">
                      <a16:creationId xmlns:a16="http://schemas.microsoft.com/office/drawing/2014/main" id="{A08FB768-5E5A-4800-A8BA-FC425A89EE96}"/>
                    </a:ext>
                  </a:extLst>
                </p:cNvPr>
                <p:cNvGrpSpPr>
                  <a:grpSpLocks/>
                </p:cNvGrpSpPr>
                <p:nvPr/>
              </p:nvGrpSpPr>
              <p:grpSpPr bwMode="auto">
                <a:xfrm>
                  <a:off x="2029" y="1315"/>
                  <a:ext cx="1637" cy="446"/>
                  <a:chOff x="2029" y="1315"/>
                  <a:chExt cx="1637" cy="446"/>
                </a:xfrm>
              </p:grpSpPr>
              <p:sp>
                <p:nvSpPr>
                  <p:cNvPr id="77" name="文本框 217109">
                    <a:extLst>
                      <a:ext uri="{FF2B5EF4-FFF2-40B4-BE49-F238E27FC236}">
                        <a16:creationId xmlns:a16="http://schemas.microsoft.com/office/drawing/2014/main" id="{34133C41-4ED3-436B-B9BF-B01DC01683D3}"/>
                      </a:ext>
                    </a:extLst>
                  </p:cNvPr>
                  <p:cNvSpPr txBox="1">
                    <a:spLocks noChangeArrowheads="1"/>
                  </p:cNvSpPr>
                  <p:nvPr/>
                </p:nvSpPr>
                <p:spPr bwMode="auto">
                  <a:xfrm>
                    <a:off x="2029" y="1315"/>
                    <a:ext cx="1637" cy="2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1600" b="1" dirty="0"/>
                      <a:t>0 1 2  …     45   …         119</a:t>
                    </a:r>
                  </a:p>
                </p:txBody>
              </p:sp>
              <p:sp>
                <p:nvSpPr>
                  <p:cNvPr id="78" name="矩形 217096">
                    <a:extLst>
                      <a:ext uri="{FF2B5EF4-FFF2-40B4-BE49-F238E27FC236}">
                        <a16:creationId xmlns:a16="http://schemas.microsoft.com/office/drawing/2014/main" id="{23EA6BF6-6A45-4B65-BBAA-66459ADEF153}"/>
                      </a:ext>
                    </a:extLst>
                  </p:cNvPr>
                  <p:cNvSpPr>
                    <a:spLocks noChangeArrowheads="1"/>
                  </p:cNvSpPr>
                  <p:nvPr/>
                </p:nvSpPr>
                <p:spPr bwMode="auto">
                  <a:xfrm>
                    <a:off x="2035" y="1550"/>
                    <a:ext cx="378" cy="211"/>
                  </a:xfrm>
                  <a:prstGeom prst="rect">
                    <a:avLst/>
                  </a:prstGeom>
                  <a:solidFill>
                    <a:schemeClr val="accent6">
                      <a:lumMod val="20000"/>
                      <a:lumOff val="80000"/>
                    </a:schemeClr>
                  </a:solidFill>
                  <a:ln w="28575">
                    <a:solidFill>
                      <a:schemeClr val="tx1"/>
                    </a:solidFill>
                    <a:miter lim="800000"/>
                    <a:headEnd/>
                    <a:tailEnd/>
                  </a:ln>
                </p:spPr>
                <p:txBody>
                  <a:bodyPr/>
                  <a:lstStyle/>
                  <a:p>
                    <a:endParaRPr lang="zh-CN" altLang="en-US"/>
                  </a:p>
                </p:txBody>
              </p:sp>
            </p:grpSp>
          </p:grpSp>
          <p:sp>
            <p:nvSpPr>
              <p:cNvPr id="71" name="矩形 217096">
                <a:extLst>
                  <a:ext uri="{FF2B5EF4-FFF2-40B4-BE49-F238E27FC236}">
                    <a16:creationId xmlns:a16="http://schemas.microsoft.com/office/drawing/2014/main" id="{CF5BC0C9-A002-47CD-8714-4288DF4F3D50}"/>
                  </a:ext>
                </a:extLst>
              </p:cNvPr>
              <p:cNvSpPr>
                <a:spLocks noChangeArrowheads="1"/>
              </p:cNvSpPr>
              <p:nvPr/>
            </p:nvSpPr>
            <p:spPr bwMode="auto">
              <a:xfrm>
                <a:off x="9671227" y="2004246"/>
                <a:ext cx="600075" cy="273437"/>
              </a:xfrm>
              <a:prstGeom prst="rect">
                <a:avLst/>
              </a:prstGeom>
              <a:solidFill>
                <a:schemeClr val="accent6">
                  <a:lumMod val="20000"/>
                  <a:lumOff val="80000"/>
                </a:schemeClr>
              </a:solidFill>
              <a:ln w="28575">
                <a:solidFill>
                  <a:schemeClr val="tx1"/>
                </a:solidFill>
                <a:miter lim="800000"/>
                <a:headEnd/>
                <a:tailEnd/>
              </a:ln>
            </p:spPr>
            <p:txBody>
              <a:bodyPr/>
              <a:lstStyle/>
              <a:p>
                <a:endParaRPr lang="zh-CN" altLang="en-US"/>
              </a:p>
            </p:txBody>
          </p:sp>
          <p:sp>
            <p:nvSpPr>
              <p:cNvPr id="72" name="矩形 217096">
                <a:extLst>
                  <a:ext uri="{FF2B5EF4-FFF2-40B4-BE49-F238E27FC236}">
                    <a16:creationId xmlns:a16="http://schemas.microsoft.com/office/drawing/2014/main" id="{737FE08D-8527-4D47-9F0C-2747C8CF5A3A}"/>
                  </a:ext>
                </a:extLst>
              </p:cNvPr>
              <p:cNvSpPr>
                <a:spLocks noChangeArrowheads="1"/>
              </p:cNvSpPr>
              <p:nvPr/>
            </p:nvSpPr>
            <p:spPr bwMode="auto">
              <a:xfrm>
                <a:off x="10496066" y="2004245"/>
                <a:ext cx="600075" cy="273437"/>
              </a:xfrm>
              <a:prstGeom prst="rect">
                <a:avLst/>
              </a:prstGeom>
              <a:solidFill>
                <a:schemeClr val="accent6">
                  <a:lumMod val="20000"/>
                  <a:lumOff val="80000"/>
                </a:schemeClr>
              </a:solidFill>
              <a:ln w="28575">
                <a:solidFill>
                  <a:schemeClr val="tx1"/>
                </a:solidFill>
                <a:miter lim="800000"/>
                <a:headEnd/>
                <a:tailEnd/>
              </a:ln>
            </p:spPr>
            <p:txBody>
              <a:bodyPr/>
              <a:lstStyle/>
              <a:p>
                <a:endParaRPr lang="zh-CN" altLang="en-US"/>
              </a:p>
            </p:txBody>
          </p:sp>
          <p:sp>
            <p:nvSpPr>
              <p:cNvPr id="73" name="矩形 217096">
                <a:extLst>
                  <a:ext uri="{FF2B5EF4-FFF2-40B4-BE49-F238E27FC236}">
                    <a16:creationId xmlns:a16="http://schemas.microsoft.com/office/drawing/2014/main" id="{ED04F4B2-6487-40A7-91D2-29E4DD9C69DF}"/>
                  </a:ext>
                </a:extLst>
              </p:cNvPr>
              <p:cNvSpPr>
                <a:spLocks noChangeArrowheads="1"/>
              </p:cNvSpPr>
              <p:nvPr/>
            </p:nvSpPr>
            <p:spPr bwMode="auto">
              <a:xfrm>
                <a:off x="9433014" y="1985277"/>
                <a:ext cx="300038" cy="305409"/>
              </a:xfrm>
              <a:prstGeom prst="rect">
                <a:avLst/>
              </a:prstGeom>
              <a:solidFill>
                <a:schemeClr val="accent6">
                  <a:lumMod val="20000"/>
                  <a:lumOff val="80000"/>
                </a:schemeClr>
              </a:solidFill>
              <a:ln w="28575">
                <a:noFill/>
                <a:miter lim="800000"/>
                <a:headEnd/>
                <a:tailEnd/>
              </a:ln>
            </p:spPr>
            <p:txBody>
              <a:bodyPr/>
              <a:lstStyle/>
              <a:p>
                <a:endParaRPr lang="zh-CN" altLang="en-US"/>
              </a:p>
            </p:txBody>
          </p:sp>
          <p:sp>
            <p:nvSpPr>
              <p:cNvPr id="74" name="矩形 217096">
                <a:extLst>
                  <a:ext uri="{FF2B5EF4-FFF2-40B4-BE49-F238E27FC236}">
                    <a16:creationId xmlns:a16="http://schemas.microsoft.com/office/drawing/2014/main" id="{981EE61C-8FC0-4ED4-A71E-A201DE4896FF}"/>
                  </a:ext>
                </a:extLst>
              </p:cNvPr>
              <p:cNvSpPr>
                <a:spLocks noChangeArrowheads="1"/>
              </p:cNvSpPr>
              <p:nvPr/>
            </p:nvSpPr>
            <p:spPr bwMode="auto">
              <a:xfrm>
                <a:off x="10253842" y="1984519"/>
                <a:ext cx="300038" cy="305409"/>
              </a:xfrm>
              <a:prstGeom prst="rect">
                <a:avLst/>
              </a:prstGeom>
              <a:solidFill>
                <a:schemeClr val="accent6">
                  <a:lumMod val="20000"/>
                  <a:lumOff val="80000"/>
                </a:schemeClr>
              </a:solidFill>
              <a:ln w="28575">
                <a:noFill/>
                <a:miter lim="800000"/>
                <a:headEnd/>
                <a:tailEnd/>
              </a:ln>
            </p:spPr>
            <p:txBody>
              <a:bodyPr/>
              <a:lstStyle/>
              <a:p>
                <a:endParaRPr lang="zh-CN" altLang="en-US"/>
              </a:p>
            </p:txBody>
          </p:sp>
        </p:grpSp>
        <p:sp>
          <p:nvSpPr>
            <p:cNvPr id="68" name="文本框 67">
              <a:extLst>
                <a:ext uri="{FF2B5EF4-FFF2-40B4-BE49-F238E27FC236}">
                  <a16:creationId xmlns:a16="http://schemas.microsoft.com/office/drawing/2014/main" id="{A4151AC3-DCDB-4239-B184-7ED912E83412}"/>
                </a:ext>
              </a:extLst>
            </p:cNvPr>
            <p:cNvSpPr txBox="1"/>
            <p:nvPr/>
          </p:nvSpPr>
          <p:spPr>
            <a:xfrm>
              <a:off x="8741558" y="1897420"/>
              <a:ext cx="777457" cy="246221"/>
            </a:xfrm>
            <a:prstGeom prst="rect">
              <a:avLst/>
            </a:prstGeom>
            <a:noFill/>
          </p:spPr>
          <p:txBody>
            <a:bodyPr wrap="none" lIns="0" tIns="0" rIns="0" bIns="0" rtlCol="0">
              <a:spAutoFit/>
            </a:bodyPr>
            <a:lstStyle/>
            <a:p>
              <a:r>
                <a:rPr lang="en-US" altLang="zh-CN" sz="1600" b="1" dirty="0"/>
                <a:t>0   </a:t>
              </a:r>
              <a:r>
                <a:rPr lang="en-US" altLang="zh-CN" sz="1400" b="1" dirty="0"/>
                <a:t> </a:t>
              </a:r>
              <a:r>
                <a:rPr lang="en-US" altLang="zh-CN" sz="1600" b="1" dirty="0"/>
                <a:t>1 </a:t>
              </a:r>
              <a:r>
                <a:rPr lang="en-US" altLang="zh-CN" sz="1200" b="1" dirty="0"/>
                <a:t>  </a:t>
              </a:r>
              <a:r>
                <a:rPr lang="en-US" altLang="zh-CN" sz="1400" b="1" dirty="0"/>
                <a:t> </a:t>
              </a:r>
              <a:r>
                <a:rPr lang="en-US" altLang="zh-CN" sz="1600" b="1" dirty="0"/>
                <a:t>2</a:t>
              </a:r>
              <a:endParaRPr lang="zh-CN" altLang="en-US" sz="1600" b="1" dirty="0"/>
            </a:p>
          </p:txBody>
        </p:sp>
      </p:grpSp>
      <p:cxnSp>
        <p:nvCxnSpPr>
          <p:cNvPr id="102" name="直接连接符 101">
            <a:extLst>
              <a:ext uri="{FF2B5EF4-FFF2-40B4-BE49-F238E27FC236}">
                <a16:creationId xmlns:a16="http://schemas.microsoft.com/office/drawing/2014/main" id="{F0F7BCEE-7B56-4C47-84F9-6750D0C94C0F}"/>
              </a:ext>
            </a:extLst>
          </p:cNvPr>
          <p:cNvCxnSpPr>
            <a:cxnSpLocks/>
          </p:cNvCxnSpPr>
          <p:nvPr/>
        </p:nvCxnSpPr>
        <p:spPr>
          <a:xfrm>
            <a:off x="2540577" y="1877486"/>
            <a:ext cx="716973" cy="1302132"/>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grpSp>
        <p:nvGrpSpPr>
          <p:cNvPr id="103" name="组合 102">
            <a:extLst>
              <a:ext uri="{FF2B5EF4-FFF2-40B4-BE49-F238E27FC236}">
                <a16:creationId xmlns:a16="http://schemas.microsoft.com/office/drawing/2014/main" id="{859FD335-D143-4520-BBC6-72450BD88A5A}"/>
              </a:ext>
            </a:extLst>
          </p:cNvPr>
          <p:cNvGrpSpPr/>
          <p:nvPr/>
        </p:nvGrpSpPr>
        <p:grpSpPr>
          <a:xfrm>
            <a:off x="7924676" y="1212658"/>
            <a:ext cx="646331" cy="577113"/>
            <a:chOff x="7766387" y="4998720"/>
            <a:chExt cx="646331" cy="577113"/>
          </a:xfrm>
        </p:grpSpPr>
        <p:cxnSp>
          <p:nvCxnSpPr>
            <p:cNvPr id="104" name="直接连接符 103">
              <a:extLst>
                <a:ext uri="{FF2B5EF4-FFF2-40B4-BE49-F238E27FC236}">
                  <a16:creationId xmlns:a16="http://schemas.microsoft.com/office/drawing/2014/main" id="{5C6ED6A9-89A4-4339-8A46-3224A7BC65A9}"/>
                </a:ext>
              </a:extLst>
            </p:cNvPr>
            <p:cNvCxnSpPr>
              <a:cxnSpLocks/>
              <a:stCxn id="105" idx="2"/>
            </p:cNvCxnSpPr>
            <p:nvPr/>
          </p:nvCxnSpPr>
          <p:spPr>
            <a:xfrm flipH="1">
              <a:off x="8041571" y="5351524"/>
              <a:ext cx="47982" cy="224309"/>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105" name="文本框 104">
              <a:extLst>
                <a:ext uri="{FF2B5EF4-FFF2-40B4-BE49-F238E27FC236}">
                  <a16:creationId xmlns:a16="http://schemas.microsoft.com/office/drawing/2014/main" id="{BEB2A932-D418-452A-AF47-768340DA4DA8}"/>
                </a:ext>
              </a:extLst>
            </p:cNvPr>
            <p:cNvSpPr txBox="1"/>
            <p:nvPr/>
          </p:nvSpPr>
          <p:spPr>
            <a:xfrm>
              <a:off x="7766387" y="4998720"/>
              <a:ext cx="646331" cy="369332"/>
            </a:xfrm>
            <a:prstGeom prst="rect">
              <a:avLst/>
            </a:prstGeom>
            <a:noFill/>
          </p:spPr>
          <p:txBody>
            <a:bodyPr wrap="none" rtlCol="0">
              <a:spAutoFit/>
            </a:bodyPr>
            <a:lstStyle/>
            <a:p>
              <a:r>
                <a:rPr lang="zh-CN" altLang="en-US" b="1" dirty="0">
                  <a:solidFill>
                    <a:srgbClr val="5F27C3"/>
                  </a:solidFill>
                </a:rPr>
                <a:t>基址</a:t>
              </a:r>
            </a:p>
          </p:txBody>
        </p:sp>
      </p:grpSp>
      <p:grpSp>
        <p:nvGrpSpPr>
          <p:cNvPr id="107" name="组合 106">
            <a:extLst>
              <a:ext uri="{FF2B5EF4-FFF2-40B4-BE49-F238E27FC236}">
                <a16:creationId xmlns:a16="http://schemas.microsoft.com/office/drawing/2014/main" id="{2ADA274C-7E12-472F-BAA0-13509AB4F0DA}"/>
              </a:ext>
            </a:extLst>
          </p:cNvPr>
          <p:cNvGrpSpPr/>
          <p:nvPr/>
        </p:nvGrpSpPr>
        <p:grpSpPr>
          <a:xfrm>
            <a:off x="9497391" y="1098846"/>
            <a:ext cx="1107996" cy="483144"/>
            <a:chOff x="6681354" y="5219511"/>
            <a:chExt cx="1694348" cy="851276"/>
          </a:xfrm>
        </p:grpSpPr>
        <p:cxnSp>
          <p:nvCxnSpPr>
            <p:cNvPr id="108" name="直接连接符 107">
              <a:extLst>
                <a:ext uri="{FF2B5EF4-FFF2-40B4-BE49-F238E27FC236}">
                  <a16:creationId xmlns:a16="http://schemas.microsoft.com/office/drawing/2014/main" id="{2525997D-5F66-49EA-8D69-3FB962EF276E}"/>
                </a:ext>
              </a:extLst>
            </p:cNvPr>
            <p:cNvCxnSpPr>
              <a:cxnSpLocks/>
              <a:stCxn id="109" idx="2"/>
            </p:cNvCxnSpPr>
            <p:nvPr/>
          </p:nvCxnSpPr>
          <p:spPr>
            <a:xfrm flipH="1">
              <a:off x="7179646" y="5870258"/>
              <a:ext cx="348882" cy="200529"/>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109" name="文本框 108">
              <a:extLst>
                <a:ext uri="{FF2B5EF4-FFF2-40B4-BE49-F238E27FC236}">
                  <a16:creationId xmlns:a16="http://schemas.microsoft.com/office/drawing/2014/main" id="{CE7BB595-79DC-4C7F-B2AE-D505470A0F18}"/>
                </a:ext>
              </a:extLst>
            </p:cNvPr>
            <p:cNvSpPr txBox="1"/>
            <p:nvPr/>
          </p:nvSpPr>
          <p:spPr>
            <a:xfrm>
              <a:off x="6681354" y="5219511"/>
              <a:ext cx="1694348" cy="650747"/>
            </a:xfrm>
            <a:prstGeom prst="rect">
              <a:avLst/>
            </a:prstGeom>
            <a:noFill/>
          </p:spPr>
          <p:txBody>
            <a:bodyPr wrap="none" rtlCol="0">
              <a:spAutoFit/>
            </a:bodyPr>
            <a:lstStyle/>
            <a:p>
              <a:r>
                <a:rPr lang="zh-CN" altLang="en-US" b="1" dirty="0">
                  <a:solidFill>
                    <a:srgbClr val="5F27C3"/>
                  </a:solidFill>
                </a:rPr>
                <a:t>相对地址</a:t>
              </a:r>
            </a:p>
          </p:txBody>
        </p:sp>
      </p:grpSp>
      <p:sp>
        <p:nvSpPr>
          <p:cNvPr id="110" name="矩形 109">
            <a:extLst>
              <a:ext uri="{FF2B5EF4-FFF2-40B4-BE49-F238E27FC236}">
                <a16:creationId xmlns:a16="http://schemas.microsoft.com/office/drawing/2014/main" id="{BD084C64-83C7-4643-8E6E-F2428E654EB1}"/>
              </a:ext>
            </a:extLst>
          </p:cNvPr>
          <p:cNvSpPr/>
          <p:nvPr/>
        </p:nvSpPr>
        <p:spPr>
          <a:xfrm>
            <a:off x="9595822" y="1747419"/>
            <a:ext cx="98523" cy="2659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1" name="文本框 110">
            <a:extLst>
              <a:ext uri="{FF2B5EF4-FFF2-40B4-BE49-F238E27FC236}">
                <a16:creationId xmlns:a16="http://schemas.microsoft.com/office/drawing/2014/main" id="{BADE1037-565C-47D8-98EC-C2100F250497}"/>
              </a:ext>
            </a:extLst>
          </p:cNvPr>
          <p:cNvSpPr txBox="1"/>
          <p:nvPr/>
        </p:nvSpPr>
        <p:spPr>
          <a:xfrm>
            <a:off x="401186" y="1170591"/>
            <a:ext cx="6264857" cy="815608"/>
          </a:xfrm>
          <a:prstGeom prst="rect">
            <a:avLst/>
          </a:prstGeom>
          <a:noFill/>
        </p:spPr>
        <p:txBody>
          <a:bodyPr wrap="none" rtlCol="0">
            <a:spAutoFit/>
          </a:bodyPr>
          <a:lstStyle/>
          <a:p>
            <a:pPr>
              <a:lnSpc>
                <a:spcPct val="120000"/>
              </a:lnSpc>
            </a:pPr>
            <a:r>
              <a:rPr lang="zh-CN" altLang="en-US" sz="2000" b="1" noProof="1">
                <a:effectLst>
                  <a:outerShdw blurRad="38100" dist="38100" dir="2700000">
                    <a:srgbClr val="FFFFFF"/>
                  </a:outerShdw>
                </a:effectLst>
              </a:rPr>
              <a:t>对三维数组</a:t>
            </a:r>
            <a:r>
              <a:rPr lang="zh-CN" altLang="en-US" sz="2000" b="1" noProof="1">
                <a:effectLst>
                  <a:outerShdw blurRad="38100" dist="38100" dir="2700000">
                    <a:srgbClr val="FFFFFF"/>
                  </a:outerShdw>
                </a:effectLst>
                <a:latin typeface="Courier New" panose="02070309020205020404" pitchFamily="49" charset="0"/>
                <a:cs typeface="Courier New" panose="02070309020205020404" pitchFamily="49" charset="0"/>
              </a:rPr>
              <a:t>元素 </a:t>
            </a:r>
            <a:r>
              <a:rPr lang="en-US" altLang="zh-CN" sz="2000" b="1" noProof="1">
                <a:effectLst>
                  <a:outerShdw blurRad="38100" dist="38100" dir="2700000">
                    <a:srgbClr val="FFFFFF"/>
                  </a:outerShdw>
                </a:effectLst>
                <a:latin typeface="Courier New" panose="02070309020205020404" pitchFamily="49" charset="0"/>
                <a:cs typeface="Courier New" panose="02070309020205020404" pitchFamily="49" charset="0"/>
              </a:rPr>
              <a:t>a[</a:t>
            </a:r>
            <a:r>
              <a:rPr lang="en-US" altLang="zh-CN" sz="2000" b="1" noProof="1">
                <a:solidFill>
                  <a:srgbClr val="C00000"/>
                </a:solidFill>
                <a:effectLst>
                  <a:outerShdw blurRad="38100" dist="38100" dir="2700000">
                    <a:srgbClr val="FFFFFF"/>
                  </a:outerShdw>
                </a:effectLst>
                <a:latin typeface="Courier New" panose="02070309020205020404" pitchFamily="49" charset="0"/>
                <a:cs typeface="Courier New" panose="02070309020205020404" pitchFamily="49" charset="0"/>
              </a:rPr>
              <a:t>1</a:t>
            </a:r>
            <a:r>
              <a:rPr lang="en-US" altLang="zh-CN" sz="2000" b="1" noProof="1">
                <a:effectLst>
                  <a:outerShdw blurRad="38100" dist="38100" dir="2700000">
                    <a:srgbClr val="FFFFFF"/>
                  </a:outerShdw>
                </a:effectLst>
                <a:latin typeface="Courier New" panose="02070309020205020404" pitchFamily="49" charset="0"/>
                <a:cs typeface="Courier New" panose="02070309020205020404" pitchFamily="49" charset="0"/>
              </a:rPr>
              <a:t>][</a:t>
            </a:r>
            <a:r>
              <a:rPr lang="en-US" altLang="zh-CN" sz="2000" b="1" noProof="1">
                <a:solidFill>
                  <a:srgbClr val="C00000"/>
                </a:solidFill>
                <a:effectLst>
                  <a:outerShdw blurRad="38100" dist="38100" dir="2700000">
                    <a:srgbClr val="FFFFFF"/>
                  </a:outerShdw>
                </a:effectLst>
                <a:latin typeface="Courier New" panose="02070309020205020404" pitchFamily="49" charset="0"/>
                <a:cs typeface="Courier New" panose="02070309020205020404" pitchFamily="49" charset="0"/>
              </a:rPr>
              <a:t>2</a:t>
            </a:r>
            <a:r>
              <a:rPr lang="en-US" altLang="zh-CN" sz="2000" b="1" noProof="1">
                <a:effectLst>
                  <a:outerShdw blurRad="38100" dist="38100" dir="2700000">
                    <a:srgbClr val="FFFFFF"/>
                  </a:outerShdw>
                </a:effectLst>
                <a:latin typeface="Courier New" panose="02070309020205020404" pitchFamily="49" charset="0"/>
                <a:cs typeface="Courier New" panose="02070309020205020404" pitchFamily="49" charset="0"/>
              </a:rPr>
              <a:t>][</a:t>
            </a:r>
            <a:r>
              <a:rPr lang="en-US" altLang="zh-CN" sz="2000" b="1" noProof="1">
                <a:solidFill>
                  <a:srgbClr val="C00000"/>
                </a:solidFill>
                <a:effectLst>
                  <a:outerShdw blurRad="38100" dist="38100" dir="2700000">
                    <a:srgbClr val="FFFFFF"/>
                  </a:outerShdw>
                </a:effectLst>
                <a:latin typeface="Courier New" panose="02070309020205020404" pitchFamily="49" charset="0"/>
                <a:cs typeface="Courier New" panose="02070309020205020404" pitchFamily="49" charset="0"/>
              </a:rPr>
              <a:t>3</a:t>
            </a:r>
            <a:r>
              <a:rPr lang="en-US" altLang="zh-CN" sz="2000" b="1" noProof="1">
                <a:effectLst>
                  <a:outerShdw blurRad="38100" dist="38100" dir="2700000">
                    <a:srgbClr val="FFFFFF"/>
                  </a:outerShdw>
                </a:effectLst>
                <a:latin typeface="Courier New" panose="02070309020205020404" pitchFamily="49" charset="0"/>
                <a:cs typeface="Courier New" panose="02070309020205020404" pitchFamily="49" charset="0"/>
              </a:rPr>
              <a:t>]</a:t>
            </a:r>
            <a:r>
              <a:rPr lang="zh-CN" altLang="en-US" sz="2000" b="1" noProof="1">
                <a:effectLst>
                  <a:outerShdw blurRad="38100" dist="38100" dir="2700000">
                    <a:srgbClr val="FFFFFF"/>
                  </a:outerShdw>
                </a:effectLst>
              </a:rPr>
              <a:t>取值，调用基本操作：</a:t>
            </a:r>
            <a:endParaRPr lang="en-US" altLang="zh-CN" sz="2000" b="1" dirty="0">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Courier New" panose="02070309020205020404" pitchFamily="49" charset="0"/>
            </a:endParaRPr>
          </a:p>
          <a:p>
            <a:pPr>
              <a:lnSpc>
                <a:spcPct val="120000"/>
              </a:lnSpc>
            </a:pPr>
            <a:r>
              <a:rPr lang="en-US" altLang="zh-CN" b="1" dirty="0">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Courier New" panose="02070309020205020404" pitchFamily="49" charset="0"/>
              </a:rPr>
              <a:t>     </a:t>
            </a:r>
            <a:r>
              <a:rPr lang="en-US" altLang="zh-CN" sz="2000" b="1" dirty="0" err="1">
                <a:latin typeface="Courier New" panose="02070309020205020404" pitchFamily="49" charset="0"/>
                <a:ea typeface="宋体" panose="02010600030101010101" pitchFamily="2" charset="-122"/>
                <a:cs typeface="Courier New" panose="02070309020205020404" pitchFamily="49" charset="0"/>
              </a:rPr>
              <a:t>GetElem</a:t>
            </a:r>
            <a:r>
              <a:rPr lang="en-US" altLang="zh-CN" sz="2000" b="1" dirty="0">
                <a:latin typeface="Courier New" panose="02070309020205020404" pitchFamily="49" charset="0"/>
                <a:ea typeface="宋体" panose="02010600030101010101" pitchFamily="2" charset="-122"/>
                <a:cs typeface="Courier New" panose="02070309020205020404" pitchFamily="49" charset="0"/>
              </a:rPr>
              <a:t>(a, 1, 2, 3);</a:t>
            </a:r>
          </a:p>
        </p:txBody>
      </p:sp>
      <p:cxnSp>
        <p:nvCxnSpPr>
          <p:cNvPr id="115" name="直接连接符 114">
            <a:extLst>
              <a:ext uri="{FF2B5EF4-FFF2-40B4-BE49-F238E27FC236}">
                <a16:creationId xmlns:a16="http://schemas.microsoft.com/office/drawing/2014/main" id="{3508092D-EDB4-4C87-B16F-3797A0C2E6FF}"/>
              </a:ext>
            </a:extLst>
          </p:cNvPr>
          <p:cNvCxnSpPr>
            <a:cxnSpLocks/>
          </p:cNvCxnSpPr>
          <p:nvPr/>
        </p:nvCxnSpPr>
        <p:spPr>
          <a:xfrm>
            <a:off x="2990344" y="1877486"/>
            <a:ext cx="568542" cy="1369672"/>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16" name="直接连接符 115">
            <a:extLst>
              <a:ext uri="{FF2B5EF4-FFF2-40B4-BE49-F238E27FC236}">
                <a16:creationId xmlns:a16="http://schemas.microsoft.com/office/drawing/2014/main" id="{C2908588-9C7D-409F-94EC-6EF29B136425}"/>
              </a:ext>
            </a:extLst>
          </p:cNvPr>
          <p:cNvCxnSpPr>
            <a:cxnSpLocks/>
          </p:cNvCxnSpPr>
          <p:nvPr/>
        </p:nvCxnSpPr>
        <p:spPr>
          <a:xfrm>
            <a:off x="2902687" y="1919589"/>
            <a:ext cx="101562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20" name="直接连接符 119">
            <a:extLst>
              <a:ext uri="{FF2B5EF4-FFF2-40B4-BE49-F238E27FC236}">
                <a16:creationId xmlns:a16="http://schemas.microsoft.com/office/drawing/2014/main" id="{FF6B18C2-3E0A-4E0F-B8A7-5912E0EEF27B}"/>
              </a:ext>
            </a:extLst>
          </p:cNvPr>
          <p:cNvCxnSpPr>
            <a:cxnSpLocks/>
          </p:cNvCxnSpPr>
          <p:nvPr/>
        </p:nvCxnSpPr>
        <p:spPr>
          <a:xfrm flipH="1">
            <a:off x="3871007" y="1877486"/>
            <a:ext cx="9998" cy="1369672"/>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24" name="文本框 123">
            <a:extLst>
              <a:ext uri="{FF2B5EF4-FFF2-40B4-BE49-F238E27FC236}">
                <a16:creationId xmlns:a16="http://schemas.microsoft.com/office/drawing/2014/main" id="{0130C92B-5E68-4BC4-BAEB-DD0A48BF035B}"/>
              </a:ext>
            </a:extLst>
          </p:cNvPr>
          <p:cNvSpPr txBox="1"/>
          <p:nvPr/>
        </p:nvSpPr>
        <p:spPr>
          <a:xfrm>
            <a:off x="1949837" y="5108110"/>
            <a:ext cx="2375971" cy="400110"/>
          </a:xfrm>
          <a:prstGeom prst="rect">
            <a:avLst/>
          </a:prstGeom>
          <a:noFill/>
        </p:spPr>
        <p:txBody>
          <a:bodyPr wrap="none" rtlCol="0">
            <a:spAutoFit/>
          </a:bodyPr>
          <a:lstStyle/>
          <a:p>
            <a:r>
              <a:rPr lang="en-US" altLang="zh-CN" sz="2000" b="1" dirty="0">
                <a:solidFill>
                  <a:srgbClr val="C00000"/>
                </a:solidFill>
              </a:rPr>
              <a:t>45  </a:t>
            </a:r>
            <a:r>
              <a:rPr lang="zh-CN" altLang="en-US" sz="2000" b="1" dirty="0">
                <a:solidFill>
                  <a:srgbClr val="00B050"/>
                </a:solidFill>
              </a:rPr>
              <a:t>返回的相对地址</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111">
                                            <p:txEl>
                                              <p:pRg st="0" end="0"/>
                                            </p:txEl>
                                          </p:spTgt>
                                        </p:tgtEl>
                                        <p:attrNameLst>
                                          <p:attrName>style.visibility</p:attrName>
                                        </p:attrNameLst>
                                      </p:cBhvr>
                                      <p:to>
                                        <p:strVal val="visible"/>
                                      </p:to>
                                    </p:set>
                                    <p:animEffect transition="in" filter="wipe(up)">
                                      <p:cBhvr>
                                        <p:cTn id="7" dur="500"/>
                                        <p:tgtEl>
                                          <p:spTgt spid="11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11">
                                            <p:txEl>
                                              <p:pRg st="1" end="1"/>
                                            </p:txEl>
                                          </p:spTgt>
                                        </p:tgtEl>
                                        <p:attrNameLst>
                                          <p:attrName>style.visibility</p:attrName>
                                        </p:attrNameLst>
                                      </p:cBhvr>
                                      <p:to>
                                        <p:strVal val="visible"/>
                                      </p:to>
                                    </p:set>
                                    <p:animEffect transition="in" filter="wipe(up)">
                                      <p:cBhvr>
                                        <p:cTn id="12" dur="500"/>
                                        <p:tgtEl>
                                          <p:spTgt spid="11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102"/>
                                        </p:tgtEl>
                                        <p:attrNameLst>
                                          <p:attrName>style.visibility</p:attrName>
                                        </p:attrNameLst>
                                      </p:cBhvr>
                                      <p:to>
                                        <p:strVal val="visible"/>
                                      </p:to>
                                    </p:set>
                                    <p:animEffect transition="in" filter="wipe(up)">
                                      <p:cBhvr>
                                        <p:cTn id="17" dur="750"/>
                                        <p:tgtEl>
                                          <p:spTgt spid="10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115"/>
                                        </p:tgtEl>
                                        <p:attrNameLst>
                                          <p:attrName>style.visibility</p:attrName>
                                        </p:attrNameLst>
                                      </p:cBhvr>
                                      <p:to>
                                        <p:strVal val="visible"/>
                                      </p:to>
                                    </p:set>
                                    <p:animEffect transition="in" filter="wipe(up)">
                                      <p:cBhvr>
                                        <p:cTn id="22" dur="750"/>
                                        <p:tgtEl>
                                          <p:spTgt spid="115"/>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16"/>
                                        </p:tgtEl>
                                        <p:attrNameLst>
                                          <p:attrName>style.visibility</p:attrName>
                                        </p:attrNameLst>
                                      </p:cBhvr>
                                      <p:to>
                                        <p:strVal val="visible"/>
                                      </p:to>
                                    </p:set>
                                    <p:animEffect transition="in" filter="wipe(left)">
                                      <p:cBhvr>
                                        <p:cTn id="27" dur="750"/>
                                        <p:tgtEl>
                                          <p:spTgt spid="116"/>
                                        </p:tgtEl>
                                      </p:cBhvr>
                                    </p:animEffect>
                                  </p:childTnLst>
                                </p:cTn>
                              </p:par>
                            </p:childTnLst>
                          </p:cTn>
                        </p:par>
                        <p:par>
                          <p:cTn id="28" fill="hold">
                            <p:stCondLst>
                              <p:cond delay="750"/>
                            </p:stCondLst>
                            <p:childTnLst>
                              <p:par>
                                <p:cTn id="29" presetID="22" presetClass="entr" presetSubtype="1" fill="hold" nodeType="afterEffect">
                                  <p:stCondLst>
                                    <p:cond delay="0"/>
                                  </p:stCondLst>
                                  <p:childTnLst>
                                    <p:set>
                                      <p:cBhvr>
                                        <p:cTn id="30" dur="1" fill="hold">
                                          <p:stCondLst>
                                            <p:cond delay="0"/>
                                          </p:stCondLst>
                                        </p:cTn>
                                        <p:tgtEl>
                                          <p:spTgt spid="120"/>
                                        </p:tgtEl>
                                        <p:attrNameLst>
                                          <p:attrName>style.visibility</p:attrName>
                                        </p:attrNameLst>
                                      </p:cBhvr>
                                      <p:to>
                                        <p:strVal val="visible"/>
                                      </p:to>
                                    </p:set>
                                    <p:animEffect transition="in" filter="wipe(up)">
                                      <p:cBhvr>
                                        <p:cTn id="31" dur="750"/>
                                        <p:tgtEl>
                                          <p:spTgt spid="120"/>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3"/>
                                        </p:tgtEl>
                                        <p:attrNameLst>
                                          <p:attrName>style.visibility</p:attrName>
                                        </p:attrNameLst>
                                      </p:cBhvr>
                                      <p:to>
                                        <p:strVal val="visible"/>
                                      </p:to>
                                    </p:set>
                                    <p:animEffect transition="in" filter="wipe(left)">
                                      <p:cBhvr>
                                        <p:cTn id="36" dur="500"/>
                                        <p:tgtEl>
                                          <p:spTgt spid="3"/>
                                        </p:tgtEl>
                                      </p:cBhvr>
                                    </p:animEffect>
                                  </p:childTnLst>
                                </p:cTn>
                              </p:par>
                            </p:childTnLst>
                          </p:cTn>
                        </p:par>
                        <p:par>
                          <p:cTn id="37" fill="hold">
                            <p:stCondLst>
                              <p:cond delay="500"/>
                            </p:stCondLst>
                            <p:childTnLst>
                              <p:par>
                                <p:cTn id="38" presetID="17" presetClass="entr" presetSubtype="1" fill="hold" grpId="0" nodeType="afterEffect">
                                  <p:stCondLst>
                                    <p:cond delay="0"/>
                                  </p:stCondLst>
                                  <p:childTnLst>
                                    <p:set>
                                      <p:cBhvr>
                                        <p:cTn id="39" dur="1" fill="hold">
                                          <p:stCondLst>
                                            <p:cond delay="0"/>
                                          </p:stCondLst>
                                        </p:cTn>
                                        <p:tgtEl>
                                          <p:spTgt spid="124"/>
                                        </p:tgtEl>
                                        <p:attrNameLst>
                                          <p:attrName>style.visibility</p:attrName>
                                        </p:attrNameLst>
                                      </p:cBhvr>
                                      <p:to>
                                        <p:strVal val="visible"/>
                                      </p:to>
                                    </p:set>
                                    <p:anim calcmode="lin" valueType="num">
                                      <p:cBhvr>
                                        <p:cTn id="40" dur="500" fill="hold"/>
                                        <p:tgtEl>
                                          <p:spTgt spid="124"/>
                                        </p:tgtEl>
                                        <p:attrNameLst>
                                          <p:attrName>ppt_x</p:attrName>
                                        </p:attrNameLst>
                                      </p:cBhvr>
                                      <p:tavLst>
                                        <p:tav tm="0">
                                          <p:val>
                                            <p:strVal val="#ppt_x"/>
                                          </p:val>
                                        </p:tav>
                                        <p:tav tm="100000">
                                          <p:val>
                                            <p:strVal val="#ppt_x"/>
                                          </p:val>
                                        </p:tav>
                                      </p:tavLst>
                                    </p:anim>
                                    <p:anim calcmode="lin" valueType="num">
                                      <p:cBhvr>
                                        <p:cTn id="41" dur="500" fill="hold"/>
                                        <p:tgtEl>
                                          <p:spTgt spid="124"/>
                                        </p:tgtEl>
                                        <p:attrNameLst>
                                          <p:attrName>ppt_y</p:attrName>
                                        </p:attrNameLst>
                                      </p:cBhvr>
                                      <p:tavLst>
                                        <p:tav tm="0">
                                          <p:val>
                                            <p:strVal val="#ppt_y-#ppt_h/2"/>
                                          </p:val>
                                        </p:tav>
                                        <p:tav tm="100000">
                                          <p:val>
                                            <p:strVal val="#ppt_y"/>
                                          </p:val>
                                        </p:tav>
                                      </p:tavLst>
                                    </p:anim>
                                    <p:anim calcmode="lin" valueType="num">
                                      <p:cBhvr>
                                        <p:cTn id="42" dur="500" fill="hold"/>
                                        <p:tgtEl>
                                          <p:spTgt spid="124"/>
                                        </p:tgtEl>
                                        <p:attrNameLst>
                                          <p:attrName>ppt_w</p:attrName>
                                        </p:attrNameLst>
                                      </p:cBhvr>
                                      <p:tavLst>
                                        <p:tav tm="0">
                                          <p:val>
                                            <p:strVal val="#ppt_w"/>
                                          </p:val>
                                        </p:tav>
                                        <p:tav tm="100000">
                                          <p:val>
                                            <p:strVal val="#ppt_w"/>
                                          </p:val>
                                        </p:tav>
                                      </p:tavLst>
                                    </p:anim>
                                    <p:anim calcmode="lin" valueType="num">
                                      <p:cBhvr>
                                        <p:cTn id="43" dur="500" fill="hold"/>
                                        <p:tgtEl>
                                          <p:spTgt spid="124"/>
                                        </p:tgtEl>
                                        <p:attrNameLst>
                                          <p:attrName>ppt_h</p:attrName>
                                        </p:attrNameLst>
                                      </p:cBhvr>
                                      <p:tavLst>
                                        <p:tav tm="0">
                                          <p:val>
                                            <p:fltVal val="0"/>
                                          </p:val>
                                        </p:tav>
                                        <p:tav tm="100000">
                                          <p:val>
                                            <p:strVal val="#ppt_h"/>
                                          </p:val>
                                        </p:tav>
                                      </p:tavLst>
                                    </p:anim>
                                  </p:childTnLst>
                                </p:cTn>
                              </p:par>
                            </p:childTnLst>
                          </p:cTn>
                        </p:par>
                        <p:par>
                          <p:cTn id="44" fill="hold">
                            <p:stCondLst>
                              <p:cond delay="1000"/>
                            </p:stCondLst>
                            <p:childTnLst>
                              <p:par>
                                <p:cTn id="45" presetID="8" presetClass="emph" presetSubtype="0" fill="hold" grpId="0" nodeType="afterEffect">
                                  <p:stCondLst>
                                    <p:cond delay="0"/>
                                  </p:stCondLst>
                                  <p:childTnLst>
                                    <p:animRot by="21600000">
                                      <p:cBhvr>
                                        <p:cTn id="46" dur="2000" fill="hold"/>
                                        <p:tgtEl>
                                          <p:spTgt spid="110"/>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 grpId="0" animBg="1"/>
      <p:bldP spid="111" grpId="0" uiExpand="1" build="p"/>
      <p:bldP spid="12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灯片编号占位符 1">
            <a:extLst>
              <a:ext uri="{FF2B5EF4-FFF2-40B4-BE49-F238E27FC236}">
                <a16:creationId xmlns:a16="http://schemas.microsoft.com/office/drawing/2014/main" id="{CBAD72FC-8ADF-437D-AC85-98D37A923229}"/>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fld id="{3CD0F005-BF73-4098-B34A-F345A98E1534}" type="slidenum">
              <a:rPr lang="zh-CN" altLang="en-US" u="none"/>
              <a:pPr/>
              <a:t>7</a:t>
            </a:fld>
            <a:endParaRPr lang="zh-CN" altLang="en-US" u="none"/>
          </a:p>
        </p:txBody>
      </p:sp>
      <p:sp>
        <p:nvSpPr>
          <p:cNvPr id="34818" name="文本占位符 210946">
            <a:extLst>
              <a:ext uri="{FF2B5EF4-FFF2-40B4-BE49-F238E27FC236}">
                <a16:creationId xmlns:a16="http://schemas.microsoft.com/office/drawing/2014/main" id="{05B28FE1-7E49-415A-A85F-7CE16A81A0D3}"/>
              </a:ext>
            </a:extLst>
          </p:cNvPr>
          <p:cNvSpPr>
            <a:spLocks noGrp="1" noChangeArrowheads="1"/>
          </p:cNvSpPr>
          <p:nvPr>
            <p:ph type="body" idx="4294967295"/>
          </p:nvPr>
        </p:nvSpPr>
        <p:spPr>
          <a:xfrm>
            <a:off x="448785" y="2948072"/>
            <a:ext cx="6529388" cy="3424237"/>
          </a:xfrm>
          <a:solidFill>
            <a:srgbClr val="EFF5FB"/>
          </a:solidFill>
          <a:ln w="12700">
            <a:solidFill>
              <a:srgbClr val="002060"/>
            </a:solidFill>
          </a:ln>
        </p:spPr>
        <p:txBody>
          <a:bodyPr vert="horz" lIns="91440" tIns="45720" rIns="91440" bIns="45720" rtlCol="0">
            <a:normAutofit fontScale="92500" lnSpcReduction="10000"/>
          </a:bodyPr>
          <a:lstStyle/>
          <a:p>
            <a:pPr>
              <a:buNone/>
            </a:pPr>
            <a:r>
              <a:rPr lang="en-US" altLang="zh-CN" sz="18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Status</a:t>
            </a:r>
            <a:r>
              <a:rPr lang="en-US" altLang="zh-CN" sz="1800" b="1" dirty="0">
                <a:latin typeface="Courier New" panose="02070309020205020404" pitchFamily="49" charset="0"/>
                <a:cs typeface="Courier New" panose="02070309020205020404" pitchFamily="49" charset="0"/>
              </a:rPr>
              <a:t> Assign(Array A,  </a:t>
            </a:r>
            <a:r>
              <a:rPr lang="en-US" altLang="zh-CN" sz="1800" b="1" dirty="0" err="1">
                <a:latin typeface="Courier New" panose="02070309020205020404" pitchFamily="49" charset="0"/>
                <a:cs typeface="Courier New" panose="02070309020205020404" pitchFamily="49" charset="0"/>
              </a:rPr>
              <a:t>ElemType</a:t>
            </a:r>
            <a:r>
              <a:rPr lang="en-US" altLang="zh-CN" sz="1800" b="1" dirty="0">
                <a:latin typeface="Courier New" panose="02070309020205020404" pitchFamily="49" charset="0"/>
                <a:cs typeface="Courier New" panose="02070309020205020404" pitchFamily="49" charset="0"/>
              </a:rPr>
              <a:t> e, ...) </a:t>
            </a:r>
            <a:r>
              <a:rPr lang="en-US" altLang="zh-CN" sz="18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p>
          <a:p>
            <a:pPr>
              <a:buNone/>
            </a:pPr>
            <a:r>
              <a:rPr lang="en-US" altLang="zh-CN" sz="1800" b="1" dirty="0">
                <a:latin typeface="Courier New" panose="02070309020205020404" pitchFamily="49" charset="0"/>
                <a:cs typeface="Courier New" panose="02070309020205020404" pitchFamily="49" charset="0"/>
              </a:rPr>
              <a:t>   </a:t>
            </a:r>
            <a:r>
              <a:rPr lang="en-US" altLang="zh-CN" sz="1800" b="1" dirty="0">
                <a:solidFill>
                  <a:srgbClr val="0070C0"/>
                </a:solidFill>
                <a:latin typeface="Courier New" panose="02070309020205020404" pitchFamily="49" charset="0"/>
                <a:cs typeface="Courier New" panose="02070309020205020404" pitchFamily="49" charset="0"/>
              </a:rPr>
              <a:t>// A</a:t>
            </a:r>
            <a:r>
              <a:rPr lang="zh-CN" altLang="en-US" sz="1800" b="1" dirty="0">
                <a:solidFill>
                  <a:srgbClr val="0070C0"/>
                </a:solidFill>
                <a:latin typeface="Courier New" panose="02070309020205020404" pitchFamily="49" charset="0"/>
                <a:cs typeface="Courier New" panose="02070309020205020404" pitchFamily="49" charset="0"/>
              </a:rPr>
              <a:t>是</a:t>
            </a:r>
            <a:r>
              <a:rPr lang="en-US" altLang="zh-CN" sz="1800" b="1" dirty="0">
                <a:solidFill>
                  <a:srgbClr val="0070C0"/>
                </a:solidFill>
                <a:latin typeface="Courier New" panose="02070309020205020404" pitchFamily="49" charset="0"/>
                <a:cs typeface="Courier New" panose="02070309020205020404" pitchFamily="49" charset="0"/>
              </a:rPr>
              <a:t>n</a:t>
            </a:r>
            <a:r>
              <a:rPr lang="zh-CN" altLang="en-US" sz="1800" b="1" dirty="0">
                <a:solidFill>
                  <a:srgbClr val="0070C0"/>
                </a:solidFill>
                <a:latin typeface="Courier New" panose="02070309020205020404" pitchFamily="49" charset="0"/>
                <a:cs typeface="Courier New" panose="02070309020205020404" pitchFamily="49" charset="0"/>
              </a:rPr>
              <a:t>维数组，</a:t>
            </a:r>
            <a:r>
              <a:rPr lang="en-US" altLang="zh-CN" sz="1800" b="1" dirty="0">
                <a:solidFill>
                  <a:srgbClr val="0070C0"/>
                </a:solidFill>
                <a:latin typeface="Courier New" panose="02070309020205020404" pitchFamily="49" charset="0"/>
                <a:cs typeface="Courier New" panose="02070309020205020404" pitchFamily="49" charset="0"/>
              </a:rPr>
              <a:t>e</a:t>
            </a:r>
            <a:r>
              <a:rPr lang="zh-CN" altLang="en-US" sz="1800" b="1" dirty="0">
                <a:solidFill>
                  <a:srgbClr val="0070C0"/>
                </a:solidFill>
                <a:latin typeface="Courier New" panose="02070309020205020404" pitchFamily="49" charset="0"/>
                <a:cs typeface="Courier New" panose="02070309020205020404" pitchFamily="49" charset="0"/>
              </a:rPr>
              <a:t>为元素变量，随后是</a:t>
            </a:r>
            <a:r>
              <a:rPr lang="en-US" altLang="zh-CN" sz="1800" b="1" dirty="0">
                <a:solidFill>
                  <a:srgbClr val="0070C0"/>
                </a:solidFill>
                <a:latin typeface="Courier New" panose="02070309020205020404" pitchFamily="49" charset="0"/>
                <a:cs typeface="Courier New" panose="02070309020205020404" pitchFamily="49" charset="0"/>
              </a:rPr>
              <a:t>n</a:t>
            </a:r>
            <a:r>
              <a:rPr lang="zh-CN" altLang="en-US" sz="1800" b="1" dirty="0">
                <a:solidFill>
                  <a:srgbClr val="0070C0"/>
                </a:solidFill>
                <a:latin typeface="Courier New" panose="02070309020205020404" pitchFamily="49" charset="0"/>
                <a:cs typeface="Courier New" panose="02070309020205020404" pitchFamily="49" charset="0"/>
              </a:rPr>
              <a:t>个下标值。</a:t>
            </a:r>
          </a:p>
          <a:p>
            <a:pPr>
              <a:buNone/>
            </a:pPr>
            <a:r>
              <a:rPr lang="zh-CN" altLang="en-US" sz="1800" b="1" dirty="0">
                <a:solidFill>
                  <a:srgbClr val="0070C0"/>
                </a:solidFill>
                <a:latin typeface="Courier New" panose="02070309020205020404" pitchFamily="49" charset="0"/>
                <a:cs typeface="Courier New" panose="02070309020205020404" pitchFamily="49" charset="0"/>
              </a:rPr>
              <a:t>   </a:t>
            </a:r>
            <a:r>
              <a:rPr lang="en-US" altLang="zh-CN" sz="1800" b="1" dirty="0">
                <a:solidFill>
                  <a:srgbClr val="0070C0"/>
                </a:solidFill>
                <a:latin typeface="Courier New" panose="02070309020205020404" pitchFamily="49" charset="0"/>
                <a:cs typeface="Courier New" panose="02070309020205020404" pitchFamily="49" charset="0"/>
              </a:rPr>
              <a:t>// </a:t>
            </a:r>
            <a:r>
              <a:rPr lang="zh-CN" altLang="en-US" sz="1800" b="1" dirty="0">
                <a:solidFill>
                  <a:srgbClr val="0070C0"/>
                </a:solidFill>
                <a:latin typeface="Courier New" panose="02070309020205020404" pitchFamily="49" charset="0"/>
                <a:cs typeface="Courier New" panose="02070309020205020404" pitchFamily="49" charset="0"/>
              </a:rPr>
              <a:t>若下标不超界，则将</a:t>
            </a:r>
            <a:r>
              <a:rPr lang="en-US" altLang="zh-CN" sz="1800" b="1" dirty="0">
                <a:solidFill>
                  <a:srgbClr val="0070C0"/>
                </a:solidFill>
                <a:latin typeface="Courier New" panose="02070309020205020404" pitchFamily="49" charset="0"/>
                <a:cs typeface="Courier New" panose="02070309020205020404" pitchFamily="49" charset="0"/>
              </a:rPr>
              <a:t>e</a:t>
            </a:r>
            <a:r>
              <a:rPr lang="zh-CN" altLang="en-US" sz="1800" b="1" dirty="0">
                <a:solidFill>
                  <a:srgbClr val="0070C0"/>
                </a:solidFill>
                <a:latin typeface="Courier New" panose="02070309020205020404" pitchFamily="49" charset="0"/>
                <a:cs typeface="Courier New" panose="02070309020205020404" pitchFamily="49" charset="0"/>
              </a:rPr>
              <a:t>的值赋给</a:t>
            </a:r>
            <a:r>
              <a:rPr lang="en-US" altLang="zh-CN" sz="1800" b="1" dirty="0">
                <a:solidFill>
                  <a:srgbClr val="0070C0"/>
                </a:solidFill>
                <a:latin typeface="Courier New" panose="02070309020205020404" pitchFamily="49" charset="0"/>
                <a:cs typeface="Courier New" panose="02070309020205020404" pitchFamily="49" charset="0"/>
              </a:rPr>
              <a:t>A</a:t>
            </a:r>
            <a:r>
              <a:rPr lang="zh-CN" altLang="en-US" sz="1800" b="1" dirty="0">
                <a:solidFill>
                  <a:srgbClr val="0070C0"/>
                </a:solidFill>
                <a:latin typeface="Courier New" panose="02070309020205020404" pitchFamily="49" charset="0"/>
                <a:cs typeface="Courier New" panose="02070309020205020404" pitchFamily="49" charset="0"/>
              </a:rPr>
              <a:t>的指定元素，并返回</a:t>
            </a:r>
            <a:r>
              <a:rPr lang="en-US" altLang="zh-CN" sz="1800" b="1" dirty="0">
                <a:solidFill>
                  <a:srgbClr val="0070C0"/>
                </a:solidFill>
                <a:latin typeface="Courier New" panose="02070309020205020404" pitchFamily="49" charset="0"/>
                <a:cs typeface="Courier New" panose="02070309020205020404" pitchFamily="49" charset="0"/>
              </a:rPr>
              <a:t>OK</a:t>
            </a:r>
            <a:r>
              <a:rPr lang="zh-CN" altLang="en-US" sz="1800" b="1" dirty="0">
                <a:solidFill>
                  <a:srgbClr val="0070C0"/>
                </a:solidFill>
                <a:latin typeface="Courier New" panose="02070309020205020404" pitchFamily="49" charset="0"/>
                <a:cs typeface="Courier New" panose="02070309020205020404" pitchFamily="49" charset="0"/>
              </a:rPr>
              <a:t>。</a:t>
            </a:r>
          </a:p>
          <a:p>
            <a:pPr>
              <a:buNone/>
            </a:pPr>
            <a:r>
              <a:rPr lang="zh-CN" altLang="en-US" sz="1800" b="1" dirty="0">
                <a:latin typeface="Courier New" panose="02070309020205020404" pitchFamily="49" charset="0"/>
                <a:cs typeface="Courier New" panose="02070309020205020404" pitchFamily="49" charset="0"/>
              </a:rPr>
              <a:t>   </a:t>
            </a:r>
            <a:r>
              <a:rPr lang="en-US" altLang="zh-CN" sz="18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en-US" altLang="zh-CN" sz="1800" b="1" dirty="0">
                <a:latin typeface="Courier New" panose="02070309020205020404" pitchFamily="49" charset="0"/>
                <a:cs typeface="Courier New" panose="02070309020205020404" pitchFamily="49" charset="0"/>
              </a:rPr>
              <a:t> (!A) </a:t>
            </a:r>
            <a:r>
              <a:rPr lang="en-US" altLang="zh-CN" sz="18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return</a:t>
            </a:r>
            <a:r>
              <a:rPr lang="en-US" altLang="zh-CN" sz="1800" b="1" dirty="0">
                <a:latin typeface="Courier New" panose="02070309020205020404" pitchFamily="49" charset="0"/>
                <a:cs typeface="Courier New" panose="02070309020205020404" pitchFamily="49" charset="0"/>
              </a:rPr>
              <a:t> ERROR;</a:t>
            </a:r>
          </a:p>
          <a:p>
            <a:pPr>
              <a:buNone/>
            </a:pPr>
            <a:r>
              <a:rPr lang="en-US" altLang="zh-CN" sz="1800" b="1" dirty="0">
                <a:latin typeface="Courier New" panose="02070309020205020404" pitchFamily="49" charset="0"/>
                <a:cs typeface="Courier New" panose="02070309020205020404" pitchFamily="49" charset="0"/>
              </a:rPr>
              <a:t>   </a:t>
            </a:r>
            <a:r>
              <a:rPr lang="en-US" altLang="zh-CN" sz="1800" b="1" dirty="0" err="1">
                <a:latin typeface="Courier New" panose="02070309020205020404" pitchFamily="49" charset="0"/>
                <a:cs typeface="Courier New" panose="02070309020205020404" pitchFamily="49" charset="0"/>
              </a:rPr>
              <a:t>va+list</a:t>
            </a:r>
            <a:r>
              <a:rPr lang="en-US" altLang="zh-CN" sz="1800" b="1" dirty="0">
                <a:latin typeface="Courier New" panose="02070309020205020404" pitchFamily="49" charset="0"/>
                <a:cs typeface="Courier New" panose="02070309020205020404" pitchFamily="49" charset="0"/>
              </a:rPr>
              <a:t> ap;   </a:t>
            </a:r>
            <a:r>
              <a:rPr lang="en-US" altLang="zh-CN" sz="1800" b="1" dirty="0" err="1">
                <a:latin typeface="Courier New" panose="02070309020205020404" pitchFamily="49" charset="0"/>
                <a:cs typeface="Courier New" panose="02070309020205020404" pitchFamily="49" charset="0"/>
              </a:rPr>
              <a:t>va_start</a:t>
            </a:r>
            <a:r>
              <a:rPr lang="en-US" altLang="zh-CN" sz="1800" b="1" dirty="0">
                <a:latin typeface="Courier New" panose="02070309020205020404" pitchFamily="49" charset="0"/>
                <a:cs typeface="Courier New" panose="02070309020205020404" pitchFamily="49" charset="0"/>
              </a:rPr>
              <a:t>(ap, e);</a:t>
            </a:r>
          </a:p>
          <a:p>
            <a:pPr>
              <a:buNone/>
            </a:pPr>
            <a:r>
              <a:rPr lang="en-US" altLang="zh-CN" sz="1800" b="1" dirty="0">
                <a:latin typeface="Courier New" panose="02070309020205020404" pitchFamily="49" charset="0"/>
                <a:cs typeface="Courier New" panose="02070309020205020404" pitchFamily="49" charset="0"/>
              </a:rPr>
              <a:t>   </a:t>
            </a:r>
            <a:r>
              <a:rPr lang="en-US" altLang="zh-CN" sz="18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int</a:t>
            </a:r>
            <a:r>
              <a:rPr lang="en-US" altLang="zh-CN" sz="1800" b="1" dirty="0">
                <a:latin typeface="Courier New" panose="02070309020205020404" pitchFamily="49" charset="0"/>
                <a:cs typeface="Courier New" panose="02070309020205020404" pitchFamily="49" charset="0"/>
              </a:rPr>
              <a:t> off;</a:t>
            </a:r>
          </a:p>
          <a:p>
            <a:pPr>
              <a:buNone/>
            </a:pPr>
            <a:r>
              <a:rPr lang="en-US" altLang="zh-CN" sz="1800" b="1" dirty="0">
                <a:latin typeface="Courier New" panose="02070309020205020404" pitchFamily="49" charset="0"/>
                <a:cs typeface="Courier New" panose="02070309020205020404" pitchFamily="49" charset="0"/>
              </a:rPr>
              <a:t>   </a:t>
            </a:r>
            <a:r>
              <a:rPr lang="en-US" altLang="zh-CN" sz="18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en-US" altLang="zh-CN" sz="1800" b="1" dirty="0">
                <a:latin typeface="Courier New" panose="02070309020205020404" pitchFamily="49" charset="0"/>
                <a:cs typeface="Courier New" panose="02070309020205020404" pitchFamily="49" charset="0"/>
              </a:rPr>
              <a:t> ((off = </a:t>
            </a:r>
            <a:r>
              <a:rPr lang="en-US" altLang="zh-CN" sz="1800" b="1" dirty="0" err="1">
                <a:latin typeface="Courier New" panose="02070309020205020404" pitchFamily="49" charset="0"/>
                <a:cs typeface="Courier New" panose="02070309020205020404" pitchFamily="49" charset="0"/>
              </a:rPr>
              <a:t>CalcOff</a:t>
            </a:r>
            <a:r>
              <a:rPr lang="en-US" altLang="zh-CN" sz="1800" b="1" dirty="0">
                <a:latin typeface="Courier New" panose="02070309020205020404" pitchFamily="49" charset="0"/>
                <a:cs typeface="Courier New" panose="02070309020205020404" pitchFamily="49" charset="0"/>
              </a:rPr>
              <a:t>(A, ap)) &lt; 0) </a:t>
            </a:r>
            <a:r>
              <a:rPr lang="en-US" altLang="zh-CN" sz="18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return</a:t>
            </a:r>
            <a:r>
              <a:rPr lang="en-US" altLang="zh-CN" sz="1800" b="1" dirty="0">
                <a:latin typeface="Courier New" panose="02070309020205020404" pitchFamily="49" charset="0"/>
                <a:cs typeface="Courier New" panose="02070309020205020404" pitchFamily="49" charset="0"/>
              </a:rPr>
              <a:t> ERROR;</a:t>
            </a:r>
          </a:p>
          <a:p>
            <a:pPr>
              <a:buNone/>
            </a:pPr>
            <a:r>
              <a:rPr lang="en-US" altLang="zh-CN" sz="1800" b="1" dirty="0">
                <a:latin typeface="Courier New" panose="02070309020205020404" pitchFamily="49" charset="0"/>
                <a:cs typeface="Courier New" panose="02070309020205020404" pitchFamily="49" charset="0"/>
              </a:rPr>
              <a:t>   *(A-&gt;base + off) = e;</a:t>
            </a:r>
          </a:p>
          <a:p>
            <a:pPr>
              <a:buNone/>
            </a:pPr>
            <a:r>
              <a:rPr lang="en-US" altLang="zh-CN" sz="1800" b="1" dirty="0">
                <a:latin typeface="Courier New" panose="02070309020205020404" pitchFamily="49" charset="0"/>
                <a:cs typeface="Courier New" panose="02070309020205020404" pitchFamily="49" charset="0"/>
              </a:rPr>
              <a:t>   </a:t>
            </a:r>
            <a:r>
              <a:rPr lang="en-US" altLang="zh-CN" sz="18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return</a:t>
            </a:r>
            <a:r>
              <a:rPr lang="en-US" altLang="zh-CN" sz="1800" b="1" dirty="0">
                <a:latin typeface="Courier New" panose="02070309020205020404" pitchFamily="49" charset="0"/>
                <a:cs typeface="Courier New" panose="02070309020205020404" pitchFamily="49" charset="0"/>
              </a:rPr>
              <a:t> OK;</a:t>
            </a:r>
          </a:p>
          <a:p>
            <a:pPr>
              <a:buNone/>
            </a:pPr>
            <a:r>
              <a:rPr lang="en-US" altLang="zh-CN" sz="18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p>
        </p:txBody>
      </p:sp>
      <p:sp>
        <p:nvSpPr>
          <p:cNvPr id="4" name="矩形: 圆角 3">
            <a:extLst>
              <a:ext uri="{FF2B5EF4-FFF2-40B4-BE49-F238E27FC236}">
                <a16:creationId xmlns:a16="http://schemas.microsoft.com/office/drawing/2014/main" id="{9FB89AEB-0DE2-4FEC-BB64-61C1D0CEDD10}"/>
              </a:ext>
            </a:extLst>
          </p:cNvPr>
          <p:cNvSpPr/>
          <p:nvPr/>
        </p:nvSpPr>
        <p:spPr>
          <a:xfrm>
            <a:off x="1384943" y="200545"/>
            <a:ext cx="4225310" cy="574136"/>
          </a:xfrm>
          <a:prstGeom prst="roundRect">
            <a:avLst/>
          </a:prstGeom>
          <a:solidFill>
            <a:schemeClr val="tx2">
              <a:lumMod val="10000"/>
              <a:lumOff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noProof="1">
                <a:solidFill>
                  <a:srgbClr val="002060"/>
                </a:solidFill>
                <a:effectLst>
                  <a:outerShdw blurRad="38100" dist="38100" dir="2700000" algn="tl">
                    <a:srgbClr val="000000">
                      <a:alpha val="43137"/>
                    </a:srgbClr>
                  </a:outerShdw>
                </a:effectLst>
                <a:ea typeface="黑体" panose="02010609060101010101" pitchFamily="49" charset="-122"/>
              </a:rPr>
              <a:t>多维数组元素的取值与赋值</a:t>
            </a:r>
            <a:endParaRPr lang="zh-CN" altLang="en-US" sz="2400" dirty="0">
              <a:solidFill>
                <a:srgbClr val="002060"/>
              </a:solidFill>
            </a:endParaRPr>
          </a:p>
        </p:txBody>
      </p:sp>
      <p:grpSp>
        <p:nvGrpSpPr>
          <p:cNvPr id="5" name="组合 4">
            <a:extLst>
              <a:ext uri="{FF2B5EF4-FFF2-40B4-BE49-F238E27FC236}">
                <a16:creationId xmlns:a16="http://schemas.microsoft.com/office/drawing/2014/main" id="{42A35687-DD62-4914-B08D-CA4AC9C4CE07}"/>
              </a:ext>
            </a:extLst>
          </p:cNvPr>
          <p:cNvGrpSpPr/>
          <p:nvPr/>
        </p:nvGrpSpPr>
        <p:grpSpPr>
          <a:xfrm>
            <a:off x="6469404" y="683149"/>
            <a:ext cx="5496791" cy="2130559"/>
            <a:chOff x="6470307" y="593475"/>
            <a:chExt cx="5458276" cy="2130559"/>
          </a:xfrm>
        </p:grpSpPr>
        <p:sp>
          <p:nvSpPr>
            <p:cNvPr id="6" name="文本占位符 217090">
              <a:extLst>
                <a:ext uri="{FF2B5EF4-FFF2-40B4-BE49-F238E27FC236}">
                  <a16:creationId xmlns:a16="http://schemas.microsoft.com/office/drawing/2014/main" id="{F8ED44CB-6428-4727-AD71-D523F2BEA496}"/>
                </a:ext>
              </a:extLst>
            </p:cNvPr>
            <p:cNvSpPr txBox="1">
              <a:spLocks/>
            </p:cNvSpPr>
            <p:nvPr/>
          </p:nvSpPr>
          <p:spPr>
            <a:xfrm>
              <a:off x="6470307" y="593475"/>
              <a:ext cx="5458276" cy="467567"/>
            </a:xfrm>
            <a:prstGeom prst="rect">
              <a:avLst/>
            </a:prstGeom>
          </p:spPr>
          <p:txBody>
            <a:bodyPr vert="horz" lIns="91440" tIns="45720" rIns="91440" bIns="45720" rtlCol="0" anchor="ctr"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None/>
              </a:pPr>
              <a:r>
                <a:rPr lang="zh-CN" altLang="en-US" sz="2000" b="1" noProof="1">
                  <a:solidFill>
                    <a:srgbClr val="A50021"/>
                  </a:solidFill>
                  <a:effectLst>
                    <a:outerShdw blurRad="38100" dist="38100" dir="2700000">
                      <a:srgbClr val="000000"/>
                    </a:outerShdw>
                  </a:effectLst>
                  <a:latin typeface="Courier New" panose="02070309020205020404" pitchFamily="49" charset="0"/>
                  <a:ea typeface="黑体" panose="02010609060101010101" pitchFamily="49" charset="-122"/>
                  <a:cs typeface="Courier New" panose="02070309020205020404" pitchFamily="49" charset="0"/>
                </a:rPr>
                <a:t>例</a:t>
              </a:r>
              <a:r>
                <a:rPr lang="zh-CN" altLang="en-US" sz="2000" b="1" noProof="1">
                  <a:effectLst>
                    <a:outerShdw blurRad="38100" dist="38100" dir="2700000">
                      <a:srgbClr val="FFFFFF"/>
                    </a:outerShdw>
                  </a:effectLst>
                  <a:latin typeface="Courier New" panose="02070309020205020404" pitchFamily="49" charset="0"/>
                  <a:cs typeface="Courier New" panose="02070309020205020404" pitchFamily="49" charset="0"/>
                </a:rPr>
                <a:t> </a:t>
              </a:r>
              <a:r>
                <a:rPr lang="en-US" altLang="zh-CN" sz="2000" b="1" noProof="1">
                  <a:effectLst>
                    <a:outerShdw blurRad="38100" dist="38100" dir="2700000">
                      <a:srgbClr val="FFFFFF"/>
                    </a:outerShdw>
                  </a:effectLst>
                  <a:latin typeface="Courier New" panose="02070309020205020404" pitchFamily="49" charset="0"/>
                  <a:cs typeface="Courier New" panose="02070309020205020404" pitchFamily="49" charset="0"/>
                </a:rPr>
                <a:t>int a[4][5][6]; </a:t>
              </a:r>
              <a:r>
                <a:rPr lang="zh-CN" altLang="en-US" sz="2000" b="1" noProof="1">
                  <a:effectLst>
                    <a:outerShdw blurRad="38100" dist="38100" dir="2700000">
                      <a:srgbClr val="FFFFFF"/>
                    </a:outerShdw>
                  </a:effectLst>
                </a:rPr>
                <a:t>的存储结构   </a:t>
              </a:r>
              <a:r>
                <a:rPr lang="en-US" altLang="zh-CN" sz="2000" b="1" noProof="1">
                  <a:effectLst>
                    <a:outerShdw blurRad="38100" dist="38100" dir="2700000">
                      <a:srgbClr val="FFFFFF"/>
                    </a:outerShdw>
                  </a:effectLst>
                </a:rPr>
                <a:t>Array   a</a:t>
              </a:r>
              <a:r>
                <a:rPr lang="zh-CN" altLang="en-US" sz="2000" b="1" noProof="1">
                  <a:effectLst>
                    <a:outerShdw blurRad="38100" dist="38100" dir="2700000">
                      <a:srgbClr val="FFFFFF"/>
                    </a:outerShdw>
                  </a:effectLst>
                </a:rPr>
                <a:t>；</a:t>
              </a:r>
            </a:p>
          </p:txBody>
        </p:sp>
        <p:grpSp>
          <p:nvGrpSpPr>
            <p:cNvPr id="7" name="组合 6">
              <a:extLst>
                <a:ext uri="{FF2B5EF4-FFF2-40B4-BE49-F238E27FC236}">
                  <a16:creationId xmlns:a16="http://schemas.microsoft.com/office/drawing/2014/main" id="{EE754CD1-2AAA-4A99-AC73-1BE67498A88C}"/>
                </a:ext>
              </a:extLst>
            </p:cNvPr>
            <p:cNvGrpSpPr>
              <a:grpSpLocks/>
            </p:cNvGrpSpPr>
            <p:nvPr/>
          </p:nvGrpSpPr>
          <p:grpSpPr bwMode="auto">
            <a:xfrm>
              <a:off x="6903030" y="1539099"/>
              <a:ext cx="1640194" cy="1156870"/>
              <a:chOff x="823" y="1451"/>
              <a:chExt cx="1128" cy="1347"/>
            </a:xfrm>
          </p:grpSpPr>
          <p:sp>
            <p:nvSpPr>
              <p:cNvPr id="32" name="矩形 217091">
                <a:extLst>
                  <a:ext uri="{FF2B5EF4-FFF2-40B4-BE49-F238E27FC236}">
                    <a16:creationId xmlns:a16="http://schemas.microsoft.com/office/drawing/2014/main" id="{C989B05E-57BB-4482-B4BB-697A3CA869DD}"/>
                  </a:ext>
                </a:extLst>
              </p:cNvPr>
              <p:cNvSpPr>
                <a:spLocks noChangeArrowheads="1"/>
              </p:cNvSpPr>
              <p:nvPr/>
            </p:nvSpPr>
            <p:spPr bwMode="auto">
              <a:xfrm>
                <a:off x="1643" y="1527"/>
                <a:ext cx="308" cy="318"/>
              </a:xfrm>
              <a:prstGeom prst="rect">
                <a:avLst/>
              </a:prstGeom>
              <a:solidFill>
                <a:schemeClr val="accent6">
                  <a:lumMod val="20000"/>
                  <a:lumOff val="80000"/>
                </a:schemeClr>
              </a:solidFill>
              <a:ln w="28575">
                <a:solidFill>
                  <a:schemeClr val="tx1"/>
                </a:solidFill>
                <a:miter lim="800000"/>
                <a:headEnd/>
                <a:tailEnd/>
              </a:ln>
            </p:spPr>
            <p:txBody>
              <a:bodyPr/>
              <a:lstStyle/>
              <a:p>
                <a:endParaRPr lang="zh-CN" altLang="en-US" sz="2400" b="1"/>
              </a:p>
            </p:txBody>
          </p:sp>
          <p:sp>
            <p:nvSpPr>
              <p:cNvPr id="33" name="矩形 217092">
                <a:extLst>
                  <a:ext uri="{FF2B5EF4-FFF2-40B4-BE49-F238E27FC236}">
                    <a16:creationId xmlns:a16="http://schemas.microsoft.com/office/drawing/2014/main" id="{A3494B14-988D-420A-8AEB-AD3ADCE69B44}"/>
                  </a:ext>
                </a:extLst>
              </p:cNvPr>
              <p:cNvSpPr>
                <a:spLocks noChangeArrowheads="1"/>
              </p:cNvSpPr>
              <p:nvPr/>
            </p:nvSpPr>
            <p:spPr bwMode="auto">
              <a:xfrm>
                <a:off x="1643" y="1845"/>
                <a:ext cx="308" cy="318"/>
              </a:xfrm>
              <a:prstGeom prst="rect">
                <a:avLst/>
              </a:prstGeom>
              <a:solidFill>
                <a:schemeClr val="accent3">
                  <a:lumMod val="20000"/>
                  <a:lumOff val="80000"/>
                </a:schemeClr>
              </a:solidFill>
              <a:ln w="28575">
                <a:solidFill>
                  <a:schemeClr val="tx1"/>
                </a:solidFill>
                <a:miter lim="800000"/>
                <a:headEnd/>
                <a:tailEnd/>
              </a:ln>
            </p:spPr>
            <p:txBody>
              <a:bodyPr wrap="none" anchor="ctr"/>
              <a:lstStyle/>
              <a:p>
                <a:pPr algn="ctr"/>
                <a:r>
                  <a:rPr lang="en-US" altLang="zh-CN" b="1"/>
                  <a:t>3</a:t>
                </a:r>
              </a:p>
            </p:txBody>
          </p:sp>
          <p:sp>
            <p:nvSpPr>
              <p:cNvPr id="34" name="矩形 217093">
                <a:extLst>
                  <a:ext uri="{FF2B5EF4-FFF2-40B4-BE49-F238E27FC236}">
                    <a16:creationId xmlns:a16="http://schemas.microsoft.com/office/drawing/2014/main" id="{B7849148-EDAD-4223-9E6B-470211495548}"/>
                  </a:ext>
                </a:extLst>
              </p:cNvPr>
              <p:cNvSpPr>
                <a:spLocks noChangeArrowheads="1"/>
              </p:cNvSpPr>
              <p:nvPr/>
            </p:nvSpPr>
            <p:spPr bwMode="auto">
              <a:xfrm>
                <a:off x="1643" y="2162"/>
                <a:ext cx="308" cy="318"/>
              </a:xfrm>
              <a:prstGeom prst="rect">
                <a:avLst/>
              </a:prstGeom>
              <a:solidFill>
                <a:schemeClr val="accent4">
                  <a:lumMod val="20000"/>
                  <a:lumOff val="80000"/>
                </a:schemeClr>
              </a:solidFill>
              <a:ln w="28575">
                <a:solidFill>
                  <a:schemeClr val="tx1"/>
                </a:solidFill>
                <a:miter lim="800000"/>
                <a:headEnd/>
                <a:tailEnd/>
              </a:ln>
            </p:spPr>
            <p:txBody>
              <a:bodyPr/>
              <a:lstStyle/>
              <a:p>
                <a:endParaRPr lang="zh-CN" altLang="en-US" sz="2400" b="1"/>
              </a:p>
            </p:txBody>
          </p:sp>
          <p:sp>
            <p:nvSpPr>
              <p:cNvPr id="35" name="矩形 217094">
                <a:extLst>
                  <a:ext uri="{FF2B5EF4-FFF2-40B4-BE49-F238E27FC236}">
                    <a16:creationId xmlns:a16="http://schemas.microsoft.com/office/drawing/2014/main" id="{0FF1B17E-34EC-40FE-BEA2-98EC0A0A89F0}"/>
                  </a:ext>
                </a:extLst>
              </p:cNvPr>
              <p:cNvSpPr>
                <a:spLocks noChangeArrowheads="1"/>
              </p:cNvSpPr>
              <p:nvPr/>
            </p:nvSpPr>
            <p:spPr bwMode="auto">
              <a:xfrm>
                <a:off x="1643" y="2480"/>
                <a:ext cx="308" cy="318"/>
              </a:xfrm>
              <a:prstGeom prst="rect">
                <a:avLst/>
              </a:prstGeom>
              <a:solidFill>
                <a:schemeClr val="accent5">
                  <a:lumMod val="20000"/>
                  <a:lumOff val="80000"/>
                </a:schemeClr>
              </a:solidFill>
              <a:ln w="28575">
                <a:solidFill>
                  <a:schemeClr val="tx1"/>
                </a:solidFill>
                <a:miter lim="800000"/>
                <a:headEnd/>
                <a:tailEnd/>
              </a:ln>
            </p:spPr>
            <p:txBody>
              <a:bodyPr/>
              <a:lstStyle/>
              <a:p>
                <a:endParaRPr lang="zh-CN" altLang="en-US" sz="2400" b="1"/>
              </a:p>
            </p:txBody>
          </p:sp>
          <p:sp>
            <p:nvSpPr>
              <p:cNvPr id="36" name="文本框 217095">
                <a:extLst>
                  <a:ext uri="{FF2B5EF4-FFF2-40B4-BE49-F238E27FC236}">
                    <a16:creationId xmlns:a16="http://schemas.microsoft.com/office/drawing/2014/main" id="{7091E253-875E-49B9-8C21-1E49CA9A3246}"/>
                  </a:ext>
                </a:extLst>
              </p:cNvPr>
              <p:cNvSpPr txBox="1">
                <a:spLocks noChangeArrowheads="1"/>
              </p:cNvSpPr>
              <p:nvPr/>
            </p:nvSpPr>
            <p:spPr bwMode="auto">
              <a:xfrm>
                <a:off x="823" y="1451"/>
                <a:ext cx="816" cy="10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r"/>
                <a:r>
                  <a:rPr lang="en-US" altLang="zh-CN" b="1" dirty="0"/>
                  <a:t>base</a:t>
                </a:r>
              </a:p>
              <a:p>
                <a:pPr algn="r"/>
                <a:r>
                  <a:rPr lang="en-US" altLang="zh-CN" b="1" dirty="0"/>
                  <a:t>dim</a:t>
                </a:r>
              </a:p>
              <a:p>
                <a:pPr algn="r"/>
                <a:r>
                  <a:rPr lang="en-US" altLang="zh-CN" b="1" dirty="0"/>
                  <a:t>Bounds</a:t>
                </a:r>
              </a:p>
              <a:p>
                <a:pPr algn="r"/>
                <a:r>
                  <a:rPr lang="en-US" altLang="zh-CN" b="1" dirty="0"/>
                  <a:t>constants</a:t>
                </a:r>
              </a:p>
            </p:txBody>
          </p:sp>
        </p:grpSp>
        <p:grpSp>
          <p:nvGrpSpPr>
            <p:cNvPr id="8" name="组合 7">
              <a:extLst>
                <a:ext uri="{FF2B5EF4-FFF2-40B4-BE49-F238E27FC236}">
                  <a16:creationId xmlns:a16="http://schemas.microsoft.com/office/drawing/2014/main" id="{307F12BB-3987-418D-B8B6-1FB907FC3A0D}"/>
                </a:ext>
              </a:extLst>
            </p:cNvPr>
            <p:cNvGrpSpPr>
              <a:grpSpLocks/>
            </p:cNvGrpSpPr>
            <p:nvPr/>
          </p:nvGrpSpPr>
          <p:grpSpPr bwMode="auto">
            <a:xfrm>
              <a:off x="8347467" y="2124126"/>
              <a:ext cx="1211847" cy="277090"/>
              <a:chOff x="1769" y="2139"/>
              <a:chExt cx="1520" cy="318"/>
            </a:xfrm>
            <a:solidFill>
              <a:schemeClr val="accent4">
                <a:lumMod val="20000"/>
                <a:lumOff val="80000"/>
              </a:schemeClr>
            </a:solidFill>
          </p:grpSpPr>
          <p:sp>
            <p:nvSpPr>
              <p:cNvPr id="28" name="矩形 217098">
                <a:extLst>
                  <a:ext uri="{FF2B5EF4-FFF2-40B4-BE49-F238E27FC236}">
                    <a16:creationId xmlns:a16="http://schemas.microsoft.com/office/drawing/2014/main" id="{3C59D2E0-C7AC-4EB6-8258-75813F214106}"/>
                  </a:ext>
                </a:extLst>
              </p:cNvPr>
              <p:cNvSpPr>
                <a:spLocks noChangeArrowheads="1"/>
              </p:cNvSpPr>
              <p:nvPr/>
            </p:nvSpPr>
            <p:spPr bwMode="auto">
              <a:xfrm>
                <a:off x="2155" y="2139"/>
                <a:ext cx="1134" cy="318"/>
              </a:xfrm>
              <a:prstGeom prst="rect">
                <a:avLst/>
              </a:prstGeom>
              <a:grpFill/>
              <a:ln w="28575">
                <a:solidFill>
                  <a:schemeClr val="tx1"/>
                </a:solidFill>
                <a:miter lim="800000"/>
                <a:headEnd/>
                <a:tailEnd/>
              </a:ln>
            </p:spPr>
            <p:txBody>
              <a:bodyPr wrap="none" anchor="ctr"/>
              <a:lstStyle/>
              <a:p>
                <a:pPr algn="ctr"/>
                <a:r>
                  <a:rPr lang="en-US" altLang="zh-CN" b="1" dirty="0"/>
                  <a:t>4   5   6</a:t>
                </a:r>
              </a:p>
            </p:txBody>
          </p:sp>
          <p:sp>
            <p:nvSpPr>
              <p:cNvPr id="29" name="直接连接符 217099">
                <a:extLst>
                  <a:ext uri="{FF2B5EF4-FFF2-40B4-BE49-F238E27FC236}">
                    <a16:creationId xmlns:a16="http://schemas.microsoft.com/office/drawing/2014/main" id="{C2B9C7C4-A828-492C-9E5B-257BD4D30AA1}"/>
                  </a:ext>
                </a:extLst>
              </p:cNvPr>
              <p:cNvSpPr>
                <a:spLocks noChangeShapeType="1"/>
              </p:cNvSpPr>
              <p:nvPr/>
            </p:nvSpPr>
            <p:spPr bwMode="auto">
              <a:xfrm>
                <a:off x="2549" y="2139"/>
                <a:ext cx="0" cy="318"/>
              </a:xfrm>
              <a:prstGeom prst="line">
                <a:avLst/>
              </a:prstGeom>
              <a:grpFill/>
              <a:ln w="28575">
                <a:solidFill>
                  <a:schemeClr val="tx1"/>
                </a:solidFill>
                <a:round/>
                <a:headEnd/>
                <a:tailEnd/>
              </a:ln>
            </p:spPr>
            <p:txBody>
              <a:bodyPr/>
              <a:lstStyle/>
              <a:p>
                <a:endParaRPr lang="zh-CN" altLang="en-US"/>
              </a:p>
            </p:txBody>
          </p:sp>
          <p:sp>
            <p:nvSpPr>
              <p:cNvPr id="30" name="直接连接符 217100">
                <a:extLst>
                  <a:ext uri="{FF2B5EF4-FFF2-40B4-BE49-F238E27FC236}">
                    <a16:creationId xmlns:a16="http://schemas.microsoft.com/office/drawing/2014/main" id="{9F12D3F1-B6A0-4A95-A4B6-5FB4DCF7D712}"/>
                  </a:ext>
                </a:extLst>
              </p:cNvPr>
              <p:cNvSpPr>
                <a:spLocks noChangeShapeType="1"/>
              </p:cNvSpPr>
              <p:nvPr/>
            </p:nvSpPr>
            <p:spPr bwMode="auto">
              <a:xfrm>
                <a:off x="2935" y="2139"/>
                <a:ext cx="0" cy="318"/>
              </a:xfrm>
              <a:prstGeom prst="line">
                <a:avLst/>
              </a:prstGeom>
              <a:grpFill/>
              <a:ln w="28575">
                <a:solidFill>
                  <a:schemeClr val="tx1"/>
                </a:solidFill>
                <a:round/>
                <a:headEnd/>
                <a:tailEnd/>
              </a:ln>
            </p:spPr>
            <p:txBody>
              <a:bodyPr/>
              <a:lstStyle/>
              <a:p>
                <a:endParaRPr lang="zh-CN" altLang="en-US"/>
              </a:p>
            </p:txBody>
          </p:sp>
          <p:sp>
            <p:nvSpPr>
              <p:cNvPr id="31" name="直接连接符 217102">
                <a:extLst>
                  <a:ext uri="{FF2B5EF4-FFF2-40B4-BE49-F238E27FC236}">
                    <a16:creationId xmlns:a16="http://schemas.microsoft.com/office/drawing/2014/main" id="{A00CC979-FC1A-45D6-892F-035038A10D2A}"/>
                  </a:ext>
                </a:extLst>
              </p:cNvPr>
              <p:cNvSpPr>
                <a:spLocks noChangeShapeType="1"/>
              </p:cNvSpPr>
              <p:nvPr/>
            </p:nvSpPr>
            <p:spPr bwMode="auto">
              <a:xfrm>
                <a:off x="1769" y="2298"/>
                <a:ext cx="386" cy="0"/>
              </a:xfrm>
              <a:prstGeom prst="line">
                <a:avLst/>
              </a:prstGeom>
              <a:grpFill/>
              <a:ln w="28575">
                <a:solidFill>
                  <a:srgbClr val="C00000"/>
                </a:solidFill>
                <a:round/>
                <a:headEnd type="oval" w="med" len="med"/>
                <a:tailEnd type="triangle" w="med" len="lg"/>
              </a:ln>
            </p:spPr>
            <p:txBody>
              <a:bodyPr/>
              <a:lstStyle/>
              <a:p>
                <a:endParaRPr lang="zh-CN" altLang="en-US"/>
              </a:p>
            </p:txBody>
          </p:sp>
        </p:grpSp>
        <p:grpSp>
          <p:nvGrpSpPr>
            <p:cNvPr id="9" name="组合 8">
              <a:extLst>
                <a:ext uri="{FF2B5EF4-FFF2-40B4-BE49-F238E27FC236}">
                  <a16:creationId xmlns:a16="http://schemas.microsoft.com/office/drawing/2014/main" id="{614C36A5-D847-457D-8514-0C94175F1587}"/>
                </a:ext>
              </a:extLst>
            </p:cNvPr>
            <p:cNvGrpSpPr>
              <a:grpSpLocks/>
            </p:cNvGrpSpPr>
            <p:nvPr/>
          </p:nvGrpSpPr>
          <p:grpSpPr bwMode="auto">
            <a:xfrm>
              <a:off x="8347467" y="2445666"/>
              <a:ext cx="1211847" cy="278368"/>
              <a:chOff x="1769" y="2502"/>
              <a:chExt cx="1520" cy="318"/>
            </a:xfrm>
            <a:solidFill>
              <a:schemeClr val="accent5">
                <a:lumMod val="20000"/>
                <a:lumOff val="80000"/>
              </a:schemeClr>
            </a:solidFill>
          </p:grpSpPr>
          <p:sp>
            <p:nvSpPr>
              <p:cNvPr id="23" name="直接连接符 217103">
                <a:extLst>
                  <a:ext uri="{FF2B5EF4-FFF2-40B4-BE49-F238E27FC236}">
                    <a16:creationId xmlns:a16="http://schemas.microsoft.com/office/drawing/2014/main" id="{63CDA581-6339-4C69-9B63-403474FF0DAA}"/>
                  </a:ext>
                </a:extLst>
              </p:cNvPr>
              <p:cNvSpPr>
                <a:spLocks noChangeShapeType="1"/>
              </p:cNvSpPr>
              <p:nvPr/>
            </p:nvSpPr>
            <p:spPr bwMode="auto">
              <a:xfrm>
                <a:off x="1769" y="2638"/>
                <a:ext cx="386" cy="0"/>
              </a:xfrm>
              <a:prstGeom prst="line">
                <a:avLst/>
              </a:prstGeom>
              <a:grpFill/>
              <a:ln w="28575">
                <a:solidFill>
                  <a:srgbClr val="C00000"/>
                </a:solidFill>
                <a:round/>
                <a:headEnd type="oval" w="med" len="med"/>
                <a:tailEnd type="triangle" w="med" len="lg"/>
              </a:ln>
            </p:spPr>
            <p:txBody>
              <a:bodyPr/>
              <a:lstStyle/>
              <a:p>
                <a:endParaRPr lang="zh-CN" altLang="en-US" b="1"/>
              </a:p>
            </p:txBody>
          </p:sp>
          <p:grpSp>
            <p:nvGrpSpPr>
              <p:cNvPr id="24" name="组合 217108">
                <a:extLst>
                  <a:ext uri="{FF2B5EF4-FFF2-40B4-BE49-F238E27FC236}">
                    <a16:creationId xmlns:a16="http://schemas.microsoft.com/office/drawing/2014/main" id="{4A098E2C-E714-4901-90BE-059147DE256D}"/>
                  </a:ext>
                </a:extLst>
              </p:cNvPr>
              <p:cNvGrpSpPr>
                <a:grpSpLocks/>
              </p:cNvGrpSpPr>
              <p:nvPr/>
            </p:nvGrpSpPr>
            <p:grpSpPr bwMode="auto">
              <a:xfrm>
                <a:off x="2155" y="2502"/>
                <a:ext cx="1134" cy="318"/>
                <a:chOff x="1837" y="2568"/>
                <a:chExt cx="1134" cy="318"/>
              </a:xfrm>
              <a:grpFill/>
            </p:grpSpPr>
            <p:sp>
              <p:nvSpPr>
                <p:cNvPr id="25" name="矩形 217105">
                  <a:extLst>
                    <a:ext uri="{FF2B5EF4-FFF2-40B4-BE49-F238E27FC236}">
                      <a16:creationId xmlns:a16="http://schemas.microsoft.com/office/drawing/2014/main" id="{4E2B6E3C-D1F0-4318-9940-6017B9C529FA}"/>
                    </a:ext>
                  </a:extLst>
                </p:cNvPr>
                <p:cNvSpPr>
                  <a:spLocks noChangeArrowheads="1"/>
                </p:cNvSpPr>
                <p:nvPr/>
              </p:nvSpPr>
              <p:spPr bwMode="auto">
                <a:xfrm>
                  <a:off x="1837" y="2568"/>
                  <a:ext cx="1134" cy="318"/>
                </a:xfrm>
                <a:prstGeom prst="rect">
                  <a:avLst/>
                </a:prstGeom>
                <a:grpFill/>
                <a:ln w="28575">
                  <a:solidFill>
                    <a:schemeClr val="tx1"/>
                  </a:solidFill>
                  <a:miter lim="800000"/>
                  <a:headEnd/>
                  <a:tailEnd/>
                </a:ln>
              </p:spPr>
              <p:txBody>
                <a:bodyPr wrap="none" lIns="36000" anchor="ctr"/>
                <a:lstStyle/>
                <a:p>
                  <a:r>
                    <a:rPr lang="en-US" altLang="zh-CN" b="1" dirty="0">
                      <a:solidFill>
                        <a:srgbClr val="0070C0"/>
                      </a:solidFill>
                    </a:rPr>
                    <a:t>30</a:t>
                  </a:r>
                  <a:r>
                    <a:rPr lang="en-US" altLang="zh-CN" b="1" dirty="0"/>
                    <a:t>   </a:t>
                  </a:r>
                  <a:r>
                    <a:rPr lang="en-US" altLang="zh-CN" b="1" dirty="0">
                      <a:solidFill>
                        <a:srgbClr val="0070C0"/>
                      </a:solidFill>
                    </a:rPr>
                    <a:t>6</a:t>
                  </a:r>
                  <a:r>
                    <a:rPr lang="en-US" altLang="zh-CN" b="1" dirty="0"/>
                    <a:t> </a:t>
                  </a:r>
                  <a:r>
                    <a:rPr lang="en-US" altLang="zh-CN" sz="1200" b="1" dirty="0"/>
                    <a:t>  </a:t>
                  </a:r>
                  <a:r>
                    <a:rPr lang="en-US" altLang="zh-CN" b="1" dirty="0">
                      <a:solidFill>
                        <a:srgbClr val="0070C0"/>
                      </a:solidFill>
                    </a:rPr>
                    <a:t>1</a:t>
                  </a:r>
                </a:p>
              </p:txBody>
            </p:sp>
            <p:sp>
              <p:nvSpPr>
                <p:cNvPr id="26" name="直接连接符 217106">
                  <a:extLst>
                    <a:ext uri="{FF2B5EF4-FFF2-40B4-BE49-F238E27FC236}">
                      <a16:creationId xmlns:a16="http://schemas.microsoft.com/office/drawing/2014/main" id="{4D520834-18A0-41F6-A218-A6E617BF431D}"/>
                    </a:ext>
                  </a:extLst>
                </p:cNvPr>
                <p:cNvSpPr>
                  <a:spLocks noChangeShapeType="1"/>
                </p:cNvSpPr>
                <p:nvPr/>
              </p:nvSpPr>
              <p:spPr bwMode="auto">
                <a:xfrm>
                  <a:off x="2238" y="2568"/>
                  <a:ext cx="0" cy="318"/>
                </a:xfrm>
                <a:prstGeom prst="line">
                  <a:avLst/>
                </a:prstGeom>
                <a:grpFill/>
                <a:ln w="28575">
                  <a:solidFill>
                    <a:schemeClr val="tx1"/>
                  </a:solidFill>
                  <a:round/>
                  <a:headEnd/>
                  <a:tailEnd/>
                </a:ln>
              </p:spPr>
              <p:txBody>
                <a:bodyPr/>
                <a:lstStyle/>
                <a:p>
                  <a:endParaRPr lang="zh-CN" altLang="en-US" b="1"/>
                </a:p>
              </p:txBody>
            </p:sp>
            <p:sp>
              <p:nvSpPr>
                <p:cNvPr id="27" name="直接连接符 217107">
                  <a:extLst>
                    <a:ext uri="{FF2B5EF4-FFF2-40B4-BE49-F238E27FC236}">
                      <a16:creationId xmlns:a16="http://schemas.microsoft.com/office/drawing/2014/main" id="{136CB32F-7982-449B-BA8E-A46551260C5F}"/>
                    </a:ext>
                  </a:extLst>
                </p:cNvPr>
                <p:cNvSpPr>
                  <a:spLocks noChangeShapeType="1"/>
                </p:cNvSpPr>
                <p:nvPr/>
              </p:nvSpPr>
              <p:spPr bwMode="auto">
                <a:xfrm>
                  <a:off x="2615" y="2568"/>
                  <a:ext cx="0" cy="318"/>
                </a:xfrm>
                <a:prstGeom prst="line">
                  <a:avLst/>
                </a:prstGeom>
                <a:grpFill/>
                <a:ln w="28575">
                  <a:solidFill>
                    <a:schemeClr val="tx1"/>
                  </a:solidFill>
                  <a:round/>
                  <a:headEnd/>
                  <a:tailEnd/>
                </a:ln>
              </p:spPr>
              <p:txBody>
                <a:bodyPr/>
                <a:lstStyle/>
                <a:p>
                  <a:endParaRPr lang="zh-CN" altLang="en-US" b="1"/>
                </a:p>
              </p:txBody>
            </p:sp>
          </p:grpSp>
        </p:grpSp>
        <p:sp>
          <p:nvSpPr>
            <p:cNvPr id="10" name="文本框 9">
              <a:extLst>
                <a:ext uri="{FF2B5EF4-FFF2-40B4-BE49-F238E27FC236}">
                  <a16:creationId xmlns:a16="http://schemas.microsoft.com/office/drawing/2014/main" id="{D1B7A6BA-5C56-48A4-B661-9594C90F02AE}"/>
                </a:ext>
              </a:extLst>
            </p:cNvPr>
            <p:cNvSpPr txBox="1"/>
            <p:nvPr/>
          </p:nvSpPr>
          <p:spPr>
            <a:xfrm>
              <a:off x="8137018" y="1254780"/>
              <a:ext cx="319318" cy="400110"/>
            </a:xfrm>
            <a:prstGeom prst="rect">
              <a:avLst/>
            </a:prstGeom>
            <a:noFill/>
          </p:spPr>
          <p:txBody>
            <a:bodyPr wrap="none" rtlCol="0">
              <a:spAutoFit/>
            </a:bodyPr>
            <a:lstStyle/>
            <a:p>
              <a:r>
                <a:rPr lang="en-US" altLang="zh-CN" sz="2000" b="1" dirty="0"/>
                <a:t>a</a:t>
              </a:r>
              <a:endParaRPr lang="zh-CN" altLang="en-US" sz="2000" b="1" dirty="0"/>
            </a:p>
          </p:txBody>
        </p:sp>
        <p:sp>
          <p:nvSpPr>
            <p:cNvPr id="11" name="矩形 10">
              <a:extLst>
                <a:ext uri="{FF2B5EF4-FFF2-40B4-BE49-F238E27FC236}">
                  <a16:creationId xmlns:a16="http://schemas.microsoft.com/office/drawing/2014/main" id="{66C18AA7-1D05-4228-990E-226B82094D8D}"/>
                </a:ext>
              </a:extLst>
            </p:cNvPr>
            <p:cNvSpPr/>
            <p:nvPr/>
          </p:nvSpPr>
          <p:spPr>
            <a:xfrm>
              <a:off x="9930040" y="1623860"/>
              <a:ext cx="98523" cy="273437"/>
            </a:xfrm>
            <a:prstGeom prst="rect">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5">
                    <a:lumMod val="20000"/>
                    <a:lumOff val="80000"/>
                  </a:schemeClr>
                </a:solidFill>
              </a:endParaRPr>
            </a:p>
          </p:txBody>
        </p:sp>
        <p:grpSp>
          <p:nvGrpSpPr>
            <p:cNvPr id="12" name="组合 11">
              <a:extLst>
                <a:ext uri="{FF2B5EF4-FFF2-40B4-BE49-F238E27FC236}">
                  <a16:creationId xmlns:a16="http://schemas.microsoft.com/office/drawing/2014/main" id="{9699DF20-DC19-4C07-88A2-66B81D1582FD}"/>
                </a:ext>
              </a:extLst>
            </p:cNvPr>
            <p:cNvGrpSpPr/>
            <p:nvPr/>
          </p:nvGrpSpPr>
          <p:grpSpPr>
            <a:xfrm>
              <a:off x="8390827" y="1320360"/>
              <a:ext cx="3003551" cy="589940"/>
              <a:chOff x="8432051" y="1700746"/>
              <a:chExt cx="3003551" cy="589940"/>
            </a:xfrm>
          </p:grpSpPr>
          <p:grpSp>
            <p:nvGrpSpPr>
              <p:cNvPr id="14" name="组合 13">
                <a:extLst>
                  <a:ext uri="{FF2B5EF4-FFF2-40B4-BE49-F238E27FC236}">
                    <a16:creationId xmlns:a16="http://schemas.microsoft.com/office/drawing/2014/main" id="{B533DB61-3151-4DD5-A500-722253BF3C7B}"/>
                  </a:ext>
                </a:extLst>
              </p:cNvPr>
              <p:cNvGrpSpPr>
                <a:grpSpLocks/>
              </p:cNvGrpSpPr>
              <p:nvPr/>
            </p:nvGrpSpPr>
            <p:grpSpPr bwMode="auto">
              <a:xfrm>
                <a:off x="8432051" y="1700746"/>
                <a:ext cx="3003551" cy="577970"/>
                <a:chOff x="1774" y="1315"/>
                <a:chExt cx="1892" cy="446"/>
              </a:xfrm>
            </p:grpSpPr>
            <p:sp>
              <p:nvSpPr>
                <p:cNvPr id="19" name="直接连接符 217097">
                  <a:extLst>
                    <a:ext uri="{FF2B5EF4-FFF2-40B4-BE49-F238E27FC236}">
                      <a16:creationId xmlns:a16="http://schemas.microsoft.com/office/drawing/2014/main" id="{CF5F8943-6B45-41D3-8067-3B0DA2F834B8}"/>
                    </a:ext>
                  </a:extLst>
                </p:cNvPr>
                <p:cNvSpPr>
                  <a:spLocks noChangeShapeType="1"/>
                </p:cNvSpPr>
                <p:nvPr/>
              </p:nvSpPr>
              <p:spPr bwMode="auto">
                <a:xfrm flipV="1">
                  <a:off x="1774" y="1650"/>
                  <a:ext cx="260" cy="0"/>
                </a:xfrm>
                <a:prstGeom prst="line">
                  <a:avLst/>
                </a:prstGeom>
                <a:noFill/>
                <a:ln w="28575">
                  <a:solidFill>
                    <a:srgbClr val="C00000"/>
                  </a:solidFill>
                  <a:round/>
                  <a:headEnd type="oval" w="med" len="med"/>
                  <a:tailEnd type="triangle" w="med" len="lg"/>
                </a:ln>
                <a:extLst>
                  <a:ext uri="{909E8E84-426E-40DD-AFC4-6F175D3DCCD1}">
                    <a14:hiddenFill xmlns:a14="http://schemas.microsoft.com/office/drawing/2010/main">
                      <a:noFill/>
                    </a14:hiddenFill>
                  </a:ext>
                </a:extLst>
              </p:spPr>
              <p:txBody>
                <a:bodyPr/>
                <a:lstStyle/>
                <a:p>
                  <a:endParaRPr lang="zh-CN" altLang="en-US"/>
                </a:p>
              </p:txBody>
            </p:sp>
            <p:grpSp>
              <p:nvGrpSpPr>
                <p:cNvPr id="20" name="组合 217114">
                  <a:extLst>
                    <a:ext uri="{FF2B5EF4-FFF2-40B4-BE49-F238E27FC236}">
                      <a16:creationId xmlns:a16="http://schemas.microsoft.com/office/drawing/2014/main" id="{B2BCA3EA-173E-47F8-89F1-51D545670443}"/>
                    </a:ext>
                  </a:extLst>
                </p:cNvPr>
                <p:cNvGrpSpPr>
                  <a:grpSpLocks/>
                </p:cNvGrpSpPr>
                <p:nvPr/>
              </p:nvGrpSpPr>
              <p:grpSpPr bwMode="auto">
                <a:xfrm>
                  <a:off x="2029" y="1315"/>
                  <a:ext cx="1637" cy="446"/>
                  <a:chOff x="2029" y="1315"/>
                  <a:chExt cx="1637" cy="446"/>
                </a:xfrm>
              </p:grpSpPr>
              <p:sp>
                <p:nvSpPr>
                  <p:cNvPr id="21" name="文本框 217109">
                    <a:extLst>
                      <a:ext uri="{FF2B5EF4-FFF2-40B4-BE49-F238E27FC236}">
                        <a16:creationId xmlns:a16="http://schemas.microsoft.com/office/drawing/2014/main" id="{120CE49B-3837-4080-AB8F-5DB903A1CD76}"/>
                      </a:ext>
                    </a:extLst>
                  </p:cNvPr>
                  <p:cNvSpPr txBox="1">
                    <a:spLocks noChangeArrowheads="1"/>
                  </p:cNvSpPr>
                  <p:nvPr/>
                </p:nvSpPr>
                <p:spPr bwMode="auto">
                  <a:xfrm>
                    <a:off x="2029" y="1315"/>
                    <a:ext cx="1637" cy="2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lang="en-US" altLang="zh-CN" sz="1600" b="1" dirty="0"/>
                      <a:t>0 1 2  …     45   …         119</a:t>
                    </a:r>
                  </a:p>
                </p:txBody>
              </p:sp>
              <p:sp>
                <p:nvSpPr>
                  <p:cNvPr id="22" name="矩形 217096">
                    <a:extLst>
                      <a:ext uri="{FF2B5EF4-FFF2-40B4-BE49-F238E27FC236}">
                        <a16:creationId xmlns:a16="http://schemas.microsoft.com/office/drawing/2014/main" id="{844DE805-3E5A-4CBD-AE17-03DEF29DB355}"/>
                      </a:ext>
                    </a:extLst>
                  </p:cNvPr>
                  <p:cNvSpPr>
                    <a:spLocks noChangeArrowheads="1"/>
                  </p:cNvSpPr>
                  <p:nvPr/>
                </p:nvSpPr>
                <p:spPr bwMode="auto">
                  <a:xfrm>
                    <a:off x="2035" y="1550"/>
                    <a:ext cx="378" cy="211"/>
                  </a:xfrm>
                  <a:prstGeom prst="rect">
                    <a:avLst/>
                  </a:prstGeom>
                  <a:solidFill>
                    <a:schemeClr val="accent6">
                      <a:lumMod val="20000"/>
                      <a:lumOff val="80000"/>
                    </a:schemeClr>
                  </a:solidFill>
                  <a:ln w="28575">
                    <a:solidFill>
                      <a:schemeClr val="tx1"/>
                    </a:solidFill>
                    <a:miter lim="800000"/>
                    <a:headEnd/>
                    <a:tailEnd/>
                  </a:ln>
                </p:spPr>
                <p:txBody>
                  <a:bodyPr/>
                  <a:lstStyle/>
                  <a:p>
                    <a:endParaRPr lang="zh-CN" altLang="en-US"/>
                  </a:p>
                </p:txBody>
              </p:sp>
            </p:grpSp>
          </p:grpSp>
          <p:sp>
            <p:nvSpPr>
              <p:cNvPr id="15" name="矩形 217096">
                <a:extLst>
                  <a:ext uri="{FF2B5EF4-FFF2-40B4-BE49-F238E27FC236}">
                    <a16:creationId xmlns:a16="http://schemas.microsoft.com/office/drawing/2014/main" id="{18535281-356F-4EF6-9E89-CC0A8C0253BF}"/>
                  </a:ext>
                </a:extLst>
              </p:cNvPr>
              <p:cNvSpPr>
                <a:spLocks noChangeArrowheads="1"/>
              </p:cNvSpPr>
              <p:nvPr/>
            </p:nvSpPr>
            <p:spPr bwMode="auto">
              <a:xfrm>
                <a:off x="9671227" y="2004246"/>
                <a:ext cx="600075" cy="273437"/>
              </a:xfrm>
              <a:prstGeom prst="rect">
                <a:avLst/>
              </a:prstGeom>
              <a:solidFill>
                <a:schemeClr val="accent6">
                  <a:lumMod val="20000"/>
                  <a:lumOff val="80000"/>
                </a:schemeClr>
              </a:solidFill>
              <a:ln w="28575">
                <a:solidFill>
                  <a:schemeClr val="tx1"/>
                </a:solidFill>
                <a:miter lim="800000"/>
                <a:headEnd/>
                <a:tailEnd/>
              </a:ln>
            </p:spPr>
            <p:txBody>
              <a:bodyPr/>
              <a:lstStyle/>
              <a:p>
                <a:endParaRPr lang="zh-CN" altLang="en-US"/>
              </a:p>
            </p:txBody>
          </p:sp>
          <p:sp>
            <p:nvSpPr>
              <p:cNvPr id="16" name="矩形 217096">
                <a:extLst>
                  <a:ext uri="{FF2B5EF4-FFF2-40B4-BE49-F238E27FC236}">
                    <a16:creationId xmlns:a16="http://schemas.microsoft.com/office/drawing/2014/main" id="{C3D2C74A-6AE1-436A-A431-9882570853D9}"/>
                  </a:ext>
                </a:extLst>
              </p:cNvPr>
              <p:cNvSpPr>
                <a:spLocks noChangeArrowheads="1"/>
              </p:cNvSpPr>
              <p:nvPr/>
            </p:nvSpPr>
            <p:spPr bwMode="auto">
              <a:xfrm>
                <a:off x="10496066" y="2004245"/>
                <a:ext cx="600075" cy="273437"/>
              </a:xfrm>
              <a:prstGeom prst="rect">
                <a:avLst/>
              </a:prstGeom>
              <a:solidFill>
                <a:schemeClr val="accent6">
                  <a:lumMod val="20000"/>
                  <a:lumOff val="80000"/>
                </a:schemeClr>
              </a:solidFill>
              <a:ln w="28575">
                <a:solidFill>
                  <a:schemeClr val="tx1"/>
                </a:solidFill>
                <a:miter lim="800000"/>
                <a:headEnd/>
                <a:tailEnd/>
              </a:ln>
            </p:spPr>
            <p:txBody>
              <a:bodyPr/>
              <a:lstStyle/>
              <a:p>
                <a:endParaRPr lang="zh-CN" altLang="en-US"/>
              </a:p>
            </p:txBody>
          </p:sp>
          <p:sp>
            <p:nvSpPr>
              <p:cNvPr id="17" name="矩形 217096">
                <a:extLst>
                  <a:ext uri="{FF2B5EF4-FFF2-40B4-BE49-F238E27FC236}">
                    <a16:creationId xmlns:a16="http://schemas.microsoft.com/office/drawing/2014/main" id="{2E791C4B-D51E-4CF8-AB9F-40588B1C3B89}"/>
                  </a:ext>
                </a:extLst>
              </p:cNvPr>
              <p:cNvSpPr>
                <a:spLocks noChangeArrowheads="1"/>
              </p:cNvSpPr>
              <p:nvPr/>
            </p:nvSpPr>
            <p:spPr bwMode="auto">
              <a:xfrm>
                <a:off x="9433014" y="1985277"/>
                <a:ext cx="300038" cy="305409"/>
              </a:xfrm>
              <a:prstGeom prst="rect">
                <a:avLst/>
              </a:prstGeom>
              <a:solidFill>
                <a:schemeClr val="accent6">
                  <a:lumMod val="20000"/>
                  <a:lumOff val="80000"/>
                </a:schemeClr>
              </a:solidFill>
              <a:ln w="28575">
                <a:noFill/>
                <a:miter lim="800000"/>
                <a:headEnd/>
                <a:tailEnd/>
              </a:ln>
            </p:spPr>
            <p:txBody>
              <a:bodyPr/>
              <a:lstStyle/>
              <a:p>
                <a:endParaRPr lang="zh-CN" altLang="en-US"/>
              </a:p>
            </p:txBody>
          </p:sp>
          <p:sp>
            <p:nvSpPr>
              <p:cNvPr id="18" name="矩形 217096">
                <a:extLst>
                  <a:ext uri="{FF2B5EF4-FFF2-40B4-BE49-F238E27FC236}">
                    <a16:creationId xmlns:a16="http://schemas.microsoft.com/office/drawing/2014/main" id="{D7F1E730-D559-47EC-A821-FB81BAA12A5F}"/>
                  </a:ext>
                </a:extLst>
              </p:cNvPr>
              <p:cNvSpPr>
                <a:spLocks noChangeArrowheads="1"/>
              </p:cNvSpPr>
              <p:nvPr/>
            </p:nvSpPr>
            <p:spPr bwMode="auto">
              <a:xfrm>
                <a:off x="10253842" y="1984519"/>
                <a:ext cx="300038" cy="305409"/>
              </a:xfrm>
              <a:prstGeom prst="rect">
                <a:avLst/>
              </a:prstGeom>
              <a:solidFill>
                <a:schemeClr val="accent6">
                  <a:lumMod val="20000"/>
                  <a:lumOff val="80000"/>
                </a:schemeClr>
              </a:solidFill>
              <a:ln w="28575">
                <a:noFill/>
                <a:miter lim="800000"/>
                <a:headEnd/>
                <a:tailEnd/>
              </a:ln>
            </p:spPr>
            <p:txBody>
              <a:bodyPr/>
              <a:lstStyle/>
              <a:p>
                <a:endParaRPr lang="zh-CN" altLang="en-US"/>
              </a:p>
            </p:txBody>
          </p:sp>
        </p:grpSp>
        <p:sp>
          <p:nvSpPr>
            <p:cNvPr id="13" name="文本框 12">
              <a:extLst>
                <a:ext uri="{FF2B5EF4-FFF2-40B4-BE49-F238E27FC236}">
                  <a16:creationId xmlns:a16="http://schemas.microsoft.com/office/drawing/2014/main" id="{4783988A-C423-4709-8684-D2CBB43F7E34}"/>
                </a:ext>
              </a:extLst>
            </p:cNvPr>
            <p:cNvSpPr txBox="1"/>
            <p:nvPr/>
          </p:nvSpPr>
          <p:spPr>
            <a:xfrm>
              <a:off x="8741558" y="1897420"/>
              <a:ext cx="777457" cy="246221"/>
            </a:xfrm>
            <a:prstGeom prst="rect">
              <a:avLst/>
            </a:prstGeom>
            <a:noFill/>
          </p:spPr>
          <p:txBody>
            <a:bodyPr wrap="none" lIns="0" tIns="0" rIns="0" bIns="0" rtlCol="0">
              <a:spAutoFit/>
            </a:bodyPr>
            <a:lstStyle/>
            <a:p>
              <a:r>
                <a:rPr lang="en-US" altLang="zh-CN" sz="1600" b="1" dirty="0"/>
                <a:t>0   </a:t>
              </a:r>
              <a:r>
                <a:rPr lang="en-US" altLang="zh-CN" sz="1400" b="1" dirty="0"/>
                <a:t> </a:t>
              </a:r>
              <a:r>
                <a:rPr lang="en-US" altLang="zh-CN" sz="1600" b="1" dirty="0"/>
                <a:t>1 </a:t>
              </a:r>
              <a:r>
                <a:rPr lang="en-US" altLang="zh-CN" sz="1200" b="1" dirty="0"/>
                <a:t>  </a:t>
              </a:r>
              <a:r>
                <a:rPr lang="en-US" altLang="zh-CN" sz="1400" b="1" dirty="0"/>
                <a:t> </a:t>
              </a:r>
              <a:r>
                <a:rPr lang="en-US" altLang="zh-CN" sz="1600" b="1" dirty="0"/>
                <a:t>2</a:t>
              </a:r>
              <a:endParaRPr lang="zh-CN" altLang="en-US" sz="1600" b="1" dirty="0"/>
            </a:p>
          </p:txBody>
        </p:sp>
      </p:grpSp>
      <p:grpSp>
        <p:nvGrpSpPr>
          <p:cNvPr id="43" name="组合 42">
            <a:extLst>
              <a:ext uri="{FF2B5EF4-FFF2-40B4-BE49-F238E27FC236}">
                <a16:creationId xmlns:a16="http://schemas.microsoft.com/office/drawing/2014/main" id="{81C24B84-5EC3-4A23-8525-EF342F16E89E}"/>
              </a:ext>
            </a:extLst>
          </p:cNvPr>
          <p:cNvGrpSpPr/>
          <p:nvPr/>
        </p:nvGrpSpPr>
        <p:grpSpPr>
          <a:xfrm>
            <a:off x="8258894" y="1178772"/>
            <a:ext cx="646331" cy="577113"/>
            <a:chOff x="7766387" y="4998720"/>
            <a:chExt cx="646331" cy="577113"/>
          </a:xfrm>
        </p:grpSpPr>
        <p:cxnSp>
          <p:nvCxnSpPr>
            <p:cNvPr id="44" name="直接连接符 43">
              <a:extLst>
                <a:ext uri="{FF2B5EF4-FFF2-40B4-BE49-F238E27FC236}">
                  <a16:creationId xmlns:a16="http://schemas.microsoft.com/office/drawing/2014/main" id="{90B8FE89-EBD5-4CA7-9CC1-9CAFFE325171}"/>
                </a:ext>
              </a:extLst>
            </p:cNvPr>
            <p:cNvCxnSpPr>
              <a:cxnSpLocks/>
              <a:stCxn id="45" idx="2"/>
            </p:cNvCxnSpPr>
            <p:nvPr/>
          </p:nvCxnSpPr>
          <p:spPr>
            <a:xfrm flipH="1">
              <a:off x="8041571" y="5351524"/>
              <a:ext cx="47982" cy="224309"/>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45" name="文本框 44">
              <a:extLst>
                <a:ext uri="{FF2B5EF4-FFF2-40B4-BE49-F238E27FC236}">
                  <a16:creationId xmlns:a16="http://schemas.microsoft.com/office/drawing/2014/main" id="{340A8DCA-0B18-42DB-B930-61AE236E44B1}"/>
                </a:ext>
              </a:extLst>
            </p:cNvPr>
            <p:cNvSpPr txBox="1"/>
            <p:nvPr/>
          </p:nvSpPr>
          <p:spPr>
            <a:xfrm>
              <a:off x="7766387" y="4998720"/>
              <a:ext cx="646331" cy="369332"/>
            </a:xfrm>
            <a:prstGeom prst="rect">
              <a:avLst/>
            </a:prstGeom>
            <a:noFill/>
          </p:spPr>
          <p:txBody>
            <a:bodyPr wrap="none" rtlCol="0">
              <a:spAutoFit/>
            </a:bodyPr>
            <a:lstStyle/>
            <a:p>
              <a:r>
                <a:rPr lang="zh-CN" altLang="en-US" b="1" dirty="0">
                  <a:solidFill>
                    <a:srgbClr val="5F27C3"/>
                  </a:solidFill>
                </a:rPr>
                <a:t>基址</a:t>
              </a:r>
            </a:p>
          </p:txBody>
        </p:sp>
      </p:grpSp>
      <p:grpSp>
        <p:nvGrpSpPr>
          <p:cNvPr id="46" name="组合 45">
            <a:extLst>
              <a:ext uri="{FF2B5EF4-FFF2-40B4-BE49-F238E27FC236}">
                <a16:creationId xmlns:a16="http://schemas.microsoft.com/office/drawing/2014/main" id="{418DE0EA-DE8B-4BC2-8B9C-7512E1B8DDE7}"/>
              </a:ext>
            </a:extLst>
          </p:cNvPr>
          <p:cNvGrpSpPr/>
          <p:nvPr/>
        </p:nvGrpSpPr>
        <p:grpSpPr>
          <a:xfrm>
            <a:off x="9831609" y="1064960"/>
            <a:ext cx="1107996" cy="483144"/>
            <a:chOff x="6681354" y="5219511"/>
            <a:chExt cx="1694348" cy="851276"/>
          </a:xfrm>
        </p:grpSpPr>
        <p:cxnSp>
          <p:nvCxnSpPr>
            <p:cNvPr id="47" name="直接连接符 46">
              <a:extLst>
                <a:ext uri="{FF2B5EF4-FFF2-40B4-BE49-F238E27FC236}">
                  <a16:creationId xmlns:a16="http://schemas.microsoft.com/office/drawing/2014/main" id="{69FE1517-6313-45E9-9EDF-56C192BFE172}"/>
                </a:ext>
              </a:extLst>
            </p:cNvPr>
            <p:cNvCxnSpPr>
              <a:cxnSpLocks/>
              <a:stCxn id="48" idx="2"/>
            </p:cNvCxnSpPr>
            <p:nvPr/>
          </p:nvCxnSpPr>
          <p:spPr>
            <a:xfrm flipH="1">
              <a:off x="7179646" y="5870258"/>
              <a:ext cx="348882" cy="200529"/>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48" name="文本框 47">
              <a:extLst>
                <a:ext uri="{FF2B5EF4-FFF2-40B4-BE49-F238E27FC236}">
                  <a16:creationId xmlns:a16="http://schemas.microsoft.com/office/drawing/2014/main" id="{0C25C926-212D-44A3-AD30-86600B078FFC}"/>
                </a:ext>
              </a:extLst>
            </p:cNvPr>
            <p:cNvSpPr txBox="1"/>
            <p:nvPr/>
          </p:nvSpPr>
          <p:spPr>
            <a:xfrm>
              <a:off x="6681354" y="5219511"/>
              <a:ext cx="1694348" cy="650747"/>
            </a:xfrm>
            <a:prstGeom prst="rect">
              <a:avLst/>
            </a:prstGeom>
            <a:noFill/>
          </p:spPr>
          <p:txBody>
            <a:bodyPr wrap="none" rtlCol="0">
              <a:spAutoFit/>
            </a:bodyPr>
            <a:lstStyle/>
            <a:p>
              <a:r>
                <a:rPr lang="zh-CN" altLang="en-US" b="1" dirty="0">
                  <a:solidFill>
                    <a:srgbClr val="5F27C3"/>
                  </a:solidFill>
                </a:rPr>
                <a:t>相对地址</a:t>
              </a:r>
            </a:p>
          </p:txBody>
        </p:sp>
      </p:grpSp>
      <p:sp>
        <p:nvSpPr>
          <p:cNvPr id="49" name="矩形 48">
            <a:extLst>
              <a:ext uri="{FF2B5EF4-FFF2-40B4-BE49-F238E27FC236}">
                <a16:creationId xmlns:a16="http://schemas.microsoft.com/office/drawing/2014/main" id="{EA35A748-AE65-4B87-9571-ED33BA9DD0FD}"/>
              </a:ext>
            </a:extLst>
          </p:cNvPr>
          <p:cNvSpPr/>
          <p:nvPr/>
        </p:nvSpPr>
        <p:spPr>
          <a:xfrm>
            <a:off x="9930040" y="1713533"/>
            <a:ext cx="98523" cy="26599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0" name="直接连接符 49">
            <a:extLst>
              <a:ext uri="{FF2B5EF4-FFF2-40B4-BE49-F238E27FC236}">
                <a16:creationId xmlns:a16="http://schemas.microsoft.com/office/drawing/2014/main" id="{3AFCBC71-A65E-4E75-80AA-FEAAC8F567C5}"/>
              </a:ext>
            </a:extLst>
          </p:cNvPr>
          <p:cNvCxnSpPr>
            <a:cxnSpLocks/>
          </p:cNvCxnSpPr>
          <p:nvPr/>
        </p:nvCxnSpPr>
        <p:spPr>
          <a:xfrm>
            <a:off x="2354951" y="1907965"/>
            <a:ext cx="845729" cy="1033313"/>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sp>
        <p:nvSpPr>
          <p:cNvPr id="51" name="文本框 50">
            <a:extLst>
              <a:ext uri="{FF2B5EF4-FFF2-40B4-BE49-F238E27FC236}">
                <a16:creationId xmlns:a16="http://schemas.microsoft.com/office/drawing/2014/main" id="{232A5F59-D2A7-40B9-A4BB-2B4ECF0D93F8}"/>
              </a:ext>
            </a:extLst>
          </p:cNvPr>
          <p:cNvSpPr txBox="1"/>
          <p:nvPr/>
        </p:nvSpPr>
        <p:spPr>
          <a:xfrm>
            <a:off x="525792" y="1164482"/>
            <a:ext cx="5943612" cy="815608"/>
          </a:xfrm>
          <a:prstGeom prst="rect">
            <a:avLst/>
          </a:prstGeom>
          <a:noFill/>
        </p:spPr>
        <p:txBody>
          <a:bodyPr wrap="square" rtlCol="0">
            <a:spAutoFit/>
          </a:bodyPr>
          <a:lstStyle/>
          <a:p>
            <a:pPr>
              <a:lnSpc>
                <a:spcPct val="120000"/>
              </a:lnSpc>
            </a:pPr>
            <a:r>
              <a:rPr lang="zh-CN" altLang="en-US" sz="2000" b="1" noProof="1">
                <a:effectLst>
                  <a:outerShdw blurRad="38100" dist="38100" dir="2700000">
                    <a:srgbClr val="FFFFFF"/>
                  </a:outerShdw>
                </a:effectLst>
                <a:latin typeface="Courier New" panose="02070309020205020404" pitchFamily="49" charset="0"/>
                <a:cs typeface="Courier New" panose="02070309020205020404" pitchFamily="49" charset="0"/>
              </a:rPr>
              <a:t>对三维数组元素</a:t>
            </a:r>
            <a:r>
              <a:rPr lang="en-US" altLang="zh-CN" sz="2000" b="1" noProof="1">
                <a:effectLst>
                  <a:outerShdw blurRad="38100" dist="38100" dir="2700000">
                    <a:srgbClr val="FFFFFF"/>
                  </a:outerShdw>
                </a:effectLst>
                <a:latin typeface="Courier New" panose="02070309020205020404" pitchFamily="49" charset="0"/>
                <a:cs typeface="Courier New" panose="02070309020205020404" pitchFamily="49" charset="0"/>
              </a:rPr>
              <a:t>a[</a:t>
            </a:r>
            <a:r>
              <a:rPr lang="en-US" altLang="zh-CN" sz="2000" b="1" noProof="1">
                <a:solidFill>
                  <a:srgbClr val="C00000"/>
                </a:solidFill>
                <a:effectLst>
                  <a:outerShdw blurRad="38100" dist="38100" dir="2700000">
                    <a:srgbClr val="FFFFFF"/>
                  </a:outerShdw>
                </a:effectLst>
                <a:latin typeface="Courier New" panose="02070309020205020404" pitchFamily="49" charset="0"/>
                <a:cs typeface="Courier New" panose="02070309020205020404" pitchFamily="49" charset="0"/>
              </a:rPr>
              <a:t>1</a:t>
            </a:r>
            <a:r>
              <a:rPr lang="en-US" altLang="zh-CN" sz="2000" b="1" noProof="1">
                <a:effectLst>
                  <a:outerShdw blurRad="38100" dist="38100" dir="2700000">
                    <a:srgbClr val="FFFFFF"/>
                  </a:outerShdw>
                </a:effectLst>
                <a:latin typeface="Courier New" panose="02070309020205020404" pitchFamily="49" charset="0"/>
                <a:cs typeface="Courier New" panose="02070309020205020404" pitchFamily="49" charset="0"/>
              </a:rPr>
              <a:t>][</a:t>
            </a:r>
            <a:r>
              <a:rPr lang="en-US" altLang="zh-CN" sz="2000" b="1" noProof="1">
                <a:solidFill>
                  <a:srgbClr val="C00000"/>
                </a:solidFill>
                <a:effectLst>
                  <a:outerShdw blurRad="38100" dist="38100" dir="2700000">
                    <a:srgbClr val="FFFFFF"/>
                  </a:outerShdw>
                </a:effectLst>
                <a:latin typeface="Courier New" panose="02070309020205020404" pitchFamily="49" charset="0"/>
                <a:cs typeface="Courier New" panose="02070309020205020404" pitchFamily="49" charset="0"/>
              </a:rPr>
              <a:t>2</a:t>
            </a:r>
            <a:r>
              <a:rPr lang="en-US" altLang="zh-CN" sz="2000" b="1" noProof="1">
                <a:effectLst>
                  <a:outerShdw blurRad="38100" dist="38100" dir="2700000">
                    <a:srgbClr val="FFFFFF"/>
                  </a:outerShdw>
                </a:effectLst>
                <a:latin typeface="Courier New" panose="02070309020205020404" pitchFamily="49" charset="0"/>
                <a:cs typeface="Courier New" panose="02070309020205020404" pitchFamily="49" charset="0"/>
              </a:rPr>
              <a:t>][</a:t>
            </a:r>
            <a:r>
              <a:rPr lang="en-US" altLang="zh-CN" sz="2000" b="1" noProof="1">
                <a:solidFill>
                  <a:srgbClr val="C00000"/>
                </a:solidFill>
                <a:effectLst>
                  <a:outerShdw blurRad="38100" dist="38100" dir="2700000">
                    <a:srgbClr val="FFFFFF"/>
                  </a:outerShdw>
                </a:effectLst>
                <a:latin typeface="Courier New" panose="02070309020205020404" pitchFamily="49" charset="0"/>
                <a:cs typeface="Courier New" panose="02070309020205020404" pitchFamily="49" charset="0"/>
              </a:rPr>
              <a:t>3</a:t>
            </a:r>
            <a:r>
              <a:rPr lang="en-US" altLang="zh-CN" sz="2000" b="1" noProof="1">
                <a:effectLst>
                  <a:outerShdw blurRad="38100" dist="38100" dir="2700000">
                    <a:srgbClr val="FFFFFF"/>
                  </a:outerShdw>
                </a:effectLst>
                <a:latin typeface="Courier New" panose="02070309020205020404" pitchFamily="49" charset="0"/>
                <a:cs typeface="Courier New" panose="02070309020205020404" pitchFamily="49" charset="0"/>
              </a:rPr>
              <a:t>]</a:t>
            </a:r>
            <a:r>
              <a:rPr lang="zh-CN" altLang="en-US" sz="2000" b="1" noProof="1">
                <a:effectLst>
                  <a:outerShdw blurRad="38100" dist="38100" dir="2700000">
                    <a:srgbClr val="FFFFFF"/>
                  </a:outerShdw>
                </a:effectLst>
                <a:latin typeface="Courier New" panose="02070309020205020404" pitchFamily="49" charset="0"/>
                <a:cs typeface="Courier New" panose="02070309020205020404" pitchFamily="49" charset="0"/>
              </a:rPr>
              <a:t>赋值，调用基本操作：</a:t>
            </a:r>
            <a:endParaRPr lang="en-US" altLang="zh-CN" sz="2000" b="1" dirty="0">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Courier New" panose="02070309020205020404" pitchFamily="49" charset="0"/>
            </a:endParaRPr>
          </a:p>
          <a:p>
            <a:pPr>
              <a:lnSpc>
                <a:spcPct val="120000"/>
              </a:lnSpc>
            </a:pPr>
            <a:r>
              <a:rPr lang="en-US" altLang="zh-CN" b="1" dirty="0">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Courier New" panose="02070309020205020404" pitchFamily="49" charset="0"/>
              </a:rPr>
              <a:t>   </a:t>
            </a:r>
            <a:r>
              <a:rPr lang="en-US" altLang="zh-CN" sz="2000" b="1" dirty="0" err="1">
                <a:latin typeface="Courier New" panose="02070309020205020404" pitchFamily="49" charset="0"/>
                <a:ea typeface="宋体" panose="02010600030101010101" pitchFamily="2" charset="-122"/>
                <a:cs typeface="Courier New" panose="02070309020205020404" pitchFamily="49" charset="0"/>
              </a:rPr>
              <a:t>PutElem</a:t>
            </a:r>
            <a:r>
              <a:rPr lang="en-US" altLang="zh-CN" sz="2000" b="1" dirty="0">
                <a:latin typeface="Courier New" panose="02070309020205020404" pitchFamily="49" charset="0"/>
                <a:ea typeface="宋体" panose="02010600030101010101" pitchFamily="2" charset="-122"/>
                <a:cs typeface="Courier New" panose="02070309020205020404" pitchFamily="49" charset="0"/>
              </a:rPr>
              <a:t>(a, </a:t>
            </a:r>
            <a:r>
              <a:rPr lang="en-US" altLang="zh-CN" sz="2000" b="1" dirty="0" err="1">
                <a:latin typeface="Courier New" panose="02070309020205020404" pitchFamily="49" charset="0"/>
                <a:ea typeface="宋体" panose="02010600030101010101" pitchFamily="2" charset="-122"/>
                <a:cs typeface="Courier New" panose="02070309020205020404" pitchFamily="49" charset="0"/>
              </a:rPr>
              <a:t>ev</a:t>
            </a:r>
            <a:r>
              <a:rPr lang="en-US" altLang="zh-CN" sz="2000" b="1" dirty="0">
                <a:latin typeface="Courier New" panose="02070309020205020404" pitchFamily="49" charset="0"/>
                <a:ea typeface="宋体" panose="02010600030101010101" pitchFamily="2" charset="-122"/>
                <a:cs typeface="Courier New" panose="02070309020205020404" pitchFamily="49" charset="0"/>
              </a:rPr>
              <a:t>, 1, 2, 3);</a:t>
            </a:r>
          </a:p>
        </p:txBody>
      </p:sp>
      <p:cxnSp>
        <p:nvCxnSpPr>
          <p:cNvPr id="52" name="直接连接符 51">
            <a:extLst>
              <a:ext uri="{FF2B5EF4-FFF2-40B4-BE49-F238E27FC236}">
                <a16:creationId xmlns:a16="http://schemas.microsoft.com/office/drawing/2014/main" id="{F57314DD-A116-4EE9-818F-4638CB280294}"/>
              </a:ext>
            </a:extLst>
          </p:cNvPr>
          <p:cNvCxnSpPr>
            <a:cxnSpLocks/>
          </p:cNvCxnSpPr>
          <p:nvPr/>
        </p:nvCxnSpPr>
        <p:spPr>
          <a:xfrm>
            <a:off x="2934842" y="1897296"/>
            <a:ext cx="1975363" cy="1092807"/>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24CA0DE5-080A-46CB-A3D9-99A3D7118E41}"/>
              </a:ext>
            </a:extLst>
          </p:cNvPr>
          <p:cNvCxnSpPr>
            <a:cxnSpLocks/>
          </p:cNvCxnSpPr>
          <p:nvPr/>
        </p:nvCxnSpPr>
        <p:spPr>
          <a:xfrm>
            <a:off x="3277762" y="1944084"/>
            <a:ext cx="108642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54" name="直接连接符 53">
            <a:extLst>
              <a:ext uri="{FF2B5EF4-FFF2-40B4-BE49-F238E27FC236}">
                <a16:creationId xmlns:a16="http://schemas.microsoft.com/office/drawing/2014/main" id="{51644DDF-1DB0-40E9-BA4F-02DE8084AE3E}"/>
              </a:ext>
            </a:extLst>
          </p:cNvPr>
          <p:cNvCxnSpPr>
            <a:cxnSpLocks/>
          </p:cNvCxnSpPr>
          <p:nvPr/>
        </p:nvCxnSpPr>
        <p:spPr>
          <a:xfrm>
            <a:off x="3868539" y="1944084"/>
            <a:ext cx="1621557" cy="1092807"/>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sp>
        <p:nvSpPr>
          <p:cNvPr id="55" name="矩形 54">
            <a:extLst>
              <a:ext uri="{FF2B5EF4-FFF2-40B4-BE49-F238E27FC236}">
                <a16:creationId xmlns:a16="http://schemas.microsoft.com/office/drawing/2014/main" id="{905B62CF-F97C-41CE-9A0A-4F89CB29016E}"/>
              </a:ext>
            </a:extLst>
          </p:cNvPr>
          <p:cNvSpPr/>
          <p:nvPr/>
        </p:nvSpPr>
        <p:spPr>
          <a:xfrm>
            <a:off x="7769247" y="3565345"/>
            <a:ext cx="3858180" cy="1287732"/>
          </a:xfrm>
          <a:prstGeom prst="rect">
            <a:avLst/>
          </a:prstGeom>
          <a:noFill/>
          <a:ln w="9525">
            <a:noFill/>
          </a:ln>
        </p:spPr>
        <p:txBody>
          <a:bodyPr/>
          <a:lstStyle>
            <a:lvl1pPr marL="342900" lvl="0" indent="-342900" algn="l" defTabSz="914400" rtl="0" eaLnBrk="1" fontAlgn="base" latinLnBrk="0" hangingPunct="1">
              <a:lnSpc>
                <a:spcPct val="100000"/>
              </a:lnSpc>
              <a:spcBef>
                <a:spcPct val="20000"/>
              </a:spcBef>
              <a:spcAft>
                <a:spcPct val="0"/>
              </a:spcAft>
              <a:buChar char="•"/>
              <a:defRPr sz="3200" u="none" kern="1200" baseline="0">
                <a:solidFill>
                  <a:schemeClr val="tx1"/>
                </a:solidFill>
                <a:latin typeface="Times New Roman" panose="02020603050405020304" pitchFamily="18" charset="0"/>
                <a:ea typeface="宋体" panose="02010600030101010101" pitchFamily="2" charset="-122"/>
              </a:defRPr>
            </a:lvl1pPr>
            <a:lvl2pPr marL="742950" lvl="1" indent="-285750" algn="l" defTabSz="914400" rtl="0" eaLnBrk="1" fontAlgn="base" latinLnBrk="0" hangingPunct="1">
              <a:lnSpc>
                <a:spcPct val="100000"/>
              </a:lnSpc>
              <a:spcBef>
                <a:spcPct val="20000"/>
              </a:spcBef>
              <a:spcAft>
                <a:spcPct val="0"/>
              </a:spcAft>
              <a:buChar char="–"/>
              <a:defRPr sz="2800" b="0" i="0" u="none" kern="1200" baseline="0">
                <a:solidFill>
                  <a:schemeClr val="tx1"/>
                </a:solidFill>
                <a:latin typeface="Times New Roman" panose="02020603050405020304" pitchFamily="18" charset="0"/>
                <a:ea typeface="宋体" panose="02010600030101010101" pitchFamily="2" charset="-122"/>
              </a:defRPr>
            </a:lvl2pPr>
            <a:lvl3pPr marL="1143000" lvl="2" indent="-228600" algn="l" defTabSz="914400" rtl="0" eaLnBrk="1" fontAlgn="base" latinLnBrk="0" hangingPunct="1">
              <a:lnSpc>
                <a:spcPct val="100000"/>
              </a:lnSpc>
              <a:spcBef>
                <a:spcPct val="20000"/>
              </a:spcBef>
              <a:spcAft>
                <a:spcPct val="0"/>
              </a:spcAft>
              <a:buChar char="•"/>
              <a:defRPr sz="2400" b="0" i="0" u="none" kern="1200" baseline="0">
                <a:solidFill>
                  <a:schemeClr val="tx1"/>
                </a:solidFill>
                <a:latin typeface="Times New Roman" panose="02020603050405020304" pitchFamily="18" charset="0"/>
                <a:ea typeface="宋体" panose="02010600030101010101" pitchFamily="2" charset="-122"/>
              </a:defRPr>
            </a:lvl3pPr>
            <a:lvl4pPr marL="1600200" lvl="3"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4pPr>
            <a:lvl5pPr marL="2057400" lvl="4" indent="-228600" algn="l" defTabSz="914400" rtl="0" eaLnBrk="1" fontAlgn="base" latinLnBrk="0" hangingPunct="1">
              <a:lnSpc>
                <a:spcPct val="100000"/>
              </a:lnSpc>
              <a:spcBef>
                <a:spcPct val="20000"/>
              </a:spcBef>
              <a:spcAft>
                <a:spcPct val="0"/>
              </a:spcAft>
              <a:buChar char="»"/>
              <a:defRPr sz="2000" b="0" i="0" u="none" kern="1200" baseline="0">
                <a:solidFill>
                  <a:schemeClr val="tx1"/>
                </a:solidFill>
                <a:latin typeface="Times New Roman" panose="02020603050405020304" pitchFamily="18" charset="0"/>
                <a:ea typeface="宋体" panose="02010600030101010101" pitchFamily="2" charset="-122"/>
              </a:defRPr>
            </a:lvl5pPr>
          </a:lstStyle>
          <a:p>
            <a:pPr>
              <a:buFontTx/>
              <a:buNone/>
            </a:pPr>
            <a:r>
              <a:rPr lang="zh-CN" altLang="en-US" sz="2000" b="1" noProof="1">
                <a:effectLst>
                  <a:outerShdw blurRad="38100" dist="38100" dir="2700000">
                    <a:srgbClr val="FFFFFF"/>
                  </a:outerShdw>
                </a:effectLst>
                <a:latin typeface="Courier New" panose="02070309020205020404" pitchFamily="49" charset="0"/>
                <a:cs typeface="Courier New" panose="02070309020205020404" pitchFamily="49" charset="0"/>
              </a:rPr>
              <a:t>元素 </a:t>
            </a:r>
            <a:r>
              <a:rPr lang="en-US" altLang="zh-CN" sz="2000" b="1" noProof="1">
                <a:effectLst>
                  <a:outerShdw blurRad="38100" dist="38100" dir="2700000">
                    <a:srgbClr val="FFFFFF"/>
                  </a:outerShdw>
                </a:effectLst>
                <a:latin typeface="Courier New" panose="02070309020205020404" pitchFamily="49" charset="0"/>
                <a:cs typeface="Courier New" panose="02070309020205020404" pitchFamily="49" charset="0"/>
              </a:rPr>
              <a:t>a[</a:t>
            </a:r>
            <a:r>
              <a:rPr lang="en-US" altLang="zh-CN" sz="2000" b="1" noProof="1">
                <a:solidFill>
                  <a:srgbClr val="C00000"/>
                </a:solidFill>
                <a:effectLst>
                  <a:outerShdw blurRad="38100" dist="38100" dir="2700000">
                    <a:srgbClr val="FFFFFF"/>
                  </a:outerShdw>
                </a:effectLst>
                <a:latin typeface="Courier New" panose="02070309020205020404" pitchFamily="49" charset="0"/>
                <a:cs typeface="Courier New" panose="02070309020205020404" pitchFamily="49" charset="0"/>
              </a:rPr>
              <a:t>1</a:t>
            </a:r>
            <a:r>
              <a:rPr lang="en-US" altLang="zh-CN" sz="2000" b="1" noProof="1">
                <a:effectLst>
                  <a:outerShdw blurRad="38100" dist="38100" dir="2700000">
                    <a:srgbClr val="FFFFFF"/>
                  </a:outerShdw>
                </a:effectLst>
                <a:latin typeface="Courier New" panose="02070309020205020404" pitchFamily="49" charset="0"/>
                <a:cs typeface="Courier New" panose="02070309020205020404" pitchFamily="49" charset="0"/>
              </a:rPr>
              <a:t>][</a:t>
            </a:r>
            <a:r>
              <a:rPr lang="en-US" altLang="zh-CN" sz="2000" b="1" noProof="1">
                <a:solidFill>
                  <a:srgbClr val="C00000"/>
                </a:solidFill>
                <a:effectLst>
                  <a:outerShdw blurRad="38100" dist="38100" dir="2700000">
                    <a:srgbClr val="FFFFFF"/>
                  </a:outerShdw>
                </a:effectLst>
                <a:latin typeface="Courier New" panose="02070309020205020404" pitchFamily="49" charset="0"/>
                <a:cs typeface="Courier New" panose="02070309020205020404" pitchFamily="49" charset="0"/>
              </a:rPr>
              <a:t>2</a:t>
            </a:r>
            <a:r>
              <a:rPr lang="en-US" altLang="zh-CN" sz="2000" b="1" noProof="1">
                <a:effectLst>
                  <a:outerShdw blurRad="38100" dist="38100" dir="2700000">
                    <a:srgbClr val="FFFFFF"/>
                  </a:outerShdw>
                </a:effectLst>
                <a:latin typeface="Courier New" panose="02070309020205020404" pitchFamily="49" charset="0"/>
                <a:cs typeface="Courier New" panose="02070309020205020404" pitchFamily="49" charset="0"/>
              </a:rPr>
              <a:t>][</a:t>
            </a:r>
            <a:r>
              <a:rPr lang="en-US" altLang="zh-CN" sz="2000" b="1" noProof="1">
                <a:solidFill>
                  <a:srgbClr val="C00000"/>
                </a:solidFill>
                <a:effectLst>
                  <a:outerShdw blurRad="38100" dist="38100" dir="2700000">
                    <a:srgbClr val="FFFFFF"/>
                  </a:outerShdw>
                </a:effectLst>
                <a:latin typeface="Courier New" panose="02070309020205020404" pitchFamily="49" charset="0"/>
                <a:cs typeface="Courier New" panose="02070309020205020404" pitchFamily="49" charset="0"/>
              </a:rPr>
              <a:t>3</a:t>
            </a:r>
            <a:r>
              <a:rPr lang="en-US" altLang="zh-CN" sz="2000" b="1" noProof="1">
                <a:effectLst>
                  <a:outerShdw blurRad="38100" dist="38100" dir="2700000">
                    <a:srgbClr val="FFFFFF"/>
                  </a:outerShdw>
                </a:effectLst>
                <a:latin typeface="Courier New" panose="02070309020205020404" pitchFamily="49" charset="0"/>
                <a:cs typeface="Courier New" panose="02070309020205020404" pitchFamily="49" charset="0"/>
              </a:rPr>
              <a:t>]</a:t>
            </a:r>
            <a:r>
              <a:rPr lang="zh-CN" altLang="en-US" sz="2000" b="1" noProof="1">
                <a:effectLst>
                  <a:outerShdw blurRad="38100" dist="38100" dir="2700000">
                    <a:srgbClr val="FFFFFF"/>
                  </a:outerShdw>
                </a:effectLst>
                <a:latin typeface="Courier New" panose="02070309020205020404" pitchFamily="49" charset="0"/>
                <a:cs typeface="Courier New" panose="02070309020205020404" pitchFamily="49" charset="0"/>
              </a:rPr>
              <a:t>的存储位置：</a:t>
            </a:r>
            <a:endParaRPr lang="en-US" altLang="zh-CN" sz="2000" b="1" noProof="1">
              <a:effectLst>
                <a:outerShdw blurRad="38100" dist="38100" dir="2700000">
                  <a:srgbClr val="FFFFFF"/>
                </a:outerShdw>
              </a:effectLst>
              <a:latin typeface="Courier New" panose="02070309020205020404" pitchFamily="49" charset="0"/>
              <a:cs typeface="Courier New" panose="02070309020205020404" pitchFamily="49" charset="0"/>
            </a:endParaRPr>
          </a:p>
          <a:p>
            <a:pPr>
              <a:buNone/>
            </a:pPr>
            <a:r>
              <a:rPr lang="en-US" altLang="zh-CN" sz="2000" b="1" noProof="1">
                <a:effectLst>
                  <a:outerShdw blurRad="38100" dist="38100" dir="2700000">
                    <a:srgbClr val="FFFFFF"/>
                  </a:outerShdw>
                </a:effectLst>
                <a:latin typeface="Courier New" panose="02070309020205020404" pitchFamily="49" charset="0"/>
                <a:cs typeface="Courier New" panose="02070309020205020404" pitchFamily="49" charset="0"/>
              </a:rPr>
              <a:t>       A-&gt;base + 45 </a:t>
            </a:r>
          </a:p>
          <a:p>
            <a:pPr>
              <a:buFontTx/>
              <a:buNone/>
            </a:pPr>
            <a:r>
              <a:rPr lang="zh-CN" altLang="en-US" sz="2000" b="1" noProof="1">
                <a:effectLst>
                  <a:outerShdw blurRad="38100" dist="38100" dir="2700000">
                    <a:srgbClr val="FFFFFF"/>
                  </a:outerShdw>
                </a:effectLst>
                <a:latin typeface="Courier New" panose="02070309020205020404" pitchFamily="49" charset="0"/>
                <a:cs typeface="Courier New" panose="02070309020205020404" pitchFamily="49" charset="0"/>
              </a:rPr>
              <a:t>   即： </a:t>
            </a:r>
            <a:r>
              <a:rPr lang="en-US" altLang="zh-CN" sz="2000" b="1" noProof="1">
                <a:effectLst>
                  <a:outerShdw blurRad="38100" dist="38100" dir="2700000">
                    <a:srgbClr val="FFFFFF"/>
                  </a:outerShdw>
                </a:effectLst>
                <a:latin typeface="Courier New" panose="02070309020205020404" pitchFamily="49" charset="0"/>
                <a:cs typeface="Courier New" panose="02070309020205020404" pitchFamily="49" charset="0"/>
              </a:rPr>
              <a:t>A-&gt;base[45]</a:t>
            </a:r>
          </a:p>
        </p:txBody>
      </p:sp>
      <p:cxnSp>
        <p:nvCxnSpPr>
          <p:cNvPr id="56" name="直接连接符 55">
            <a:extLst>
              <a:ext uri="{FF2B5EF4-FFF2-40B4-BE49-F238E27FC236}">
                <a16:creationId xmlns:a16="http://schemas.microsoft.com/office/drawing/2014/main" id="{21EFA1AF-2F0B-44F0-8B86-7A63D07D0280}"/>
              </a:ext>
            </a:extLst>
          </p:cNvPr>
          <p:cNvCxnSpPr>
            <a:cxnSpLocks/>
          </p:cNvCxnSpPr>
          <p:nvPr/>
        </p:nvCxnSpPr>
        <p:spPr>
          <a:xfrm>
            <a:off x="2766546" y="5230752"/>
            <a:ext cx="2592444" cy="0"/>
          </a:xfrm>
          <a:prstGeom prst="line">
            <a:avLst/>
          </a:prstGeom>
          <a:ln w="28575">
            <a:solidFill>
              <a:schemeClr val="accent2"/>
            </a:solidFill>
          </a:ln>
        </p:spPr>
        <p:style>
          <a:lnRef idx="1">
            <a:schemeClr val="accent1"/>
          </a:lnRef>
          <a:fillRef idx="0">
            <a:schemeClr val="accent1"/>
          </a:fillRef>
          <a:effectRef idx="0">
            <a:schemeClr val="accent1"/>
          </a:effectRef>
          <a:fontRef idx="minor">
            <a:schemeClr val="tx1"/>
          </a:fontRef>
        </p:style>
      </p:cxnSp>
      <p:sp>
        <p:nvSpPr>
          <p:cNvPr id="57" name="文本框 56">
            <a:extLst>
              <a:ext uri="{FF2B5EF4-FFF2-40B4-BE49-F238E27FC236}">
                <a16:creationId xmlns:a16="http://schemas.microsoft.com/office/drawing/2014/main" id="{7F77D70B-CC5D-4B62-A1A9-2E2B82F6E90B}"/>
              </a:ext>
            </a:extLst>
          </p:cNvPr>
          <p:cNvSpPr txBox="1"/>
          <p:nvPr/>
        </p:nvSpPr>
        <p:spPr>
          <a:xfrm>
            <a:off x="2519205" y="4659831"/>
            <a:ext cx="2117887" cy="400110"/>
          </a:xfrm>
          <a:prstGeom prst="rect">
            <a:avLst/>
          </a:prstGeom>
          <a:noFill/>
        </p:spPr>
        <p:txBody>
          <a:bodyPr wrap="none" rtlCol="0">
            <a:spAutoFit/>
          </a:bodyPr>
          <a:lstStyle/>
          <a:p>
            <a:r>
              <a:rPr lang="en-US" altLang="zh-CN" sz="2000" b="1" dirty="0">
                <a:solidFill>
                  <a:srgbClr val="C00000"/>
                </a:solidFill>
              </a:rPr>
              <a:t>45  </a:t>
            </a:r>
            <a:r>
              <a:rPr lang="zh-CN" altLang="en-US" sz="2000" b="1" dirty="0">
                <a:solidFill>
                  <a:srgbClr val="00B050"/>
                </a:solidFill>
              </a:rPr>
              <a:t>返回相对地址</a:t>
            </a:r>
          </a:p>
        </p:txBody>
      </p:sp>
      <p:sp>
        <p:nvSpPr>
          <p:cNvPr id="58" name="文本框 57">
            <a:extLst>
              <a:ext uri="{FF2B5EF4-FFF2-40B4-BE49-F238E27FC236}">
                <a16:creationId xmlns:a16="http://schemas.microsoft.com/office/drawing/2014/main" id="{7926715C-C30A-4759-A6AB-E8CF94583D74}"/>
              </a:ext>
            </a:extLst>
          </p:cNvPr>
          <p:cNvSpPr txBox="1"/>
          <p:nvPr/>
        </p:nvSpPr>
        <p:spPr>
          <a:xfrm>
            <a:off x="896256" y="5194384"/>
            <a:ext cx="649537" cy="369332"/>
          </a:xfrm>
          <a:prstGeom prst="rect">
            <a:avLst/>
          </a:prstGeom>
          <a:noFill/>
        </p:spPr>
        <p:txBody>
          <a:bodyPr wrap="none" rtlCol="0">
            <a:spAutoFit/>
          </a:bodyPr>
          <a:lstStyle/>
          <a:p>
            <a:r>
              <a:rPr lang="zh-CN" altLang="en-US" b="1" dirty="0">
                <a:solidFill>
                  <a:srgbClr val="FF0000"/>
                </a:solidFill>
                <a:latin typeface="宋体" panose="02010600030101010101" pitchFamily="2" charset="-122"/>
                <a:ea typeface="宋体" panose="02010600030101010101" pitchFamily="2" charset="-122"/>
              </a:rPr>
              <a:t>赋值</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51">
                                            <p:txEl>
                                              <p:pRg st="0" end="0"/>
                                            </p:txEl>
                                          </p:spTgt>
                                        </p:tgtEl>
                                        <p:attrNameLst>
                                          <p:attrName>style.visibility</p:attrName>
                                        </p:attrNameLst>
                                      </p:cBhvr>
                                      <p:to>
                                        <p:strVal val="visible"/>
                                      </p:to>
                                    </p:set>
                                    <p:animEffect transition="in" filter="wipe(up)">
                                      <p:cBhvr>
                                        <p:cTn id="7" dur="500"/>
                                        <p:tgtEl>
                                          <p:spTgt spid="5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51">
                                            <p:txEl>
                                              <p:pRg st="1" end="1"/>
                                            </p:txEl>
                                          </p:spTgt>
                                        </p:tgtEl>
                                        <p:attrNameLst>
                                          <p:attrName>style.visibility</p:attrName>
                                        </p:attrNameLst>
                                      </p:cBhvr>
                                      <p:to>
                                        <p:strVal val="visible"/>
                                      </p:to>
                                    </p:set>
                                    <p:animEffect transition="in" filter="wipe(up)">
                                      <p:cBhvr>
                                        <p:cTn id="12" dur="500"/>
                                        <p:tgtEl>
                                          <p:spTgt spid="5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50"/>
                                        </p:tgtEl>
                                        <p:attrNameLst>
                                          <p:attrName>style.visibility</p:attrName>
                                        </p:attrNameLst>
                                      </p:cBhvr>
                                      <p:to>
                                        <p:strVal val="visible"/>
                                      </p:to>
                                    </p:set>
                                    <p:animEffect transition="in" filter="wipe(up)">
                                      <p:cBhvr>
                                        <p:cTn id="17" dur="750"/>
                                        <p:tgtEl>
                                          <p:spTgt spid="5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nodeType="clickEffect">
                                  <p:stCondLst>
                                    <p:cond delay="0"/>
                                  </p:stCondLst>
                                  <p:childTnLst>
                                    <p:set>
                                      <p:cBhvr>
                                        <p:cTn id="21" dur="1" fill="hold">
                                          <p:stCondLst>
                                            <p:cond delay="0"/>
                                          </p:stCondLst>
                                        </p:cTn>
                                        <p:tgtEl>
                                          <p:spTgt spid="52"/>
                                        </p:tgtEl>
                                        <p:attrNameLst>
                                          <p:attrName>style.visibility</p:attrName>
                                        </p:attrNameLst>
                                      </p:cBhvr>
                                      <p:to>
                                        <p:strVal val="visible"/>
                                      </p:to>
                                    </p:set>
                                    <p:animEffect transition="in" filter="wipe(up)">
                                      <p:cBhvr>
                                        <p:cTn id="22" dur="750"/>
                                        <p:tgtEl>
                                          <p:spTgt spid="5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53"/>
                                        </p:tgtEl>
                                        <p:attrNameLst>
                                          <p:attrName>style.visibility</p:attrName>
                                        </p:attrNameLst>
                                      </p:cBhvr>
                                      <p:to>
                                        <p:strVal val="visible"/>
                                      </p:to>
                                    </p:set>
                                    <p:animEffect transition="in" filter="wipe(left)">
                                      <p:cBhvr>
                                        <p:cTn id="27" dur="750"/>
                                        <p:tgtEl>
                                          <p:spTgt spid="53"/>
                                        </p:tgtEl>
                                      </p:cBhvr>
                                    </p:animEffect>
                                  </p:childTnLst>
                                </p:cTn>
                              </p:par>
                            </p:childTnLst>
                          </p:cTn>
                        </p:par>
                        <p:par>
                          <p:cTn id="28" fill="hold">
                            <p:stCondLst>
                              <p:cond delay="750"/>
                            </p:stCondLst>
                            <p:childTnLst>
                              <p:par>
                                <p:cTn id="29" presetID="22" presetClass="entr" presetSubtype="1" fill="hold" nodeType="afterEffect">
                                  <p:stCondLst>
                                    <p:cond delay="0"/>
                                  </p:stCondLst>
                                  <p:childTnLst>
                                    <p:set>
                                      <p:cBhvr>
                                        <p:cTn id="30" dur="1" fill="hold">
                                          <p:stCondLst>
                                            <p:cond delay="0"/>
                                          </p:stCondLst>
                                        </p:cTn>
                                        <p:tgtEl>
                                          <p:spTgt spid="54"/>
                                        </p:tgtEl>
                                        <p:attrNameLst>
                                          <p:attrName>style.visibility</p:attrName>
                                        </p:attrNameLst>
                                      </p:cBhvr>
                                      <p:to>
                                        <p:strVal val="visible"/>
                                      </p:to>
                                    </p:set>
                                    <p:animEffect transition="in" filter="wipe(up)">
                                      <p:cBhvr>
                                        <p:cTn id="31" dur="750"/>
                                        <p:tgtEl>
                                          <p:spTgt spid="54"/>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nodeType="clickEffect">
                                  <p:stCondLst>
                                    <p:cond delay="0"/>
                                  </p:stCondLst>
                                  <p:childTnLst>
                                    <p:set>
                                      <p:cBhvr>
                                        <p:cTn id="35" dur="1" fill="hold">
                                          <p:stCondLst>
                                            <p:cond delay="0"/>
                                          </p:stCondLst>
                                        </p:cTn>
                                        <p:tgtEl>
                                          <p:spTgt spid="56"/>
                                        </p:tgtEl>
                                        <p:attrNameLst>
                                          <p:attrName>style.visibility</p:attrName>
                                        </p:attrNameLst>
                                      </p:cBhvr>
                                      <p:to>
                                        <p:strVal val="visible"/>
                                      </p:to>
                                    </p:set>
                                    <p:animEffect transition="in" filter="wipe(left)">
                                      <p:cBhvr>
                                        <p:cTn id="36" dur="500"/>
                                        <p:tgtEl>
                                          <p:spTgt spid="56"/>
                                        </p:tgtEl>
                                      </p:cBhvr>
                                    </p:animEffect>
                                  </p:childTnLst>
                                </p:cTn>
                              </p:par>
                            </p:childTnLst>
                          </p:cTn>
                        </p:par>
                        <p:par>
                          <p:cTn id="37" fill="hold">
                            <p:stCondLst>
                              <p:cond delay="500"/>
                            </p:stCondLst>
                            <p:childTnLst>
                              <p:par>
                                <p:cTn id="38" presetID="17" presetClass="entr" presetSubtype="1" fill="hold" grpId="0" nodeType="afterEffect">
                                  <p:stCondLst>
                                    <p:cond delay="0"/>
                                  </p:stCondLst>
                                  <p:childTnLst>
                                    <p:set>
                                      <p:cBhvr>
                                        <p:cTn id="39" dur="1" fill="hold">
                                          <p:stCondLst>
                                            <p:cond delay="0"/>
                                          </p:stCondLst>
                                        </p:cTn>
                                        <p:tgtEl>
                                          <p:spTgt spid="57"/>
                                        </p:tgtEl>
                                        <p:attrNameLst>
                                          <p:attrName>style.visibility</p:attrName>
                                        </p:attrNameLst>
                                      </p:cBhvr>
                                      <p:to>
                                        <p:strVal val="visible"/>
                                      </p:to>
                                    </p:set>
                                    <p:anim calcmode="lin" valueType="num">
                                      <p:cBhvr>
                                        <p:cTn id="40" dur="500" fill="hold"/>
                                        <p:tgtEl>
                                          <p:spTgt spid="57"/>
                                        </p:tgtEl>
                                        <p:attrNameLst>
                                          <p:attrName>ppt_x</p:attrName>
                                        </p:attrNameLst>
                                      </p:cBhvr>
                                      <p:tavLst>
                                        <p:tav tm="0">
                                          <p:val>
                                            <p:strVal val="#ppt_x"/>
                                          </p:val>
                                        </p:tav>
                                        <p:tav tm="100000">
                                          <p:val>
                                            <p:strVal val="#ppt_x"/>
                                          </p:val>
                                        </p:tav>
                                      </p:tavLst>
                                    </p:anim>
                                    <p:anim calcmode="lin" valueType="num">
                                      <p:cBhvr>
                                        <p:cTn id="41" dur="500" fill="hold"/>
                                        <p:tgtEl>
                                          <p:spTgt spid="57"/>
                                        </p:tgtEl>
                                        <p:attrNameLst>
                                          <p:attrName>ppt_y</p:attrName>
                                        </p:attrNameLst>
                                      </p:cBhvr>
                                      <p:tavLst>
                                        <p:tav tm="0">
                                          <p:val>
                                            <p:strVal val="#ppt_y-#ppt_h/2"/>
                                          </p:val>
                                        </p:tav>
                                        <p:tav tm="100000">
                                          <p:val>
                                            <p:strVal val="#ppt_y"/>
                                          </p:val>
                                        </p:tav>
                                      </p:tavLst>
                                    </p:anim>
                                    <p:anim calcmode="lin" valueType="num">
                                      <p:cBhvr>
                                        <p:cTn id="42" dur="500" fill="hold"/>
                                        <p:tgtEl>
                                          <p:spTgt spid="57"/>
                                        </p:tgtEl>
                                        <p:attrNameLst>
                                          <p:attrName>ppt_w</p:attrName>
                                        </p:attrNameLst>
                                      </p:cBhvr>
                                      <p:tavLst>
                                        <p:tav tm="0">
                                          <p:val>
                                            <p:strVal val="#ppt_w"/>
                                          </p:val>
                                        </p:tav>
                                        <p:tav tm="100000">
                                          <p:val>
                                            <p:strVal val="#ppt_w"/>
                                          </p:val>
                                        </p:tav>
                                      </p:tavLst>
                                    </p:anim>
                                    <p:anim calcmode="lin" valueType="num">
                                      <p:cBhvr>
                                        <p:cTn id="43" dur="500" fill="hold"/>
                                        <p:tgtEl>
                                          <p:spTgt spid="57"/>
                                        </p:tgtEl>
                                        <p:attrNameLst>
                                          <p:attrName>ppt_h</p:attrName>
                                        </p:attrNameLst>
                                      </p:cBhvr>
                                      <p:tavLst>
                                        <p:tav tm="0">
                                          <p:val>
                                            <p:fltVal val="0"/>
                                          </p:val>
                                        </p:tav>
                                        <p:tav tm="100000">
                                          <p:val>
                                            <p:strVal val="#ppt_h"/>
                                          </p:val>
                                        </p:tav>
                                      </p:tavLst>
                                    </p:anim>
                                  </p:childTnLst>
                                </p:cTn>
                              </p:par>
                            </p:childTnLst>
                          </p:cTn>
                        </p:par>
                      </p:childTnLst>
                    </p:cTn>
                  </p:par>
                  <p:par>
                    <p:cTn id="44" fill="hold">
                      <p:stCondLst>
                        <p:cond delay="indefinite"/>
                      </p:stCondLst>
                      <p:childTnLst>
                        <p:par>
                          <p:cTn id="45" fill="hold">
                            <p:stCondLst>
                              <p:cond delay="0"/>
                            </p:stCondLst>
                            <p:childTnLst>
                              <p:par>
                                <p:cTn id="46" presetID="31" presetClass="entr" presetSubtype="0" fill="hold" grpId="0" nodeType="clickEffect">
                                  <p:stCondLst>
                                    <p:cond delay="0"/>
                                  </p:stCondLst>
                                  <p:childTnLst>
                                    <p:set>
                                      <p:cBhvr>
                                        <p:cTn id="47" dur="1" fill="hold">
                                          <p:stCondLst>
                                            <p:cond delay="0"/>
                                          </p:stCondLst>
                                        </p:cTn>
                                        <p:tgtEl>
                                          <p:spTgt spid="58"/>
                                        </p:tgtEl>
                                        <p:attrNameLst>
                                          <p:attrName>style.visibility</p:attrName>
                                        </p:attrNameLst>
                                      </p:cBhvr>
                                      <p:to>
                                        <p:strVal val="visible"/>
                                      </p:to>
                                    </p:set>
                                    <p:anim calcmode="lin" valueType="num">
                                      <p:cBhvr>
                                        <p:cTn id="48" dur="1000" fill="hold"/>
                                        <p:tgtEl>
                                          <p:spTgt spid="58"/>
                                        </p:tgtEl>
                                        <p:attrNameLst>
                                          <p:attrName>ppt_w</p:attrName>
                                        </p:attrNameLst>
                                      </p:cBhvr>
                                      <p:tavLst>
                                        <p:tav tm="0">
                                          <p:val>
                                            <p:fltVal val="0"/>
                                          </p:val>
                                        </p:tav>
                                        <p:tav tm="100000">
                                          <p:val>
                                            <p:strVal val="#ppt_w"/>
                                          </p:val>
                                        </p:tav>
                                      </p:tavLst>
                                    </p:anim>
                                    <p:anim calcmode="lin" valueType="num">
                                      <p:cBhvr>
                                        <p:cTn id="49" dur="1000" fill="hold"/>
                                        <p:tgtEl>
                                          <p:spTgt spid="58"/>
                                        </p:tgtEl>
                                        <p:attrNameLst>
                                          <p:attrName>ppt_h</p:attrName>
                                        </p:attrNameLst>
                                      </p:cBhvr>
                                      <p:tavLst>
                                        <p:tav tm="0">
                                          <p:val>
                                            <p:fltVal val="0"/>
                                          </p:val>
                                        </p:tav>
                                        <p:tav tm="100000">
                                          <p:val>
                                            <p:strVal val="#ppt_h"/>
                                          </p:val>
                                        </p:tav>
                                      </p:tavLst>
                                    </p:anim>
                                    <p:anim calcmode="lin" valueType="num">
                                      <p:cBhvr>
                                        <p:cTn id="50" dur="1000" fill="hold"/>
                                        <p:tgtEl>
                                          <p:spTgt spid="58"/>
                                        </p:tgtEl>
                                        <p:attrNameLst>
                                          <p:attrName>style.rotation</p:attrName>
                                        </p:attrNameLst>
                                      </p:cBhvr>
                                      <p:tavLst>
                                        <p:tav tm="0">
                                          <p:val>
                                            <p:fltVal val="90"/>
                                          </p:val>
                                        </p:tav>
                                        <p:tav tm="100000">
                                          <p:val>
                                            <p:fltVal val="0"/>
                                          </p:val>
                                        </p:tav>
                                      </p:tavLst>
                                    </p:anim>
                                    <p:animEffect transition="in" filter="fade">
                                      <p:cBhvr>
                                        <p:cTn id="51" dur="1000"/>
                                        <p:tgtEl>
                                          <p:spTgt spid="58"/>
                                        </p:tgtEl>
                                      </p:cBhvr>
                                    </p:animEffect>
                                  </p:childTnLst>
                                </p:cTn>
                              </p:par>
                            </p:childTnLst>
                          </p:cTn>
                        </p:par>
                        <p:par>
                          <p:cTn id="52" fill="hold">
                            <p:stCondLst>
                              <p:cond delay="1000"/>
                            </p:stCondLst>
                            <p:childTnLst>
                              <p:par>
                                <p:cTn id="53" presetID="8" presetClass="emph" presetSubtype="0" fill="hold" grpId="0" nodeType="afterEffect">
                                  <p:stCondLst>
                                    <p:cond delay="0"/>
                                  </p:stCondLst>
                                  <p:childTnLst>
                                    <p:animRot by="21600000">
                                      <p:cBhvr>
                                        <p:cTn id="54" dur="2000" fill="hold"/>
                                        <p:tgtEl>
                                          <p:spTgt spid="49"/>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animBg="1"/>
      <p:bldP spid="51" grpId="0" uiExpand="1" build="p"/>
      <p:bldP spid="57" grpId="0"/>
      <p:bldP spid="5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ED685FBA-AC91-DD1A-829C-6082DB8374CB}"/>
              </a:ext>
            </a:extLst>
          </p:cNvPr>
          <p:cNvSpPr>
            <a:spLocks noGrp="1"/>
          </p:cNvSpPr>
          <p:nvPr>
            <p:ph type="sldNum" sz="quarter" idx="12"/>
          </p:nvPr>
        </p:nvSpPr>
        <p:spPr/>
        <p:txBody>
          <a:bodyPr/>
          <a:lstStyle/>
          <a:p>
            <a:fld id="{D7C0FE0B-717B-41AE-9FA2-CA4BF851D1C3}" type="slidenum">
              <a:rPr lang="zh-CN" altLang="en-US" smtClean="0"/>
              <a:t>8</a:t>
            </a:fld>
            <a:endParaRPr lang="zh-CN" altLang="en-US"/>
          </a:p>
        </p:txBody>
      </p:sp>
      <p:sp>
        <p:nvSpPr>
          <p:cNvPr id="4" name="文本框 3">
            <a:extLst>
              <a:ext uri="{FF2B5EF4-FFF2-40B4-BE49-F238E27FC236}">
                <a16:creationId xmlns:a16="http://schemas.microsoft.com/office/drawing/2014/main" id="{7123C7B2-8993-5F2B-5BDF-DEE1EE6CD289}"/>
              </a:ext>
            </a:extLst>
          </p:cNvPr>
          <p:cNvSpPr txBox="1"/>
          <p:nvPr/>
        </p:nvSpPr>
        <p:spPr>
          <a:xfrm>
            <a:off x="1198851" y="244892"/>
            <a:ext cx="3835544" cy="523220"/>
          </a:xfrm>
          <a:prstGeom prst="rect">
            <a:avLst/>
          </a:prstGeom>
          <a:noFill/>
        </p:spPr>
        <p:txBody>
          <a:bodyPr wrap="square">
            <a:spAutoFit/>
          </a:bodyPr>
          <a:lstStyle/>
          <a:p>
            <a:pPr algn="ctr">
              <a:buNone/>
            </a:pPr>
            <a:r>
              <a:rPr lang="en-US" altLang="zh-CN" sz="2800" b="1" kern="100" dirty="0">
                <a:solidFill>
                  <a:srgbClr val="041ABC"/>
                </a:solidFill>
                <a:effectLst>
                  <a:outerShdw blurRad="38100" dist="38100" dir="2700000" algn="tl">
                    <a:srgbClr val="000000">
                      <a:alpha val="43137"/>
                    </a:srgbClr>
                  </a:outerShdw>
                </a:effectLst>
                <a:latin typeface="宋体" panose="02010600030101010101" pitchFamily="2" charset="-122"/>
                <a:ea typeface="微软雅黑" panose="020B0503020204020204" pitchFamily="34" charset="-122"/>
                <a:cs typeface="Times New Roman" panose="02020603050405020304" pitchFamily="18" charset="0"/>
              </a:rPr>
              <a:t>5.3  </a:t>
            </a:r>
            <a:r>
              <a:rPr lang="zh-CN" altLang="zh-CN" sz="2800" b="1" kern="100" dirty="0">
                <a:solidFill>
                  <a:srgbClr val="041ABC"/>
                </a:solidFill>
                <a:effectLst>
                  <a:outerShdw blurRad="38100" dist="38100" dir="2700000" algn="tl">
                    <a:srgbClr val="000000">
                      <a:alpha val="43137"/>
                    </a:srgbClr>
                  </a:outerShdw>
                </a:effectLst>
                <a:latin typeface="微软雅黑" panose="020B0503020204020204" pitchFamily="34" charset="-122"/>
                <a:ea typeface="宋体" panose="02010600030101010101" pitchFamily="2" charset="-122"/>
                <a:cs typeface="Times New Roman" panose="02020603050405020304" pitchFamily="18" charset="0"/>
              </a:rPr>
              <a:t>矩阵的压缩存储</a:t>
            </a:r>
            <a:endParaRPr lang="zh-CN" altLang="zh-CN" sz="2800" b="1" kern="100" dirty="0">
              <a:solidFill>
                <a:srgbClr val="041ABC"/>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53F6BCBA-0D1E-5038-C4C6-2DE67C0D5425}"/>
                  </a:ext>
                </a:extLst>
              </p:cNvPr>
              <p:cNvSpPr txBox="1"/>
              <p:nvPr/>
            </p:nvSpPr>
            <p:spPr>
              <a:xfrm>
                <a:off x="857251" y="768112"/>
                <a:ext cx="10245436" cy="5216236"/>
              </a:xfrm>
              <a:prstGeom prst="rect">
                <a:avLst/>
              </a:prstGeom>
              <a:noFill/>
            </p:spPr>
            <p:txBody>
              <a:bodyPr wrap="square">
                <a:spAutoFit/>
              </a:bodyPr>
              <a:lstStyle/>
              <a:p>
                <a:pPr indent="267970">
                  <a:lnSpc>
                    <a:spcPct val="150000"/>
                  </a:lnSpc>
                  <a:buNone/>
                </a:pPr>
                <a:r>
                  <a:rPr lang="en-US" altLang="zh-CN" sz="2400" b="1" kern="100" dirty="0">
                    <a:solidFill>
                      <a:srgbClr val="C00000"/>
                    </a:solidFill>
                    <a:effectLst>
                      <a:outerShdw blurRad="38100" dist="38100" dir="2700000" algn="tl">
                        <a:srgbClr val="000000">
                          <a:alpha val="43137"/>
                        </a:srgbClr>
                      </a:outerShdw>
                    </a:effectLst>
                    <a:latin typeface="黑体" panose="02010609060101010101" pitchFamily="49" charset="-122"/>
                    <a:ea typeface="微软雅黑" panose="020B0503020204020204" pitchFamily="34" charset="-122"/>
                    <a:cs typeface="Times New Roman" panose="02020603050405020304" pitchFamily="18" charset="0"/>
                  </a:rPr>
                  <a:t>5.3.1  </a:t>
                </a:r>
                <a:r>
                  <a:rPr lang="zh-CN" altLang="zh-CN" sz="2400" b="1" kern="100" dirty="0">
                    <a:solidFill>
                      <a:srgbClr val="C00000"/>
                    </a:solidFill>
                    <a:effectLst>
                      <a:outerShdw blurRad="38100" dist="38100" dir="2700000" algn="tl">
                        <a:srgbClr val="000000">
                          <a:alpha val="43137"/>
                        </a:srgbClr>
                      </a:outerShdw>
                    </a:effectLst>
                    <a:latin typeface="微软雅黑" panose="020B0503020204020204" pitchFamily="34" charset="-122"/>
                    <a:ea typeface="黑体" panose="02010609060101010101" pitchFamily="49" charset="-122"/>
                    <a:cs typeface="Times New Roman" panose="02020603050405020304" pitchFamily="18" charset="0"/>
                  </a:rPr>
                  <a:t>特殊矩阵</a:t>
                </a:r>
                <a:endParaRPr lang="zh-CN" altLang="zh-CN" sz="2400" b="1" kern="100"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endParaRPr>
              </a:p>
              <a:p>
                <a:pPr indent="266700" algn="just">
                  <a:lnSpc>
                    <a:spcPct val="115000"/>
                  </a:lnSpc>
                  <a:buNone/>
                </a:pP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若</a:t>
                </a:r>
                <a:r>
                  <a:rPr lang="en-US" altLang="zh-CN" sz="1800" i="1" kern="100" dirty="0">
                    <a:effectLst/>
                    <a:latin typeface="Times New Roman" panose="02020603050405020304" pitchFamily="18" charset="0"/>
                    <a:ea typeface="宋体" panose="02010600030101010101" pitchFamily="2" charset="-122"/>
                    <a:cs typeface="Times New Roman" panose="02020603050405020304" pitchFamily="18" charset="0"/>
                  </a:rPr>
                  <a:t>n</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阶矩阵</a:t>
                </a:r>
                <a:r>
                  <a:rPr lang="en-US" altLang="zh-CN" sz="1800" i="1" kern="100" dirty="0">
                    <a:effectLst/>
                    <a:latin typeface="Times New Roman" panose="02020603050405020304" pitchFamily="18" charset="0"/>
                    <a:ea typeface="宋体" panose="02010600030101010101" pitchFamily="2" charset="-122"/>
                    <a:cs typeface="Times New Roman" panose="02020603050405020304" pitchFamily="18" charset="0"/>
                  </a:rPr>
                  <a:t>A</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中的元满足下述性质</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indent="266700" algn="ctr">
                  <a:lnSpc>
                    <a:spcPct val="115000"/>
                  </a:lnSpc>
                  <a:buNone/>
                </a:pPr>
                <a:r>
                  <a:rPr lang="en-US" altLang="zh-CN" sz="1800" i="1" kern="100" dirty="0" err="1">
                    <a:effectLst/>
                    <a:latin typeface="Times New Roman" panose="02020603050405020304" pitchFamily="18" charset="0"/>
                    <a:ea typeface="宋体" panose="02010600030101010101" pitchFamily="2" charset="-122"/>
                    <a:cs typeface="Times New Roman" panose="02020603050405020304" pitchFamily="18" charset="0"/>
                  </a:rPr>
                  <a:t>a</a:t>
                </a:r>
                <a:r>
                  <a:rPr lang="en-US" altLang="zh-CN" sz="1800" i="1" kern="100" baseline="-25000" dirty="0" err="1">
                    <a:effectLst/>
                    <a:latin typeface="Times New Roman" panose="02020603050405020304" pitchFamily="18" charset="0"/>
                    <a:ea typeface="宋体" panose="02010600030101010101" pitchFamily="2" charset="-122"/>
                    <a:cs typeface="Times New Roman" panose="02020603050405020304" pitchFamily="18" charset="0"/>
                  </a:rPr>
                  <a:t>ij</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 </a:t>
                </a:r>
                <a:r>
                  <a:rPr lang="en-US" altLang="zh-CN" sz="1800" i="1" kern="100" dirty="0">
                    <a:effectLst/>
                    <a:latin typeface="Times New Roman" panose="02020603050405020304" pitchFamily="18" charset="0"/>
                    <a:ea typeface="宋体" panose="02010600030101010101" pitchFamily="2" charset="-122"/>
                    <a:cs typeface="Times New Roman" panose="02020603050405020304" pitchFamily="18" charset="0"/>
                  </a:rPr>
                  <a:t>a</a:t>
                </a:r>
                <a:r>
                  <a:rPr lang="en-US" altLang="zh-CN" sz="1800" i="1" kern="100" baseline="-25000" dirty="0">
                    <a:effectLst/>
                    <a:latin typeface="Times New Roman" panose="02020603050405020304" pitchFamily="18" charset="0"/>
                    <a:ea typeface="宋体" panose="02010600030101010101" pitchFamily="2" charset="-122"/>
                    <a:cs typeface="Times New Roman" panose="02020603050405020304" pitchFamily="18" charset="0"/>
                  </a:rPr>
                  <a:t>ji    </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1 &lt; </a:t>
                </a:r>
                <a:r>
                  <a:rPr lang="en-US" altLang="zh-CN" sz="1800" i="1" kern="100" dirty="0" err="1">
                    <a:effectLst/>
                    <a:latin typeface="Times New Roman" panose="02020603050405020304" pitchFamily="18" charset="0"/>
                    <a:ea typeface="宋体" panose="02010600030101010101" pitchFamily="2" charset="-122"/>
                    <a:cs typeface="Times New Roman" panose="02020603050405020304" pitchFamily="18" charset="0"/>
                  </a:rPr>
                  <a:t>i</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i="1" kern="100" dirty="0">
                    <a:effectLst/>
                    <a:latin typeface="Times New Roman" panose="02020603050405020304" pitchFamily="18" charset="0"/>
                    <a:ea typeface="宋体" panose="02010600030101010101" pitchFamily="2" charset="-122"/>
                    <a:cs typeface="Times New Roman" panose="02020603050405020304" pitchFamily="18" charset="0"/>
                  </a:rPr>
                  <a:t>j</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800" kern="100" dirty="0">
                    <a:effectLst/>
                    <a:latin typeface="等线" panose="02010600030101010101" pitchFamily="2" charset="-122"/>
                    <a:ea typeface="等线 Light" panose="02010600030101010101" pitchFamily="2" charset="-122"/>
                    <a:cs typeface="Times New Roman" panose="02020603050405020304" pitchFamily="18" charset="0"/>
                  </a:rPr>
                  <a:t>≤</a:t>
                </a:r>
                <a:r>
                  <a:rPr lang="zh-CN" altLang="zh-CN" sz="1800" kern="100" dirty="0">
                    <a:effectLst/>
                    <a:latin typeface="等线" panose="02010600030101010101" pitchFamily="2" charset="-122"/>
                    <a:ea typeface="Times New Roman" panose="02020603050405020304" pitchFamily="18" charset="0"/>
                    <a:cs typeface="Times New Roman" panose="02020603050405020304" pitchFamily="18" charset="0"/>
                  </a:rPr>
                  <a:t> </a:t>
                </a:r>
                <a:r>
                  <a:rPr lang="en-US" altLang="zh-CN" sz="1800" i="1" kern="100" dirty="0">
                    <a:effectLst/>
                    <a:latin typeface="等线" panose="02010600030101010101" pitchFamily="2" charset="-122"/>
                    <a:ea typeface="Times New Roman" panose="02020603050405020304" pitchFamily="18" charset="0"/>
                    <a:cs typeface="Times New Roman" panose="02020603050405020304" pitchFamily="18" charset="0"/>
                  </a:rPr>
                  <a:t>n</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lnSpc>
                    <a:spcPct val="115000"/>
                  </a:lnSpc>
                  <a:buNone/>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则称为</a:t>
                </a:r>
                <a:r>
                  <a:rPr lang="en-US" altLang="zh-CN" sz="1800" i="1" kern="100" dirty="0">
                    <a:effectLst/>
                    <a:latin typeface="Times New Roman" panose="02020603050405020304" pitchFamily="18" charset="0"/>
                    <a:ea typeface="宋体" panose="02010600030101010101" pitchFamily="2" charset="-122"/>
                    <a:cs typeface="Times New Roman" panose="02020603050405020304" pitchFamily="18" charset="0"/>
                  </a:rPr>
                  <a:t>n</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阶</a:t>
                </a:r>
                <a:r>
                  <a:rPr lang="zh-CN" altLang="zh-CN" sz="1800" b="1" kern="100" dirty="0">
                    <a:solidFill>
                      <a:srgbClr val="C00000"/>
                    </a:solidFill>
                    <a:effectLst>
                      <a:outerShdw blurRad="38100" dist="38100" dir="2700000" algn="tl">
                        <a:srgbClr val="000000">
                          <a:alpha val="43137"/>
                        </a:srgbClr>
                      </a:outerShdw>
                    </a:effectLst>
                    <a:latin typeface="等线" panose="02010600030101010101" pitchFamily="2" charset="-122"/>
                    <a:ea typeface="黑体" panose="02010609060101010101" pitchFamily="49" charset="-122"/>
                    <a:cs typeface="Times New Roman" panose="02020603050405020304" pitchFamily="18" charset="0"/>
                  </a:rPr>
                  <a:t>对称矩阵</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indent="266700" algn="just">
                  <a:lnSpc>
                    <a:spcPct val="115000"/>
                  </a:lnSpc>
                  <a:buNone/>
                </a:pP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对于对称矩阵，可以为每一对</a:t>
                </a:r>
                <a:r>
                  <a:rPr lang="zh-CN" altLang="zh-CN" sz="1800" b="1" kern="100" dirty="0">
                    <a:solidFill>
                      <a:srgbClr val="041ABC"/>
                    </a:solidFill>
                    <a:effectLst>
                      <a:outerShdw blurRad="38100" dist="38100" dir="2700000" algn="tl">
                        <a:srgbClr val="000000">
                          <a:alpha val="43137"/>
                        </a:srgbClr>
                      </a:outerShdw>
                    </a:effectLst>
                    <a:latin typeface="等线" panose="02010600030101010101" pitchFamily="2" charset="-122"/>
                    <a:ea typeface="楷体" panose="02010609060101010101" pitchFamily="49" charset="-122"/>
                    <a:cs typeface="Times New Roman" panose="02020603050405020304" pitchFamily="18" charset="0"/>
                  </a:rPr>
                  <a:t>对称元</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分配一个存储空间，则可将</a:t>
                </a:r>
                <a:r>
                  <a:rPr lang="en-US" altLang="zh-CN" sz="1800" i="1" kern="100" dirty="0" err="1">
                    <a:effectLst/>
                    <a:latin typeface="Times New Roman" panose="02020603050405020304" pitchFamily="18" charset="0"/>
                    <a:ea typeface="宋体" panose="02010600030101010101" pitchFamily="2" charset="-122"/>
                    <a:cs typeface="Times New Roman" panose="02020603050405020304" pitchFamily="18" charset="0"/>
                  </a:rPr>
                  <a:t>n</a:t>
                </a:r>
                <a:r>
                  <a:rPr lang="en-US" altLang="zh-CN" sz="1800" kern="100" baseline="30000" dirty="0" err="1">
                    <a:effectLst/>
                    <a:latin typeface="Times New Roman" panose="02020603050405020304" pitchFamily="18" charset="0"/>
                    <a:ea typeface="宋体" panose="02010600030101010101" pitchFamily="2" charset="-122"/>
                    <a:cs typeface="Times New Roman" panose="02020603050405020304" pitchFamily="18" charset="0"/>
                  </a:rPr>
                  <a:t>2</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个元</a:t>
                </a:r>
                <a:r>
                  <a:rPr lang="zh-CN" altLang="zh-CN" sz="1800" b="1" kern="100" dirty="0">
                    <a:solidFill>
                      <a:srgbClr val="041ABC"/>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压缩存储</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到</a:t>
                </a:r>
                <a:r>
                  <a:rPr lang="en-US" altLang="zh-CN" sz="1800" i="1" kern="100" dirty="0">
                    <a:effectLst/>
                    <a:latin typeface="Times New Roman" panose="02020603050405020304" pitchFamily="18" charset="0"/>
                    <a:ea typeface="宋体" panose="02010600030101010101" pitchFamily="2" charset="-122"/>
                    <a:cs typeface="Times New Roman" panose="02020603050405020304" pitchFamily="18" charset="0"/>
                  </a:rPr>
                  <a:t>n</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i="1" kern="100" dirty="0" err="1">
                    <a:effectLst/>
                    <a:latin typeface="Times New Roman" panose="02020603050405020304" pitchFamily="18" charset="0"/>
                    <a:ea typeface="宋体" panose="02010600030101010101" pitchFamily="2" charset="-122"/>
                    <a:cs typeface="Times New Roman" panose="02020603050405020304" pitchFamily="18" charset="0"/>
                  </a:rPr>
                  <a:t>n</a:t>
                </a:r>
                <a:r>
                  <a:rPr lang="en-US" altLang="zh-CN" sz="1800" kern="100" dirty="0" err="1">
                    <a:effectLst/>
                    <a:latin typeface="Times New Roman" panose="02020603050405020304" pitchFamily="18" charset="0"/>
                    <a:ea typeface="宋体" panose="02010600030101010101" pitchFamily="2" charset="-122"/>
                    <a:cs typeface="Times New Roman" panose="02020603050405020304" pitchFamily="18" charset="0"/>
                  </a:rPr>
                  <a:t>+1</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)/2</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个元的空间中。不失一般性，以行序为主序存储其</a:t>
                </a:r>
                <a:r>
                  <a:rPr lang="zh-CN" altLang="zh-CN" sz="1800" b="1" kern="100" dirty="0">
                    <a:solidFill>
                      <a:srgbClr val="041ABC"/>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下三角</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（包括对角线）中的元。</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indent="266700" algn="just">
                  <a:lnSpc>
                    <a:spcPct val="115000"/>
                  </a:lnSpc>
                  <a:buNone/>
                </a:pP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假设以一维数</a:t>
                </a:r>
                <a:r>
                  <a:rPr lang="zh-CN" altLang="zh-CN" sz="1800" b="1" kern="100" dirty="0">
                    <a:effectLst/>
                    <a:ea typeface="宋体" panose="02010600030101010101" pitchFamily="2" charset="-122"/>
                    <a:cs typeface="Times New Roman" panose="02020603050405020304" pitchFamily="18" charset="0"/>
                  </a:rPr>
                  <a:t>组</a:t>
                </a:r>
                <a:r>
                  <a:rPr lang="zh-CN" altLang="zh-CN" sz="1800" b="1" kern="100" dirty="0">
                    <a:effectLst/>
                    <a:ea typeface="Times New Roman" panose="02020603050405020304" pitchFamily="18" charset="0"/>
                    <a:cs typeface="Times New Roman" panose="02020603050405020304" pitchFamily="18" charset="0"/>
                  </a:rPr>
                  <a:t> </a:t>
                </a:r>
                <a:r>
                  <a:rPr lang="en-US" altLang="zh-CN" sz="1800" b="1" i="1" kern="100" dirty="0" err="1">
                    <a:effectLst/>
                    <a:ea typeface="Times New Roman" panose="02020603050405020304" pitchFamily="18" charset="0"/>
                    <a:cs typeface="Times New Roman" panose="02020603050405020304" pitchFamily="18" charset="0"/>
                  </a:rPr>
                  <a:t>sa</a:t>
                </a:r>
                <a:r>
                  <a:rPr lang="en-US" altLang="zh-CN" sz="1800" b="1" kern="100" dirty="0">
                    <a:effectLst/>
                    <a:ea typeface="Times New Roman" panose="02020603050405020304" pitchFamily="18" charset="0"/>
                    <a:cs typeface="Times New Roman" panose="02020603050405020304" pitchFamily="18" charset="0"/>
                  </a:rPr>
                  <a:t>[</a:t>
                </a:r>
                <a:r>
                  <a:rPr lang="en-US" altLang="zh-CN" sz="1800" b="1" i="1" kern="100" dirty="0">
                    <a:effectLst/>
                    <a:ea typeface="Times New Roman" panose="02020603050405020304" pitchFamily="18" charset="0"/>
                    <a:cs typeface="Times New Roman" panose="02020603050405020304" pitchFamily="18" charset="0"/>
                  </a:rPr>
                  <a:t>n</a:t>
                </a:r>
                <a:r>
                  <a:rPr lang="en-US" altLang="zh-CN" sz="1800" b="1" kern="100" dirty="0">
                    <a:effectLst/>
                    <a:ea typeface="Times New Roman" panose="02020603050405020304" pitchFamily="18" charset="0"/>
                    <a:cs typeface="Times New Roman" panose="02020603050405020304" pitchFamily="18" charset="0"/>
                  </a:rPr>
                  <a:t>(</a:t>
                </a:r>
                <a:r>
                  <a:rPr lang="en-US" altLang="zh-CN" sz="1800" b="1" i="1" kern="100" dirty="0" err="1">
                    <a:effectLst/>
                    <a:ea typeface="Times New Roman" panose="02020603050405020304" pitchFamily="18" charset="0"/>
                    <a:cs typeface="Times New Roman" panose="02020603050405020304" pitchFamily="18" charset="0"/>
                  </a:rPr>
                  <a:t>n</a:t>
                </a:r>
                <a:r>
                  <a:rPr lang="en-US" altLang="zh-CN" sz="1800" b="1" kern="100" dirty="0" err="1">
                    <a:effectLst/>
                    <a:ea typeface="Times New Roman" panose="02020603050405020304" pitchFamily="18" charset="0"/>
                    <a:cs typeface="Times New Roman" panose="02020603050405020304" pitchFamily="18" charset="0"/>
                  </a:rPr>
                  <a:t>+1</a:t>
                </a:r>
                <a:r>
                  <a:rPr lang="en-US" altLang="zh-CN" sz="1800" b="1" kern="100" dirty="0">
                    <a:effectLst/>
                    <a:ea typeface="Times New Roman" panose="02020603050405020304" pitchFamily="18" charset="0"/>
                    <a:cs typeface="Times New Roman" panose="02020603050405020304" pitchFamily="18" charset="0"/>
                  </a:rPr>
                  <a:t>)/2</a:t>
                </a:r>
                <a:r>
                  <a:rPr lang="zh-CN" altLang="zh-CN" sz="1800" b="1" kern="100" dirty="0">
                    <a:effectLst/>
                    <a:ea typeface="宋体" panose="02010600030101010101" pitchFamily="2" charset="-122"/>
                    <a:cs typeface="Times New Roman" panose="02020603050405020304" pitchFamily="18" charset="0"/>
                  </a:rPr>
                  <a:t>］</a:t>
                </a:r>
                <a:r>
                  <a:rPr lang="zh-CN" altLang="zh-CN" sz="1800" kern="100" dirty="0">
                    <a:effectLst/>
                    <a:ea typeface="宋体" panose="02010600030101010101" pitchFamily="2" charset="-122"/>
                    <a:cs typeface="Times New Roman" panose="02020603050405020304" pitchFamily="18" charset="0"/>
                  </a:rPr>
                  <a:t>作为</a:t>
                </a:r>
                <a:r>
                  <a:rPr lang="en-US" altLang="zh-CN" sz="1800" b="1" i="1" kern="100" dirty="0">
                    <a:effectLst/>
                    <a:ea typeface="宋体" panose="02010600030101010101" pitchFamily="2" charset="-122"/>
                    <a:cs typeface="Times New Roman" panose="02020603050405020304" pitchFamily="18" charset="0"/>
                  </a:rPr>
                  <a:t>n</a:t>
                </a:r>
                <a:r>
                  <a:rPr lang="zh-CN" altLang="zh-CN" sz="1800" kern="100" dirty="0">
                    <a:effectLst/>
                    <a:ea typeface="宋体" panose="02010600030101010101" pitchFamily="2" charset="-122"/>
                    <a:cs typeface="Times New Roman" panose="02020603050405020304" pitchFamily="18" charset="0"/>
                  </a:rPr>
                  <a:t>阶对称矩阵</a:t>
                </a:r>
                <a:r>
                  <a:rPr lang="en-US" altLang="zh-CN" sz="1800" b="1" i="1" kern="100" dirty="0">
                    <a:effectLst/>
                    <a:ea typeface="宋体" panose="02010600030101010101" pitchFamily="2" charset="-122"/>
                    <a:cs typeface="Times New Roman" panose="02020603050405020304" pitchFamily="18" charset="0"/>
                  </a:rPr>
                  <a:t>A</a:t>
                </a:r>
                <a:r>
                  <a:rPr lang="zh-CN" altLang="zh-CN" sz="1800" kern="100" dirty="0">
                    <a:effectLst/>
                    <a:ea typeface="宋体" panose="02010600030101010101" pitchFamily="2" charset="-122"/>
                    <a:cs typeface="Times New Roman" panose="02020603050405020304" pitchFamily="18" charset="0"/>
                  </a:rPr>
                  <a:t>的存储结构，则</a:t>
                </a:r>
                <a:r>
                  <a:rPr lang="en-US" altLang="zh-CN" sz="1800" b="1" kern="100" dirty="0" err="1">
                    <a:effectLst/>
                    <a:ea typeface="宋体" panose="02010600030101010101" pitchFamily="2" charset="-122"/>
                    <a:cs typeface="Times New Roman" panose="02020603050405020304" pitchFamily="18" charset="0"/>
                  </a:rPr>
                  <a:t>s</a:t>
                </a:r>
                <a:r>
                  <a:rPr lang="en-US" altLang="zh-CN" sz="1800" b="1" i="1" kern="100" dirty="0" err="1">
                    <a:effectLst/>
                    <a:ea typeface="宋体" panose="02010600030101010101" pitchFamily="2" charset="-122"/>
                    <a:cs typeface="Times New Roman" panose="02020603050405020304" pitchFamily="18" charset="0"/>
                  </a:rPr>
                  <a:t>a</a:t>
                </a:r>
                <a:r>
                  <a:rPr lang="en-US" altLang="zh-CN" sz="1800" b="1" kern="100" dirty="0">
                    <a:effectLst/>
                    <a:ea typeface="宋体" panose="02010600030101010101" pitchFamily="2" charset="-122"/>
                    <a:cs typeface="Times New Roman" panose="02020603050405020304" pitchFamily="18" charset="0"/>
                  </a:rPr>
                  <a:t>[</a:t>
                </a:r>
                <a:r>
                  <a:rPr lang="en-US" altLang="zh-CN" sz="1800" b="1" i="1" kern="100" dirty="0">
                    <a:effectLst/>
                    <a:ea typeface="宋体" panose="02010600030101010101" pitchFamily="2" charset="-122"/>
                    <a:cs typeface="Times New Roman" panose="02020603050405020304" pitchFamily="18" charset="0"/>
                  </a:rPr>
                  <a:t>k</a:t>
                </a:r>
                <a:r>
                  <a:rPr lang="en-US" altLang="zh-CN" sz="1800" b="1" kern="100" dirty="0">
                    <a:effectLst/>
                    <a:ea typeface="宋体" panose="02010600030101010101" pitchFamily="2" charset="-122"/>
                    <a:cs typeface="Times New Roman" panose="02020603050405020304" pitchFamily="18" charset="0"/>
                  </a:rPr>
                  <a:t>]</a:t>
                </a:r>
                <a:r>
                  <a:rPr lang="zh-CN" altLang="zh-CN" sz="1800" kern="100" dirty="0">
                    <a:effectLst/>
                    <a:ea typeface="宋体" panose="02010600030101010101" pitchFamily="2" charset="-122"/>
                    <a:cs typeface="Times New Roman" panose="02020603050405020304" pitchFamily="18" charset="0"/>
                  </a:rPr>
                  <a:t>和矩阵元</a:t>
                </a:r>
                <a:r>
                  <a:rPr lang="en-US" altLang="zh-CN" sz="1800" b="1" i="1" kern="100" dirty="0" err="1">
                    <a:effectLst/>
                    <a:ea typeface="宋体" panose="02010600030101010101" pitchFamily="2" charset="-122"/>
                    <a:cs typeface="Times New Roman" panose="02020603050405020304" pitchFamily="18" charset="0"/>
                  </a:rPr>
                  <a:t>a</a:t>
                </a:r>
                <a:r>
                  <a:rPr lang="en-US" altLang="zh-CN" sz="1800" b="1" i="1" kern="100" baseline="-25000" dirty="0" err="1">
                    <a:effectLst/>
                    <a:ea typeface="宋体" panose="02010600030101010101" pitchFamily="2" charset="-122"/>
                    <a:cs typeface="Times New Roman" panose="02020603050405020304" pitchFamily="18" charset="0"/>
                  </a:rPr>
                  <a:t>ij</a:t>
                </a:r>
                <a:r>
                  <a:rPr lang="zh-CN" altLang="zh-CN" sz="1800" kern="100" dirty="0">
                    <a:effectLst/>
                    <a:ea typeface="宋体" panose="02010600030101010101" pitchFamily="2" charset="-122"/>
                    <a:cs typeface="Times New Roman" panose="02020603050405020304" pitchFamily="18" charset="0"/>
                  </a:rPr>
                  <a:t>之间存在着</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一一对应的关系：</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buNone/>
                </a:pPr>
                <a14:m>
                  <m:oMathPara xmlns:m="http://schemas.openxmlformats.org/officeDocument/2006/math">
                    <m:oMathParaPr>
                      <m:jc m:val="centerGroup"/>
                    </m:oMathParaPr>
                    <m:oMath xmlns:m="http://schemas.openxmlformats.org/officeDocument/2006/math">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𝑘</m:t>
                      </m:r>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m:t>
                      </m:r>
                      <m:d>
                        <m:dPr>
                          <m:begChr m:val="{"/>
                          <m:endChr m:val=""/>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dPr>
                        <m:e>
                          <m:m>
                            <m:mPr>
                              <m:mcs>
                                <m:mc>
                                  <m:mcPr>
                                    <m:count m:val="2"/>
                                    <m:mcJc m:val="center"/>
                                  </m:mcPr>
                                </m:mc>
                              </m:mcs>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mPr>
                            <m:mr>
                              <m:e>
                                <m:f>
                                  <m:f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𝑖</m:t>
                                    </m:r>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𝑖</m:t>
                                    </m:r>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−1)</m:t>
                                    </m:r>
                                  </m:num>
                                  <m:den>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2</m:t>
                                    </m:r>
                                  </m:den>
                                </m:f>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𝑗</m:t>
                                </m:r>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−1</m:t>
                                </m:r>
                              </m:e>
                              <m:e>
                                <m:r>
                                  <a:rPr lang="zh-CN" altLang="zh-CN" sz="1800" kern="100">
                                    <a:effectLst/>
                                    <a:latin typeface="Cambria Math" panose="02040503050406030204" pitchFamily="18" charset="0"/>
                                    <a:ea typeface="宋体" panose="02010600030101010101" pitchFamily="2" charset="-122"/>
                                    <a:cs typeface="Times New Roman" panose="02020603050405020304" pitchFamily="18" charset="0"/>
                                  </a:rPr>
                                  <m:t>当</m:t>
                                </m:r>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𝑖</m:t>
                                </m:r>
                                <m:r>
                                  <a:rPr lang="zh-CN" altLang="zh-CN" sz="1800" i="1" kern="100">
                                    <a:effectLst/>
                                    <a:latin typeface="Cambria Math" panose="02040503050406030204" pitchFamily="18" charset="0"/>
                                    <a:ea typeface="等线" panose="02010600030101010101" pitchFamily="2" charset="-122"/>
                                    <a:cs typeface="Times New Roman" panose="02020603050405020304" pitchFamily="18" charset="0"/>
                                  </a:rPr>
                                  <m:t>≥</m:t>
                                </m:r>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𝑗</m:t>
                                </m:r>
                              </m:e>
                            </m:mr>
                            <m:mr>
                              <m:e>
                                <m:f>
                                  <m:fPr>
                                    <m:ctrlPr>
                                      <a:rPr lang="zh-CN" altLang="zh-CN" sz="1800" i="1" kern="100">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𝑗</m:t>
                                    </m:r>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𝑗</m:t>
                                    </m:r>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−1)</m:t>
                                    </m:r>
                                  </m:num>
                                  <m:den>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2</m:t>
                                    </m:r>
                                  </m:den>
                                </m:f>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𝑖</m:t>
                                </m:r>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−1</m:t>
                                </m:r>
                              </m:e>
                              <m:e>
                                <m:r>
                                  <a:rPr lang="zh-CN" altLang="zh-CN" sz="1800" kern="100">
                                    <a:effectLst/>
                                    <a:latin typeface="Cambria Math" panose="02040503050406030204" pitchFamily="18" charset="0"/>
                                    <a:ea typeface="宋体" panose="02010600030101010101" pitchFamily="2" charset="-122"/>
                                    <a:cs typeface="Times New Roman" panose="02020603050405020304" pitchFamily="18" charset="0"/>
                                  </a:rPr>
                                  <m:t>当</m:t>
                                </m:r>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𝑖</m:t>
                                </m:r>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𝑗</m:t>
                                </m:r>
                              </m:e>
                            </m:mr>
                          </m:m>
                          <m:r>
                            <a:rPr lang="en-US" altLang="zh-CN" sz="1800" i="1" kern="100">
                              <a:effectLst/>
                              <a:latin typeface="Cambria Math" panose="02040503050406030204" pitchFamily="18" charset="0"/>
                              <a:ea typeface="宋体" panose="02010600030101010101" pitchFamily="2" charset="-122"/>
                              <a:cs typeface="Times New Roman" panose="02020603050405020304" pitchFamily="18" charset="0"/>
                            </a:rPr>
                            <m:t>                                         (5−3)</m:t>
                          </m:r>
                        </m:e>
                      </m:d>
                    </m:oMath>
                  </m:oMathPara>
                </a14:m>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lnSpc>
                    <a:spcPct val="115000"/>
                  </a:lnSpc>
                  <a:buNone/>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对任意给定一组下标</a:t>
                </a:r>
                <a:r>
                  <a:rPr lang="zh-CN" altLang="zh-CN" sz="1800" b="1" kern="100" dirty="0">
                    <a:effectLst/>
                    <a:ea typeface="宋体" panose="02010600030101010101" pitchFamily="2" charset="-122"/>
                    <a:cs typeface="Times New Roman" panose="02020603050405020304" pitchFamily="18" charset="0"/>
                  </a:rPr>
                  <a:t>（</a:t>
                </a:r>
                <a:r>
                  <a:rPr lang="en-US" altLang="zh-CN" sz="1800" b="1" i="1" kern="100" dirty="0" err="1">
                    <a:effectLst/>
                    <a:ea typeface="宋体" panose="02010600030101010101" pitchFamily="2" charset="-122"/>
                    <a:cs typeface="Times New Roman" panose="02020603050405020304" pitchFamily="18" charset="0"/>
                  </a:rPr>
                  <a:t>i</a:t>
                </a:r>
                <a:r>
                  <a:rPr lang="en-US" altLang="zh-CN" sz="1800" b="1" kern="100" dirty="0">
                    <a:effectLst/>
                    <a:ea typeface="宋体" panose="02010600030101010101" pitchFamily="2" charset="-122"/>
                    <a:cs typeface="Times New Roman" panose="02020603050405020304" pitchFamily="18" charset="0"/>
                  </a:rPr>
                  <a:t>, </a:t>
                </a:r>
                <a:r>
                  <a:rPr lang="en-US" altLang="zh-CN" sz="1800" b="1" i="1" kern="100" dirty="0">
                    <a:effectLst/>
                    <a:ea typeface="宋体" panose="02010600030101010101" pitchFamily="2" charset="-122"/>
                    <a:cs typeface="Times New Roman" panose="02020603050405020304" pitchFamily="18" charset="0"/>
                  </a:rPr>
                  <a:t>j</a:t>
                </a:r>
                <a:r>
                  <a:rPr lang="zh-CN" altLang="zh-CN" sz="1800" b="1" kern="100" dirty="0">
                    <a:effectLst/>
                    <a:ea typeface="宋体" panose="02010600030101010101" pitchFamily="2" charset="-122"/>
                    <a:cs typeface="Times New Roman" panose="02020603050405020304" pitchFamily="18" charset="0"/>
                  </a:rPr>
                  <a:t>）</a:t>
                </a:r>
                <a:r>
                  <a:rPr lang="zh-CN" altLang="zh-CN" sz="1800" kern="100" dirty="0">
                    <a:effectLst/>
                    <a:ea typeface="宋体" panose="02010600030101010101" pitchFamily="2" charset="-122"/>
                    <a:cs typeface="Times New Roman" panose="02020603050405020304" pitchFamily="18" charset="0"/>
                  </a:rPr>
                  <a:t>，均可在</a:t>
                </a:r>
                <a:r>
                  <a:rPr lang="en-US" altLang="zh-CN" sz="1800" b="1" i="1" kern="100" dirty="0" err="1">
                    <a:effectLst/>
                    <a:ea typeface="宋体" panose="02010600030101010101" pitchFamily="2" charset="-122"/>
                    <a:cs typeface="Times New Roman" panose="02020603050405020304" pitchFamily="18" charset="0"/>
                  </a:rPr>
                  <a:t>sa</a:t>
                </a:r>
                <a:r>
                  <a:rPr lang="zh-CN" altLang="zh-CN" sz="1800" kern="100" dirty="0">
                    <a:effectLst/>
                    <a:ea typeface="宋体" panose="02010600030101010101" pitchFamily="2" charset="-122"/>
                    <a:cs typeface="Times New Roman" panose="02020603050405020304" pitchFamily="18" charset="0"/>
                  </a:rPr>
                  <a:t>中找到矩阵元</a:t>
                </a:r>
                <a:r>
                  <a:rPr lang="en-US" altLang="zh-CN" sz="1800" b="1" i="1" kern="100" dirty="0" err="1">
                    <a:effectLst/>
                    <a:ea typeface="宋体" panose="02010600030101010101" pitchFamily="2" charset="-122"/>
                    <a:cs typeface="Times New Roman" panose="02020603050405020304" pitchFamily="18" charset="0"/>
                  </a:rPr>
                  <a:t>a</a:t>
                </a:r>
                <a:r>
                  <a:rPr lang="en-US" altLang="zh-CN" sz="1800" b="1" i="1" kern="100" baseline="-25000" dirty="0" err="1">
                    <a:effectLst/>
                    <a:ea typeface="宋体" panose="02010600030101010101" pitchFamily="2" charset="-122"/>
                    <a:cs typeface="Times New Roman" panose="02020603050405020304" pitchFamily="18" charset="0"/>
                  </a:rPr>
                  <a:t>ij</a:t>
                </a:r>
                <a:r>
                  <a:rPr lang="zh-CN" altLang="zh-CN" sz="1800" kern="100" dirty="0">
                    <a:effectLst/>
                    <a:ea typeface="宋体" panose="02010600030101010101" pitchFamily="2" charset="-122"/>
                    <a:cs typeface="Times New Roman" panose="02020603050405020304" pitchFamily="18" charset="0"/>
                  </a:rPr>
                  <a:t>，反之，对所有的</a:t>
                </a:r>
                <a:r>
                  <a:rPr lang="en-US" altLang="zh-CN" sz="1800" b="1" i="1" kern="100" dirty="0">
                    <a:effectLst/>
                    <a:ea typeface="宋体" panose="02010600030101010101" pitchFamily="2" charset="-122"/>
                    <a:cs typeface="Times New Roman" panose="02020603050405020304" pitchFamily="18" charset="0"/>
                  </a:rPr>
                  <a:t>k </a:t>
                </a:r>
                <a:r>
                  <a:rPr lang="en-US" altLang="zh-CN" sz="1800" b="1" kern="100" dirty="0">
                    <a:effectLst/>
                    <a:ea typeface="宋体" panose="02010600030101010101" pitchFamily="2" charset="-122"/>
                    <a:cs typeface="Times New Roman" panose="02020603050405020304" pitchFamily="18" charset="0"/>
                  </a:rPr>
                  <a:t>= 0, 1, 2,</a:t>
                </a:r>
                <a:r>
                  <a:rPr lang="zh-CN" altLang="zh-CN" sz="1800" b="1" kern="100" dirty="0">
                    <a:effectLst/>
                    <a:ea typeface="等线" panose="02010600030101010101" pitchFamily="2" charset="-122"/>
                    <a:cs typeface="Times New Roman" panose="02020603050405020304" pitchFamily="18" charset="0"/>
                  </a:rPr>
                  <a:t>…</a:t>
                </a:r>
                <a:r>
                  <a:rPr lang="en-US" altLang="zh-CN" sz="1800" b="1" kern="100" dirty="0">
                    <a:effectLst/>
                    <a:ea typeface="宋体" panose="02010600030101010101" pitchFamily="2" charset="-122"/>
                    <a:cs typeface="Times New Roman" panose="02020603050405020304" pitchFamily="18" charset="0"/>
                  </a:rPr>
                  <a:t>, </a:t>
                </a:r>
                <a:r>
                  <a:rPr lang="en-US" altLang="zh-CN" sz="1800" b="1" i="1" kern="100" dirty="0">
                    <a:effectLst/>
                    <a:ea typeface="宋体" panose="02010600030101010101" pitchFamily="2" charset="-122"/>
                    <a:cs typeface="Times New Roman" panose="02020603050405020304" pitchFamily="18" charset="0"/>
                  </a:rPr>
                  <a:t>n</a:t>
                </a:r>
                <a:r>
                  <a:rPr lang="en-US" altLang="zh-CN" sz="1800" b="1" kern="100" dirty="0">
                    <a:effectLst/>
                    <a:ea typeface="宋体" panose="02010600030101010101" pitchFamily="2" charset="-122"/>
                    <a:cs typeface="Times New Roman" panose="02020603050405020304" pitchFamily="18" charset="0"/>
                  </a:rPr>
                  <a:t>(</a:t>
                </a:r>
                <a:r>
                  <a:rPr lang="en-US" altLang="zh-CN" sz="1800" b="1" i="1" kern="100" dirty="0" err="1">
                    <a:effectLst/>
                    <a:ea typeface="宋体" panose="02010600030101010101" pitchFamily="2" charset="-122"/>
                    <a:cs typeface="Times New Roman" panose="02020603050405020304" pitchFamily="18" charset="0"/>
                  </a:rPr>
                  <a:t>n</a:t>
                </a:r>
                <a:r>
                  <a:rPr lang="en-US" altLang="zh-CN" sz="1800" b="1" kern="100" dirty="0" err="1">
                    <a:effectLst/>
                    <a:ea typeface="宋体" panose="02010600030101010101" pitchFamily="2" charset="-122"/>
                    <a:cs typeface="Times New Roman" panose="02020603050405020304" pitchFamily="18" charset="0"/>
                  </a:rPr>
                  <a:t>+1</a:t>
                </a:r>
                <a:r>
                  <a:rPr lang="en-US" altLang="zh-CN" sz="1800" b="1" kern="100" dirty="0">
                    <a:effectLst/>
                    <a:ea typeface="宋体" panose="02010600030101010101" pitchFamily="2" charset="-122"/>
                    <a:cs typeface="Times New Roman" panose="02020603050405020304" pitchFamily="18" charset="0"/>
                  </a:rPr>
                  <a:t>)/2-1</a:t>
                </a:r>
                <a:r>
                  <a:rPr lang="zh-CN" altLang="zh-CN" sz="1800" kern="100" dirty="0">
                    <a:effectLst/>
                    <a:ea typeface="宋体" panose="02010600030101010101" pitchFamily="2" charset="-122"/>
                    <a:cs typeface="Times New Roman" panose="02020603050405020304" pitchFamily="18" charset="0"/>
                  </a:rPr>
                  <a:t>，都能确定</a:t>
                </a:r>
                <a:r>
                  <a:rPr lang="en-US" altLang="zh-CN" sz="1800" b="1" i="1" kern="100" dirty="0" err="1">
                    <a:effectLst/>
                    <a:ea typeface="宋体" panose="02010600030101010101" pitchFamily="2" charset="-122"/>
                    <a:cs typeface="Times New Roman" panose="02020603050405020304" pitchFamily="18" charset="0"/>
                  </a:rPr>
                  <a:t>sa</a:t>
                </a:r>
                <a:r>
                  <a:rPr lang="en-US" altLang="zh-CN" sz="1800" b="1" kern="100" dirty="0">
                    <a:effectLst/>
                    <a:ea typeface="宋体" panose="02010600030101010101" pitchFamily="2" charset="-122"/>
                    <a:cs typeface="Times New Roman" panose="02020603050405020304" pitchFamily="18" charset="0"/>
                  </a:rPr>
                  <a:t>[</a:t>
                </a:r>
                <a:r>
                  <a:rPr lang="en-US" altLang="zh-CN" sz="1800" b="1" i="1" kern="100" dirty="0">
                    <a:effectLst/>
                    <a:ea typeface="宋体" panose="02010600030101010101" pitchFamily="2" charset="-122"/>
                    <a:cs typeface="Times New Roman" panose="02020603050405020304" pitchFamily="18" charset="0"/>
                  </a:rPr>
                  <a:t>k</a:t>
                </a:r>
                <a:r>
                  <a:rPr lang="en-US" altLang="zh-CN" sz="1800" b="1" kern="100" dirty="0">
                    <a:effectLst/>
                    <a:ea typeface="宋体" panose="02010600030101010101" pitchFamily="2" charset="-122"/>
                    <a:cs typeface="Times New Roman" panose="02020603050405020304" pitchFamily="18" charset="0"/>
                  </a:rPr>
                  <a:t>]</a:t>
                </a:r>
                <a:r>
                  <a:rPr lang="zh-CN" altLang="zh-CN" sz="1800" kern="100" dirty="0">
                    <a:effectLst/>
                    <a:ea typeface="宋体" panose="02010600030101010101" pitchFamily="2" charset="-122"/>
                    <a:cs typeface="Times New Roman" panose="02020603050405020304" pitchFamily="18" charset="0"/>
                  </a:rPr>
                  <a:t>中的元在矩阵中的位置</a:t>
                </a:r>
                <a:r>
                  <a:rPr lang="zh-CN" altLang="zh-CN" sz="1800" b="1" kern="100" dirty="0">
                    <a:effectLst/>
                    <a:ea typeface="宋体" panose="02010600030101010101" pitchFamily="2" charset="-122"/>
                    <a:cs typeface="Times New Roman" panose="02020603050405020304" pitchFamily="18" charset="0"/>
                  </a:rPr>
                  <a:t>（</a:t>
                </a:r>
                <a:r>
                  <a:rPr lang="en-US" altLang="zh-CN" sz="1800" b="1" i="1" kern="100" dirty="0" err="1">
                    <a:effectLst/>
                    <a:ea typeface="宋体" panose="02010600030101010101" pitchFamily="2" charset="-122"/>
                    <a:cs typeface="Times New Roman" panose="02020603050405020304" pitchFamily="18" charset="0"/>
                  </a:rPr>
                  <a:t>i</a:t>
                </a:r>
                <a:r>
                  <a:rPr lang="en-US" altLang="zh-CN" sz="1800" b="1" kern="100" dirty="0">
                    <a:effectLst/>
                    <a:ea typeface="宋体" panose="02010600030101010101" pitchFamily="2" charset="-122"/>
                    <a:cs typeface="Times New Roman" panose="02020603050405020304" pitchFamily="18" charset="0"/>
                  </a:rPr>
                  <a:t>, </a:t>
                </a:r>
                <a:r>
                  <a:rPr lang="en-US" altLang="zh-CN" sz="1800" b="1" i="1" kern="100" dirty="0">
                    <a:effectLst/>
                    <a:ea typeface="宋体" panose="02010600030101010101" pitchFamily="2" charset="-122"/>
                    <a:cs typeface="Times New Roman" panose="02020603050405020304" pitchFamily="18" charset="0"/>
                  </a:rPr>
                  <a:t>j</a:t>
                </a:r>
                <a:r>
                  <a:rPr lang="zh-CN" altLang="zh-CN" sz="1800" b="1" kern="100" dirty="0">
                    <a:effectLst/>
                    <a:ea typeface="宋体" panose="02010600030101010101" pitchFamily="2" charset="-122"/>
                    <a:cs typeface="Times New Roman" panose="02020603050405020304" pitchFamily="18" charset="0"/>
                  </a:rPr>
                  <a:t>）</a:t>
                </a:r>
                <a:r>
                  <a:rPr lang="zh-CN" altLang="zh-CN" sz="1800" kern="100" dirty="0">
                    <a:effectLst/>
                    <a:ea typeface="宋体" panose="02010600030101010101" pitchFamily="2" charset="-122"/>
                    <a:cs typeface="Times New Roman" panose="02020603050405020304" pitchFamily="18" charset="0"/>
                  </a:rPr>
                  <a:t>。由此，称</a:t>
                </a:r>
                <a:r>
                  <a:rPr lang="en-US" altLang="zh-CN" sz="1800" b="1" i="1" kern="100" dirty="0" err="1">
                    <a:effectLst/>
                    <a:ea typeface="宋体" panose="02010600030101010101" pitchFamily="2" charset="-122"/>
                    <a:cs typeface="Times New Roman" panose="02020603050405020304" pitchFamily="18" charset="0"/>
                  </a:rPr>
                  <a:t>sa</a:t>
                </a:r>
                <a:r>
                  <a:rPr lang="en-US" altLang="zh-CN" sz="1800" b="1" kern="100" dirty="0">
                    <a:effectLst/>
                    <a:ea typeface="宋体" panose="02010600030101010101" pitchFamily="2" charset="-122"/>
                    <a:cs typeface="Times New Roman" panose="02020603050405020304" pitchFamily="18" charset="0"/>
                  </a:rPr>
                  <a:t>[</a:t>
                </a:r>
                <a:r>
                  <a:rPr lang="en-US" altLang="zh-CN" sz="1800" b="1" i="1" kern="100" dirty="0">
                    <a:effectLst/>
                    <a:ea typeface="宋体" panose="02010600030101010101" pitchFamily="2" charset="-122"/>
                    <a:cs typeface="Times New Roman" panose="02020603050405020304" pitchFamily="18" charset="0"/>
                  </a:rPr>
                  <a:t>n</a:t>
                </a:r>
                <a:r>
                  <a:rPr lang="en-US" altLang="zh-CN" sz="1800" b="1" kern="100" dirty="0">
                    <a:effectLst/>
                    <a:ea typeface="宋体" panose="02010600030101010101" pitchFamily="2" charset="-122"/>
                    <a:cs typeface="Times New Roman" panose="02020603050405020304" pitchFamily="18" charset="0"/>
                  </a:rPr>
                  <a:t>(</a:t>
                </a:r>
                <a:r>
                  <a:rPr lang="en-US" altLang="zh-CN" sz="1800" b="1" i="1" kern="100" dirty="0" err="1">
                    <a:effectLst/>
                    <a:ea typeface="宋体" panose="02010600030101010101" pitchFamily="2" charset="-122"/>
                    <a:cs typeface="Times New Roman" panose="02020603050405020304" pitchFamily="18" charset="0"/>
                  </a:rPr>
                  <a:t>n</a:t>
                </a:r>
                <a:r>
                  <a:rPr lang="en-US" altLang="zh-CN" sz="1800" b="1" kern="100" dirty="0" err="1">
                    <a:effectLst/>
                    <a:ea typeface="宋体" panose="02010600030101010101" pitchFamily="2" charset="-122"/>
                    <a:cs typeface="Times New Roman" panose="02020603050405020304" pitchFamily="18" charset="0"/>
                  </a:rPr>
                  <a:t>+1</a:t>
                </a:r>
                <a:r>
                  <a:rPr lang="en-US" altLang="zh-CN" sz="1800" b="1" kern="100" dirty="0">
                    <a:effectLst/>
                    <a:ea typeface="宋体" panose="02010600030101010101" pitchFamily="2" charset="-122"/>
                    <a:cs typeface="Times New Roman" panose="02020603050405020304" pitchFamily="18" charset="0"/>
                  </a:rPr>
                  <a:t>)/2]</a:t>
                </a:r>
                <a:r>
                  <a:rPr lang="zh-CN" altLang="zh-CN" sz="1800" kern="100" dirty="0">
                    <a:effectLst/>
                    <a:ea typeface="宋体" panose="02010600030101010101" pitchFamily="2" charset="-122"/>
                    <a:cs typeface="Times New Roman" panose="02020603050405020304" pitchFamily="18" charset="0"/>
                  </a:rPr>
                  <a:t>为</a:t>
                </a:r>
                <a:r>
                  <a:rPr lang="en-US" altLang="zh-CN" sz="1800" b="1" i="1" kern="100" dirty="0">
                    <a:effectLst/>
                    <a:ea typeface="宋体" panose="02010600030101010101" pitchFamily="2" charset="-122"/>
                    <a:cs typeface="Times New Roman" panose="02020603050405020304" pitchFamily="18" charset="0"/>
                  </a:rPr>
                  <a:t>n</a:t>
                </a:r>
                <a:r>
                  <a:rPr lang="zh-CN" altLang="zh-CN" sz="1800" kern="100" dirty="0">
                    <a:effectLst/>
                    <a:ea typeface="宋体" panose="02010600030101010101" pitchFamily="2" charset="-122"/>
                    <a:cs typeface="Times New Roman" panose="02020603050405020304" pitchFamily="18" charset="0"/>
                  </a:rPr>
                  <a:t>阶</a:t>
                </a:r>
                <a:r>
                  <a:rPr lang="zh-CN" altLang="zh-CN" sz="1800" b="1" kern="100" dirty="0">
                    <a:solidFill>
                      <a:srgbClr val="C00000"/>
                    </a:solidFill>
                    <a:effectLst>
                      <a:outerShdw blurRad="38100" dist="38100" dir="2700000" algn="tl">
                        <a:srgbClr val="000000">
                          <a:alpha val="43137"/>
                        </a:srgbClr>
                      </a:outerShdw>
                    </a:effectLst>
                    <a:ea typeface="宋体" panose="02010600030101010101" pitchFamily="2" charset="-122"/>
                    <a:cs typeface="Times New Roman" panose="02020603050405020304" pitchFamily="18" charset="0"/>
                  </a:rPr>
                  <a:t>对称矩阵</a:t>
                </a:r>
                <a:r>
                  <a:rPr lang="en-US" altLang="zh-CN" sz="1800" b="1" i="1" kern="100" dirty="0">
                    <a:effectLst/>
                    <a:ea typeface="宋体" panose="02010600030101010101" pitchFamily="2" charset="-122"/>
                    <a:cs typeface="Times New Roman" panose="02020603050405020304" pitchFamily="18" charset="0"/>
                  </a:rPr>
                  <a:t>A</a:t>
                </a:r>
                <a:r>
                  <a:rPr lang="zh-CN" altLang="zh-CN" sz="1800" kern="100" dirty="0">
                    <a:effectLst/>
                    <a:ea typeface="宋体" panose="02010600030101010101" pitchFamily="2" charset="-122"/>
                    <a:cs typeface="Times New Roman" panose="02020603050405020304" pitchFamily="18" charset="0"/>
                  </a:rPr>
                  <a:t>的压缩存储（见图</a:t>
                </a:r>
                <a:r>
                  <a:rPr lang="en-US" altLang="zh-CN" sz="1800" kern="100" dirty="0">
                    <a:effectLst/>
                    <a:ea typeface="宋体" panose="02010600030101010101" pitchFamily="2" charset="-122"/>
                    <a:cs typeface="Times New Roman" panose="02020603050405020304" pitchFamily="18" charset="0"/>
                  </a:rPr>
                  <a:t>5.3</a:t>
                </a:r>
                <a:r>
                  <a:rPr lang="zh-CN" altLang="zh-CN" sz="1800" kern="100" dirty="0">
                    <a:effectLst/>
                    <a:ea typeface="宋体" panose="02010600030101010101" pitchFamily="2" charset="-122"/>
                    <a:cs typeface="Times New Roman" panose="02020603050405020304" pitchFamily="18" charset="0"/>
                  </a:rPr>
                  <a:t>）。</a:t>
                </a:r>
                <a:endParaRPr lang="en-US" altLang="zh-CN" sz="1800" kern="100" dirty="0">
                  <a:effectLst/>
                  <a:ea typeface="宋体" panose="02010600030101010101" pitchFamily="2" charset="-122"/>
                  <a:cs typeface="Times New Roman" panose="02020603050405020304" pitchFamily="18" charset="0"/>
                </a:endParaRPr>
              </a:p>
              <a:p>
                <a:pPr algn="just">
                  <a:lnSpc>
                    <a:spcPct val="115000"/>
                  </a:lnSpc>
                  <a:buNone/>
                </a:pPr>
                <a:endParaRPr lang="zh-CN" altLang="zh-CN" sz="1800" kern="100" dirty="0">
                  <a:effectLst/>
                  <a:ea typeface="等线" panose="02010600030101010101" pitchFamily="2" charset="-122"/>
                  <a:cs typeface="Times New Roman" panose="02020603050405020304" pitchFamily="18" charset="0"/>
                </a:endParaRPr>
              </a:p>
            </p:txBody>
          </p:sp>
        </mc:Choice>
        <mc:Fallback xmlns="">
          <p:sp>
            <p:nvSpPr>
              <p:cNvPr id="6" name="文本框 5">
                <a:extLst>
                  <a:ext uri="{FF2B5EF4-FFF2-40B4-BE49-F238E27FC236}">
                    <a16:creationId xmlns:a16="http://schemas.microsoft.com/office/drawing/2014/main" id="{53F6BCBA-0D1E-5038-C4C6-2DE67C0D5425}"/>
                  </a:ext>
                </a:extLst>
              </p:cNvPr>
              <p:cNvSpPr txBox="1">
                <a:spLocks noRot="1" noChangeAspect="1" noMove="1" noResize="1" noEditPoints="1" noAdjustHandles="1" noChangeArrowheads="1" noChangeShapeType="1" noTextEdit="1"/>
              </p:cNvSpPr>
              <p:nvPr/>
            </p:nvSpPr>
            <p:spPr>
              <a:xfrm>
                <a:off x="857251" y="768112"/>
                <a:ext cx="10245436" cy="5216236"/>
              </a:xfrm>
              <a:prstGeom prst="rect">
                <a:avLst/>
              </a:prstGeom>
              <a:blipFill>
                <a:blip r:embed="rId2"/>
                <a:stretch>
                  <a:fillRect l="-536" r="-53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graphicFrame>
            <p:nvGraphicFramePr>
              <p:cNvPr id="7" name="表格 6">
                <a:extLst>
                  <a:ext uri="{FF2B5EF4-FFF2-40B4-BE49-F238E27FC236}">
                    <a16:creationId xmlns:a16="http://schemas.microsoft.com/office/drawing/2014/main" id="{DF6A7CC2-5AA6-7341-A70C-FA936A79B4C9}"/>
                  </a:ext>
                </a:extLst>
              </p:cNvPr>
              <p:cNvGraphicFramePr>
                <a:graphicFrameLocks noGrp="1"/>
              </p:cNvGraphicFramePr>
              <p:nvPr>
                <p:extLst>
                  <p:ext uri="{D42A27DB-BD31-4B8C-83A1-F6EECF244321}">
                    <p14:modId xmlns:p14="http://schemas.microsoft.com/office/powerpoint/2010/main" val="2015680062"/>
                  </p:ext>
                </p:extLst>
              </p:nvPr>
            </p:nvGraphicFramePr>
            <p:xfrm>
              <a:off x="1880177" y="5457096"/>
              <a:ext cx="8178223" cy="950595"/>
            </p:xfrm>
            <a:graphic>
              <a:graphicData uri="http://schemas.openxmlformats.org/drawingml/2006/table">
                <a:tbl>
                  <a:tblPr firstRow="1" bandRow="1">
                    <a:tableStyleId>{5940675A-B579-460E-94D1-54222C63F5DA}</a:tableStyleId>
                  </a:tblPr>
                  <a:tblGrid>
                    <a:gridCol w="758420">
                      <a:extLst>
                        <a:ext uri="{9D8B030D-6E8A-4147-A177-3AD203B41FA5}">
                          <a16:colId xmlns:a16="http://schemas.microsoft.com/office/drawing/2014/main" val="1647713846"/>
                        </a:ext>
                      </a:extLst>
                    </a:gridCol>
                    <a:gridCol w="630103">
                      <a:extLst>
                        <a:ext uri="{9D8B030D-6E8A-4147-A177-3AD203B41FA5}">
                          <a16:colId xmlns:a16="http://schemas.microsoft.com/office/drawing/2014/main" val="2096160689"/>
                        </a:ext>
                      </a:extLst>
                    </a:gridCol>
                    <a:gridCol w="686965">
                      <a:extLst>
                        <a:ext uri="{9D8B030D-6E8A-4147-A177-3AD203B41FA5}">
                          <a16:colId xmlns:a16="http://schemas.microsoft.com/office/drawing/2014/main" val="4246317233"/>
                        </a:ext>
                      </a:extLst>
                    </a:gridCol>
                    <a:gridCol w="707171">
                      <a:extLst>
                        <a:ext uri="{9D8B030D-6E8A-4147-A177-3AD203B41FA5}">
                          <a16:colId xmlns:a16="http://schemas.microsoft.com/office/drawing/2014/main" val="1709363880"/>
                        </a:ext>
                      </a:extLst>
                    </a:gridCol>
                    <a:gridCol w="681913">
                      <a:extLst>
                        <a:ext uri="{9D8B030D-6E8A-4147-A177-3AD203B41FA5}">
                          <a16:colId xmlns:a16="http://schemas.microsoft.com/office/drawing/2014/main" val="215480005"/>
                        </a:ext>
                      </a:extLst>
                    </a:gridCol>
                    <a:gridCol w="1181984">
                      <a:extLst>
                        <a:ext uri="{9D8B030D-6E8A-4147-A177-3AD203B41FA5}">
                          <a16:colId xmlns:a16="http://schemas.microsoft.com/office/drawing/2014/main" val="891201168"/>
                        </a:ext>
                      </a:extLst>
                    </a:gridCol>
                    <a:gridCol w="984987">
                      <a:extLst>
                        <a:ext uri="{9D8B030D-6E8A-4147-A177-3AD203B41FA5}">
                          <a16:colId xmlns:a16="http://schemas.microsoft.com/office/drawing/2014/main" val="837993099"/>
                        </a:ext>
                      </a:extLst>
                    </a:gridCol>
                    <a:gridCol w="1166831">
                      <a:extLst>
                        <a:ext uri="{9D8B030D-6E8A-4147-A177-3AD203B41FA5}">
                          <a16:colId xmlns:a16="http://schemas.microsoft.com/office/drawing/2014/main" val="1381035064"/>
                        </a:ext>
                      </a:extLst>
                    </a:gridCol>
                    <a:gridCol w="1379849">
                      <a:extLst>
                        <a:ext uri="{9D8B030D-6E8A-4147-A177-3AD203B41FA5}">
                          <a16:colId xmlns:a16="http://schemas.microsoft.com/office/drawing/2014/main" val="1868918636"/>
                        </a:ext>
                      </a:extLst>
                    </a:gridCol>
                  </a:tblGrid>
                  <a:tr h="370840">
                    <a:tc>
                      <a:txBody>
                        <a:bodyPr/>
                        <a:lstStyle/>
                        <a:p>
                          <a:pPr algn="ctr"/>
                          <a:endParaRPr lang="zh-CN" altLang="en-US" sz="2000" b="1" baseline="-25000"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000" b="1" i="1" dirty="0" err="1"/>
                            <a:t>a</a:t>
                          </a:r>
                          <a:r>
                            <a:rPr lang="en-US" altLang="zh-CN" sz="2000" b="1" baseline="-25000" dirty="0" err="1"/>
                            <a:t>11</a:t>
                          </a:r>
                          <a:endParaRPr lang="zh-CN" altLang="en-US" sz="2000" b="1" baseline="-25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b="1" i="1" dirty="0" err="1"/>
                            <a:t>a</a:t>
                          </a:r>
                          <a:r>
                            <a:rPr lang="en-US" altLang="zh-CN" sz="2000" b="1" i="0" baseline="-25000" dirty="0" err="1"/>
                            <a:t>21</a:t>
                          </a:r>
                          <a:endParaRPr lang="zh-CN" altLang="en-US" sz="2000" b="1" i="0" baseline="-25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b="1" i="1" dirty="0" err="1"/>
                            <a:t>a</a:t>
                          </a:r>
                          <a:r>
                            <a:rPr lang="en-US" altLang="zh-CN" sz="2000" b="1" i="0" baseline="-25000" dirty="0" err="1"/>
                            <a:t>22</a:t>
                          </a:r>
                          <a:endParaRPr lang="zh-CN" altLang="en-US" sz="2000" b="1" i="0" baseline="-25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b="1" i="1" dirty="0" err="1"/>
                            <a:t>a</a:t>
                          </a:r>
                          <a:r>
                            <a:rPr lang="en-US" altLang="zh-CN" sz="2000" b="1" baseline="-25000" dirty="0" err="1"/>
                            <a:t>31</a:t>
                          </a:r>
                          <a:endParaRPr lang="zh-CN" altLang="en-US" sz="2000" b="1" baseline="-25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ctr"/>
                          <a:r>
                            <a:rPr lang="en-US" altLang="zh-CN" sz="2000" b="1" dirty="0"/>
                            <a:t>…</a:t>
                          </a:r>
                          <a:endParaRPr lang="zh-CN" altLang="en-US"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b="1" i="1" dirty="0" err="1"/>
                            <a:t>a</a:t>
                          </a:r>
                          <a:r>
                            <a:rPr lang="en-US" altLang="zh-CN" sz="2000" b="1" i="1" baseline="-25000" dirty="0" err="1"/>
                            <a:t>n</a:t>
                          </a:r>
                          <a:r>
                            <a:rPr lang="en-US" altLang="zh-CN" sz="2000" b="1" baseline="-25000" dirty="0" err="1"/>
                            <a:t>1</a:t>
                          </a:r>
                          <a:endParaRPr lang="zh-CN" altLang="en-US" sz="2000" b="1" baseline="-25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b="1" dirty="0"/>
                            <a:t>…</a:t>
                          </a:r>
                          <a:endParaRPr lang="zh-CN" altLang="en-US"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b="1" i="1" dirty="0" err="1"/>
                            <a:t>a</a:t>
                          </a:r>
                          <a:r>
                            <a:rPr lang="en-US" altLang="zh-CN" sz="2000" b="1" i="1" baseline="-25000" dirty="0" err="1"/>
                            <a:t>nn</a:t>
                          </a:r>
                          <a:endParaRPr lang="zh-CN" altLang="en-US" sz="2000" b="1" baseline="-25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extLst>
                      <a:ext uri="{0D108BD9-81ED-4DB2-BD59-A6C34878D82A}">
                        <a16:rowId xmlns:a16="http://schemas.microsoft.com/office/drawing/2014/main" val="2216783176"/>
                      </a:ext>
                    </a:extLst>
                  </a:tr>
                  <a:tr h="370840">
                    <a:tc>
                      <a:txBody>
                        <a:bodyPr/>
                        <a:lstStyle/>
                        <a:p>
                          <a:pPr algn="ctr"/>
                          <a:r>
                            <a:rPr lang="en-US" altLang="zh-CN" sz="2000" b="1" i="1" dirty="0"/>
                            <a:t>k </a:t>
                          </a:r>
                          <a:r>
                            <a:rPr lang="en-US" altLang="zh-CN" sz="2000" b="1" dirty="0"/>
                            <a:t>=</a:t>
                          </a:r>
                          <a:endParaRPr lang="zh-CN" altLang="en-US" sz="2000" b="1"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000" b="1" dirty="0"/>
                            <a:t>0</a:t>
                          </a:r>
                          <a:endParaRPr lang="zh-CN" altLang="en-US" sz="2000" b="1"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b="1" dirty="0"/>
                            <a:t>1</a:t>
                          </a:r>
                          <a:endParaRPr lang="zh-CN" altLang="en-US" sz="2000" b="1"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b="1" dirty="0"/>
                            <a:t>2</a:t>
                          </a:r>
                          <a:endParaRPr lang="zh-CN" altLang="en-US" sz="2000" b="1"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b="1" dirty="0"/>
                            <a:t>3</a:t>
                          </a:r>
                          <a:endParaRPr lang="zh-CN" altLang="en-US" sz="2000" b="1"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sz="2000" b="1"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14:m>
                            <m:oMathPara xmlns:m="http://schemas.openxmlformats.org/officeDocument/2006/math">
                              <m:oMathParaPr>
                                <m:jc m:val="centerGroup"/>
                              </m:oMathParaPr>
                              <m:oMath xmlns:m="http://schemas.openxmlformats.org/officeDocument/2006/math">
                                <m:f>
                                  <m:fPr>
                                    <m:ctrlPr>
                                      <a:rPr lang="en-US" altLang="zh-CN" sz="1600" b="1" i="1" smtClean="0">
                                        <a:latin typeface="Cambria Math" panose="02040503050406030204" pitchFamily="18" charset="0"/>
                                      </a:rPr>
                                    </m:ctrlPr>
                                  </m:fPr>
                                  <m:num>
                                    <m:r>
                                      <a:rPr lang="en-US" altLang="zh-CN" sz="1600" b="1" i="1" smtClean="0">
                                        <a:latin typeface="Cambria Math" panose="02040503050406030204" pitchFamily="18" charset="0"/>
                                      </a:rPr>
                                      <m:t>𝒏</m:t>
                                    </m:r>
                                    <m:r>
                                      <a:rPr lang="en-US" altLang="zh-CN" sz="1600" b="1" i="1" smtClean="0">
                                        <a:latin typeface="Cambria Math" panose="02040503050406030204" pitchFamily="18" charset="0"/>
                                      </a:rPr>
                                      <m:t>(</m:t>
                                    </m:r>
                                    <m:r>
                                      <a:rPr lang="en-US" altLang="zh-CN" sz="1600" b="1" i="1" smtClean="0">
                                        <a:latin typeface="Cambria Math" panose="02040503050406030204" pitchFamily="18" charset="0"/>
                                      </a:rPr>
                                      <m:t>𝒏</m:t>
                                    </m:r>
                                    <m:r>
                                      <a:rPr lang="en-US" altLang="zh-CN" sz="1600" b="1" i="1" smtClean="0">
                                        <a:latin typeface="Cambria Math" panose="02040503050406030204" pitchFamily="18" charset="0"/>
                                      </a:rPr>
                                      <m:t>−</m:t>
                                    </m:r>
                                    <m:r>
                                      <a:rPr lang="en-US" altLang="zh-CN" sz="1600" b="1" i="1" smtClean="0">
                                        <a:latin typeface="Cambria Math" panose="02040503050406030204" pitchFamily="18" charset="0"/>
                                      </a:rPr>
                                      <m:t>𝟏</m:t>
                                    </m:r>
                                    <m:r>
                                      <a:rPr lang="en-US" altLang="zh-CN" sz="1600" b="1" i="1" smtClean="0">
                                        <a:latin typeface="Cambria Math" panose="02040503050406030204" pitchFamily="18" charset="0"/>
                                      </a:rPr>
                                      <m:t>)</m:t>
                                    </m:r>
                                  </m:num>
                                  <m:den>
                                    <m:r>
                                      <a:rPr lang="en-US" altLang="zh-CN" sz="1600" b="1" i="1" smtClean="0">
                                        <a:latin typeface="Cambria Math" panose="02040503050406030204" pitchFamily="18" charset="0"/>
                                      </a:rPr>
                                      <m:t>𝟐</m:t>
                                    </m:r>
                                  </m:den>
                                </m:f>
                              </m:oMath>
                            </m:oMathPara>
                          </a14:m>
                          <a:endParaRPr lang="zh-CN" altLang="en-US" sz="1600" b="1"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sz="2000" b="1"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14:m>
                            <m:oMathPara xmlns:m="http://schemas.openxmlformats.org/officeDocument/2006/math">
                              <m:oMathParaPr>
                                <m:jc m:val="centerGroup"/>
                              </m:oMathParaPr>
                              <m:oMath xmlns:m="http://schemas.openxmlformats.org/officeDocument/2006/math">
                                <m:f>
                                  <m:fPr>
                                    <m:ctrlPr>
                                      <a:rPr lang="en-US" altLang="zh-CN" sz="1600" b="1" i="1" smtClean="0">
                                        <a:latin typeface="Cambria Math" panose="02040503050406030204" pitchFamily="18" charset="0"/>
                                      </a:rPr>
                                    </m:ctrlPr>
                                  </m:fPr>
                                  <m:num>
                                    <m:r>
                                      <a:rPr lang="en-US" altLang="zh-CN" sz="1600" b="1" i="1" smtClean="0">
                                        <a:latin typeface="Cambria Math" panose="02040503050406030204" pitchFamily="18" charset="0"/>
                                      </a:rPr>
                                      <m:t>𝒏</m:t>
                                    </m:r>
                                    <m:r>
                                      <a:rPr lang="en-US" altLang="zh-CN" sz="1600" b="1" i="1" smtClean="0">
                                        <a:latin typeface="Cambria Math" panose="02040503050406030204" pitchFamily="18" charset="0"/>
                                      </a:rPr>
                                      <m:t>(</m:t>
                                    </m:r>
                                    <m:r>
                                      <a:rPr lang="en-US" altLang="zh-CN" sz="1600" b="1" i="1" smtClean="0">
                                        <a:latin typeface="Cambria Math" panose="02040503050406030204" pitchFamily="18" charset="0"/>
                                      </a:rPr>
                                      <m:t>𝒏</m:t>
                                    </m:r>
                                    <m:r>
                                      <a:rPr lang="en-US" altLang="zh-CN" sz="1600" b="1" i="1" smtClean="0">
                                        <a:latin typeface="Cambria Math" panose="02040503050406030204" pitchFamily="18" charset="0"/>
                                      </a:rPr>
                                      <m:t>+</m:t>
                                    </m:r>
                                    <m:r>
                                      <a:rPr lang="en-US" altLang="zh-CN" sz="1600" b="1" i="1" smtClean="0">
                                        <a:latin typeface="Cambria Math" panose="02040503050406030204" pitchFamily="18" charset="0"/>
                                      </a:rPr>
                                      <m:t>𝟏</m:t>
                                    </m:r>
                                    <m:r>
                                      <a:rPr lang="en-US" altLang="zh-CN" sz="1600" b="1" i="1" smtClean="0">
                                        <a:latin typeface="Cambria Math" panose="02040503050406030204" pitchFamily="18" charset="0"/>
                                      </a:rPr>
                                      <m:t>)</m:t>
                                    </m:r>
                                  </m:num>
                                  <m:den>
                                    <m:r>
                                      <a:rPr lang="en-US" altLang="zh-CN" sz="1600" b="1" i="1" smtClean="0">
                                        <a:latin typeface="Cambria Math" panose="02040503050406030204" pitchFamily="18" charset="0"/>
                                      </a:rPr>
                                      <m:t>𝟐</m:t>
                                    </m:r>
                                  </m:den>
                                </m:f>
                                <m:r>
                                  <a:rPr lang="en-US" altLang="zh-CN" sz="1600" b="1" i="1" smtClean="0">
                                    <a:latin typeface="Cambria Math" panose="02040503050406030204" pitchFamily="18" charset="0"/>
                                  </a:rPr>
                                  <m:t>−</m:t>
                                </m:r>
                                <m:r>
                                  <a:rPr lang="en-US" altLang="zh-CN" sz="1600" b="1" i="1" smtClean="0">
                                    <a:latin typeface="Cambria Math" panose="02040503050406030204" pitchFamily="18" charset="0"/>
                                  </a:rPr>
                                  <m:t>𝟏</m:t>
                                </m:r>
                              </m:oMath>
                            </m:oMathPara>
                          </a14:m>
                          <a:endParaRPr lang="zh-CN" altLang="en-US" sz="1600" b="1"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45544099"/>
                      </a:ext>
                    </a:extLst>
                  </a:tr>
                </a:tbl>
              </a:graphicData>
            </a:graphic>
          </p:graphicFrame>
        </mc:Choice>
        <mc:Fallback xmlns="">
          <p:graphicFrame>
            <p:nvGraphicFramePr>
              <p:cNvPr id="7" name="表格 6">
                <a:extLst>
                  <a:ext uri="{FF2B5EF4-FFF2-40B4-BE49-F238E27FC236}">
                    <a16:creationId xmlns:a16="http://schemas.microsoft.com/office/drawing/2014/main" id="{DF6A7CC2-5AA6-7341-A70C-FA936A79B4C9}"/>
                  </a:ext>
                </a:extLst>
              </p:cNvPr>
              <p:cNvGraphicFramePr>
                <a:graphicFrameLocks noGrp="1"/>
              </p:cNvGraphicFramePr>
              <p:nvPr>
                <p:extLst>
                  <p:ext uri="{D42A27DB-BD31-4B8C-83A1-F6EECF244321}">
                    <p14:modId xmlns:p14="http://schemas.microsoft.com/office/powerpoint/2010/main" val="2015680062"/>
                  </p:ext>
                </p:extLst>
              </p:nvPr>
            </p:nvGraphicFramePr>
            <p:xfrm>
              <a:off x="1880177" y="5457096"/>
              <a:ext cx="8178223" cy="950595"/>
            </p:xfrm>
            <a:graphic>
              <a:graphicData uri="http://schemas.openxmlformats.org/drawingml/2006/table">
                <a:tbl>
                  <a:tblPr firstRow="1" bandRow="1">
                    <a:tableStyleId>{5940675A-B579-460E-94D1-54222C63F5DA}</a:tableStyleId>
                  </a:tblPr>
                  <a:tblGrid>
                    <a:gridCol w="758420">
                      <a:extLst>
                        <a:ext uri="{9D8B030D-6E8A-4147-A177-3AD203B41FA5}">
                          <a16:colId xmlns:a16="http://schemas.microsoft.com/office/drawing/2014/main" val="1647713846"/>
                        </a:ext>
                      </a:extLst>
                    </a:gridCol>
                    <a:gridCol w="630103">
                      <a:extLst>
                        <a:ext uri="{9D8B030D-6E8A-4147-A177-3AD203B41FA5}">
                          <a16:colId xmlns:a16="http://schemas.microsoft.com/office/drawing/2014/main" val="2096160689"/>
                        </a:ext>
                      </a:extLst>
                    </a:gridCol>
                    <a:gridCol w="686965">
                      <a:extLst>
                        <a:ext uri="{9D8B030D-6E8A-4147-A177-3AD203B41FA5}">
                          <a16:colId xmlns:a16="http://schemas.microsoft.com/office/drawing/2014/main" val="4246317233"/>
                        </a:ext>
                      </a:extLst>
                    </a:gridCol>
                    <a:gridCol w="707171">
                      <a:extLst>
                        <a:ext uri="{9D8B030D-6E8A-4147-A177-3AD203B41FA5}">
                          <a16:colId xmlns:a16="http://schemas.microsoft.com/office/drawing/2014/main" val="1709363880"/>
                        </a:ext>
                      </a:extLst>
                    </a:gridCol>
                    <a:gridCol w="681913">
                      <a:extLst>
                        <a:ext uri="{9D8B030D-6E8A-4147-A177-3AD203B41FA5}">
                          <a16:colId xmlns:a16="http://schemas.microsoft.com/office/drawing/2014/main" val="215480005"/>
                        </a:ext>
                      </a:extLst>
                    </a:gridCol>
                    <a:gridCol w="1181984">
                      <a:extLst>
                        <a:ext uri="{9D8B030D-6E8A-4147-A177-3AD203B41FA5}">
                          <a16:colId xmlns:a16="http://schemas.microsoft.com/office/drawing/2014/main" val="891201168"/>
                        </a:ext>
                      </a:extLst>
                    </a:gridCol>
                    <a:gridCol w="984987">
                      <a:extLst>
                        <a:ext uri="{9D8B030D-6E8A-4147-A177-3AD203B41FA5}">
                          <a16:colId xmlns:a16="http://schemas.microsoft.com/office/drawing/2014/main" val="837993099"/>
                        </a:ext>
                      </a:extLst>
                    </a:gridCol>
                    <a:gridCol w="1166831">
                      <a:extLst>
                        <a:ext uri="{9D8B030D-6E8A-4147-A177-3AD203B41FA5}">
                          <a16:colId xmlns:a16="http://schemas.microsoft.com/office/drawing/2014/main" val="1381035064"/>
                        </a:ext>
                      </a:extLst>
                    </a:gridCol>
                    <a:gridCol w="1379849">
                      <a:extLst>
                        <a:ext uri="{9D8B030D-6E8A-4147-A177-3AD203B41FA5}">
                          <a16:colId xmlns:a16="http://schemas.microsoft.com/office/drawing/2014/main" val="1868918636"/>
                        </a:ext>
                      </a:extLst>
                    </a:gridCol>
                  </a:tblGrid>
                  <a:tr h="396240">
                    <a:tc>
                      <a:txBody>
                        <a:bodyPr/>
                        <a:lstStyle/>
                        <a:p>
                          <a:pPr algn="ctr"/>
                          <a:endParaRPr lang="zh-CN" altLang="en-US" sz="2000" b="1" baseline="-25000"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000" b="1" i="1" dirty="0" err="1"/>
                            <a:t>a</a:t>
                          </a:r>
                          <a:r>
                            <a:rPr lang="en-US" altLang="zh-CN" sz="2000" b="1" baseline="-25000" dirty="0" err="1"/>
                            <a:t>11</a:t>
                          </a:r>
                          <a:endParaRPr lang="zh-CN" altLang="en-US" sz="2000" b="1" baseline="-25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b="1" i="1" dirty="0" err="1"/>
                            <a:t>a</a:t>
                          </a:r>
                          <a:r>
                            <a:rPr lang="en-US" altLang="zh-CN" sz="2000" b="1" i="0" baseline="-25000" dirty="0" err="1"/>
                            <a:t>21</a:t>
                          </a:r>
                          <a:endParaRPr lang="zh-CN" altLang="en-US" sz="2000" b="1" i="0" baseline="-25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b="1" i="1" dirty="0" err="1"/>
                            <a:t>a</a:t>
                          </a:r>
                          <a:r>
                            <a:rPr lang="en-US" altLang="zh-CN" sz="2000" b="1" i="0" baseline="-25000" dirty="0" err="1"/>
                            <a:t>22</a:t>
                          </a:r>
                          <a:endParaRPr lang="zh-CN" altLang="en-US" sz="2000" b="1" i="0" baseline="-25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b="1" i="1" dirty="0" err="1"/>
                            <a:t>a</a:t>
                          </a:r>
                          <a:r>
                            <a:rPr lang="en-US" altLang="zh-CN" sz="2000" b="1" baseline="-25000" dirty="0" err="1"/>
                            <a:t>31</a:t>
                          </a:r>
                          <a:endParaRPr lang="zh-CN" altLang="en-US" sz="2000" b="1" baseline="-25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ctr"/>
                          <a:r>
                            <a:rPr lang="en-US" altLang="zh-CN" sz="2000" b="1" dirty="0"/>
                            <a:t>…</a:t>
                          </a:r>
                          <a:endParaRPr lang="zh-CN" altLang="en-US"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b="1" i="1" dirty="0" err="1"/>
                            <a:t>a</a:t>
                          </a:r>
                          <a:r>
                            <a:rPr lang="en-US" altLang="zh-CN" sz="2000" b="1" i="1" baseline="-25000" dirty="0" err="1"/>
                            <a:t>n</a:t>
                          </a:r>
                          <a:r>
                            <a:rPr lang="en-US" altLang="zh-CN" sz="2000" b="1" baseline="-25000" dirty="0" err="1"/>
                            <a:t>1</a:t>
                          </a:r>
                          <a:endParaRPr lang="zh-CN" altLang="en-US" sz="2000" b="1" baseline="-25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b="1" dirty="0"/>
                            <a:t>…</a:t>
                          </a:r>
                          <a:endParaRPr lang="zh-CN" altLang="en-US" sz="20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b="1" i="1" dirty="0" err="1"/>
                            <a:t>a</a:t>
                          </a:r>
                          <a:r>
                            <a:rPr lang="en-US" altLang="zh-CN" sz="2000" b="1" i="1" baseline="-25000" dirty="0" err="1"/>
                            <a:t>nn</a:t>
                          </a:r>
                          <a:endParaRPr lang="zh-CN" altLang="en-US" sz="2000" b="1" baseline="-250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extLst>
                      <a:ext uri="{0D108BD9-81ED-4DB2-BD59-A6C34878D82A}">
                        <a16:rowId xmlns:a16="http://schemas.microsoft.com/office/drawing/2014/main" val="2216783176"/>
                      </a:ext>
                    </a:extLst>
                  </a:tr>
                  <a:tr h="554355">
                    <a:tc>
                      <a:txBody>
                        <a:bodyPr/>
                        <a:lstStyle/>
                        <a:p>
                          <a:pPr algn="ctr"/>
                          <a:r>
                            <a:rPr lang="en-US" altLang="zh-CN" sz="2000" b="1" i="1" dirty="0"/>
                            <a:t>k </a:t>
                          </a:r>
                          <a:r>
                            <a:rPr lang="en-US" altLang="zh-CN" sz="2000" b="1" dirty="0"/>
                            <a:t>=</a:t>
                          </a:r>
                          <a:endParaRPr lang="zh-CN" altLang="en-US" sz="2000" b="1"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000" b="1" dirty="0"/>
                            <a:t>0</a:t>
                          </a:r>
                          <a:endParaRPr lang="zh-CN" altLang="en-US" sz="2000" b="1"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b="1" dirty="0"/>
                            <a:t>1</a:t>
                          </a:r>
                          <a:endParaRPr lang="zh-CN" altLang="en-US" sz="2000" b="1"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b="1" dirty="0"/>
                            <a:t>2</a:t>
                          </a:r>
                          <a:endParaRPr lang="zh-CN" altLang="en-US" sz="2000" b="1"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b="1" dirty="0"/>
                            <a:t>3</a:t>
                          </a:r>
                          <a:endParaRPr lang="zh-CN" altLang="en-US" sz="2000" b="1"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zh-CN" altLang="en-US" sz="2000" b="1"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CN"/>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l="-470370" t="-76087" r="-259877"/>
                          </a:stretch>
                        </a:blipFill>
                      </a:tcPr>
                    </a:tc>
                    <a:tc>
                      <a:txBody>
                        <a:bodyPr/>
                        <a:lstStyle/>
                        <a:p>
                          <a:pPr algn="ctr"/>
                          <a:endParaRPr lang="zh-CN" altLang="en-US" sz="2000" b="1" dirty="0"/>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endParaRPr lang="zh-CN"/>
                        </a:p>
                      </a:txBody>
                      <a:tcPr>
                        <a:lnL w="12700" cmpd="sng">
                          <a:noFill/>
                        </a:lnL>
                        <a:lnR w="12700" cmpd="sng">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l="-493805" t="-76087" r="-1327"/>
                          </a:stretch>
                        </a:blipFill>
                      </a:tcPr>
                    </a:tc>
                    <a:extLst>
                      <a:ext uri="{0D108BD9-81ED-4DB2-BD59-A6C34878D82A}">
                        <a16:rowId xmlns:a16="http://schemas.microsoft.com/office/drawing/2014/main" val="2845544099"/>
                      </a:ext>
                    </a:extLst>
                  </a:tr>
                </a:tbl>
              </a:graphicData>
            </a:graphic>
          </p:graphicFrame>
        </mc:Fallback>
      </mc:AlternateContent>
    </p:spTree>
    <p:extLst>
      <p:ext uri="{BB962C8B-B14F-4D97-AF65-F5344CB8AC3E}">
        <p14:creationId xmlns:p14="http://schemas.microsoft.com/office/powerpoint/2010/main" val="40563151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1000"/>
                                        <p:tgtEl>
                                          <p:spTgt spid="6">
                                            <p:txEl>
                                              <p:pRg st="0" end="0"/>
                                            </p:txEl>
                                          </p:spTgt>
                                        </p:tgtEl>
                                      </p:cBhvr>
                                    </p:animEffect>
                                    <p:anim calcmode="lin" valueType="num">
                                      <p:cBhvr>
                                        <p:cTn id="8"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6">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fade">
                                      <p:cBhvr>
                                        <p:cTn id="12" dur="1000"/>
                                        <p:tgtEl>
                                          <p:spTgt spid="6">
                                            <p:txEl>
                                              <p:pRg st="1" end="1"/>
                                            </p:txEl>
                                          </p:spTgt>
                                        </p:tgtEl>
                                      </p:cBhvr>
                                    </p:animEffect>
                                    <p:anim calcmode="lin" valueType="num">
                                      <p:cBhvr>
                                        <p:cTn id="13"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6">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fade">
                                      <p:cBhvr>
                                        <p:cTn id="17" dur="1000"/>
                                        <p:tgtEl>
                                          <p:spTgt spid="6">
                                            <p:txEl>
                                              <p:pRg st="2" end="2"/>
                                            </p:txEl>
                                          </p:spTgt>
                                        </p:tgtEl>
                                      </p:cBhvr>
                                    </p:animEffect>
                                    <p:anim calcmode="lin" valueType="num">
                                      <p:cBhvr>
                                        <p:cTn id="18" dur="10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6">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6">
                                            <p:txEl>
                                              <p:pRg st="3" end="3"/>
                                            </p:txEl>
                                          </p:spTgt>
                                        </p:tgtEl>
                                        <p:attrNameLst>
                                          <p:attrName>style.visibility</p:attrName>
                                        </p:attrNameLst>
                                      </p:cBhvr>
                                      <p:to>
                                        <p:strVal val="visible"/>
                                      </p:to>
                                    </p:set>
                                    <p:animEffect transition="in" filter="fade">
                                      <p:cBhvr>
                                        <p:cTn id="22" dur="1000"/>
                                        <p:tgtEl>
                                          <p:spTgt spid="6">
                                            <p:txEl>
                                              <p:pRg st="3" end="3"/>
                                            </p:txEl>
                                          </p:spTgt>
                                        </p:tgtEl>
                                      </p:cBhvr>
                                    </p:animEffect>
                                    <p:anim calcmode="lin" valueType="num">
                                      <p:cBhvr>
                                        <p:cTn id="23" dur="1000" fill="hold"/>
                                        <p:tgtEl>
                                          <p:spTgt spid="6">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6">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grpId="0" nodeType="clickEffect">
                                  <p:stCondLst>
                                    <p:cond delay="0"/>
                                  </p:stCondLst>
                                  <p:childTnLst>
                                    <p:set>
                                      <p:cBhvr>
                                        <p:cTn id="28" dur="1" fill="hold">
                                          <p:stCondLst>
                                            <p:cond delay="0"/>
                                          </p:stCondLst>
                                        </p:cTn>
                                        <p:tgtEl>
                                          <p:spTgt spid="6">
                                            <p:txEl>
                                              <p:pRg st="4" end="4"/>
                                            </p:txEl>
                                          </p:spTgt>
                                        </p:tgtEl>
                                        <p:attrNameLst>
                                          <p:attrName>style.visibility</p:attrName>
                                        </p:attrNameLst>
                                      </p:cBhvr>
                                      <p:to>
                                        <p:strVal val="visible"/>
                                      </p:to>
                                    </p:set>
                                    <p:animEffect transition="in" filter="fade">
                                      <p:cBhvr>
                                        <p:cTn id="29" dur="1000"/>
                                        <p:tgtEl>
                                          <p:spTgt spid="6">
                                            <p:txEl>
                                              <p:pRg st="4" end="4"/>
                                            </p:txEl>
                                          </p:spTgt>
                                        </p:tgtEl>
                                      </p:cBhvr>
                                    </p:animEffect>
                                    <p:anim calcmode="lin" valueType="num">
                                      <p:cBhvr>
                                        <p:cTn id="30" dur="1000" fill="hold"/>
                                        <p:tgtEl>
                                          <p:spTgt spid="6">
                                            <p:txEl>
                                              <p:pRg st="4" end="4"/>
                                            </p:txEl>
                                          </p:spTgt>
                                        </p:tgtEl>
                                        <p:attrNameLst>
                                          <p:attrName>ppt_x</p:attrName>
                                        </p:attrNameLst>
                                      </p:cBhvr>
                                      <p:tavLst>
                                        <p:tav tm="0">
                                          <p:val>
                                            <p:strVal val="#ppt_x"/>
                                          </p:val>
                                        </p:tav>
                                        <p:tav tm="100000">
                                          <p:val>
                                            <p:strVal val="#ppt_x"/>
                                          </p:val>
                                        </p:tav>
                                      </p:tavLst>
                                    </p:anim>
                                    <p:anim calcmode="lin" valueType="num">
                                      <p:cBhvr>
                                        <p:cTn id="31" dur="1000" fill="hold"/>
                                        <p:tgtEl>
                                          <p:spTgt spid="6">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grpId="0" nodeType="clickEffect">
                                  <p:stCondLst>
                                    <p:cond delay="0"/>
                                  </p:stCondLst>
                                  <p:childTnLst>
                                    <p:set>
                                      <p:cBhvr>
                                        <p:cTn id="35" dur="1" fill="hold">
                                          <p:stCondLst>
                                            <p:cond delay="0"/>
                                          </p:stCondLst>
                                        </p:cTn>
                                        <p:tgtEl>
                                          <p:spTgt spid="6">
                                            <p:txEl>
                                              <p:pRg st="5" end="5"/>
                                            </p:txEl>
                                          </p:spTgt>
                                        </p:tgtEl>
                                        <p:attrNameLst>
                                          <p:attrName>style.visibility</p:attrName>
                                        </p:attrNameLst>
                                      </p:cBhvr>
                                      <p:to>
                                        <p:strVal val="visible"/>
                                      </p:to>
                                    </p:set>
                                    <p:animEffect transition="in" filter="fade">
                                      <p:cBhvr>
                                        <p:cTn id="36" dur="1000"/>
                                        <p:tgtEl>
                                          <p:spTgt spid="6">
                                            <p:txEl>
                                              <p:pRg st="5" end="5"/>
                                            </p:txEl>
                                          </p:spTgt>
                                        </p:tgtEl>
                                      </p:cBhvr>
                                    </p:animEffect>
                                    <p:anim calcmode="lin" valueType="num">
                                      <p:cBhvr>
                                        <p:cTn id="37" dur="1000" fill="hold"/>
                                        <p:tgtEl>
                                          <p:spTgt spid="6">
                                            <p:txEl>
                                              <p:pRg st="5" end="5"/>
                                            </p:txEl>
                                          </p:spTgt>
                                        </p:tgtEl>
                                        <p:attrNameLst>
                                          <p:attrName>ppt_x</p:attrName>
                                        </p:attrNameLst>
                                      </p:cBhvr>
                                      <p:tavLst>
                                        <p:tav tm="0">
                                          <p:val>
                                            <p:strVal val="#ppt_x"/>
                                          </p:val>
                                        </p:tav>
                                        <p:tav tm="100000">
                                          <p:val>
                                            <p:strVal val="#ppt_x"/>
                                          </p:val>
                                        </p:tav>
                                      </p:tavLst>
                                    </p:anim>
                                    <p:anim calcmode="lin" valueType="num">
                                      <p:cBhvr>
                                        <p:cTn id="38" dur="1000" fill="hold"/>
                                        <p:tgtEl>
                                          <p:spTgt spid="6">
                                            <p:txEl>
                                              <p:pRg st="5" end="5"/>
                                            </p:txEl>
                                          </p:spTgt>
                                        </p:tgtEl>
                                        <p:attrNameLst>
                                          <p:attrName>ppt_y</p:attrName>
                                        </p:attrNameLst>
                                      </p:cBhvr>
                                      <p:tavLst>
                                        <p:tav tm="0">
                                          <p:val>
                                            <p:strVal val="#ppt_y+.1"/>
                                          </p:val>
                                        </p:tav>
                                        <p:tav tm="100000">
                                          <p:val>
                                            <p:strVal val="#ppt_y"/>
                                          </p:val>
                                        </p:tav>
                                      </p:tavLst>
                                    </p:anim>
                                  </p:childTnLst>
                                </p:cTn>
                              </p:par>
                              <p:par>
                                <p:cTn id="39" presetID="42" presetClass="entr" presetSubtype="0" fill="hold" grpId="0" nodeType="withEffect">
                                  <p:stCondLst>
                                    <p:cond delay="0"/>
                                  </p:stCondLst>
                                  <p:childTnLst>
                                    <p:set>
                                      <p:cBhvr>
                                        <p:cTn id="40" dur="1" fill="hold">
                                          <p:stCondLst>
                                            <p:cond delay="0"/>
                                          </p:stCondLst>
                                        </p:cTn>
                                        <p:tgtEl>
                                          <p:spTgt spid="6">
                                            <p:txEl>
                                              <p:pRg st="6" end="6"/>
                                            </p:txEl>
                                          </p:spTgt>
                                        </p:tgtEl>
                                        <p:attrNameLst>
                                          <p:attrName>style.visibility</p:attrName>
                                        </p:attrNameLst>
                                      </p:cBhvr>
                                      <p:to>
                                        <p:strVal val="visible"/>
                                      </p:to>
                                    </p:set>
                                    <p:animEffect transition="in" filter="fade">
                                      <p:cBhvr>
                                        <p:cTn id="41" dur="1000"/>
                                        <p:tgtEl>
                                          <p:spTgt spid="6">
                                            <p:txEl>
                                              <p:pRg st="6" end="6"/>
                                            </p:txEl>
                                          </p:spTgt>
                                        </p:tgtEl>
                                      </p:cBhvr>
                                    </p:animEffect>
                                    <p:anim calcmode="lin" valueType="num">
                                      <p:cBhvr>
                                        <p:cTn id="42" dur="1000" fill="hold"/>
                                        <p:tgtEl>
                                          <p:spTgt spid="6">
                                            <p:txEl>
                                              <p:pRg st="6" end="6"/>
                                            </p:txEl>
                                          </p:spTgt>
                                        </p:tgtEl>
                                        <p:attrNameLst>
                                          <p:attrName>ppt_x</p:attrName>
                                        </p:attrNameLst>
                                      </p:cBhvr>
                                      <p:tavLst>
                                        <p:tav tm="0">
                                          <p:val>
                                            <p:strVal val="#ppt_x"/>
                                          </p:val>
                                        </p:tav>
                                        <p:tav tm="100000">
                                          <p:val>
                                            <p:strVal val="#ppt_x"/>
                                          </p:val>
                                        </p:tav>
                                      </p:tavLst>
                                    </p:anim>
                                    <p:anim calcmode="lin" valueType="num">
                                      <p:cBhvr>
                                        <p:cTn id="43" dur="1000" fill="hold"/>
                                        <p:tgtEl>
                                          <p:spTgt spid="6">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42" presetClass="entr" presetSubtype="0" fill="hold" grpId="0" nodeType="clickEffect">
                                  <p:stCondLst>
                                    <p:cond delay="0"/>
                                  </p:stCondLst>
                                  <p:childTnLst>
                                    <p:set>
                                      <p:cBhvr>
                                        <p:cTn id="47" dur="1" fill="hold">
                                          <p:stCondLst>
                                            <p:cond delay="0"/>
                                          </p:stCondLst>
                                        </p:cTn>
                                        <p:tgtEl>
                                          <p:spTgt spid="6">
                                            <p:txEl>
                                              <p:pRg st="7" end="7"/>
                                            </p:txEl>
                                          </p:spTgt>
                                        </p:tgtEl>
                                        <p:attrNameLst>
                                          <p:attrName>style.visibility</p:attrName>
                                        </p:attrNameLst>
                                      </p:cBhvr>
                                      <p:to>
                                        <p:strVal val="visible"/>
                                      </p:to>
                                    </p:set>
                                    <p:animEffect transition="in" filter="fade">
                                      <p:cBhvr>
                                        <p:cTn id="48" dur="1000"/>
                                        <p:tgtEl>
                                          <p:spTgt spid="6">
                                            <p:txEl>
                                              <p:pRg st="7" end="7"/>
                                            </p:txEl>
                                          </p:spTgt>
                                        </p:tgtEl>
                                      </p:cBhvr>
                                    </p:animEffect>
                                    <p:anim calcmode="lin" valueType="num">
                                      <p:cBhvr>
                                        <p:cTn id="49" dur="1000" fill="hold"/>
                                        <p:tgtEl>
                                          <p:spTgt spid="6">
                                            <p:txEl>
                                              <p:pRg st="7" end="7"/>
                                            </p:txEl>
                                          </p:spTgt>
                                        </p:tgtEl>
                                        <p:attrNameLst>
                                          <p:attrName>ppt_x</p:attrName>
                                        </p:attrNameLst>
                                      </p:cBhvr>
                                      <p:tavLst>
                                        <p:tav tm="0">
                                          <p:val>
                                            <p:strVal val="#ppt_x"/>
                                          </p:val>
                                        </p:tav>
                                        <p:tav tm="100000">
                                          <p:val>
                                            <p:strVal val="#ppt_x"/>
                                          </p:val>
                                        </p:tav>
                                      </p:tavLst>
                                    </p:anim>
                                    <p:anim calcmode="lin" valueType="num">
                                      <p:cBhvr>
                                        <p:cTn id="50" dur="1000" fill="hold"/>
                                        <p:tgtEl>
                                          <p:spTgt spid="6">
                                            <p:txEl>
                                              <p:pRg st="7" end="7"/>
                                            </p:txEl>
                                          </p:spTgt>
                                        </p:tgtEl>
                                        <p:attrNameLst>
                                          <p:attrName>ppt_y</p:attrName>
                                        </p:attrNameLst>
                                      </p:cBhvr>
                                      <p:tavLst>
                                        <p:tav tm="0">
                                          <p:val>
                                            <p:strVal val="#ppt_y+.1"/>
                                          </p:val>
                                        </p:tav>
                                        <p:tav tm="100000">
                                          <p:val>
                                            <p:strVal val="#ppt_y"/>
                                          </p:val>
                                        </p:tav>
                                      </p:tavLst>
                                    </p:anim>
                                  </p:childTnLst>
                                </p:cTn>
                              </p:par>
                              <p:par>
                                <p:cTn id="51" presetID="42" presetClass="entr" presetSubtype="0" fill="hold" nodeType="withEffect">
                                  <p:stCondLst>
                                    <p:cond delay="0"/>
                                  </p:stCondLst>
                                  <p:childTnLst>
                                    <p:set>
                                      <p:cBhvr>
                                        <p:cTn id="52" dur="1" fill="hold">
                                          <p:stCondLst>
                                            <p:cond delay="0"/>
                                          </p:stCondLst>
                                        </p:cTn>
                                        <p:tgtEl>
                                          <p:spTgt spid="7"/>
                                        </p:tgtEl>
                                        <p:attrNameLst>
                                          <p:attrName>style.visibility</p:attrName>
                                        </p:attrNameLst>
                                      </p:cBhvr>
                                      <p:to>
                                        <p:strVal val="visible"/>
                                      </p:to>
                                    </p:set>
                                    <p:animEffect transition="in" filter="fade">
                                      <p:cBhvr>
                                        <p:cTn id="53" dur="1000"/>
                                        <p:tgtEl>
                                          <p:spTgt spid="7"/>
                                        </p:tgtEl>
                                      </p:cBhvr>
                                    </p:animEffect>
                                    <p:anim calcmode="lin" valueType="num">
                                      <p:cBhvr>
                                        <p:cTn id="54" dur="1000" fill="hold"/>
                                        <p:tgtEl>
                                          <p:spTgt spid="7"/>
                                        </p:tgtEl>
                                        <p:attrNameLst>
                                          <p:attrName>ppt_x</p:attrName>
                                        </p:attrNameLst>
                                      </p:cBhvr>
                                      <p:tavLst>
                                        <p:tav tm="0">
                                          <p:val>
                                            <p:strVal val="#ppt_x"/>
                                          </p:val>
                                        </p:tav>
                                        <p:tav tm="100000">
                                          <p:val>
                                            <p:strVal val="#ppt_x"/>
                                          </p:val>
                                        </p:tav>
                                      </p:tavLst>
                                    </p:anim>
                                    <p:anim calcmode="lin" valueType="num">
                                      <p:cBhvr>
                                        <p:cTn id="55"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F8277533-422C-BA07-9545-CCF9F892B3E3}"/>
              </a:ext>
            </a:extLst>
          </p:cNvPr>
          <p:cNvSpPr>
            <a:spLocks noGrp="1"/>
          </p:cNvSpPr>
          <p:nvPr>
            <p:ph type="sldNum" sz="quarter" idx="12"/>
          </p:nvPr>
        </p:nvSpPr>
        <p:spPr/>
        <p:txBody>
          <a:bodyPr/>
          <a:lstStyle/>
          <a:p>
            <a:fld id="{D7C0FE0B-717B-41AE-9FA2-CA4BF851D1C3}" type="slidenum">
              <a:rPr lang="zh-CN" altLang="en-US" smtClean="0"/>
              <a:t>9</a:t>
            </a:fld>
            <a:endParaRPr lang="zh-CN" altLang="en-US"/>
          </a:p>
        </p:txBody>
      </p:sp>
      <p:sp>
        <p:nvSpPr>
          <p:cNvPr id="3" name="Rectangle 2">
            <a:extLst>
              <a:ext uri="{FF2B5EF4-FFF2-40B4-BE49-F238E27FC236}">
                <a16:creationId xmlns:a16="http://schemas.microsoft.com/office/drawing/2014/main" id="{294538AB-A624-E964-35AC-3A0F460007A2}"/>
              </a:ext>
            </a:extLst>
          </p:cNvPr>
          <p:cNvSpPr>
            <a:spLocks noChangeArrowheads="1"/>
          </p:cNvSpPr>
          <p:nvPr/>
        </p:nvSpPr>
        <p:spPr bwMode="auto">
          <a:xfrm>
            <a:off x="520581" y="1086012"/>
            <a:ext cx="5289749" cy="4201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67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266700" algn="just" defTabSz="914400" rtl="0" eaLnBrk="0" fontAlgn="base" latinLnBrk="0" hangingPunct="0">
              <a:lnSpc>
                <a:spcPct val="120000"/>
              </a:lnSpc>
              <a:spcBef>
                <a:spcPts val="1200"/>
              </a:spcBef>
              <a:spcAft>
                <a:spcPct val="0"/>
              </a:spcAft>
              <a:buClrTx/>
              <a:buSzTx/>
              <a:buFontTx/>
              <a:buNone/>
              <a:tabLst/>
            </a:pPr>
            <a:r>
              <a:rPr kumimoji="0" lang="en-US" altLang="zh-CN"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  </a:t>
            </a:r>
            <a:r>
              <a:rPr kumimoji="0" lang="zh-CN" altLang="zh-CN"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压缩存储的方法同样也适用于</a:t>
            </a:r>
            <a:r>
              <a:rPr kumimoji="0" lang="zh-CN" altLang="zh-CN" b="1" i="0" u="none" strike="noStrike" cap="none" normalizeH="0" baseline="0" dirty="0">
                <a:ln>
                  <a:noFill/>
                </a:ln>
                <a:solidFill>
                  <a:srgbClr val="C00000"/>
                </a:solidFill>
                <a:effectLst>
                  <a:outerShdw blurRad="38100" dist="38100" dir="2700000" algn="tl">
                    <a:srgbClr val="000000">
                      <a:alpha val="43137"/>
                    </a:srgbClr>
                  </a:outerShdw>
                </a:effectLst>
                <a:latin typeface="+mn-lt"/>
                <a:ea typeface="宋体" panose="02010600030101010101" pitchFamily="2" charset="-122"/>
                <a:cs typeface="Times New Roman" panose="02020603050405020304" pitchFamily="18" charset="0"/>
              </a:rPr>
              <a:t>三角矩阵</a:t>
            </a:r>
            <a:r>
              <a:rPr kumimoji="0" lang="zh-CN" altLang="zh-CN"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。所谓</a:t>
            </a:r>
            <a:r>
              <a:rPr kumimoji="0" lang="zh-CN" altLang="zh-CN" i="0" u="none" strike="noStrike" cap="none" normalizeH="0" baseline="0" dirty="0">
                <a:ln>
                  <a:noFill/>
                </a:ln>
                <a:solidFill>
                  <a:srgbClr val="C00000"/>
                </a:solidFill>
                <a:effectLst>
                  <a:outerShdw blurRad="38100" dist="38100" dir="2700000" algn="tl">
                    <a:srgbClr val="000000">
                      <a:alpha val="43137"/>
                    </a:srgbClr>
                  </a:outerShdw>
                </a:effectLst>
                <a:latin typeface="+mn-lt"/>
                <a:ea typeface="楷体" panose="02010609060101010101" pitchFamily="49" charset="-122"/>
                <a:cs typeface="Times New Roman" panose="02020603050405020304" pitchFamily="18" charset="0"/>
              </a:rPr>
              <a:t>下</a:t>
            </a:r>
            <a:r>
              <a:rPr kumimoji="0" lang="zh-CN" altLang="zh-CN" i="0" u="none" strike="noStrike" cap="none" normalizeH="0" baseline="0" dirty="0">
                <a:ln>
                  <a:noFill/>
                </a:ln>
                <a:solidFill>
                  <a:srgbClr val="C00000"/>
                </a:solidFill>
                <a:effectLst>
                  <a:outerShdw blurRad="38100" dist="38100" dir="2700000" algn="tl">
                    <a:srgbClr val="000000">
                      <a:alpha val="43137"/>
                    </a:srgbClr>
                  </a:outerShdw>
                </a:effectLst>
                <a:latin typeface="+mn-lt"/>
                <a:ea typeface="宋体" panose="02010600030101010101" pitchFamily="2" charset="-122"/>
                <a:cs typeface="Times New Roman" panose="02020603050405020304" pitchFamily="18" charset="0"/>
              </a:rPr>
              <a:t>（</a:t>
            </a:r>
            <a:r>
              <a:rPr kumimoji="0" lang="zh-CN" altLang="zh-CN" i="0" u="none" strike="noStrike" cap="none" normalizeH="0" baseline="0" dirty="0">
                <a:ln>
                  <a:noFill/>
                </a:ln>
                <a:solidFill>
                  <a:srgbClr val="C00000"/>
                </a:solidFill>
                <a:effectLst>
                  <a:outerShdw blurRad="38100" dist="38100" dir="2700000" algn="tl">
                    <a:srgbClr val="000000">
                      <a:alpha val="43137"/>
                    </a:srgbClr>
                  </a:outerShdw>
                </a:effectLst>
                <a:latin typeface="+mn-lt"/>
                <a:ea typeface="楷体" panose="02010609060101010101" pitchFamily="49" charset="-122"/>
                <a:cs typeface="Times New Roman" panose="02020603050405020304" pitchFamily="18" charset="0"/>
              </a:rPr>
              <a:t>上</a:t>
            </a:r>
            <a:r>
              <a:rPr kumimoji="0" lang="zh-CN" altLang="zh-CN" i="0" u="none" strike="noStrike" cap="none" normalizeH="0" baseline="0" dirty="0">
                <a:ln>
                  <a:noFill/>
                </a:ln>
                <a:solidFill>
                  <a:srgbClr val="C00000"/>
                </a:solidFill>
                <a:effectLst>
                  <a:outerShdw blurRad="38100" dist="38100" dir="2700000" algn="tl">
                    <a:srgbClr val="000000">
                      <a:alpha val="43137"/>
                    </a:srgbClr>
                  </a:outerShdw>
                </a:effectLst>
                <a:latin typeface="+mn-lt"/>
                <a:ea typeface="宋体" panose="02010600030101010101" pitchFamily="2" charset="-122"/>
                <a:cs typeface="Times New Roman" panose="02020603050405020304" pitchFamily="18" charset="0"/>
              </a:rPr>
              <a:t>）</a:t>
            </a:r>
            <a:r>
              <a:rPr kumimoji="0" lang="zh-CN" altLang="zh-CN" i="0" u="none" strike="noStrike" cap="none" normalizeH="0" baseline="0" dirty="0">
                <a:ln>
                  <a:noFill/>
                </a:ln>
                <a:solidFill>
                  <a:srgbClr val="C00000"/>
                </a:solidFill>
                <a:effectLst>
                  <a:outerShdw blurRad="38100" dist="38100" dir="2700000" algn="tl">
                    <a:srgbClr val="000000">
                      <a:alpha val="43137"/>
                    </a:srgbClr>
                  </a:outerShdw>
                </a:effectLst>
                <a:latin typeface="+mn-lt"/>
                <a:ea typeface="楷体" panose="02010609060101010101" pitchFamily="49" charset="-122"/>
                <a:cs typeface="Times New Roman" panose="02020603050405020304" pitchFamily="18" charset="0"/>
              </a:rPr>
              <a:t>三角矩阵</a:t>
            </a:r>
            <a:r>
              <a:rPr kumimoji="0" lang="zh-CN" altLang="zh-CN"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是指矩阵的上（下）三角（不包括对角线）中的元均为常数</a:t>
            </a:r>
            <a:r>
              <a:rPr kumimoji="0" lang="en-US" altLang="zh-CN" b="1" i="1"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c</a:t>
            </a:r>
            <a:r>
              <a:rPr kumimoji="0" lang="zh-CN" altLang="en-US"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或零的</a:t>
            </a:r>
            <a:r>
              <a:rPr kumimoji="0" lang="en-US" altLang="zh-CN" b="1" i="1"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n</a:t>
            </a:r>
            <a:r>
              <a:rPr kumimoji="0" lang="zh-CN" altLang="en-US"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阶矩阵。则除了和对称矩阵一样，只存储其下（上）三角中的元之外，再加一个存储常数</a:t>
            </a:r>
            <a:r>
              <a:rPr kumimoji="0" lang="en-US" altLang="zh-CN" b="1" i="1"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c</a:t>
            </a:r>
            <a:r>
              <a:rPr kumimoji="0" lang="zh-CN" altLang="en-US"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的存储空间即可。</a:t>
            </a:r>
            <a:endParaRPr kumimoji="0" lang="zh-CN" altLang="en-US" b="0" i="0" u="none" strike="noStrike" cap="none" normalizeH="0" baseline="0" dirty="0">
              <a:ln>
                <a:noFill/>
              </a:ln>
              <a:solidFill>
                <a:schemeClr val="tx1"/>
              </a:solidFill>
              <a:effectLst/>
              <a:latin typeface="+mn-lt"/>
            </a:endParaRPr>
          </a:p>
          <a:p>
            <a:pPr marL="0" marR="0" lvl="0" indent="266700" algn="just" defTabSz="914400" rtl="0" eaLnBrk="0" fontAlgn="base" latinLnBrk="0" hangingPunct="0">
              <a:lnSpc>
                <a:spcPct val="120000"/>
              </a:lnSpc>
              <a:spcBef>
                <a:spcPts val="1200"/>
              </a:spcBef>
              <a:spcAft>
                <a:spcPct val="0"/>
              </a:spcAft>
              <a:buClrTx/>
              <a:buSzTx/>
              <a:buFontTx/>
              <a:buNone/>
              <a:tabLst/>
            </a:pPr>
            <a:r>
              <a:rPr kumimoji="0" lang="zh-CN" altLang="en-US"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  在数值分析中经常出现的还有另一类特殊矩阵是</a:t>
            </a:r>
            <a:r>
              <a:rPr kumimoji="0" lang="zh-CN" altLang="en-US" b="1" i="0" u="none" strike="noStrike" cap="none" normalizeH="0" baseline="0" dirty="0">
                <a:ln>
                  <a:noFill/>
                </a:ln>
                <a:solidFill>
                  <a:srgbClr val="C00000"/>
                </a:solidFill>
                <a:effectLst>
                  <a:outerShdw blurRad="38100" dist="38100" dir="2700000" algn="tl">
                    <a:srgbClr val="000000">
                      <a:alpha val="43137"/>
                    </a:srgbClr>
                  </a:outerShdw>
                </a:effectLst>
                <a:latin typeface="+mn-lt"/>
                <a:ea typeface="楷体" panose="02010609060101010101" pitchFamily="49" charset="-122"/>
                <a:cs typeface="Times New Roman" panose="02020603050405020304" pitchFamily="18" charset="0"/>
              </a:rPr>
              <a:t>对角矩阵</a:t>
            </a:r>
            <a:r>
              <a:rPr kumimoji="0" lang="zh-CN" altLang="en-US"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。在这种矩阵中，所有的非零元都集中在以主对角线为中心的</a:t>
            </a:r>
            <a:r>
              <a:rPr kumimoji="0" lang="zh-CN" altLang="en-US" b="1" i="0" u="none" strike="noStrike" cap="none" normalizeH="0" baseline="0" dirty="0">
                <a:ln>
                  <a:noFill/>
                </a:ln>
                <a:solidFill>
                  <a:srgbClr val="041ABC"/>
                </a:solidFill>
                <a:effectLst>
                  <a:outerShdw blurRad="38100" dist="38100" dir="2700000" algn="tl">
                    <a:srgbClr val="000000">
                      <a:alpha val="43137"/>
                    </a:srgbClr>
                  </a:outerShdw>
                </a:effectLst>
                <a:latin typeface="+mn-lt"/>
                <a:ea typeface="宋体" panose="02010600030101010101" pitchFamily="2" charset="-122"/>
                <a:cs typeface="Times New Roman" panose="02020603050405020304" pitchFamily="18" charset="0"/>
              </a:rPr>
              <a:t>带状区域</a:t>
            </a:r>
            <a:r>
              <a:rPr kumimoji="0" lang="zh-CN" altLang="en-US"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中。即除了主对角线上和直接在对角线上、下方若干条对角线上的元之外，所有其他的元皆为零。如</a:t>
            </a:r>
            <a:r>
              <a:rPr kumimoji="0" lang="zh-CN" altLang="en-US" b="0" i="0" u="none" strike="noStrike" cap="none" normalizeH="0" baseline="0" dirty="0">
                <a:ln>
                  <a:noFill/>
                </a:ln>
                <a:solidFill>
                  <a:schemeClr val="tx1"/>
                </a:solidFill>
                <a:effectLst/>
                <a:latin typeface="+mj-ea"/>
                <a:ea typeface="+mj-ea"/>
                <a:cs typeface="Times New Roman" panose="02020603050405020304" pitchFamily="18" charset="0"/>
              </a:rPr>
              <a:t>图</a:t>
            </a:r>
            <a:r>
              <a:rPr kumimoji="0" lang="en-US" altLang="zh-CN" b="0" i="0" u="none" strike="noStrike" cap="none" normalizeH="0" baseline="0" dirty="0">
                <a:ln>
                  <a:noFill/>
                </a:ln>
                <a:solidFill>
                  <a:schemeClr val="tx1"/>
                </a:solidFill>
                <a:effectLst/>
                <a:latin typeface="+mj-ea"/>
                <a:ea typeface="+mj-ea"/>
                <a:cs typeface="Times New Roman" panose="02020603050405020304" pitchFamily="18" charset="0"/>
              </a:rPr>
              <a:t>5.4</a:t>
            </a:r>
            <a:r>
              <a:rPr kumimoji="0" lang="zh-CN" altLang="en-US" b="0" i="0" u="none" strike="noStrike" cap="none" normalizeH="0" baseline="0" dirty="0">
                <a:ln>
                  <a:noFill/>
                </a:ln>
                <a:solidFill>
                  <a:schemeClr val="tx1"/>
                </a:solidFill>
                <a:effectLst/>
                <a:latin typeface="+mn-lt"/>
                <a:ea typeface="宋体" panose="02010600030101010101" pitchFamily="2" charset="-122"/>
                <a:cs typeface="Times New Roman" panose="02020603050405020304" pitchFamily="18" charset="0"/>
              </a:rPr>
              <a:t>所示。对这种矩阵，也可按某个原则（或以行为主，或以对角线的顺序）将其压缩存储到一维数组上。</a:t>
            </a:r>
            <a:endParaRPr kumimoji="0" lang="zh-CN" altLang="en-US" b="0" i="0" u="none" strike="noStrike" cap="none" normalizeH="0" baseline="0" dirty="0">
              <a:ln>
                <a:noFill/>
              </a:ln>
              <a:solidFill>
                <a:schemeClr val="tx1"/>
              </a:solidFill>
              <a:effectLst/>
              <a:latin typeface="+mn-lt"/>
            </a:endParaRPr>
          </a:p>
        </p:txBody>
      </p:sp>
      <p:pic>
        <p:nvPicPr>
          <p:cNvPr id="1025" name="Picture 1">
            <a:extLst>
              <a:ext uri="{FF2B5EF4-FFF2-40B4-BE49-F238E27FC236}">
                <a16:creationId xmlns:a16="http://schemas.microsoft.com/office/drawing/2014/main" id="{D7DC9815-2F64-9D8B-81D1-2A0BDFFB4A68}"/>
              </a:ext>
            </a:extLst>
          </p:cNvPr>
          <p:cNvPicPr>
            <a:picLocks noChangeAspect="1" noChangeArrowheads="1"/>
          </p:cNvPicPr>
          <p:nvPr/>
        </p:nvPicPr>
        <p:blipFill>
          <a:blip r:embed="rId2" r:link="rId3">
            <a:extLst>
              <a:ext uri="{28A0092B-C50C-407E-A947-70E740481C1C}">
                <a14:useLocalDpi xmlns:a14="http://schemas.microsoft.com/office/drawing/2010/main" val="0"/>
              </a:ext>
            </a:extLst>
          </a:blip>
          <a:srcRect/>
          <a:stretch>
            <a:fillRect/>
          </a:stretch>
        </p:blipFill>
        <p:spPr bwMode="auto">
          <a:xfrm>
            <a:off x="6322868" y="2706457"/>
            <a:ext cx="5443882" cy="2974943"/>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98625711-2F1C-927E-9C4B-5D5CBD5D08AA}"/>
              </a:ext>
            </a:extLst>
          </p:cNvPr>
          <p:cNvSpPr>
            <a:spLocks noChangeArrowheads="1"/>
          </p:cNvSpPr>
          <p:nvPr/>
        </p:nvSpPr>
        <p:spPr bwMode="auto">
          <a:xfrm>
            <a:off x="6693866" y="993081"/>
            <a:ext cx="4701886" cy="13889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67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266700" algn="just" defTabSz="914400" rtl="0" eaLnBrk="0" fontAlgn="base" latinLnBrk="0" hangingPunct="0">
              <a:lnSpc>
                <a:spcPct val="120000"/>
              </a:lnSpc>
              <a:spcBef>
                <a:spcPct val="0"/>
              </a:spcBef>
              <a:spcAft>
                <a:spcPct val="0"/>
              </a:spcAft>
              <a:buClrTx/>
              <a:buSzTx/>
              <a:buFontTx/>
              <a:buNone/>
              <a:tabLst/>
            </a:pPr>
            <a:r>
              <a:rPr kumimoji="0" lang="zh-CN" altLang="en-US"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  在统称为特殊矩阵的这些矩阵中，非零元的分布都有明显规律，都可将其压缩存储到一维数组中，并找到每个非零元在一维数组中的对应关系。</a:t>
            </a:r>
            <a:endParaRPr kumimoji="0" lang="zh-CN" altLang="en-US" b="0" i="0" u="none" strike="noStrike" cap="none" normalizeH="0" baseline="0" dirty="0">
              <a:ln>
                <a:noFill/>
              </a:ln>
              <a:solidFill>
                <a:schemeClr val="tx1"/>
              </a:solidFill>
              <a:effectLst/>
            </a:endParaRPr>
          </a:p>
        </p:txBody>
      </p:sp>
      <p:sp>
        <p:nvSpPr>
          <p:cNvPr id="6" name="文本框 5">
            <a:extLst>
              <a:ext uri="{FF2B5EF4-FFF2-40B4-BE49-F238E27FC236}">
                <a16:creationId xmlns:a16="http://schemas.microsoft.com/office/drawing/2014/main" id="{E780236F-FBAE-3F7F-62F5-76AB2C2C04E6}"/>
              </a:ext>
            </a:extLst>
          </p:cNvPr>
          <p:cNvSpPr txBox="1"/>
          <p:nvPr/>
        </p:nvSpPr>
        <p:spPr>
          <a:xfrm>
            <a:off x="7296453" y="5741876"/>
            <a:ext cx="3916768" cy="553998"/>
          </a:xfrm>
          <a:prstGeom prst="rect">
            <a:avLst/>
          </a:prstGeom>
          <a:noFill/>
        </p:spPr>
        <p:txBody>
          <a:bodyPr wrap="square">
            <a:spAutoFit/>
          </a:bodyPr>
          <a:lstStyle/>
          <a:p>
            <a:pPr marL="0" marR="0" lvl="0" indent="266700" algn="ctr" defTabSz="914400" rtl="0" eaLnBrk="0" fontAlgn="base" latinLnBrk="0" hangingPunct="0">
              <a:lnSpc>
                <a:spcPct val="100000"/>
              </a:lnSpc>
              <a:spcBef>
                <a:spcPct val="0"/>
              </a:spcBef>
              <a:spcAft>
                <a:spcPct val="0"/>
              </a:spcAft>
              <a:buClrTx/>
              <a:buSzTx/>
              <a:buFontTx/>
              <a:buNone/>
              <a:tabLst/>
            </a:pPr>
            <a:r>
              <a:rPr kumimoji="0" lang="zh-CN" altLang="zh-CN" sz="1600" b="1" i="0" u="none" strike="noStrike" cap="none" normalizeH="0" baseline="0" dirty="0">
                <a:ln>
                  <a:noFill/>
                </a:ln>
                <a:solidFill>
                  <a:schemeClr val="tx1"/>
                </a:solidFill>
                <a:effectLst/>
                <a:latin typeface="+mj-ea"/>
                <a:ea typeface="+mj-ea"/>
                <a:cs typeface="Times New Roman" panose="02020603050405020304" pitchFamily="18" charset="0"/>
              </a:rPr>
              <a:t>图</a:t>
            </a:r>
            <a:r>
              <a:rPr kumimoji="0" lang="en-US" altLang="zh-CN" sz="1600" b="1" i="0" u="none" strike="noStrike" cap="none" normalizeH="0" baseline="0" dirty="0">
                <a:ln>
                  <a:noFill/>
                </a:ln>
                <a:solidFill>
                  <a:schemeClr val="tx1"/>
                </a:solidFill>
                <a:effectLst/>
                <a:latin typeface="+mj-ea"/>
                <a:ea typeface="+mj-ea"/>
                <a:cs typeface="Times New Roman" panose="02020603050405020304" pitchFamily="18" charset="0"/>
              </a:rPr>
              <a:t>5.4 </a:t>
            </a:r>
            <a:r>
              <a:rPr kumimoji="0" lang="zh-CN" altLang="en-US" sz="16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对角矩阵</a:t>
            </a:r>
            <a:endParaRPr kumimoji="0" lang="zh-CN" altLang="en-US" sz="1600" b="1" i="0" u="none" strike="noStrike" cap="none" normalizeH="0" baseline="0" dirty="0">
              <a:ln>
                <a:noFill/>
              </a:ln>
              <a:solidFill>
                <a:schemeClr val="tx1"/>
              </a:solidFill>
              <a:effectLst/>
            </a:endParaRPr>
          </a:p>
          <a:p>
            <a:pPr marL="0" marR="0" lvl="0" indent="266700" algn="ctr" defTabSz="914400" rtl="0" eaLnBrk="0" fontAlgn="base" latinLnBrk="0" hangingPunct="0">
              <a:lnSpc>
                <a:spcPct val="100000"/>
              </a:lnSpc>
              <a:spcBef>
                <a:spcPct val="0"/>
              </a:spcBef>
              <a:spcAft>
                <a:spcPct val="0"/>
              </a:spcAft>
              <a:buClrTx/>
              <a:buSzTx/>
              <a:buFontTx/>
              <a:buNone/>
              <a:tabLst/>
            </a:pPr>
            <a:r>
              <a:rPr kumimoji="0" lang="en-US" altLang="zh-CN" sz="1400" b="1" i="0" u="none" strike="noStrike" cap="none" normalizeH="0" baseline="0" dirty="0">
                <a:ln>
                  <a:noFill/>
                </a:ln>
                <a:solidFill>
                  <a:schemeClr val="tx1"/>
                </a:solidFill>
                <a:effectLst/>
                <a:latin typeface="等线" panose="02010600030101010101" pitchFamily="2" charset="-122"/>
                <a:ea typeface="宋体" panose="02010600030101010101" pitchFamily="2" charset="-122"/>
                <a:cs typeface="Times New Roman" panose="02020603050405020304" pitchFamily="18" charset="0"/>
              </a:rPr>
              <a:t>(a) </a:t>
            </a:r>
            <a:r>
              <a:rPr kumimoji="0" lang="zh-CN" altLang="en-US" sz="14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一般情形：</a:t>
            </a:r>
            <a:r>
              <a:rPr kumimoji="0" lang="zh-CN" altLang="en-US" sz="1400" b="1" i="0" u="none" strike="noStrike" cap="none" normalizeH="0" baseline="0" dirty="0">
                <a:ln>
                  <a:noFill/>
                </a:ln>
                <a:solidFill>
                  <a:schemeClr val="tx1"/>
                </a:solidFill>
                <a:effectLst/>
                <a:latin typeface="等线" panose="02010600030101010101" pitchFamily="2" charset="-122"/>
                <a:ea typeface="宋体" panose="02010600030101010101" pitchFamily="2" charset="-122"/>
                <a:cs typeface="Times New Roman" panose="02020603050405020304" pitchFamily="18" charset="0"/>
              </a:rPr>
              <a:t> </a:t>
            </a:r>
            <a:r>
              <a:rPr kumimoji="0" lang="en-US" altLang="zh-CN" sz="1400" b="1" i="0" u="none" strike="noStrike" cap="none" normalizeH="0" baseline="0" dirty="0">
                <a:ln>
                  <a:noFill/>
                </a:ln>
                <a:solidFill>
                  <a:schemeClr val="tx1"/>
                </a:solidFill>
                <a:effectLst/>
                <a:latin typeface="等线" panose="02010600030101010101" pitchFamily="2" charset="-122"/>
                <a:ea typeface="宋体" panose="02010600030101010101" pitchFamily="2" charset="-122"/>
                <a:cs typeface="Times New Roman" panose="02020603050405020304" pitchFamily="18" charset="0"/>
              </a:rPr>
              <a:t>(b)</a:t>
            </a:r>
            <a:r>
              <a:rPr kumimoji="0" lang="zh-CN" altLang="en-US" sz="1400" b="1"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三对角矩阵</a:t>
            </a:r>
            <a:endParaRPr kumimoji="0" lang="zh-CN" altLang="en-US" sz="1400" b="1" i="0" u="none" strike="noStrike" cap="none" normalizeH="0" baseline="0" dirty="0">
              <a:ln>
                <a:noFill/>
              </a:ln>
              <a:solidFill>
                <a:schemeClr val="tx1"/>
              </a:solidFill>
              <a:effectLst/>
            </a:endParaRPr>
          </a:p>
        </p:txBody>
      </p:sp>
      <p:sp>
        <p:nvSpPr>
          <p:cNvPr id="8" name="文本框 7">
            <a:extLst>
              <a:ext uri="{FF2B5EF4-FFF2-40B4-BE49-F238E27FC236}">
                <a16:creationId xmlns:a16="http://schemas.microsoft.com/office/drawing/2014/main" id="{A0915306-DC75-2F4F-8972-0317DC34FCF5}"/>
              </a:ext>
            </a:extLst>
          </p:cNvPr>
          <p:cNvSpPr txBox="1"/>
          <p:nvPr/>
        </p:nvSpPr>
        <p:spPr>
          <a:xfrm>
            <a:off x="1456286" y="323992"/>
            <a:ext cx="3716049" cy="461665"/>
          </a:xfrm>
          <a:prstGeom prst="rect">
            <a:avLst/>
          </a:prstGeom>
          <a:noFill/>
        </p:spPr>
        <p:txBody>
          <a:bodyPr wrap="square">
            <a:spAutoFit/>
          </a:bodyPr>
          <a:lstStyle/>
          <a:p>
            <a:r>
              <a:rPr kumimoji="0" lang="zh-CN" altLang="zh-CN" sz="2400" b="1" i="0" u="none" strike="noStrike" cap="none" normalizeH="0" baseline="0" dirty="0">
                <a:ln>
                  <a:noFill/>
                </a:ln>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Times New Roman" panose="02020603050405020304" pitchFamily="18" charset="0"/>
              </a:rPr>
              <a:t>三角矩阵</a:t>
            </a:r>
            <a:r>
              <a:rPr lang="zh-CN" altLang="en-US" sz="2400" b="1" dirty="0">
                <a:solidFill>
                  <a:srgbClr val="C00000"/>
                </a:solidFill>
                <a:effectLst>
                  <a:outerShdw blurRad="38100" dist="38100" dir="2700000" algn="tl">
                    <a:srgbClr val="000000">
                      <a:alpha val="43137"/>
                    </a:srgbClr>
                  </a:outerShdw>
                </a:effectLst>
                <a:latin typeface="宋体" panose="02010600030101010101" pitchFamily="2" charset="-122"/>
                <a:ea typeface="宋体" panose="02010600030101010101" pitchFamily="2" charset="-122"/>
                <a:cs typeface="Times New Roman" panose="02020603050405020304" pitchFamily="18" charset="0"/>
              </a:rPr>
              <a:t>和对角矩阵</a:t>
            </a:r>
            <a:endParaRPr lang="zh-CN" altLang="en-US" sz="2400" dirty="0"/>
          </a:p>
        </p:txBody>
      </p:sp>
    </p:spTree>
    <p:extLst>
      <p:ext uri="{BB962C8B-B14F-4D97-AF65-F5344CB8AC3E}">
        <p14:creationId xmlns:p14="http://schemas.microsoft.com/office/powerpoint/2010/main" val="42653209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1025"/>
                                        </p:tgtEl>
                                        <p:attrNameLst>
                                          <p:attrName>style.visibility</p:attrName>
                                        </p:attrNameLst>
                                      </p:cBhvr>
                                      <p:to>
                                        <p:strVal val="visible"/>
                                      </p:to>
                                    </p:set>
                                    <p:animEffect transition="in" filter="fade">
                                      <p:cBhvr>
                                        <p:cTn id="19" dur="1000"/>
                                        <p:tgtEl>
                                          <p:spTgt spid="1025"/>
                                        </p:tgtEl>
                                      </p:cBhvr>
                                    </p:animEffect>
                                    <p:anim calcmode="lin" valueType="num">
                                      <p:cBhvr>
                                        <p:cTn id="20" dur="1000" fill="hold"/>
                                        <p:tgtEl>
                                          <p:spTgt spid="1025"/>
                                        </p:tgtEl>
                                        <p:attrNameLst>
                                          <p:attrName>ppt_x</p:attrName>
                                        </p:attrNameLst>
                                      </p:cBhvr>
                                      <p:tavLst>
                                        <p:tav tm="0">
                                          <p:val>
                                            <p:strVal val="#ppt_x"/>
                                          </p:val>
                                        </p:tav>
                                        <p:tav tm="100000">
                                          <p:val>
                                            <p:strVal val="#ppt_x"/>
                                          </p:val>
                                        </p:tav>
                                      </p:tavLst>
                                    </p:anim>
                                    <p:anim calcmode="lin" valueType="num">
                                      <p:cBhvr>
                                        <p:cTn id="21" dur="1000" fill="hold"/>
                                        <p:tgtEl>
                                          <p:spTgt spid="1025"/>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1000"/>
                                        <p:tgtEl>
                                          <p:spTgt spid="6"/>
                                        </p:tgtEl>
                                      </p:cBhvr>
                                    </p:animEffect>
                                    <p:anim calcmode="lin" valueType="num">
                                      <p:cBhvr>
                                        <p:cTn id="25" dur="1000" fill="hold"/>
                                        <p:tgtEl>
                                          <p:spTgt spid="6"/>
                                        </p:tgtEl>
                                        <p:attrNameLst>
                                          <p:attrName>ppt_x</p:attrName>
                                        </p:attrNameLst>
                                      </p:cBhvr>
                                      <p:tavLst>
                                        <p:tav tm="0">
                                          <p:val>
                                            <p:strVal val="#ppt_x"/>
                                          </p:val>
                                        </p:tav>
                                        <p:tav tm="100000">
                                          <p:val>
                                            <p:strVal val="#ppt_x"/>
                                          </p:val>
                                        </p:tav>
                                      </p:tavLst>
                                    </p:anim>
                                    <p:anim calcmode="lin" valueType="num">
                                      <p:cBhvr>
                                        <p:cTn id="2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7" presetClass="entr" presetSubtype="0" fill="hold" grpId="0" nodeType="clickEffect">
                                  <p:stCondLst>
                                    <p:cond delay="0"/>
                                  </p:stCondLst>
                                  <p:childTnLst>
                                    <p:set>
                                      <p:cBhvr>
                                        <p:cTn id="30" dur="1" fill="hold">
                                          <p:stCondLst>
                                            <p:cond delay="0"/>
                                          </p:stCondLst>
                                        </p:cTn>
                                        <p:tgtEl>
                                          <p:spTgt spid="4"/>
                                        </p:tgtEl>
                                        <p:attrNameLst>
                                          <p:attrName>style.visibility</p:attrName>
                                        </p:attrNameLst>
                                      </p:cBhvr>
                                      <p:to>
                                        <p:strVal val="visible"/>
                                      </p:to>
                                    </p:set>
                                    <p:animEffect transition="in" filter="fade">
                                      <p:cBhvr>
                                        <p:cTn id="31" dur="1000"/>
                                        <p:tgtEl>
                                          <p:spTgt spid="4"/>
                                        </p:tgtEl>
                                      </p:cBhvr>
                                    </p:animEffect>
                                    <p:anim calcmode="lin" valueType="num">
                                      <p:cBhvr>
                                        <p:cTn id="32" dur="1000" fill="hold"/>
                                        <p:tgtEl>
                                          <p:spTgt spid="4"/>
                                        </p:tgtEl>
                                        <p:attrNameLst>
                                          <p:attrName>ppt_x</p:attrName>
                                        </p:attrNameLst>
                                      </p:cBhvr>
                                      <p:tavLst>
                                        <p:tav tm="0">
                                          <p:val>
                                            <p:strVal val="#ppt_x"/>
                                          </p:val>
                                        </p:tav>
                                        <p:tav tm="100000">
                                          <p:val>
                                            <p:strVal val="#ppt_x"/>
                                          </p:val>
                                        </p:tav>
                                      </p:tavLst>
                                    </p:anim>
                                    <p:anim calcmode="lin" valueType="num">
                                      <p:cBhvr>
                                        <p:cTn id="33"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p:bldP spid="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D7F0E74E-645A-EB6C-B4E6-20ECD33667E3}"/>
              </a:ext>
            </a:extLst>
          </p:cNvPr>
          <p:cNvSpPr>
            <a:spLocks noGrp="1"/>
          </p:cNvSpPr>
          <p:nvPr>
            <p:ph type="sldNum" sz="quarter" idx="12"/>
          </p:nvPr>
        </p:nvSpPr>
        <p:spPr/>
        <p:txBody>
          <a:bodyPr/>
          <a:lstStyle/>
          <a:p>
            <a:fld id="{D7C0FE0B-717B-41AE-9FA2-CA4BF851D1C3}" type="slidenum">
              <a:rPr lang="zh-CN" altLang="en-US" smtClean="0"/>
              <a:t>10</a:t>
            </a:fld>
            <a:endParaRPr lang="zh-CN" altLang="en-US"/>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06825EEE-53E2-06DF-A793-E608745E3CB0}"/>
                  </a:ext>
                </a:extLst>
              </p:cNvPr>
              <p:cNvSpPr txBox="1"/>
              <p:nvPr/>
            </p:nvSpPr>
            <p:spPr>
              <a:xfrm>
                <a:off x="710478" y="925202"/>
                <a:ext cx="10418185" cy="1197444"/>
              </a:xfrm>
              <a:prstGeom prst="rect">
                <a:avLst/>
              </a:prstGeom>
              <a:noFill/>
            </p:spPr>
            <p:txBody>
              <a:bodyPr wrap="square">
                <a:spAutoFit/>
              </a:bodyPr>
              <a:lstStyle/>
              <a:p>
                <a:pPr indent="266700" algn="just">
                  <a:lnSpc>
                    <a:spcPct val="120000"/>
                  </a:lnSpc>
                  <a:buNone/>
                </a:pPr>
                <a:r>
                  <a:rPr lang="zh-CN" altLang="zh-CN" kern="100" dirty="0">
                    <a:effectLst/>
                    <a:latin typeface="Times New Roman" panose="02020603050405020304" pitchFamily="18" charset="0"/>
                    <a:ea typeface="宋体" panose="02010600030101010101" pitchFamily="2" charset="-122"/>
                    <a:cs typeface="Times New Roman" panose="02020603050405020304" pitchFamily="18" charset="0"/>
                  </a:rPr>
                  <a:t>什么是稀疏矩阵？没有严格的定义，只是一个大致的表述。假设在</a:t>
                </a:r>
                <a:r>
                  <a:rPr lang="en-US" altLang="zh-CN" b="1" i="1" kern="100" dirty="0" err="1">
                    <a:effectLst/>
                    <a:latin typeface="Times New Roman" panose="02020603050405020304" pitchFamily="18" charset="0"/>
                    <a:ea typeface="宋体" panose="02010600030101010101" pitchFamily="2" charset="-122"/>
                    <a:cs typeface="Times New Roman" panose="02020603050405020304" pitchFamily="18" charset="0"/>
                  </a:rPr>
                  <a:t>m</a:t>
                </a:r>
                <a:r>
                  <a:rPr lang="en-US" altLang="zh-CN" b="1" kern="100" dirty="0" err="1">
                    <a:effectLst/>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b="1" i="1" kern="100" dirty="0" err="1">
                    <a:effectLst/>
                    <a:latin typeface="Times New Roman" panose="02020603050405020304" pitchFamily="18" charset="0"/>
                    <a:ea typeface="宋体" panose="02010600030101010101" pitchFamily="2" charset="-122"/>
                    <a:cs typeface="Times New Roman" panose="02020603050405020304" pitchFamily="18" charset="0"/>
                  </a:rPr>
                  <a:t>n</a:t>
                </a:r>
                <a:r>
                  <a:rPr lang="zh-CN" altLang="zh-CN" kern="100" dirty="0">
                    <a:effectLst/>
                    <a:latin typeface="Times New Roman" panose="02020603050405020304" pitchFamily="18" charset="0"/>
                    <a:ea typeface="宋体" panose="02010600030101010101" pitchFamily="2" charset="-122"/>
                    <a:cs typeface="Times New Roman" panose="02020603050405020304" pitchFamily="18" charset="0"/>
                  </a:rPr>
                  <a:t>矩阵中，有</a:t>
                </a:r>
                <a:r>
                  <a:rPr lang="en-US" altLang="zh-CN" b="1" i="1" kern="100" dirty="0">
                    <a:effectLst/>
                    <a:latin typeface="Times New Roman" panose="02020603050405020304" pitchFamily="18" charset="0"/>
                    <a:ea typeface="宋体" panose="02010600030101010101" pitchFamily="2" charset="-122"/>
                    <a:cs typeface="Times New Roman" panose="02020603050405020304" pitchFamily="18" charset="0"/>
                  </a:rPr>
                  <a:t>t</a:t>
                </a:r>
                <a:r>
                  <a:rPr lang="zh-CN" altLang="zh-CN" kern="100" dirty="0">
                    <a:effectLst/>
                    <a:latin typeface="Times New Roman" panose="02020603050405020304" pitchFamily="18" charset="0"/>
                    <a:ea typeface="宋体" panose="02010600030101010101" pitchFamily="2" charset="-122"/>
                    <a:cs typeface="Times New Roman" panose="02020603050405020304" pitchFamily="18" charset="0"/>
                  </a:rPr>
                  <a:t>个元素不为零。</a:t>
                </a:r>
                <a:r>
                  <a:rPr lang="zh-CN" altLang="zh-CN" b="1" kern="100" dirty="0">
                    <a:effectLst/>
                    <a:latin typeface="Times New Roman" panose="02020603050405020304" pitchFamily="18" charset="0"/>
                    <a:ea typeface="宋体" panose="02010600030101010101" pitchFamily="2" charset="-122"/>
                    <a:cs typeface="Times New Roman" panose="02020603050405020304" pitchFamily="18" charset="0"/>
                  </a:rPr>
                  <a:t>令</a:t>
                </a:r>
                <a:r>
                  <a:rPr lang="zh-CN" altLang="zh-CN" b="1" kern="100" dirty="0">
                    <a:effectLst/>
                    <a:latin typeface="等线" panose="02010600030101010101" pitchFamily="2" charset="-122"/>
                    <a:ea typeface="Times New Roman" panose="02020603050405020304" pitchFamily="18" charset="0"/>
                    <a:cs typeface="Times New Roman" panose="02020603050405020304" pitchFamily="18" charset="0"/>
                  </a:rPr>
                  <a:t> </a:t>
                </a:r>
                <a14:m>
                  <m:oMath xmlns:m="http://schemas.openxmlformats.org/officeDocument/2006/math">
                    <m:r>
                      <a:rPr lang="en-US" altLang="zh-CN" b="1" i="1" kern="100">
                        <a:effectLst/>
                        <a:latin typeface="Cambria Math" panose="02040503050406030204" pitchFamily="18" charset="0"/>
                        <a:ea typeface="宋体" panose="02010600030101010101" pitchFamily="2" charset="-122"/>
                        <a:cs typeface="Times New Roman" panose="02020603050405020304" pitchFamily="18" charset="0"/>
                      </a:rPr>
                      <m:t>𝜹</m:t>
                    </m:r>
                    <m:r>
                      <a:rPr lang="en-US" altLang="zh-CN" b="1" i="1" kern="100">
                        <a:effectLst/>
                        <a:latin typeface="Cambria Math" panose="02040503050406030204" pitchFamily="18" charset="0"/>
                        <a:ea typeface="宋体" panose="02010600030101010101" pitchFamily="2" charset="-122"/>
                        <a:cs typeface="Times New Roman" panose="02020603050405020304" pitchFamily="18" charset="0"/>
                      </a:rPr>
                      <m:t>=</m:t>
                    </m:r>
                    <m:f>
                      <m:fPr>
                        <m:ctrlPr>
                          <a:rPr lang="zh-CN" altLang="zh-CN" b="1" i="1" kern="100">
                            <a:effectLst/>
                            <a:latin typeface="Cambria Math" panose="02040503050406030204" pitchFamily="18" charset="0"/>
                            <a:ea typeface="Cambria Math" panose="02040503050406030204" pitchFamily="18" charset="0"/>
                            <a:cs typeface="Times New Roman" panose="02020603050405020304" pitchFamily="18" charset="0"/>
                          </a:rPr>
                        </m:ctrlPr>
                      </m:fPr>
                      <m:num>
                        <m:r>
                          <a:rPr lang="en-US" altLang="zh-CN" b="1" i="1" kern="100">
                            <a:effectLst/>
                            <a:latin typeface="Cambria Math" panose="02040503050406030204" pitchFamily="18" charset="0"/>
                            <a:ea typeface="宋体" panose="02010600030101010101" pitchFamily="2" charset="-122"/>
                            <a:cs typeface="Times New Roman" panose="02020603050405020304" pitchFamily="18" charset="0"/>
                          </a:rPr>
                          <m:t>𝒕</m:t>
                        </m:r>
                      </m:num>
                      <m:den>
                        <m:r>
                          <a:rPr lang="en-US" altLang="zh-CN" b="1" i="1" kern="100">
                            <a:effectLst/>
                            <a:latin typeface="Cambria Math" panose="02040503050406030204" pitchFamily="18" charset="0"/>
                            <a:ea typeface="宋体" panose="02010600030101010101" pitchFamily="2" charset="-122"/>
                            <a:cs typeface="Times New Roman" panose="02020603050405020304" pitchFamily="18" charset="0"/>
                          </a:rPr>
                          <m:t>𝒎</m:t>
                        </m:r>
                        <m:r>
                          <a:rPr lang="en-US" altLang="zh-CN" b="1"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b="1" i="1" kern="100">
                            <a:effectLst/>
                            <a:latin typeface="Cambria Math" panose="02040503050406030204" pitchFamily="18" charset="0"/>
                            <a:ea typeface="宋体" panose="02010600030101010101" pitchFamily="2" charset="-122"/>
                            <a:cs typeface="Times New Roman" panose="02020603050405020304" pitchFamily="18" charset="0"/>
                          </a:rPr>
                          <m:t>𝒏</m:t>
                        </m:r>
                      </m:den>
                    </m:f>
                  </m:oMath>
                </a14:m>
                <a:r>
                  <a:rPr lang="zh-CN" altLang="zh-CN" kern="100" dirty="0">
                    <a:effectLst/>
                    <a:latin typeface="Times New Roman" panose="02020603050405020304" pitchFamily="18" charset="0"/>
                    <a:ea typeface="宋体" panose="02010600030101010101" pitchFamily="2" charset="-122"/>
                    <a:cs typeface="Times New Roman" panose="02020603050405020304" pitchFamily="18" charset="0"/>
                  </a:rPr>
                  <a:t>，称</a:t>
                </a:r>
                <a:r>
                  <a:rPr lang="en-US" altLang="zh-CN" b="1" i="1" kern="100" dirty="0">
                    <a:effectLst/>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zh-CN" altLang="zh-CN" kern="100" dirty="0">
                    <a:effectLst/>
                    <a:latin typeface="Times New Roman" panose="02020603050405020304" pitchFamily="18" charset="0"/>
                    <a:ea typeface="宋体" panose="02010600030101010101" pitchFamily="2" charset="-122"/>
                    <a:cs typeface="Times New Roman" panose="02020603050405020304" pitchFamily="18" charset="0"/>
                  </a:rPr>
                  <a:t>为矩阵的</a:t>
                </a:r>
                <a:r>
                  <a:rPr lang="zh-CN" altLang="zh-CN" kern="100" dirty="0">
                    <a:effectLst/>
                    <a:latin typeface="等线" panose="02010600030101010101" pitchFamily="2" charset="-122"/>
                    <a:ea typeface="黑体" panose="02010609060101010101" pitchFamily="49" charset="-122"/>
                    <a:cs typeface="Times New Roman" panose="02020603050405020304" pitchFamily="18" charset="0"/>
                  </a:rPr>
                  <a:t>稀疏因子</a:t>
                </a:r>
                <a:r>
                  <a:rPr lang="zh-CN" altLang="zh-CN" kern="100" dirty="0">
                    <a:effectLst/>
                    <a:latin typeface="Times New Roman" panose="02020603050405020304" pitchFamily="18" charset="0"/>
                    <a:ea typeface="宋体" panose="02010600030101010101" pitchFamily="2" charset="-122"/>
                    <a:cs typeface="Times New Roman" panose="02020603050405020304" pitchFamily="18" charset="0"/>
                  </a:rPr>
                  <a:t>。通常认为</a:t>
                </a:r>
                <a:r>
                  <a:rPr lang="en-US" altLang="zh-CN" b="1" i="1" kern="100" dirty="0">
                    <a:effectLst/>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b="1" i="1"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b="1" kern="100" dirty="0">
                    <a:effectLst/>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b="1" kern="100" dirty="0">
                    <a:effectLst/>
                    <a:latin typeface="Times New Roman" panose="02020603050405020304" pitchFamily="18" charset="0"/>
                    <a:ea typeface="宋体" panose="02010600030101010101" pitchFamily="2" charset="-122"/>
                    <a:cs typeface="Times New Roman" panose="02020603050405020304" pitchFamily="18" charset="0"/>
                  </a:rPr>
                  <a:t> 0.05</a:t>
                </a:r>
                <a:r>
                  <a:rPr lang="zh-CN" altLang="zh-CN" kern="100" dirty="0">
                    <a:effectLst/>
                    <a:latin typeface="Times New Roman" panose="02020603050405020304" pitchFamily="18" charset="0"/>
                    <a:ea typeface="宋体" panose="02010600030101010101" pitchFamily="2" charset="-122"/>
                    <a:cs typeface="Times New Roman" panose="02020603050405020304" pitchFamily="18" charset="0"/>
                  </a:rPr>
                  <a:t>时称为稀疏矩阵。矩阵运算的种类很多，在稀疏矩阵的下列抽象数据类型定义中，只列举了几种常见的运算。</a:t>
                </a:r>
                <a:endParaRPr lang="zh-CN" altLang="zh-CN" kern="100" dirty="0">
                  <a:effectLst/>
                  <a:latin typeface="等线" panose="02010600030101010101" pitchFamily="2" charset="-122"/>
                  <a:ea typeface="等线" panose="02010600030101010101" pitchFamily="2" charset="-122"/>
                  <a:cs typeface="Times New Roman" panose="02020603050405020304" pitchFamily="18" charset="0"/>
                </a:endParaRPr>
              </a:p>
            </p:txBody>
          </p:sp>
        </mc:Choice>
        <mc:Fallback xmlns="">
          <p:sp>
            <p:nvSpPr>
              <p:cNvPr id="4" name="文本框 3">
                <a:extLst>
                  <a:ext uri="{FF2B5EF4-FFF2-40B4-BE49-F238E27FC236}">
                    <a16:creationId xmlns:a16="http://schemas.microsoft.com/office/drawing/2014/main" id="{06825EEE-53E2-06DF-A793-E608745E3CB0}"/>
                  </a:ext>
                </a:extLst>
              </p:cNvPr>
              <p:cNvSpPr txBox="1">
                <a:spLocks noRot="1" noChangeAspect="1" noMove="1" noResize="1" noEditPoints="1" noAdjustHandles="1" noChangeArrowheads="1" noChangeShapeType="1" noTextEdit="1"/>
              </p:cNvSpPr>
              <p:nvPr/>
            </p:nvSpPr>
            <p:spPr>
              <a:xfrm>
                <a:off x="710478" y="925202"/>
                <a:ext cx="10418185" cy="1197444"/>
              </a:xfrm>
              <a:prstGeom prst="rect">
                <a:avLst/>
              </a:prstGeom>
              <a:blipFill>
                <a:blip r:embed="rId2"/>
                <a:stretch>
                  <a:fillRect l="-527" t="-2041" r="-468" b="-5612"/>
                </a:stretch>
              </a:blipFill>
            </p:spPr>
            <p:txBody>
              <a:bodyPr/>
              <a:lstStyle/>
              <a:p>
                <a:r>
                  <a:rPr lang="zh-CN" altLang="en-US">
                    <a:noFill/>
                  </a:rPr>
                  <a:t> </a:t>
                </a:r>
              </a:p>
            </p:txBody>
          </p:sp>
        </mc:Fallback>
      </mc:AlternateContent>
      <p:sp>
        <p:nvSpPr>
          <p:cNvPr id="6" name="文本框 5">
            <a:extLst>
              <a:ext uri="{FF2B5EF4-FFF2-40B4-BE49-F238E27FC236}">
                <a16:creationId xmlns:a16="http://schemas.microsoft.com/office/drawing/2014/main" id="{E2CAD36B-A255-6120-3F47-FB4430F92EC8}"/>
              </a:ext>
            </a:extLst>
          </p:cNvPr>
          <p:cNvSpPr txBox="1"/>
          <p:nvPr/>
        </p:nvSpPr>
        <p:spPr>
          <a:xfrm>
            <a:off x="1089747" y="314996"/>
            <a:ext cx="2978294" cy="461665"/>
          </a:xfrm>
          <a:prstGeom prst="rect">
            <a:avLst/>
          </a:prstGeom>
          <a:noFill/>
        </p:spPr>
        <p:txBody>
          <a:bodyPr wrap="square">
            <a:spAutoFit/>
          </a:bodyPr>
          <a:lstStyle/>
          <a:p>
            <a:pPr indent="267970">
              <a:buNone/>
            </a:pPr>
            <a:r>
              <a:rPr lang="en-US" altLang="zh-CN" sz="2400" b="1" kern="100" dirty="0">
                <a:solidFill>
                  <a:srgbClr val="C00000"/>
                </a:solidFill>
                <a:effectLst>
                  <a:outerShdw blurRad="38100" dist="38100" dir="2700000" algn="tl">
                    <a:srgbClr val="000000">
                      <a:alpha val="43137"/>
                    </a:srgbClr>
                  </a:outerShdw>
                </a:effectLst>
                <a:latin typeface="黑体" panose="02010609060101010101" pitchFamily="49" charset="-122"/>
                <a:ea typeface="微软雅黑" panose="020B0503020204020204" pitchFamily="34" charset="-122"/>
                <a:cs typeface="Times New Roman" panose="02020603050405020304" pitchFamily="18" charset="0"/>
              </a:rPr>
              <a:t>5.3.2  </a:t>
            </a:r>
            <a:r>
              <a:rPr lang="zh-CN" altLang="zh-CN" sz="2400" b="1" kern="100" dirty="0">
                <a:solidFill>
                  <a:srgbClr val="C00000"/>
                </a:solidFill>
                <a:effectLst>
                  <a:outerShdw blurRad="38100" dist="38100" dir="2700000" algn="tl">
                    <a:srgbClr val="000000">
                      <a:alpha val="43137"/>
                    </a:srgbClr>
                  </a:outerShdw>
                </a:effectLst>
                <a:latin typeface="微软雅黑" panose="020B0503020204020204" pitchFamily="34" charset="-122"/>
                <a:ea typeface="黑体" panose="02010609060101010101" pitchFamily="49" charset="-122"/>
                <a:cs typeface="Times New Roman" panose="02020603050405020304" pitchFamily="18" charset="0"/>
              </a:rPr>
              <a:t>稀疏矩阵</a:t>
            </a:r>
            <a:endParaRPr lang="zh-CN" altLang="zh-CN" sz="2400" b="1" kern="100" dirty="0">
              <a:solidFill>
                <a:srgbClr val="C00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10" name="文本框 9">
            <a:extLst>
              <a:ext uri="{FF2B5EF4-FFF2-40B4-BE49-F238E27FC236}">
                <a16:creationId xmlns:a16="http://schemas.microsoft.com/office/drawing/2014/main" id="{BFDDC26A-B128-F7C2-BBD5-C256188B3CAB}"/>
              </a:ext>
            </a:extLst>
          </p:cNvPr>
          <p:cNvSpPr txBox="1"/>
          <p:nvPr/>
        </p:nvSpPr>
        <p:spPr>
          <a:xfrm>
            <a:off x="141361" y="2197160"/>
            <a:ext cx="6880080" cy="4524315"/>
          </a:xfrm>
          <a:prstGeom prst="rect">
            <a:avLst/>
          </a:prstGeom>
          <a:noFill/>
        </p:spPr>
        <p:txBody>
          <a:bodyPr wrap="square">
            <a:spAutoFit/>
          </a:bodyPr>
          <a:lstStyle/>
          <a:p>
            <a:pPr indent="270510" algn="just">
              <a:spcBef>
                <a:spcPts val="360"/>
              </a:spcBef>
              <a:buNone/>
            </a:pPr>
            <a:r>
              <a:rPr lang="en-US" altLang="zh-CN" sz="1600" b="1" kern="100" dirty="0">
                <a:effectLst/>
                <a:latin typeface="Courier New" panose="02070309020205020404" pitchFamily="49" charset="0"/>
                <a:ea typeface="宋体" panose="02010600030101010101" pitchFamily="2" charset="-122"/>
                <a:cs typeface="Times New Roman" panose="02020603050405020304" pitchFamily="18" charset="0"/>
              </a:rPr>
              <a:t>ADT </a:t>
            </a:r>
            <a:r>
              <a:rPr lang="en-US" altLang="zh-CN" sz="1600" b="1" kern="100" dirty="0" err="1">
                <a:effectLst/>
                <a:latin typeface="Courier New" panose="02070309020205020404" pitchFamily="49" charset="0"/>
                <a:ea typeface="宋体" panose="02010600030101010101" pitchFamily="2" charset="-122"/>
                <a:cs typeface="Times New Roman" panose="02020603050405020304" pitchFamily="18" charset="0"/>
              </a:rPr>
              <a:t>SparseMat</a:t>
            </a:r>
            <a:r>
              <a:rPr lang="en-US" altLang="zh-CN" sz="1600" b="1" kern="100" dirty="0">
                <a:effectLst/>
                <a:latin typeface="Courier New" panose="02070309020205020404" pitchFamily="49" charset="0"/>
                <a:ea typeface="宋体" panose="02010600030101010101" pitchFamily="2" charset="-122"/>
                <a:cs typeface="Times New Roman" panose="02020603050405020304" pitchFamily="18" charset="0"/>
              </a:rPr>
              <a:t> {</a:t>
            </a:r>
            <a:endPar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endParaRPr>
          </a:p>
          <a:p>
            <a:pPr indent="448945" algn="just">
              <a:buNone/>
            </a:pPr>
            <a:r>
              <a:rPr lang="zh-CN" altLang="zh-CN" sz="1600" kern="100" dirty="0">
                <a:effectLst/>
                <a:latin typeface="等线" panose="02010600030101010101" pitchFamily="2" charset="-122"/>
                <a:ea typeface="黑体" panose="02010609060101010101" pitchFamily="49" charset="-122"/>
                <a:cs typeface="Courier New" panose="02070309020205020404" pitchFamily="49" charset="0"/>
              </a:rPr>
              <a:t>数据对象</a:t>
            </a:r>
            <a:r>
              <a:rPr lang="zh-CN" altLang="zh-CN" sz="1600" kern="100" dirty="0">
                <a:effectLst/>
                <a:latin typeface="Courier New" panose="02070309020205020404" pitchFamily="49" charset="0"/>
                <a:ea typeface="宋体" panose="02010600030101010101" pitchFamily="2" charset="-122"/>
                <a:cs typeface="Courier New" panose="02070309020205020404" pitchFamily="49" charset="0"/>
              </a:rPr>
              <a:t>：</a:t>
            </a:r>
            <a:r>
              <a:rPr lang="en-US" altLang="zh-CN" sz="1600" b="1" kern="100" dirty="0">
                <a:effectLst/>
                <a:latin typeface="Courier New" panose="02070309020205020404" pitchFamily="49" charset="0"/>
                <a:ea typeface="宋体" panose="02010600030101010101" pitchFamily="2" charset="-122"/>
                <a:cs typeface="Times New Roman" panose="02020603050405020304" pitchFamily="18" charset="0"/>
              </a:rPr>
              <a:t>D =</a:t>
            </a: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600" b="1"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600" kern="100" dirty="0" err="1">
                <a:effectLst/>
                <a:latin typeface="Courier New" panose="02070309020205020404" pitchFamily="49" charset="0"/>
                <a:ea typeface="宋体" panose="02010600030101010101" pitchFamily="2" charset="-122"/>
                <a:cs typeface="Times New Roman" panose="02020603050405020304" pitchFamily="18" charset="0"/>
              </a:rPr>
              <a:t>a</a:t>
            </a:r>
            <a:r>
              <a:rPr lang="en-US" altLang="zh-CN" sz="1600" kern="100" baseline="-25000" dirty="0" err="1">
                <a:effectLst/>
                <a:latin typeface="Courier New" panose="02070309020205020404" pitchFamily="49" charset="0"/>
                <a:ea typeface="宋体" panose="02010600030101010101" pitchFamily="2" charset="-122"/>
                <a:cs typeface="Times New Roman" panose="02020603050405020304" pitchFamily="18" charset="0"/>
              </a:rPr>
              <a:t>i,j</a:t>
            </a:r>
            <a:r>
              <a:rPr lang="en-US" altLang="zh-CN" sz="1600" kern="100" baseline="-25000" dirty="0">
                <a:effectLst/>
                <a:latin typeface="Courier New" panose="02070309020205020404" pitchFamily="49" charset="0"/>
                <a:ea typeface="宋体" panose="02010600030101010101" pitchFamily="2" charset="-122"/>
                <a:cs typeface="Times New Roman" panose="02020603050405020304" pitchFamily="18" charset="0"/>
              </a:rPr>
              <a:t> </a:t>
            </a:r>
            <a:r>
              <a:rPr lang="zh-CN" altLang="zh-CN" sz="1600" b="1" kern="100" dirty="0">
                <a:effectLst/>
                <a:latin typeface="Courier New" panose="02070309020205020404" pitchFamily="49" charset="0"/>
                <a:ea typeface="宋体" panose="02010600030101010101" pitchFamily="2" charset="-122"/>
                <a:cs typeface="Courier New" panose="02070309020205020404" pitchFamily="49" charset="0"/>
              </a:rPr>
              <a:t>∣</a:t>
            </a:r>
            <a:r>
              <a:rPr lang="zh-CN" altLang="zh-CN" sz="1600" kern="100" dirty="0">
                <a:effectLst/>
                <a:latin typeface="等线" panose="02010600030101010101" pitchFamily="2" charset="-122"/>
                <a:ea typeface="Courier New" panose="02070309020205020404" pitchFamily="49" charset="0"/>
                <a:cs typeface="Times New Roman" panose="02020603050405020304" pitchFamily="18" charset="0"/>
              </a:rPr>
              <a:t> </a:t>
            </a:r>
            <a:r>
              <a:rPr lang="en-US" altLang="zh-CN" sz="1600" kern="100" dirty="0" err="1">
                <a:effectLst/>
                <a:latin typeface="等线" panose="02010600030101010101" pitchFamily="2" charset="-122"/>
                <a:ea typeface="Courier New" panose="02070309020205020404" pitchFamily="49" charset="0"/>
                <a:cs typeface="Times New Roman" panose="02020603050405020304" pitchFamily="18" charset="0"/>
              </a:rPr>
              <a:t>i</a:t>
            </a:r>
            <a:r>
              <a:rPr lang="en-US" altLang="zh-CN" sz="1600" kern="100" dirty="0">
                <a:effectLst/>
                <a:latin typeface="等线" panose="02010600030101010101" pitchFamily="2" charset="-122"/>
                <a:ea typeface="Courier New" panose="02070309020205020404" pitchFamily="49" charset="0"/>
                <a:cs typeface="Times New Roman" panose="02020603050405020304" pitchFamily="18" charset="0"/>
              </a:rPr>
              <a:t>=1,2,</a:t>
            </a:r>
            <a:r>
              <a:rPr lang="zh-CN" altLang="zh-CN" sz="1600" kern="100" dirty="0">
                <a:effectLst/>
                <a:latin typeface="等线" panose="02010600030101010101" pitchFamily="2" charset="-122"/>
                <a:ea typeface="宋体" panose="02010600030101010101" pitchFamily="2" charset="-122"/>
                <a:cs typeface="Courier New" panose="02070309020205020404" pitchFamily="49" charset="0"/>
              </a:rPr>
              <a:t>…</a:t>
            </a: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,m</a:t>
            </a:r>
            <a:r>
              <a:rPr lang="zh-CN" altLang="zh-CN" sz="1600" kern="100" dirty="0">
                <a:effectLst/>
                <a:latin typeface="Courier New" panose="02070309020205020404" pitchFamily="49" charset="0"/>
                <a:ea typeface="宋体" panose="02010600030101010101" pitchFamily="2" charset="-122"/>
                <a:cs typeface="Courier New" panose="02070309020205020404" pitchFamily="49" charset="0"/>
              </a:rPr>
              <a:t>；</a:t>
            </a: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 j=1,2,</a:t>
            </a:r>
            <a:r>
              <a:rPr lang="zh-CN" altLang="zh-CN" sz="1600" kern="100" dirty="0">
                <a:effectLst/>
                <a:latin typeface="等线" panose="02010600030101010101" pitchFamily="2" charset="-122"/>
                <a:ea typeface="宋体" panose="02010600030101010101" pitchFamily="2" charset="-122"/>
                <a:cs typeface="Courier New" panose="02070309020205020404" pitchFamily="49" charset="0"/>
              </a:rPr>
              <a:t>…</a:t>
            </a: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,n</a:t>
            </a:r>
            <a:r>
              <a:rPr lang="zh-CN" altLang="zh-CN" sz="1600" kern="100" dirty="0">
                <a:effectLst/>
                <a:latin typeface="Courier New" panose="02070309020205020404" pitchFamily="49" charset="0"/>
                <a:ea typeface="宋体" panose="02010600030101010101" pitchFamily="2" charset="-122"/>
                <a:cs typeface="Courier New" panose="02070309020205020404" pitchFamily="49" charset="0"/>
              </a:rPr>
              <a:t>；</a:t>
            </a:r>
            <a:endPar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endParaRPr>
          </a:p>
          <a:p>
            <a:pPr indent="1820545" algn="just">
              <a:buNone/>
            </a:pPr>
            <a:r>
              <a:rPr lang="en-US" altLang="zh-CN" sz="1600" kern="100" dirty="0" err="1">
                <a:effectLst/>
                <a:latin typeface="Courier New" panose="02070309020205020404" pitchFamily="49" charset="0"/>
                <a:ea typeface="宋体" panose="02010600030101010101" pitchFamily="2" charset="-122"/>
                <a:cs typeface="Times New Roman" panose="02020603050405020304" pitchFamily="18" charset="0"/>
              </a:rPr>
              <a:t>a</a:t>
            </a:r>
            <a:r>
              <a:rPr lang="en-US" altLang="zh-CN" sz="1600" kern="100" baseline="-25000" dirty="0" err="1">
                <a:effectLst/>
                <a:latin typeface="Courier New" panose="02070309020205020404" pitchFamily="49" charset="0"/>
                <a:ea typeface="宋体" panose="02010600030101010101" pitchFamily="2" charset="-122"/>
                <a:cs typeface="Times New Roman" panose="02020603050405020304" pitchFamily="18" charset="0"/>
              </a:rPr>
              <a:t>i,j</a:t>
            </a: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600" kern="100" dirty="0">
                <a:effectLst/>
                <a:latin typeface="Courier New" panose="02070309020205020404" pitchFamily="49" charset="0"/>
                <a:ea typeface="宋体" panose="02010600030101010101" pitchFamily="2" charset="-122"/>
                <a:cs typeface="Courier New" panose="02070309020205020404" pitchFamily="49" charset="0"/>
                <a:sym typeface="Symbol" panose="05050102010706020507" pitchFamily="18" charset="2"/>
              </a:rPr>
              <a:t></a:t>
            </a:r>
            <a:r>
              <a:rPr lang="en-US" altLang="zh-CN" sz="1600" kern="100" dirty="0" err="1">
                <a:effectLst/>
                <a:latin typeface="Courier New" panose="02070309020205020404" pitchFamily="49" charset="0"/>
                <a:ea typeface="宋体" panose="02010600030101010101" pitchFamily="2" charset="-122"/>
                <a:cs typeface="Times New Roman" panose="02020603050405020304" pitchFamily="18" charset="0"/>
              </a:rPr>
              <a:t>ElemSet</a:t>
            </a:r>
            <a:r>
              <a:rPr lang="zh-CN" altLang="zh-CN" sz="1600" kern="100" dirty="0">
                <a:effectLst/>
                <a:latin typeface="Courier New" panose="02070309020205020404" pitchFamily="49" charset="0"/>
                <a:ea typeface="宋体" panose="02010600030101010101" pitchFamily="2" charset="-122"/>
                <a:cs typeface="Courier New" panose="02070309020205020404" pitchFamily="49" charset="0"/>
              </a:rPr>
              <a:t>，</a:t>
            </a: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m</a:t>
            </a:r>
            <a:r>
              <a:rPr lang="zh-CN" altLang="zh-CN" sz="1600" kern="100" dirty="0">
                <a:effectLst/>
                <a:latin typeface="Courier New" panose="02070309020205020404" pitchFamily="49" charset="0"/>
                <a:ea typeface="宋体" panose="02010600030101010101" pitchFamily="2" charset="-122"/>
                <a:cs typeface="Courier New" panose="02070309020205020404" pitchFamily="49" charset="0"/>
              </a:rPr>
              <a:t>和</a:t>
            </a: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n</a:t>
            </a:r>
            <a:r>
              <a:rPr lang="zh-CN" altLang="zh-CN" sz="1600" kern="100" dirty="0">
                <a:effectLst/>
                <a:latin typeface="Courier New" panose="02070309020205020404" pitchFamily="49" charset="0"/>
                <a:ea typeface="宋体" panose="02010600030101010101" pitchFamily="2" charset="-122"/>
                <a:cs typeface="Courier New" panose="02070309020205020404" pitchFamily="49" charset="0"/>
              </a:rPr>
              <a:t>分别称为矩阵的行数和列数</a:t>
            </a:r>
            <a:r>
              <a:rPr lang="zh-CN" altLang="zh-CN" sz="1600" kern="100" dirty="0">
                <a:effectLst/>
                <a:latin typeface="等线" panose="02010600030101010101" pitchFamily="2" charset="-122"/>
                <a:ea typeface="Courier New" panose="02070309020205020404" pitchFamily="49" charset="0"/>
                <a:cs typeface="Times New Roman" panose="02020603050405020304" pitchFamily="18" charset="0"/>
              </a:rPr>
              <a:t> </a:t>
            </a:r>
            <a:r>
              <a:rPr lang="en-US" altLang="zh-CN" sz="1600" b="1" kern="100" dirty="0">
                <a:effectLst/>
                <a:latin typeface="等线" panose="02010600030101010101" pitchFamily="2" charset="-122"/>
                <a:ea typeface="Courier New" panose="02070309020205020404" pitchFamily="49" charset="0"/>
                <a:cs typeface="Times New Roman" panose="02020603050405020304" pitchFamily="18" charset="0"/>
              </a:rPr>
              <a:t>}</a:t>
            </a:r>
            <a:r>
              <a:rPr lang="en-US" altLang="zh-CN" sz="1600" kern="100" dirty="0">
                <a:effectLst/>
                <a:latin typeface="等线" panose="02010600030101010101" pitchFamily="2" charset="-122"/>
                <a:ea typeface="Courier New" panose="02070309020205020404" pitchFamily="49" charset="0"/>
                <a:cs typeface="Times New Roman" panose="02020603050405020304" pitchFamily="18" charset="0"/>
              </a:rPr>
              <a:t> </a:t>
            </a:r>
            <a:endPar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endParaRPr>
          </a:p>
          <a:p>
            <a:pPr indent="448945" algn="just">
              <a:buNone/>
            </a:pPr>
            <a:r>
              <a:rPr lang="zh-CN" altLang="zh-CN" sz="1600" kern="100" dirty="0">
                <a:effectLst/>
                <a:latin typeface="等线" panose="02010600030101010101" pitchFamily="2" charset="-122"/>
                <a:ea typeface="黑体" panose="02010609060101010101" pitchFamily="49" charset="-122"/>
                <a:cs typeface="Courier New" panose="02070309020205020404" pitchFamily="49" charset="0"/>
              </a:rPr>
              <a:t>数据关系</a:t>
            </a:r>
            <a:r>
              <a:rPr lang="zh-CN" altLang="zh-CN" sz="1600" kern="100" dirty="0">
                <a:effectLst/>
                <a:latin typeface="Courier New" panose="02070309020205020404" pitchFamily="49" charset="0"/>
                <a:ea typeface="宋体" panose="02010600030101010101" pitchFamily="2" charset="-122"/>
                <a:cs typeface="Courier New" panose="02070309020205020404" pitchFamily="49" charset="0"/>
              </a:rPr>
              <a:t>：</a:t>
            </a:r>
            <a:r>
              <a:rPr lang="en-US" altLang="zh-CN" sz="1600" b="1" kern="100" dirty="0">
                <a:effectLst/>
                <a:latin typeface="Courier New" panose="02070309020205020404" pitchFamily="49" charset="0"/>
                <a:ea typeface="宋体" panose="02010600030101010101" pitchFamily="2" charset="-122"/>
                <a:cs typeface="Times New Roman" panose="02020603050405020304" pitchFamily="18" charset="0"/>
              </a:rPr>
              <a:t>R =</a:t>
            </a: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600" b="1"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 Row, Col </a:t>
            </a:r>
            <a:r>
              <a:rPr lang="en-US" altLang="zh-CN" sz="1600" b="1"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 </a:t>
            </a:r>
            <a:endPar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endParaRPr>
          </a:p>
          <a:p>
            <a:pPr indent="1020445" algn="just">
              <a:buNone/>
            </a:pPr>
            <a:r>
              <a:rPr lang="en-US" altLang="zh-CN" sz="1600" b="1" kern="100" dirty="0">
                <a:effectLst/>
                <a:latin typeface="Courier New" panose="02070309020205020404" pitchFamily="49" charset="0"/>
                <a:ea typeface="宋体" panose="02010600030101010101" pitchFamily="2" charset="-122"/>
                <a:cs typeface="Times New Roman" panose="02020603050405020304" pitchFamily="18" charset="0"/>
              </a:rPr>
              <a:t>  Row =</a:t>
            </a: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600" b="1"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 &lt; </a:t>
            </a:r>
            <a:r>
              <a:rPr lang="en-US" altLang="zh-CN" sz="1600" kern="100" dirty="0" err="1">
                <a:effectLst/>
                <a:latin typeface="Courier New" panose="02070309020205020404" pitchFamily="49" charset="0"/>
                <a:ea typeface="宋体" panose="02010600030101010101" pitchFamily="2" charset="-122"/>
                <a:cs typeface="Times New Roman" panose="02020603050405020304" pitchFamily="18" charset="0"/>
              </a:rPr>
              <a:t>a</a:t>
            </a:r>
            <a:r>
              <a:rPr lang="en-US" altLang="zh-CN" sz="1600" kern="100" baseline="-25000" dirty="0" err="1">
                <a:effectLst/>
                <a:latin typeface="Courier New" panose="02070309020205020404" pitchFamily="49" charset="0"/>
                <a:ea typeface="宋体" panose="02010600030101010101" pitchFamily="2" charset="-122"/>
                <a:cs typeface="Times New Roman" panose="02020603050405020304" pitchFamily="18" charset="0"/>
              </a:rPr>
              <a:t>i,j</a:t>
            </a: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600" kern="100" dirty="0" err="1">
                <a:effectLst/>
                <a:latin typeface="Courier New" panose="02070309020205020404" pitchFamily="49" charset="0"/>
                <a:ea typeface="宋体" panose="02010600030101010101" pitchFamily="2" charset="-122"/>
                <a:cs typeface="Times New Roman" panose="02020603050405020304" pitchFamily="18" charset="0"/>
              </a:rPr>
              <a:t>a</a:t>
            </a:r>
            <a:r>
              <a:rPr lang="en-US" altLang="zh-CN" sz="1600" kern="100" baseline="-25000" dirty="0" err="1">
                <a:effectLst/>
                <a:latin typeface="Courier New" panose="02070309020205020404" pitchFamily="49" charset="0"/>
                <a:ea typeface="宋体" panose="02010600030101010101" pitchFamily="2" charset="-122"/>
                <a:cs typeface="Times New Roman" panose="02020603050405020304" pitchFamily="18" charset="0"/>
              </a:rPr>
              <a:t>i,j+1</a:t>
            </a:r>
            <a:r>
              <a:rPr lang="en-US" altLang="zh-CN" sz="1600" kern="100" baseline="-250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&gt; </a:t>
            </a:r>
            <a:r>
              <a:rPr lang="zh-CN" altLang="zh-CN" sz="1600" b="1" kern="100" dirty="0">
                <a:effectLst/>
                <a:latin typeface="Courier New" panose="02070309020205020404" pitchFamily="49" charset="0"/>
                <a:ea typeface="宋体" panose="02010600030101010101" pitchFamily="2" charset="-122"/>
                <a:cs typeface="Courier New" panose="02070309020205020404" pitchFamily="49" charset="0"/>
              </a:rPr>
              <a:t>∣</a:t>
            </a:r>
            <a:r>
              <a:rPr lang="en-US" altLang="zh-CN" sz="1600" b="1" kern="100" dirty="0">
                <a:effectLst/>
                <a:latin typeface="Courier New" panose="02070309020205020404" pitchFamily="49" charset="0"/>
                <a:ea typeface="宋体" panose="02010600030101010101" pitchFamily="2" charset="-122"/>
                <a:cs typeface="Courier New" panose="02070309020205020404" pitchFamily="49" charset="0"/>
              </a:rPr>
              <a:t> </a:t>
            </a:r>
            <a:r>
              <a:rPr lang="en-US" altLang="zh-CN" sz="1600" kern="100" dirty="0" err="1">
                <a:effectLst/>
                <a:latin typeface="Courier New" panose="02070309020205020404" pitchFamily="49" charset="0"/>
                <a:ea typeface="宋体" panose="02010600030101010101" pitchFamily="2" charset="-122"/>
                <a:cs typeface="Times New Roman" panose="02020603050405020304" pitchFamily="18" charset="0"/>
              </a:rPr>
              <a:t>1</a:t>
            </a:r>
            <a:r>
              <a:rPr lang="en-US" altLang="zh-CN" sz="1600" kern="100" dirty="0" err="1">
                <a:effectLst/>
                <a:latin typeface="Courier New" panose="02070309020205020404" pitchFamily="49" charset="0"/>
                <a:ea typeface="宋体" panose="02010600030101010101" pitchFamily="2" charset="-122"/>
                <a:cs typeface="Courier New" panose="02070309020205020404" pitchFamily="49" charset="0"/>
                <a:sym typeface="Symbol" panose="05050102010706020507" pitchFamily="18" charset="2"/>
              </a:rPr>
              <a:t></a:t>
            </a:r>
            <a:r>
              <a:rPr lang="en-US" altLang="zh-CN" sz="1600" kern="100" dirty="0" err="1">
                <a:effectLst/>
                <a:latin typeface="Courier New" panose="02070309020205020404" pitchFamily="49" charset="0"/>
                <a:ea typeface="宋体" panose="02010600030101010101" pitchFamily="2" charset="-122"/>
                <a:cs typeface="Times New Roman" panose="02020603050405020304" pitchFamily="18" charset="0"/>
              </a:rPr>
              <a:t>i</a:t>
            </a:r>
            <a:r>
              <a:rPr lang="en-US" altLang="zh-CN" sz="1600" kern="100" dirty="0" err="1">
                <a:effectLst/>
                <a:latin typeface="Courier New" panose="02070309020205020404" pitchFamily="49" charset="0"/>
                <a:ea typeface="宋体" panose="02010600030101010101" pitchFamily="2" charset="-122"/>
                <a:cs typeface="Courier New" panose="02070309020205020404" pitchFamily="49" charset="0"/>
                <a:sym typeface="Symbol" panose="05050102010706020507" pitchFamily="18" charset="2"/>
              </a:rPr>
              <a:t></a:t>
            </a:r>
            <a:r>
              <a:rPr lang="en-US" altLang="zh-CN" sz="1600" kern="100" dirty="0" err="1">
                <a:effectLst/>
                <a:latin typeface="Courier New" panose="02070309020205020404" pitchFamily="49" charset="0"/>
                <a:ea typeface="宋体" panose="02010600030101010101" pitchFamily="2" charset="-122"/>
                <a:cs typeface="Times New Roman" panose="02020603050405020304" pitchFamily="18" charset="0"/>
              </a:rPr>
              <a:t>m</a:t>
            </a:r>
            <a:r>
              <a:rPr lang="zh-CN" altLang="zh-CN" sz="1600" kern="100" dirty="0">
                <a:effectLst/>
                <a:latin typeface="Courier New" panose="02070309020205020404" pitchFamily="49" charset="0"/>
                <a:ea typeface="宋体" panose="02010600030101010101" pitchFamily="2" charset="-122"/>
                <a:cs typeface="Courier New" panose="02070309020205020404" pitchFamily="49" charset="0"/>
              </a:rPr>
              <a:t>，</a:t>
            </a:r>
            <a:r>
              <a:rPr lang="en-US" altLang="zh-CN" sz="1600" kern="100" dirty="0" err="1">
                <a:effectLst/>
                <a:latin typeface="Courier New" panose="02070309020205020404" pitchFamily="49" charset="0"/>
                <a:ea typeface="宋体" panose="02010600030101010101" pitchFamily="2" charset="-122"/>
                <a:cs typeface="Times New Roman" panose="02020603050405020304" pitchFamily="18" charset="0"/>
              </a:rPr>
              <a:t>1</a:t>
            </a:r>
            <a:r>
              <a:rPr lang="en-US" altLang="zh-CN" sz="1600" kern="100" dirty="0" err="1">
                <a:effectLst/>
                <a:latin typeface="Courier New" panose="02070309020205020404" pitchFamily="49" charset="0"/>
                <a:ea typeface="宋体" panose="02010600030101010101" pitchFamily="2" charset="-122"/>
                <a:cs typeface="Courier New" panose="02070309020205020404" pitchFamily="49" charset="0"/>
                <a:sym typeface="Symbol" panose="05050102010706020507" pitchFamily="18" charset="2"/>
              </a:rPr>
              <a:t></a:t>
            </a:r>
            <a:r>
              <a:rPr lang="en-US" altLang="zh-CN" sz="1600" kern="100" dirty="0" err="1">
                <a:effectLst/>
                <a:latin typeface="Courier New" panose="02070309020205020404" pitchFamily="49" charset="0"/>
                <a:ea typeface="宋体" panose="02010600030101010101" pitchFamily="2" charset="-122"/>
                <a:cs typeface="Times New Roman" panose="02020603050405020304" pitchFamily="18" charset="0"/>
              </a:rPr>
              <a:t>j</a:t>
            </a:r>
            <a:r>
              <a:rPr lang="en-US" altLang="zh-CN" sz="1600" kern="100" dirty="0" err="1">
                <a:effectLst/>
                <a:latin typeface="Courier New" panose="02070309020205020404" pitchFamily="49" charset="0"/>
                <a:ea typeface="宋体" panose="02010600030101010101" pitchFamily="2" charset="-122"/>
                <a:cs typeface="Courier New" panose="02070309020205020404" pitchFamily="49" charset="0"/>
                <a:sym typeface="Symbol" panose="05050102010706020507" pitchFamily="18" charset="2"/>
              </a:rPr>
              <a:t></a:t>
            </a:r>
            <a:r>
              <a:rPr lang="en-US" altLang="zh-CN" sz="1600" kern="100" dirty="0" err="1">
                <a:effectLst/>
                <a:latin typeface="Courier New" panose="02070309020205020404" pitchFamily="49" charset="0"/>
                <a:ea typeface="宋体" panose="02010600030101010101" pitchFamily="2" charset="-122"/>
                <a:cs typeface="Times New Roman" panose="02020603050405020304" pitchFamily="18" charset="0"/>
              </a:rPr>
              <a:t>n-1</a:t>
            </a: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600" b="1" kern="100" dirty="0">
                <a:effectLst/>
                <a:latin typeface="Courier New" panose="02070309020205020404" pitchFamily="49" charset="0"/>
                <a:ea typeface="宋体" panose="02010600030101010101" pitchFamily="2" charset="-122"/>
                <a:cs typeface="Times New Roman" panose="02020603050405020304" pitchFamily="18" charset="0"/>
              </a:rPr>
              <a:t>}</a:t>
            </a:r>
            <a:endPar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endParaRPr>
          </a:p>
          <a:p>
            <a:pPr indent="1020445" algn="just">
              <a:buNone/>
            </a:pPr>
            <a:r>
              <a:rPr lang="en-US" altLang="zh-CN" sz="1600" b="1" kern="100" dirty="0">
                <a:effectLst/>
                <a:latin typeface="Courier New" panose="02070309020205020404" pitchFamily="49" charset="0"/>
                <a:ea typeface="宋体" panose="02010600030101010101" pitchFamily="2" charset="-122"/>
                <a:cs typeface="Times New Roman" panose="02020603050405020304" pitchFamily="18" charset="0"/>
              </a:rPr>
              <a:t>  Col =</a:t>
            </a: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600" b="1"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 &lt; </a:t>
            </a:r>
            <a:r>
              <a:rPr lang="en-US" altLang="zh-CN" sz="1600" kern="100" dirty="0" err="1">
                <a:effectLst/>
                <a:latin typeface="Courier New" panose="02070309020205020404" pitchFamily="49" charset="0"/>
                <a:ea typeface="宋体" panose="02010600030101010101" pitchFamily="2" charset="-122"/>
                <a:cs typeface="Times New Roman" panose="02020603050405020304" pitchFamily="18" charset="0"/>
              </a:rPr>
              <a:t>a</a:t>
            </a:r>
            <a:r>
              <a:rPr lang="en-US" altLang="zh-CN" sz="1600" kern="100" baseline="-25000" dirty="0" err="1">
                <a:effectLst/>
                <a:latin typeface="Courier New" panose="02070309020205020404" pitchFamily="49" charset="0"/>
                <a:ea typeface="宋体" panose="02010600030101010101" pitchFamily="2" charset="-122"/>
                <a:cs typeface="Times New Roman" panose="02020603050405020304" pitchFamily="18" charset="0"/>
              </a:rPr>
              <a:t>i,j</a:t>
            </a: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600" kern="100" dirty="0" err="1">
                <a:effectLst/>
                <a:latin typeface="Courier New" panose="02070309020205020404" pitchFamily="49" charset="0"/>
                <a:ea typeface="宋体" panose="02010600030101010101" pitchFamily="2" charset="-122"/>
                <a:cs typeface="Times New Roman" panose="02020603050405020304" pitchFamily="18" charset="0"/>
              </a:rPr>
              <a:t>a</a:t>
            </a:r>
            <a:r>
              <a:rPr lang="en-US" altLang="zh-CN" sz="1600" kern="100" baseline="-25000" dirty="0" err="1">
                <a:effectLst/>
                <a:latin typeface="Courier New" panose="02070309020205020404" pitchFamily="49" charset="0"/>
                <a:ea typeface="宋体" panose="02010600030101010101" pitchFamily="2" charset="-122"/>
                <a:cs typeface="Times New Roman" panose="02020603050405020304" pitchFamily="18" charset="0"/>
              </a:rPr>
              <a:t>i+1,j</a:t>
            </a:r>
            <a:r>
              <a:rPr lang="en-US" altLang="zh-CN" sz="1600" kern="100" baseline="-250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&gt; </a:t>
            </a:r>
            <a:r>
              <a:rPr lang="zh-CN" altLang="zh-CN" sz="1600" b="1" kern="100" dirty="0">
                <a:effectLst/>
                <a:latin typeface="Courier New" panose="02070309020205020404" pitchFamily="49" charset="0"/>
                <a:ea typeface="宋体" panose="02010600030101010101" pitchFamily="2" charset="-122"/>
                <a:cs typeface="Courier New" panose="02070309020205020404" pitchFamily="49" charset="0"/>
              </a:rPr>
              <a:t>∣</a:t>
            </a:r>
            <a:r>
              <a:rPr lang="en-US" altLang="zh-CN" sz="1600" b="1" kern="100" dirty="0">
                <a:effectLst/>
                <a:latin typeface="Courier New" panose="02070309020205020404" pitchFamily="49" charset="0"/>
                <a:ea typeface="宋体" panose="02010600030101010101" pitchFamily="2" charset="-122"/>
                <a:cs typeface="Courier New" panose="02070309020205020404" pitchFamily="49" charset="0"/>
              </a:rPr>
              <a:t> </a:t>
            </a: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1</a:t>
            </a:r>
            <a:r>
              <a:rPr lang="zh-CN" altLang="zh-CN" sz="1600" kern="100" dirty="0">
                <a:effectLst/>
                <a:latin typeface="等线" panose="02010600030101010101" pitchFamily="2" charset="-122"/>
                <a:ea typeface="等线 Light" panose="02010600030101010101" pitchFamily="2" charset="-122"/>
                <a:cs typeface="Courier New" panose="02070309020205020404" pitchFamily="49" charset="0"/>
              </a:rPr>
              <a:t>≤</a:t>
            </a:r>
            <a:r>
              <a:rPr lang="en-US" altLang="zh-CN" sz="1600" kern="100" dirty="0" err="1">
                <a:effectLst/>
                <a:latin typeface="Courier New" panose="02070309020205020404" pitchFamily="49" charset="0"/>
                <a:ea typeface="宋体" panose="02010600030101010101" pitchFamily="2" charset="-122"/>
                <a:cs typeface="Times New Roman" panose="02020603050405020304" pitchFamily="18" charset="0"/>
              </a:rPr>
              <a:t>i</a:t>
            </a:r>
            <a:r>
              <a:rPr lang="zh-CN" altLang="zh-CN" sz="1600" kern="100" dirty="0">
                <a:effectLst/>
                <a:latin typeface="等线" panose="02010600030101010101" pitchFamily="2" charset="-122"/>
                <a:ea typeface="等线 Light" panose="02010600030101010101" pitchFamily="2" charset="-122"/>
                <a:cs typeface="Courier New" panose="02070309020205020404" pitchFamily="49" charset="0"/>
              </a:rPr>
              <a:t>≤</a:t>
            </a: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m-1</a:t>
            </a:r>
            <a:r>
              <a:rPr lang="zh-CN" altLang="zh-CN" sz="1600" kern="100" dirty="0">
                <a:effectLst/>
                <a:latin typeface="Courier New" panose="02070309020205020404" pitchFamily="49" charset="0"/>
                <a:ea typeface="宋体" panose="02010600030101010101" pitchFamily="2" charset="-122"/>
                <a:cs typeface="Courier New" panose="02070309020205020404" pitchFamily="49" charset="0"/>
              </a:rPr>
              <a:t>，</a:t>
            </a: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1</a:t>
            </a:r>
            <a:r>
              <a:rPr lang="zh-CN" altLang="zh-CN" sz="1600" kern="100" dirty="0">
                <a:effectLst/>
                <a:latin typeface="等线" panose="02010600030101010101" pitchFamily="2" charset="-122"/>
                <a:ea typeface="等线 Light" panose="02010600030101010101" pitchFamily="2" charset="-122"/>
                <a:cs typeface="Courier New" panose="02070309020205020404" pitchFamily="49" charset="0"/>
              </a:rPr>
              <a:t>≤</a:t>
            </a: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j</a:t>
            </a:r>
            <a:r>
              <a:rPr lang="zh-CN" altLang="zh-CN" sz="1600" kern="100" dirty="0">
                <a:effectLst/>
                <a:latin typeface="等线" panose="02010600030101010101" pitchFamily="2" charset="-122"/>
                <a:ea typeface="等线 Light" panose="02010600030101010101" pitchFamily="2" charset="-122"/>
                <a:cs typeface="Courier New" panose="02070309020205020404" pitchFamily="49" charset="0"/>
              </a:rPr>
              <a:t>≤</a:t>
            </a: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n </a:t>
            </a:r>
            <a:r>
              <a:rPr lang="en-US" altLang="zh-CN" sz="1600" b="1" kern="100" dirty="0">
                <a:effectLst/>
                <a:latin typeface="Courier New" panose="02070309020205020404" pitchFamily="49" charset="0"/>
                <a:ea typeface="宋体" panose="02010600030101010101" pitchFamily="2" charset="-122"/>
                <a:cs typeface="Times New Roman" panose="02020603050405020304" pitchFamily="18" charset="0"/>
              </a:rPr>
              <a:t>}</a:t>
            </a:r>
            <a:endPar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endParaRPr>
          </a:p>
          <a:p>
            <a:pPr indent="448945" algn="just">
              <a:buNone/>
            </a:pPr>
            <a:r>
              <a:rPr lang="zh-CN" altLang="zh-CN" sz="1600" kern="100" dirty="0">
                <a:effectLst/>
                <a:latin typeface="等线" panose="02010600030101010101" pitchFamily="2" charset="-122"/>
                <a:ea typeface="黑体" panose="02010609060101010101" pitchFamily="49" charset="-122"/>
                <a:cs typeface="Courier New" panose="02070309020205020404" pitchFamily="49" charset="0"/>
              </a:rPr>
              <a:t>基本操作</a:t>
            </a:r>
            <a:r>
              <a:rPr lang="zh-CN" altLang="zh-CN" sz="1600" kern="100" dirty="0">
                <a:effectLst/>
                <a:latin typeface="Courier New" panose="02070309020205020404" pitchFamily="49" charset="0"/>
                <a:ea typeface="宋体" panose="02010600030101010101" pitchFamily="2" charset="-122"/>
                <a:cs typeface="Courier New" panose="02070309020205020404" pitchFamily="49" charset="0"/>
              </a:rPr>
              <a:t>：</a:t>
            </a:r>
            <a:endPar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endParaRPr>
          </a:p>
          <a:p>
            <a:pPr indent="629920" algn="just">
              <a:buNone/>
            </a:pPr>
            <a:r>
              <a:rPr lang="en-US" altLang="zh-CN" sz="1600" b="1" kern="100" dirty="0" err="1">
                <a:effectLst/>
                <a:latin typeface="Courier New" panose="02070309020205020404" pitchFamily="49" charset="0"/>
                <a:ea typeface="宋体" panose="02010600030101010101" pitchFamily="2" charset="-122"/>
                <a:cs typeface="Times New Roman" panose="02020603050405020304" pitchFamily="18" charset="0"/>
              </a:rPr>
              <a:t>NewSMat</a:t>
            </a:r>
            <a:r>
              <a:rPr lang="en-US" altLang="zh-CN" sz="1600" b="1" kern="100" dirty="0">
                <a:effectLst/>
                <a:latin typeface="Courier New" panose="02070309020205020404" pitchFamily="49" charset="0"/>
                <a:ea typeface="宋体" panose="02010600030101010101" pitchFamily="2" charset="-122"/>
                <a:cs typeface="Times New Roman" panose="02020603050405020304" pitchFamily="18" charset="0"/>
              </a:rPr>
              <a:t>();</a:t>
            </a:r>
            <a:endParaRPr lang="zh-CN" altLang="zh-CN" sz="1600" b="1" kern="100" dirty="0">
              <a:effectLst/>
              <a:latin typeface="等线" panose="02010600030101010101" pitchFamily="2" charset="-122"/>
              <a:ea typeface="等线" panose="02010600030101010101" pitchFamily="2" charset="-122"/>
              <a:cs typeface="Times New Roman" panose="02020603050405020304" pitchFamily="18" charset="0"/>
            </a:endParaRPr>
          </a:p>
          <a:p>
            <a:pPr indent="801370" algn="just">
              <a:buNone/>
            </a:pPr>
            <a:r>
              <a:rPr lang="zh-CN" altLang="zh-CN" sz="1600" kern="100" dirty="0">
                <a:effectLst/>
                <a:latin typeface="Courier New" panose="02070309020205020404" pitchFamily="49" charset="0"/>
                <a:ea typeface="宋体" panose="02010600030101010101" pitchFamily="2" charset="-122"/>
                <a:cs typeface="Courier New" panose="02070309020205020404" pitchFamily="49" charset="0"/>
              </a:rPr>
              <a:t>操作结果：创建并返回稀疏矩阵。</a:t>
            </a:r>
            <a:endPar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endParaRPr>
          </a:p>
          <a:p>
            <a:pPr indent="629920" algn="just"/>
            <a:r>
              <a:rPr lang="en-US" altLang="zh-CN" sz="1600" b="1" kern="100" dirty="0" err="1">
                <a:latin typeface="Courier New" panose="02070309020205020404" pitchFamily="49" charset="0"/>
                <a:ea typeface="宋体" panose="02010600030101010101" pitchFamily="2" charset="-122"/>
                <a:cs typeface="Times New Roman" panose="02020603050405020304" pitchFamily="18" charset="0"/>
              </a:rPr>
              <a:t>FreeSMat</a:t>
            </a:r>
            <a:r>
              <a:rPr lang="en-US" altLang="zh-CN" sz="1600" b="1" kern="100" dirty="0">
                <a:latin typeface="Courier New" panose="02070309020205020404" pitchFamily="49" charset="0"/>
                <a:ea typeface="宋体" panose="02010600030101010101" pitchFamily="2" charset="-122"/>
                <a:cs typeface="Times New Roman" panose="02020603050405020304" pitchFamily="18" charset="0"/>
              </a:rPr>
              <a:t>(M);</a:t>
            </a:r>
            <a:endParaRPr lang="zh-CN" altLang="zh-CN" sz="1600" b="1" kern="100" dirty="0">
              <a:latin typeface="Courier New" panose="02070309020205020404" pitchFamily="49" charset="0"/>
              <a:ea typeface="宋体" panose="02010600030101010101" pitchFamily="2" charset="-122"/>
              <a:cs typeface="Times New Roman" panose="02020603050405020304" pitchFamily="18" charset="0"/>
            </a:endParaRPr>
          </a:p>
          <a:p>
            <a:pPr indent="801370" algn="just">
              <a:buNone/>
            </a:pPr>
            <a:r>
              <a:rPr lang="zh-CN" altLang="zh-CN" sz="1600" kern="100" dirty="0">
                <a:effectLst/>
                <a:latin typeface="Courier New" panose="02070309020205020404" pitchFamily="49" charset="0"/>
                <a:ea typeface="宋体" panose="02010600030101010101" pitchFamily="2" charset="-122"/>
                <a:cs typeface="Courier New" panose="02070309020205020404" pitchFamily="49" charset="0"/>
              </a:rPr>
              <a:t>初始条件：稀疏矩阵</a:t>
            </a: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M</a:t>
            </a:r>
            <a:r>
              <a:rPr lang="zh-CN" altLang="zh-CN" sz="1600" kern="100" dirty="0">
                <a:effectLst/>
                <a:latin typeface="Courier New" panose="02070309020205020404" pitchFamily="49" charset="0"/>
                <a:ea typeface="宋体" panose="02010600030101010101" pitchFamily="2" charset="-122"/>
                <a:cs typeface="Courier New" panose="02070309020205020404" pitchFamily="49" charset="0"/>
              </a:rPr>
              <a:t>存在。</a:t>
            </a:r>
            <a:endPar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endParaRPr>
          </a:p>
          <a:p>
            <a:pPr indent="801370" algn="just">
              <a:buNone/>
            </a:pPr>
            <a:r>
              <a:rPr lang="zh-CN" altLang="zh-CN" sz="1600" kern="100" dirty="0">
                <a:effectLst/>
                <a:latin typeface="Courier New" panose="02070309020205020404" pitchFamily="49" charset="0"/>
                <a:ea typeface="宋体" panose="02010600030101010101" pitchFamily="2" charset="-122"/>
                <a:cs typeface="Courier New" panose="02070309020205020404" pitchFamily="49" charset="0"/>
              </a:rPr>
              <a:t>操作结果：回收稀疏矩阵</a:t>
            </a: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M</a:t>
            </a:r>
            <a:r>
              <a:rPr lang="zh-CN" altLang="zh-CN" sz="1600" kern="100" dirty="0">
                <a:effectLst/>
                <a:latin typeface="Courier New" panose="02070309020205020404" pitchFamily="49" charset="0"/>
                <a:ea typeface="宋体" panose="02010600030101010101" pitchFamily="2" charset="-122"/>
                <a:cs typeface="Courier New" panose="02070309020205020404" pitchFamily="49" charset="0"/>
              </a:rPr>
              <a:t>。</a:t>
            </a:r>
            <a:endPar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endParaRPr>
          </a:p>
          <a:p>
            <a:pPr indent="629920" algn="just"/>
            <a:r>
              <a:rPr lang="en-US" altLang="zh-CN" sz="1600" b="1" kern="100" dirty="0" err="1">
                <a:latin typeface="Courier New" panose="02070309020205020404" pitchFamily="49" charset="0"/>
                <a:ea typeface="宋体" panose="02010600030101010101" pitchFamily="2" charset="-122"/>
                <a:cs typeface="Times New Roman" panose="02020603050405020304" pitchFamily="18" charset="0"/>
              </a:rPr>
              <a:t>PrintSMat</a:t>
            </a:r>
            <a:r>
              <a:rPr lang="en-US" altLang="zh-CN" sz="1600" b="1" kern="100" dirty="0">
                <a:latin typeface="Courier New" panose="02070309020205020404" pitchFamily="49" charset="0"/>
                <a:ea typeface="宋体" panose="02010600030101010101" pitchFamily="2" charset="-122"/>
                <a:cs typeface="Times New Roman" panose="02020603050405020304" pitchFamily="18" charset="0"/>
              </a:rPr>
              <a:t>(M);</a:t>
            </a:r>
            <a:endParaRPr lang="zh-CN" altLang="zh-CN" sz="1600" b="1" kern="100" dirty="0">
              <a:latin typeface="Courier New" panose="02070309020205020404" pitchFamily="49" charset="0"/>
              <a:ea typeface="宋体" panose="02010600030101010101" pitchFamily="2" charset="-122"/>
              <a:cs typeface="Times New Roman" panose="02020603050405020304" pitchFamily="18" charset="0"/>
            </a:endParaRPr>
          </a:p>
          <a:p>
            <a:pPr indent="801370" algn="just">
              <a:buNone/>
            </a:pPr>
            <a:r>
              <a:rPr lang="zh-CN" altLang="zh-CN" sz="1600" kern="100" dirty="0">
                <a:effectLst/>
                <a:latin typeface="Courier New" panose="02070309020205020404" pitchFamily="49" charset="0"/>
                <a:ea typeface="宋体" panose="02010600030101010101" pitchFamily="2" charset="-122"/>
                <a:cs typeface="Courier New" panose="02070309020205020404" pitchFamily="49" charset="0"/>
              </a:rPr>
              <a:t>初始条件：稀疏矩阵</a:t>
            </a: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M</a:t>
            </a:r>
            <a:r>
              <a:rPr lang="zh-CN" altLang="zh-CN" sz="1600" kern="100" dirty="0">
                <a:effectLst/>
                <a:latin typeface="Courier New" panose="02070309020205020404" pitchFamily="49" charset="0"/>
                <a:ea typeface="宋体" panose="02010600030101010101" pitchFamily="2" charset="-122"/>
                <a:cs typeface="Courier New" panose="02070309020205020404" pitchFamily="49" charset="0"/>
              </a:rPr>
              <a:t>存在。</a:t>
            </a:r>
            <a:endPar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endParaRPr>
          </a:p>
          <a:p>
            <a:pPr indent="801370" algn="just">
              <a:buNone/>
            </a:pPr>
            <a:r>
              <a:rPr lang="zh-CN" altLang="zh-CN" sz="1600" kern="100" dirty="0">
                <a:effectLst/>
                <a:latin typeface="Courier New" panose="02070309020205020404" pitchFamily="49" charset="0"/>
                <a:ea typeface="宋体" panose="02010600030101010101" pitchFamily="2" charset="-122"/>
                <a:cs typeface="Courier New" panose="02070309020205020404" pitchFamily="49" charset="0"/>
              </a:rPr>
              <a:t>操作结果：输出稀疏矩阵</a:t>
            </a: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M</a:t>
            </a:r>
            <a:r>
              <a:rPr lang="zh-CN" altLang="zh-CN" sz="1600" kern="100" dirty="0">
                <a:effectLst/>
                <a:latin typeface="Courier New" panose="02070309020205020404" pitchFamily="49" charset="0"/>
                <a:ea typeface="宋体" panose="02010600030101010101" pitchFamily="2" charset="-122"/>
                <a:cs typeface="Courier New" panose="02070309020205020404" pitchFamily="49" charset="0"/>
              </a:rPr>
              <a:t>。</a:t>
            </a:r>
            <a:endPar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endParaRPr>
          </a:p>
          <a:p>
            <a:pPr indent="629920" algn="just"/>
            <a:r>
              <a:rPr lang="en-US" altLang="zh-CN" sz="1600" b="1" kern="100" dirty="0" err="1">
                <a:latin typeface="Courier New" panose="02070309020205020404" pitchFamily="49" charset="0"/>
                <a:ea typeface="宋体" panose="02010600030101010101" pitchFamily="2" charset="-122"/>
                <a:cs typeface="Times New Roman" panose="02020603050405020304" pitchFamily="18" charset="0"/>
              </a:rPr>
              <a:t>CopySMat</a:t>
            </a:r>
            <a:r>
              <a:rPr lang="en-US" altLang="zh-CN" sz="1600" b="1" kern="100" dirty="0">
                <a:latin typeface="Courier New" panose="02070309020205020404" pitchFamily="49" charset="0"/>
                <a:ea typeface="宋体" panose="02010600030101010101" pitchFamily="2" charset="-122"/>
                <a:cs typeface="Times New Roman" panose="02020603050405020304" pitchFamily="18" charset="0"/>
              </a:rPr>
              <a:t>(M);</a:t>
            </a:r>
            <a:endParaRPr lang="zh-CN" altLang="zh-CN" sz="1600" b="1" kern="100" dirty="0">
              <a:latin typeface="Courier New" panose="02070309020205020404" pitchFamily="49" charset="0"/>
              <a:ea typeface="宋体" panose="02010600030101010101" pitchFamily="2" charset="-122"/>
              <a:cs typeface="Times New Roman" panose="02020603050405020304" pitchFamily="18" charset="0"/>
            </a:endParaRPr>
          </a:p>
          <a:p>
            <a:pPr indent="801370" algn="just">
              <a:buNone/>
            </a:pPr>
            <a:r>
              <a:rPr lang="zh-CN" altLang="zh-CN" sz="1600" kern="100" dirty="0">
                <a:effectLst/>
                <a:latin typeface="Courier New" panose="02070309020205020404" pitchFamily="49" charset="0"/>
                <a:ea typeface="宋体" panose="02010600030101010101" pitchFamily="2" charset="-122"/>
                <a:cs typeface="Courier New" panose="02070309020205020404" pitchFamily="49" charset="0"/>
              </a:rPr>
              <a:t>初始条件：稀疏矩阵</a:t>
            </a: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M</a:t>
            </a:r>
            <a:r>
              <a:rPr lang="zh-CN" altLang="zh-CN" sz="1600" kern="100" dirty="0">
                <a:effectLst/>
                <a:latin typeface="Courier New" panose="02070309020205020404" pitchFamily="49" charset="0"/>
                <a:ea typeface="宋体" panose="02010600030101010101" pitchFamily="2" charset="-122"/>
                <a:cs typeface="Courier New" panose="02070309020205020404" pitchFamily="49" charset="0"/>
              </a:rPr>
              <a:t>存在。</a:t>
            </a:r>
            <a:endPar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endParaRPr>
          </a:p>
          <a:p>
            <a:pPr indent="801370" algn="just">
              <a:buNone/>
            </a:pPr>
            <a:r>
              <a:rPr lang="zh-CN" altLang="zh-CN" sz="1600" kern="100" dirty="0">
                <a:effectLst/>
                <a:latin typeface="Courier New" panose="02070309020205020404" pitchFamily="49" charset="0"/>
                <a:ea typeface="宋体" panose="02010600030101010101" pitchFamily="2" charset="-122"/>
                <a:cs typeface="Courier New" panose="02070309020205020404" pitchFamily="49" charset="0"/>
              </a:rPr>
              <a:t>操作结果：返回由</a:t>
            </a: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M</a:t>
            </a:r>
            <a:r>
              <a:rPr lang="zh-CN" altLang="zh-CN" sz="1600" kern="100" dirty="0">
                <a:effectLst/>
                <a:latin typeface="Courier New" panose="02070309020205020404" pitchFamily="49" charset="0"/>
                <a:ea typeface="宋体" panose="02010600030101010101" pitchFamily="2" charset="-122"/>
                <a:cs typeface="Courier New" panose="02070309020205020404" pitchFamily="49" charset="0"/>
              </a:rPr>
              <a:t>复制得到稀疏矩阵。</a:t>
            </a:r>
            <a:endParaRPr lang="zh-CN" altLang="en-US" sz="1600" dirty="0"/>
          </a:p>
        </p:txBody>
      </p:sp>
      <p:sp>
        <p:nvSpPr>
          <p:cNvPr id="8" name="文本框 7">
            <a:extLst>
              <a:ext uri="{FF2B5EF4-FFF2-40B4-BE49-F238E27FC236}">
                <a16:creationId xmlns:a16="http://schemas.microsoft.com/office/drawing/2014/main" id="{303B10CF-A417-C964-36A2-E7D992D51D05}"/>
              </a:ext>
            </a:extLst>
          </p:cNvPr>
          <p:cNvSpPr txBox="1"/>
          <p:nvPr/>
        </p:nvSpPr>
        <p:spPr>
          <a:xfrm>
            <a:off x="6442364" y="3471357"/>
            <a:ext cx="5527963" cy="3293209"/>
          </a:xfrm>
          <a:prstGeom prst="rect">
            <a:avLst/>
          </a:prstGeom>
          <a:noFill/>
        </p:spPr>
        <p:txBody>
          <a:bodyPr wrap="square">
            <a:spAutoFit/>
          </a:bodyPr>
          <a:lstStyle/>
          <a:p>
            <a:pPr indent="629920" algn="just"/>
            <a:r>
              <a:rPr lang="en-US" altLang="zh-CN" sz="1600" b="1" kern="100" dirty="0" err="1">
                <a:latin typeface="Courier New" panose="02070309020205020404" pitchFamily="49" charset="0"/>
                <a:ea typeface="宋体" panose="02010600030101010101" pitchFamily="2" charset="-122"/>
                <a:cs typeface="Times New Roman" panose="02020603050405020304" pitchFamily="18" charset="0"/>
              </a:rPr>
              <a:t>AddSMat</a:t>
            </a:r>
            <a:r>
              <a:rPr lang="en-US" altLang="zh-CN" sz="1600" b="1" kern="100" dirty="0">
                <a:latin typeface="Courier New" panose="02070309020205020404" pitchFamily="49" charset="0"/>
                <a:ea typeface="宋体" panose="02010600030101010101" pitchFamily="2" charset="-122"/>
                <a:cs typeface="Times New Roman" panose="02020603050405020304" pitchFamily="18" charset="0"/>
              </a:rPr>
              <a:t>(M, N);</a:t>
            </a:r>
            <a:endParaRPr lang="zh-CN" altLang="zh-CN" sz="1600" b="1" kern="100" dirty="0">
              <a:latin typeface="Courier New" panose="02070309020205020404" pitchFamily="49" charset="0"/>
              <a:ea typeface="宋体" panose="02010600030101010101" pitchFamily="2" charset="-122"/>
              <a:cs typeface="Times New Roman" panose="02020603050405020304" pitchFamily="18" charset="0"/>
            </a:endParaRPr>
          </a:p>
          <a:p>
            <a:pPr indent="801370" algn="just">
              <a:buNone/>
            </a:pPr>
            <a:r>
              <a:rPr lang="zh-CN" altLang="zh-CN" sz="1600" kern="100" dirty="0">
                <a:effectLst/>
                <a:latin typeface="Courier New" panose="02070309020205020404" pitchFamily="49" charset="0"/>
                <a:ea typeface="宋体" panose="02010600030101010101" pitchFamily="2" charset="-122"/>
                <a:cs typeface="Courier New" panose="02070309020205020404" pitchFamily="49" charset="0"/>
              </a:rPr>
              <a:t>初始条件：稀疏矩阵</a:t>
            </a: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M</a:t>
            </a:r>
            <a:r>
              <a:rPr lang="zh-CN" altLang="zh-CN" sz="1600" kern="100" dirty="0">
                <a:effectLst/>
                <a:latin typeface="Courier New" panose="02070309020205020404" pitchFamily="49" charset="0"/>
                <a:ea typeface="宋体" panose="02010600030101010101" pitchFamily="2" charset="-122"/>
                <a:cs typeface="Courier New" panose="02070309020205020404" pitchFamily="49" charset="0"/>
              </a:rPr>
              <a:t>与</a:t>
            </a: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N</a:t>
            </a:r>
            <a:r>
              <a:rPr lang="zh-CN" altLang="zh-CN" sz="1600" kern="100" dirty="0">
                <a:effectLst/>
                <a:latin typeface="Courier New" panose="02070309020205020404" pitchFamily="49" charset="0"/>
                <a:ea typeface="宋体" panose="02010600030101010101" pitchFamily="2" charset="-122"/>
                <a:cs typeface="Courier New" panose="02070309020205020404" pitchFamily="49" charset="0"/>
              </a:rPr>
              <a:t>的行数和列数对应相等。</a:t>
            </a:r>
            <a:endPar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endParaRPr>
          </a:p>
          <a:p>
            <a:pPr indent="801370" algn="just">
              <a:buNone/>
            </a:pPr>
            <a:r>
              <a:rPr lang="zh-CN" altLang="zh-CN" sz="1600" kern="100" dirty="0">
                <a:effectLst/>
                <a:latin typeface="Courier New" panose="02070309020205020404" pitchFamily="49" charset="0"/>
                <a:ea typeface="宋体" panose="02010600030101010101" pitchFamily="2" charset="-122"/>
                <a:cs typeface="Courier New" panose="02070309020205020404" pitchFamily="49" charset="0"/>
              </a:rPr>
              <a:t>操作结果：求并返回稀疏矩阵的和</a:t>
            </a:r>
            <a:r>
              <a:rPr lang="en-US" altLang="zh-CN" sz="1600" kern="100" dirty="0" err="1">
                <a:effectLst/>
                <a:latin typeface="Courier New" panose="02070309020205020404" pitchFamily="49" charset="0"/>
                <a:ea typeface="宋体" panose="02010600030101010101" pitchFamily="2" charset="-122"/>
                <a:cs typeface="Times New Roman" panose="02020603050405020304" pitchFamily="18" charset="0"/>
              </a:rPr>
              <a:t>M+N</a:t>
            </a:r>
            <a:r>
              <a:rPr lang="zh-CN" altLang="zh-CN" sz="1600" kern="100" dirty="0">
                <a:effectLst/>
                <a:latin typeface="Courier New" panose="02070309020205020404" pitchFamily="49" charset="0"/>
                <a:ea typeface="宋体" panose="02010600030101010101" pitchFamily="2" charset="-122"/>
                <a:cs typeface="Courier New" panose="02070309020205020404" pitchFamily="49" charset="0"/>
              </a:rPr>
              <a:t>。</a:t>
            </a:r>
            <a:endPar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endParaRPr>
          </a:p>
          <a:p>
            <a:pPr indent="629920" algn="just"/>
            <a:r>
              <a:rPr lang="en-US" altLang="zh-CN" sz="1600" b="1" kern="100" dirty="0" err="1">
                <a:latin typeface="Courier New" panose="02070309020205020404" pitchFamily="49" charset="0"/>
                <a:ea typeface="宋体" panose="02010600030101010101" pitchFamily="2" charset="-122"/>
                <a:cs typeface="Times New Roman" panose="02020603050405020304" pitchFamily="18" charset="0"/>
              </a:rPr>
              <a:t>SubSMat</a:t>
            </a:r>
            <a:r>
              <a:rPr lang="en-US" altLang="zh-CN" sz="1600" b="1" kern="100" dirty="0">
                <a:latin typeface="Courier New" panose="02070309020205020404" pitchFamily="49" charset="0"/>
                <a:ea typeface="宋体" panose="02010600030101010101" pitchFamily="2" charset="-122"/>
                <a:cs typeface="Times New Roman" panose="02020603050405020304" pitchFamily="18" charset="0"/>
              </a:rPr>
              <a:t>(M, N);</a:t>
            </a:r>
            <a:endParaRPr lang="zh-CN" altLang="zh-CN" sz="1600" b="1" kern="100" dirty="0">
              <a:latin typeface="Courier New" panose="02070309020205020404" pitchFamily="49" charset="0"/>
              <a:ea typeface="宋体" panose="02010600030101010101" pitchFamily="2" charset="-122"/>
              <a:cs typeface="Times New Roman" panose="02020603050405020304" pitchFamily="18" charset="0"/>
            </a:endParaRPr>
          </a:p>
          <a:p>
            <a:pPr indent="801370" algn="just">
              <a:buNone/>
            </a:pPr>
            <a:r>
              <a:rPr lang="zh-CN" altLang="zh-CN" sz="1600" kern="100" dirty="0">
                <a:effectLst/>
                <a:latin typeface="Courier New" panose="02070309020205020404" pitchFamily="49" charset="0"/>
                <a:ea typeface="宋体" panose="02010600030101010101" pitchFamily="2" charset="-122"/>
                <a:cs typeface="Courier New" panose="02070309020205020404" pitchFamily="49" charset="0"/>
              </a:rPr>
              <a:t>初始条件：稀疏矩阵</a:t>
            </a: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M</a:t>
            </a:r>
            <a:r>
              <a:rPr lang="zh-CN" altLang="zh-CN" sz="1600" kern="100" dirty="0">
                <a:effectLst/>
                <a:latin typeface="Courier New" panose="02070309020205020404" pitchFamily="49" charset="0"/>
                <a:ea typeface="宋体" panose="02010600030101010101" pitchFamily="2" charset="-122"/>
                <a:cs typeface="Courier New" panose="02070309020205020404" pitchFamily="49" charset="0"/>
              </a:rPr>
              <a:t>与</a:t>
            </a: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N</a:t>
            </a:r>
            <a:r>
              <a:rPr lang="zh-CN" altLang="zh-CN" sz="1600" kern="100" dirty="0">
                <a:effectLst/>
                <a:latin typeface="Courier New" panose="02070309020205020404" pitchFamily="49" charset="0"/>
                <a:ea typeface="宋体" panose="02010600030101010101" pitchFamily="2" charset="-122"/>
                <a:cs typeface="Courier New" panose="02070309020205020404" pitchFamily="49" charset="0"/>
              </a:rPr>
              <a:t>的行数和列数对应相等。</a:t>
            </a:r>
            <a:endPar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endParaRPr>
          </a:p>
          <a:p>
            <a:pPr indent="801370" algn="just">
              <a:buNone/>
            </a:pPr>
            <a:r>
              <a:rPr lang="zh-CN" altLang="zh-CN" sz="1600" kern="100" dirty="0">
                <a:effectLst/>
                <a:latin typeface="Courier New" panose="02070309020205020404" pitchFamily="49" charset="0"/>
                <a:ea typeface="宋体" panose="02010600030101010101" pitchFamily="2" charset="-122"/>
                <a:cs typeface="Courier New" panose="02070309020205020404" pitchFamily="49" charset="0"/>
              </a:rPr>
              <a:t>操作结果：求并返回稀疏矩阵的差</a:t>
            </a: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M-N</a:t>
            </a:r>
            <a:r>
              <a:rPr lang="zh-CN" altLang="zh-CN" sz="1600" kern="100" dirty="0">
                <a:effectLst/>
                <a:latin typeface="Courier New" panose="02070309020205020404" pitchFamily="49" charset="0"/>
                <a:ea typeface="宋体" panose="02010600030101010101" pitchFamily="2" charset="-122"/>
                <a:cs typeface="Courier New" panose="02070309020205020404" pitchFamily="49" charset="0"/>
              </a:rPr>
              <a:t>。</a:t>
            </a:r>
            <a:endPar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endParaRPr>
          </a:p>
          <a:p>
            <a:pPr indent="629920" algn="just"/>
            <a:r>
              <a:rPr lang="en-US" altLang="zh-CN" sz="1600" b="1" kern="100" dirty="0" err="1">
                <a:latin typeface="Courier New" panose="02070309020205020404" pitchFamily="49" charset="0"/>
                <a:ea typeface="宋体" panose="02010600030101010101" pitchFamily="2" charset="-122"/>
                <a:cs typeface="Times New Roman" panose="02020603050405020304" pitchFamily="18" charset="0"/>
              </a:rPr>
              <a:t>MultSMat</a:t>
            </a:r>
            <a:r>
              <a:rPr lang="en-US" altLang="zh-CN" sz="1600" b="1" kern="100" dirty="0">
                <a:latin typeface="Courier New" panose="02070309020205020404" pitchFamily="49" charset="0"/>
                <a:ea typeface="宋体" panose="02010600030101010101" pitchFamily="2" charset="-122"/>
                <a:cs typeface="Times New Roman" panose="02020603050405020304" pitchFamily="18" charset="0"/>
              </a:rPr>
              <a:t>(M, N);</a:t>
            </a:r>
            <a:endParaRPr lang="zh-CN" altLang="zh-CN" sz="1600" b="1" kern="100" dirty="0">
              <a:latin typeface="Courier New" panose="02070309020205020404" pitchFamily="49" charset="0"/>
              <a:ea typeface="宋体" panose="02010600030101010101" pitchFamily="2" charset="-122"/>
              <a:cs typeface="Times New Roman" panose="02020603050405020304" pitchFamily="18" charset="0"/>
            </a:endParaRPr>
          </a:p>
          <a:p>
            <a:pPr indent="801370" algn="just">
              <a:buNone/>
            </a:pPr>
            <a:r>
              <a:rPr lang="zh-CN" altLang="zh-CN" sz="1600" kern="100" dirty="0">
                <a:effectLst/>
                <a:latin typeface="Courier New" panose="02070309020205020404" pitchFamily="49" charset="0"/>
                <a:ea typeface="宋体" panose="02010600030101010101" pitchFamily="2" charset="-122"/>
                <a:cs typeface="Courier New" panose="02070309020205020404" pitchFamily="49" charset="0"/>
              </a:rPr>
              <a:t>初始条件：稀疏矩阵</a:t>
            </a: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M</a:t>
            </a:r>
            <a:r>
              <a:rPr lang="zh-CN" altLang="zh-CN" sz="1600" kern="100" dirty="0">
                <a:effectLst/>
                <a:latin typeface="Courier New" panose="02070309020205020404" pitchFamily="49" charset="0"/>
                <a:ea typeface="宋体" panose="02010600030101010101" pitchFamily="2" charset="-122"/>
                <a:cs typeface="Courier New" panose="02070309020205020404" pitchFamily="49" charset="0"/>
              </a:rPr>
              <a:t>的列数等于</a:t>
            </a: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N</a:t>
            </a:r>
            <a:r>
              <a:rPr lang="zh-CN" altLang="zh-CN" sz="1600" kern="100" dirty="0">
                <a:effectLst/>
                <a:latin typeface="Courier New" panose="02070309020205020404" pitchFamily="49" charset="0"/>
                <a:ea typeface="宋体" panose="02010600030101010101" pitchFamily="2" charset="-122"/>
                <a:cs typeface="Courier New" panose="02070309020205020404" pitchFamily="49" charset="0"/>
              </a:rPr>
              <a:t>的行数。</a:t>
            </a:r>
            <a:endPar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endParaRPr>
          </a:p>
          <a:p>
            <a:pPr indent="801370" algn="just">
              <a:buNone/>
            </a:pPr>
            <a:r>
              <a:rPr lang="zh-CN" altLang="zh-CN" sz="1600" kern="100" dirty="0">
                <a:effectLst/>
                <a:latin typeface="Courier New" panose="02070309020205020404" pitchFamily="49" charset="0"/>
                <a:ea typeface="宋体" panose="02010600030101010101" pitchFamily="2" charset="-122"/>
                <a:cs typeface="Courier New" panose="02070309020205020404" pitchFamily="49" charset="0"/>
              </a:rPr>
              <a:t>操作结果：求并返回稀疏矩阵乘积</a:t>
            </a:r>
            <a:r>
              <a:rPr lang="en-US" altLang="zh-CN" sz="1600" kern="100" dirty="0" err="1">
                <a:effectLst/>
                <a:latin typeface="Courier New" panose="02070309020205020404" pitchFamily="49" charset="0"/>
                <a:ea typeface="宋体" panose="02010600030101010101" pitchFamily="2" charset="-122"/>
                <a:cs typeface="Times New Roman" panose="02020603050405020304" pitchFamily="18" charset="0"/>
              </a:rPr>
              <a:t>M</a:t>
            </a:r>
            <a:r>
              <a:rPr lang="en-US" altLang="zh-CN" sz="1600" kern="100" dirty="0" err="1">
                <a:effectLst/>
                <a:latin typeface="Courier New" panose="02070309020205020404" pitchFamily="49" charset="0"/>
                <a:ea typeface="宋体" panose="02010600030101010101" pitchFamily="2" charset="-122"/>
                <a:cs typeface="Courier New" panose="02070309020205020404" pitchFamily="49" charset="0"/>
                <a:sym typeface="Symbol" panose="05050102010706020507" pitchFamily="18" charset="2"/>
              </a:rPr>
              <a:t></a:t>
            </a:r>
            <a:r>
              <a:rPr lang="en-US" altLang="zh-CN" sz="1600" kern="100" dirty="0" err="1">
                <a:effectLst/>
                <a:latin typeface="Courier New" panose="02070309020205020404" pitchFamily="49" charset="0"/>
                <a:ea typeface="宋体" panose="02010600030101010101" pitchFamily="2" charset="-122"/>
                <a:cs typeface="Times New Roman" panose="02020603050405020304" pitchFamily="18" charset="0"/>
              </a:rPr>
              <a:t>N</a:t>
            </a:r>
            <a:r>
              <a:rPr lang="zh-CN" altLang="zh-CN" sz="1600" kern="100" dirty="0">
                <a:effectLst/>
                <a:latin typeface="Courier New" panose="02070309020205020404" pitchFamily="49" charset="0"/>
                <a:ea typeface="宋体" panose="02010600030101010101" pitchFamily="2" charset="-122"/>
                <a:cs typeface="Courier New" panose="02070309020205020404" pitchFamily="49" charset="0"/>
              </a:rPr>
              <a:t>。</a:t>
            </a:r>
            <a:endPar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endParaRPr>
          </a:p>
          <a:p>
            <a:pPr indent="629920" algn="just"/>
            <a:r>
              <a:rPr lang="en-US" altLang="zh-CN" sz="1600" b="1" kern="100" dirty="0" err="1">
                <a:latin typeface="Courier New" panose="02070309020205020404" pitchFamily="49" charset="0"/>
                <a:ea typeface="宋体" panose="02010600030101010101" pitchFamily="2" charset="-122"/>
                <a:cs typeface="Times New Roman" panose="02020603050405020304" pitchFamily="18" charset="0"/>
              </a:rPr>
              <a:t>TransposeSMat</a:t>
            </a:r>
            <a:r>
              <a:rPr lang="en-US" altLang="zh-CN" sz="1600" b="1" kern="100" dirty="0">
                <a:latin typeface="Courier New" panose="02070309020205020404" pitchFamily="49" charset="0"/>
                <a:ea typeface="宋体" panose="02010600030101010101" pitchFamily="2" charset="-122"/>
                <a:cs typeface="Times New Roman" panose="02020603050405020304" pitchFamily="18" charset="0"/>
              </a:rPr>
              <a:t>(M);</a:t>
            </a:r>
            <a:endParaRPr lang="zh-CN" altLang="zh-CN" sz="1600" b="1" kern="100" dirty="0">
              <a:latin typeface="Courier New" panose="02070309020205020404" pitchFamily="49" charset="0"/>
              <a:ea typeface="宋体" panose="02010600030101010101" pitchFamily="2" charset="-122"/>
              <a:cs typeface="Times New Roman" panose="02020603050405020304" pitchFamily="18" charset="0"/>
            </a:endParaRPr>
          </a:p>
          <a:p>
            <a:pPr indent="801370" algn="just">
              <a:buNone/>
            </a:pPr>
            <a:r>
              <a:rPr lang="zh-CN" altLang="zh-CN" sz="1600" kern="100" dirty="0">
                <a:effectLst/>
                <a:latin typeface="Courier New" panose="02070309020205020404" pitchFamily="49" charset="0"/>
                <a:ea typeface="宋体" panose="02010600030101010101" pitchFamily="2" charset="-122"/>
                <a:cs typeface="Courier New" panose="02070309020205020404" pitchFamily="49" charset="0"/>
              </a:rPr>
              <a:t>初始条件：稀疏矩阵</a:t>
            </a: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M</a:t>
            </a:r>
            <a:r>
              <a:rPr lang="zh-CN" altLang="zh-CN" sz="1600" kern="100" dirty="0">
                <a:effectLst/>
                <a:latin typeface="Courier New" panose="02070309020205020404" pitchFamily="49" charset="0"/>
                <a:ea typeface="宋体" panose="02010600030101010101" pitchFamily="2" charset="-122"/>
                <a:cs typeface="Courier New" panose="02070309020205020404" pitchFamily="49" charset="0"/>
              </a:rPr>
              <a:t>存在。</a:t>
            </a:r>
            <a:endPar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endParaRPr>
          </a:p>
          <a:p>
            <a:pPr indent="801370" algn="just">
              <a:buNone/>
            </a:pPr>
            <a:r>
              <a:rPr lang="zh-CN" altLang="zh-CN" sz="1600" kern="100" dirty="0">
                <a:effectLst/>
                <a:latin typeface="Courier New" panose="02070309020205020404" pitchFamily="49" charset="0"/>
                <a:ea typeface="宋体" panose="02010600030101010101" pitchFamily="2" charset="-122"/>
                <a:cs typeface="Courier New" panose="02070309020205020404" pitchFamily="49" charset="0"/>
              </a:rPr>
              <a:t>操作结果：求并返回稀疏矩阵</a:t>
            </a: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M</a:t>
            </a:r>
            <a:r>
              <a:rPr lang="zh-CN" altLang="zh-CN" sz="1600" kern="100" dirty="0">
                <a:effectLst/>
                <a:latin typeface="Courier New" panose="02070309020205020404" pitchFamily="49" charset="0"/>
                <a:ea typeface="宋体" panose="02010600030101010101" pitchFamily="2" charset="-122"/>
                <a:cs typeface="Courier New" panose="02070309020205020404" pitchFamily="49" charset="0"/>
              </a:rPr>
              <a:t>的转置矩阵。</a:t>
            </a:r>
            <a:endPar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endParaRPr>
          </a:p>
          <a:p>
            <a:pPr indent="270510" algn="just">
              <a:spcAft>
                <a:spcPts val="600"/>
              </a:spcAft>
              <a:buNone/>
            </a:pPr>
            <a:r>
              <a:rPr lang="en-US" altLang="zh-CN" sz="1600" b="1" kern="100" dirty="0">
                <a:effectLst/>
                <a:latin typeface="Courier New" panose="02070309020205020404" pitchFamily="49" charset="0"/>
                <a:ea typeface="宋体" panose="02010600030101010101" pitchFamily="2" charset="-122"/>
                <a:cs typeface="Times New Roman" panose="02020603050405020304" pitchFamily="18" charset="0"/>
              </a:rPr>
              <a:t>} ADT</a:t>
            </a:r>
            <a:r>
              <a:rPr lang="en-US" altLang="zh-CN" sz="1600"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600" kern="100" dirty="0" err="1">
                <a:effectLst/>
                <a:latin typeface="Courier New" panose="02070309020205020404" pitchFamily="49" charset="0"/>
                <a:ea typeface="宋体" panose="02010600030101010101" pitchFamily="2" charset="-122"/>
                <a:cs typeface="Times New Roman" panose="02020603050405020304" pitchFamily="18" charset="0"/>
              </a:rPr>
              <a:t>SparseMat</a:t>
            </a:r>
            <a:endPar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5741839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1000"/>
                                        <p:tgtEl>
                                          <p:spTgt spid="10"/>
                                        </p:tgtEl>
                                      </p:cBhvr>
                                    </p:animEffect>
                                    <p:anim calcmode="lin" valueType="num">
                                      <p:cBhvr>
                                        <p:cTn id="15" dur="1000" fill="hold"/>
                                        <p:tgtEl>
                                          <p:spTgt spid="10"/>
                                        </p:tgtEl>
                                        <p:attrNameLst>
                                          <p:attrName>ppt_x</p:attrName>
                                        </p:attrNameLst>
                                      </p:cBhvr>
                                      <p:tavLst>
                                        <p:tav tm="0">
                                          <p:val>
                                            <p:strVal val="#ppt_x"/>
                                          </p:val>
                                        </p:tav>
                                        <p:tav tm="100000">
                                          <p:val>
                                            <p:strVal val="#ppt_x"/>
                                          </p:val>
                                        </p:tav>
                                      </p:tavLst>
                                    </p:anim>
                                    <p:anim calcmode="lin" valueType="num">
                                      <p:cBhvr>
                                        <p:cTn id="16" dur="1000" fill="hold"/>
                                        <p:tgtEl>
                                          <p:spTgt spid="10"/>
                                        </p:tgtEl>
                                        <p:attrNameLst>
                                          <p:attrName>ppt_y</p:attrName>
                                        </p:attrNameLst>
                                      </p:cBhvr>
                                      <p:tavLst>
                                        <p:tav tm="0">
                                          <p:val>
                                            <p:strVal val="#ppt_y+.1"/>
                                          </p:val>
                                        </p:tav>
                                        <p:tav tm="100000">
                                          <p:val>
                                            <p:strVal val="#ppt_y"/>
                                          </p:val>
                                        </p:tav>
                                      </p:tavLst>
                                    </p:anim>
                                  </p:childTnLst>
                                </p:cTn>
                              </p:par>
                            </p:childTnLst>
                          </p:cTn>
                        </p:par>
                        <p:par>
                          <p:cTn id="17" fill="hold">
                            <p:stCondLst>
                              <p:cond delay="1000"/>
                            </p:stCondLst>
                            <p:childTnLst>
                              <p:par>
                                <p:cTn id="18" presetID="42" presetClass="entr" presetSubtype="0" fill="hold" grpId="0" nodeType="after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1000"/>
                                        <p:tgtEl>
                                          <p:spTgt spid="8"/>
                                        </p:tgtEl>
                                      </p:cBhvr>
                                    </p:animEffect>
                                    <p:anim calcmode="lin" valueType="num">
                                      <p:cBhvr>
                                        <p:cTn id="21" dur="1000" fill="hold"/>
                                        <p:tgtEl>
                                          <p:spTgt spid="8"/>
                                        </p:tgtEl>
                                        <p:attrNameLst>
                                          <p:attrName>ppt_x</p:attrName>
                                        </p:attrNameLst>
                                      </p:cBhvr>
                                      <p:tavLst>
                                        <p:tav tm="0">
                                          <p:val>
                                            <p:strVal val="#ppt_x"/>
                                          </p:val>
                                        </p:tav>
                                        <p:tav tm="100000">
                                          <p:val>
                                            <p:strVal val="#ppt_x"/>
                                          </p:val>
                                        </p:tav>
                                      </p:tavLst>
                                    </p:anim>
                                    <p:anim calcmode="lin" valueType="num">
                                      <p:cBhvr>
                                        <p:cTn id="22"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0"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83CB1F9A-0438-F7D4-46AA-767969F4B650}"/>
              </a:ext>
            </a:extLst>
          </p:cNvPr>
          <p:cNvSpPr>
            <a:spLocks noGrp="1"/>
          </p:cNvSpPr>
          <p:nvPr>
            <p:ph type="sldNum" sz="quarter" idx="12"/>
          </p:nvPr>
        </p:nvSpPr>
        <p:spPr/>
        <p:txBody>
          <a:bodyPr/>
          <a:lstStyle/>
          <a:p>
            <a:fld id="{D7C0FE0B-717B-41AE-9FA2-CA4BF851D1C3}" type="slidenum">
              <a:rPr lang="zh-CN" altLang="en-US" smtClean="0"/>
              <a:t>11</a:t>
            </a:fld>
            <a:endParaRPr lang="zh-CN" altLang="en-US"/>
          </a:p>
        </p:txBody>
      </p:sp>
      <p:sp>
        <p:nvSpPr>
          <p:cNvPr id="4" name="文本框 3">
            <a:extLst>
              <a:ext uri="{FF2B5EF4-FFF2-40B4-BE49-F238E27FC236}">
                <a16:creationId xmlns:a16="http://schemas.microsoft.com/office/drawing/2014/main" id="{DBCD3011-490F-209C-D2F3-60284D7C8FF6}"/>
              </a:ext>
            </a:extLst>
          </p:cNvPr>
          <p:cNvSpPr txBox="1"/>
          <p:nvPr/>
        </p:nvSpPr>
        <p:spPr>
          <a:xfrm>
            <a:off x="748146" y="803384"/>
            <a:ext cx="10297390" cy="1352165"/>
          </a:xfrm>
          <a:prstGeom prst="rect">
            <a:avLst/>
          </a:prstGeom>
          <a:noFill/>
        </p:spPr>
        <p:txBody>
          <a:bodyPr wrap="square">
            <a:spAutoFit/>
          </a:bodyPr>
          <a:lstStyle/>
          <a:p>
            <a:pPr indent="266700" algn="just">
              <a:lnSpc>
                <a:spcPct val="115000"/>
              </a:lnSpc>
              <a:buNone/>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以三元组作为顺序表的元素类型，就得到稀疏矩阵的一种压缩存储方式——</a:t>
            </a:r>
            <a:r>
              <a:rPr lang="zh-CN" altLang="zh-CN" sz="1800" b="1" kern="100" dirty="0">
                <a:solidFill>
                  <a:srgbClr val="C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Times New Roman" panose="02020603050405020304" pitchFamily="18" charset="0"/>
              </a:rPr>
              <a:t>三元组顺序表</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，以下是其类型定义。存储分配辅助操作</a:t>
            </a:r>
            <a:r>
              <a:rPr lang="en-US" altLang="zh-CN" sz="1800" b="1" kern="100" dirty="0" err="1">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allocTSMat</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为一个含有</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t</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个非零元的</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m</a:t>
            </a:r>
            <a:r>
              <a:rPr lang="en-US" altLang="zh-CN" sz="1800" b="1" kern="100" dirty="0" err="1">
                <a:effectLst/>
                <a:latin typeface="Courier New" panose="02070309020205020404" pitchFamily="49" charset="0"/>
                <a:ea typeface="宋体" panose="02010600030101010101" pitchFamily="2" charset="-122"/>
                <a:cs typeface="Courier New" panose="02070309020205020404" pitchFamily="49" charset="0"/>
                <a:sym typeface="Symbol" panose="05050102010706020507" pitchFamily="18" charset="2"/>
              </a:rPr>
              <a:t></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n</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矩阵</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分配存储空间，但未存入非零元三元组。由一个二维数组存储的稀疏矩阵构造其三元组顺序表或者在矩阵操作中构造三元组顺序表，都可以调用</a:t>
            </a:r>
            <a:r>
              <a:rPr lang="en-US" altLang="zh-CN" sz="1800" b="1" kern="100" dirty="0" err="1">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allocTSMat</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分配</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存储空间。</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6" name="文本框 5">
            <a:extLst>
              <a:ext uri="{FF2B5EF4-FFF2-40B4-BE49-F238E27FC236}">
                <a16:creationId xmlns:a16="http://schemas.microsoft.com/office/drawing/2014/main" id="{F4673DAA-7C0C-59FD-168A-2824EDFD046E}"/>
              </a:ext>
            </a:extLst>
          </p:cNvPr>
          <p:cNvSpPr txBox="1"/>
          <p:nvPr/>
        </p:nvSpPr>
        <p:spPr>
          <a:xfrm>
            <a:off x="1068965" y="244006"/>
            <a:ext cx="2952318" cy="486865"/>
          </a:xfrm>
          <a:prstGeom prst="rect">
            <a:avLst/>
          </a:prstGeom>
          <a:noFill/>
        </p:spPr>
        <p:txBody>
          <a:bodyPr wrap="square">
            <a:spAutoFit/>
          </a:bodyPr>
          <a:lstStyle/>
          <a:p>
            <a:pPr indent="267970" algn="just">
              <a:lnSpc>
                <a:spcPct val="115000"/>
              </a:lnSpc>
              <a:buNone/>
            </a:pPr>
            <a:r>
              <a:rPr lang="en-US" altLang="zh-CN" sz="2400" b="1" kern="100" dirty="0">
                <a:solidFill>
                  <a:srgbClr val="C00000"/>
                </a:solidFill>
                <a:effectLst>
                  <a:outerShdw blurRad="38100" dist="38100" dir="2700000" algn="tl">
                    <a:srgbClr val="000000">
                      <a:alpha val="43137"/>
                    </a:srgbClr>
                  </a:outerShdw>
                </a:effectLst>
                <a:latin typeface="楷体" panose="02010609060101010101" pitchFamily="49" charset="-122"/>
                <a:ea typeface="等线" panose="02010600030101010101" pitchFamily="2" charset="-122"/>
                <a:cs typeface="Times New Roman" panose="02020603050405020304" pitchFamily="18" charset="0"/>
              </a:rPr>
              <a:t>1</a:t>
            </a:r>
            <a:r>
              <a:rPr lang="zh-CN" altLang="zh-CN" sz="2400" b="1" kern="100" dirty="0">
                <a:solidFill>
                  <a:srgbClr val="C00000"/>
                </a:solidFill>
                <a:effectLst>
                  <a:outerShdw blurRad="38100" dist="38100" dir="2700000" algn="tl">
                    <a:srgbClr val="000000">
                      <a:alpha val="43137"/>
                    </a:srgbClr>
                  </a:outerShdw>
                </a:effectLst>
                <a:latin typeface="等线" panose="02010600030101010101" pitchFamily="2" charset="-122"/>
                <a:ea typeface="楷体" panose="02010609060101010101" pitchFamily="49" charset="-122"/>
                <a:cs typeface="Times New Roman" panose="02020603050405020304" pitchFamily="18" charset="0"/>
              </a:rPr>
              <a:t>．三元组顺序表</a:t>
            </a:r>
            <a:endParaRPr lang="zh-CN" altLang="zh-CN" sz="2400" kern="100" dirty="0">
              <a:solidFill>
                <a:srgbClr val="C00000"/>
              </a:solidFill>
              <a:effectLst>
                <a:outerShdw blurRad="38100" dist="38100" dir="2700000" algn="tl">
                  <a:srgbClr val="000000">
                    <a:alpha val="43137"/>
                  </a:srgbClr>
                </a:outerShdw>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8" name="文本框 7">
            <a:extLst>
              <a:ext uri="{FF2B5EF4-FFF2-40B4-BE49-F238E27FC236}">
                <a16:creationId xmlns:a16="http://schemas.microsoft.com/office/drawing/2014/main" id="{4963992C-556B-84A9-4A45-5D79BDDE50EC}"/>
              </a:ext>
            </a:extLst>
          </p:cNvPr>
          <p:cNvSpPr txBox="1"/>
          <p:nvPr/>
        </p:nvSpPr>
        <p:spPr>
          <a:xfrm>
            <a:off x="588818" y="2216444"/>
            <a:ext cx="11090564" cy="4483279"/>
          </a:xfrm>
          <a:prstGeom prst="rect">
            <a:avLst/>
          </a:prstGeom>
          <a:noFill/>
        </p:spPr>
        <p:txBody>
          <a:bodyPr wrap="square">
            <a:spAutoFit/>
          </a:bodyPr>
          <a:lstStyle/>
          <a:p>
            <a:pPr indent="361315" algn="just">
              <a:buNone/>
            </a:pPr>
            <a:r>
              <a:rPr lang="en-US" altLang="zh-CN" sz="1600"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typedef</a:t>
            </a:r>
            <a:r>
              <a:rPr lang="en-US" altLang="zh-CN" sz="16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600"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struct</a:t>
            </a:r>
            <a:r>
              <a:rPr lang="en-US" altLang="zh-CN" sz="16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600"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a:t>
            </a:r>
            <a:endParaRPr lang="zh-CN" altLang="zh-CN" sz="1600"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endParaRPr>
          </a:p>
          <a:p>
            <a:pPr indent="514350" algn="just">
              <a:buNone/>
            </a:pPr>
            <a:r>
              <a:rPr lang="en-US" altLang="zh-CN" sz="1600"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 int</a:t>
            </a:r>
            <a:r>
              <a:rPr lang="en-US" altLang="zh-CN" sz="16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600" b="1" kern="100" dirty="0" err="1">
                <a:effectLst/>
                <a:latin typeface="Courier New" panose="02070309020205020404" pitchFamily="49" charset="0"/>
                <a:ea typeface="宋体" panose="02010600030101010101" pitchFamily="2" charset="-122"/>
                <a:cs typeface="Times New Roman" panose="02020603050405020304" pitchFamily="18" charset="0"/>
              </a:rPr>
              <a:t>i</a:t>
            </a:r>
            <a:r>
              <a:rPr lang="en-US" altLang="zh-CN" sz="1600" b="1" kern="100" dirty="0">
                <a:effectLst/>
                <a:latin typeface="Courier New" panose="02070309020205020404" pitchFamily="49" charset="0"/>
                <a:ea typeface="宋体" panose="02010600030101010101" pitchFamily="2" charset="-122"/>
                <a:cs typeface="Times New Roman" panose="02020603050405020304" pitchFamily="18" charset="0"/>
              </a:rPr>
              <a:t>, j;   </a:t>
            </a:r>
            <a:r>
              <a:rPr lang="en-US" altLang="zh-CN" sz="1600" b="1" kern="100" dirty="0">
                <a:solidFill>
                  <a:schemeClr val="accent6">
                    <a:lumMod val="75000"/>
                  </a:schemeClr>
                </a:solidFill>
                <a:effectLst/>
                <a:latin typeface="Courier New" panose="02070309020205020404" pitchFamily="49" charset="0"/>
                <a:ea typeface="宋体" panose="02010600030101010101" pitchFamily="2" charset="-122"/>
                <a:cs typeface="Times New Roman" panose="02020603050405020304" pitchFamily="18" charset="0"/>
              </a:rPr>
              <a:t>// </a:t>
            </a:r>
            <a:r>
              <a:rPr lang="zh-CN" altLang="zh-CN" sz="1600" b="1" kern="100" dirty="0">
                <a:solidFill>
                  <a:schemeClr val="accent6">
                    <a:lumMod val="75000"/>
                  </a:schemeClr>
                </a:solidFill>
                <a:effectLst/>
                <a:latin typeface="Courier New" panose="02070309020205020404" pitchFamily="49" charset="0"/>
                <a:ea typeface="宋体" panose="02010600030101010101" pitchFamily="2" charset="-122"/>
                <a:cs typeface="Courier New" panose="02070309020205020404" pitchFamily="49" charset="0"/>
              </a:rPr>
              <a:t>该非零元的行下标和列下标</a:t>
            </a:r>
            <a:endParaRPr lang="zh-CN" altLang="zh-CN" sz="1600" b="1" kern="100" dirty="0">
              <a:solidFill>
                <a:schemeClr val="accent6">
                  <a:lumMod val="75000"/>
                </a:schemeClr>
              </a:solidFill>
              <a:effectLst/>
              <a:latin typeface="等线" panose="02010600030101010101" pitchFamily="2" charset="-122"/>
              <a:ea typeface="等线" panose="02010600030101010101" pitchFamily="2" charset="-122"/>
              <a:cs typeface="Times New Roman" panose="02020603050405020304" pitchFamily="18" charset="0"/>
            </a:endParaRPr>
          </a:p>
          <a:p>
            <a:pPr indent="511810" algn="just">
              <a:buNone/>
            </a:pPr>
            <a:r>
              <a:rPr lang="en-US" altLang="zh-CN" sz="16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600" b="1" kern="100" dirty="0" err="1">
                <a:effectLst/>
                <a:latin typeface="Courier New" panose="02070309020205020404" pitchFamily="49" charset="0"/>
                <a:ea typeface="宋体" panose="02010600030101010101" pitchFamily="2" charset="-122"/>
                <a:cs typeface="Times New Roman" panose="02020603050405020304" pitchFamily="18" charset="0"/>
              </a:rPr>
              <a:t>ElemType</a:t>
            </a:r>
            <a:r>
              <a:rPr lang="en-US" altLang="zh-CN" sz="1600" b="1" kern="100" dirty="0">
                <a:effectLst/>
                <a:latin typeface="Courier New" panose="02070309020205020404" pitchFamily="49" charset="0"/>
                <a:ea typeface="宋体" panose="02010600030101010101" pitchFamily="2" charset="-122"/>
                <a:cs typeface="Times New Roman" panose="02020603050405020304" pitchFamily="18" charset="0"/>
              </a:rPr>
              <a:t> e;      </a:t>
            </a:r>
            <a:r>
              <a:rPr lang="en-US" altLang="zh-CN" sz="1600"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sz="1600"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非零元</a:t>
            </a:r>
          </a:p>
          <a:p>
            <a:pPr indent="361315" algn="just">
              <a:buNone/>
            </a:pPr>
            <a:r>
              <a:rPr lang="en-US" altLang="zh-CN" sz="1600"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600" b="1" kern="100" dirty="0">
                <a:effectLst/>
                <a:latin typeface="Courier New" panose="02070309020205020404" pitchFamily="49" charset="0"/>
                <a:ea typeface="宋体" panose="02010600030101010101" pitchFamily="2" charset="-122"/>
                <a:cs typeface="Times New Roman" panose="02020603050405020304" pitchFamily="18" charset="0"/>
              </a:rPr>
              <a:t> Triple;          </a:t>
            </a:r>
            <a:r>
              <a:rPr lang="en-US" altLang="zh-CN" sz="1600"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sz="1600"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三元组类型</a:t>
            </a:r>
          </a:p>
          <a:p>
            <a:pPr indent="361315" algn="just">
              <a:spcBef>
                <a:spcPts val="600"/>
              </a:spcBef>
              <a:buNone/>
            </a:pPr>
            <a:r>
              <a:rPr lang="en-US" altLang="zh-CN" sz="1600"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typedef</a:t>
            </a:r>
            <a:r>
              <a:rPr lang="en-US" altLang="zh-CN" sz="16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600"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struct</a:t>
            </a:r>
            <a:r>
              <a:rPr lang="en-US" altLang="zh-CN" sz="16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600"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a:t>
            </a:r>
            <a:endParaRPr lang="zh-CN" altLang="zh-CN" sz="1600"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endParaRPr>
          </a:p>
          <a:p>
            <a:pPr indent="511810" algn="just">
              <a:buNone/>
            </a:pPr>
            <a:r>
              <a:rPr lang="en-US" altLang="zh-CN" sz="1600" b="1" kern="100" dirty="0">
                <a:effectLst/>
                <a:latin typeface="Courier New" panose="02070309020205020404" pitchFamily="49" charset="0"/>
                <a:ea typeface="宋体" panose="02010600030101010101" pitchFamily="2" charset="-122"/>
                <a:cs typeface="Times New Roman" panose="02020603050405020304" pitchFamily="18" charset="0"/>
              </a:rPr>
              <a:t> Triple *</a:t>
            </a:r>
            <a:r>
              <a:rPr lang="en-US" altLang="zh-CN" sz="1600" b="1" kern="100" dirty="0" err="1">
                <a:effectLst/>
                <a:latin typeface="Courier New" panose="02070309020205020404" pitchFamily="49" charset="0"/>
                <a:ea typeface="宋体" panose="02010600030101010101" pitchFamily="2" charset="-122"/>
                <a:cs typeface="Times New Roman" panose="02020603050405020304" pitchFamily="18" charset="0"/>
              </a:rPr>
              <a:t>nzElem</a:t>
            </a:r>
            <a:r>
              <a:rPr lang="en-US" altLang="zh-CN" sz="16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600"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sz="1600"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动态分配的非零元三元组表．</a:t>
            </a:r>
            <a:r>
              <a:rPr lang="en-US" altLang="zh-CN" sz="1600" b="1" kern="100" dirty="0" err="1">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nzElem</a:t>
            </a:r>
            <a:r>
              <a:rPr lang="en-US" altLang="zh-CN" sz="1600"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[0]</a:t>
            </a:r>
            <a:r>
              <a:rPr lang="zh-CN" altLang="zh-CN" sz="1600"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未用</a:t>
            </a:r>
          </a:p>
          <a:p>
            <a:pPr indent="514350" algn="just">
              <a:buNone/>
            </a:pPr>
            <a:r>
              <a:rPr lang="en-US" altLang="zh-CN" sz="1600"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 int</a:t>
            </a:r>
            <a:r>
              <a:rPr lang="en-US" altLang="zh-CN" sz="1600" b="1" kern="100" dirty="0">
                <a:effectLst/>
                <a:latin typeface="Courier New" panose="02070309020205020404" pitchFamily="49" charset="0"/>
                <a:ea typeface="宋体" panose="02010600030101010101" pitchFamily="2" charset="-122"/>
                <a:cs typeface="Times New Roman" panose="02020603050405020304" pitchFamily="18" charset="0"/>
              </a:rPr>
              <a:t>     m, n, t; </a:t>
            </a:r>
            <a:r>
              <a:rPr lang="en-US" altLang="zh-CN" sz="1600"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sz="1600"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矩阵的行数、列数和非零元个数</a:t>
            </a:r>
          </a:p>
          <a:p>
            <a:pPr indent="514350" algn="just">
              <a:buNone/>
            </a:pPr>
            <a:r>
              <a:rPr lang="en-US" altLang="zh-CN" sz="1600"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 int</a:t>
            </a:r>
            <a:r>
              <a:rPr lang="en-US" altLang="zh-CN" sz="1600" b="1" kern="100" dirty="0">
                <a:effectLst/>
                <a:latin typeface="Courier New" panose="02070309020205020404" pitchFamily="49" charset="0"/>
                <a:ea typeface="宋体" panose="02010600030101010101" pitchFamily="2" charset="-122"/>
                <a:cs typeface="Times New Roman" panose="02020603050405020304" pitchFamily="18" charset="0"/>
              </a:rPr>
              <a:t>     size;    </a:t>
            </a:r>
            <a:r>
              <a:rPr lang="en-US" altLang="zh-CN" sz="1600"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sz="1600"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三元组表容量</a:t>
            </a:r>
          </a:p>
          <a:p>
            <a:pPr indent="361315" algn="just">
              <a:spcAft>
                <a:spcPts val="360"/>
              </a:spcAft>
              <a:buNone/>
            </a:pPr>
            <a:r>
              <a:rPr lang="en-US" altLang="zh-CN" sz="1600"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6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600" b="1" kern="100" dirty="0" err="1">
                <a:effectLst/>
                <a:latin typeface="Courier New" panose="02070309020205020404" pitchFamily="49" charset="0"/>
                <a:ea typeface="宋体" panose="02010600030101010101" pitchFamily="2" charset="-122"/>
                <a:cs typeface="Times New Roman" panose="02020603050405020304" pitchFamily="18" charset="0"/>
              </a:rPr>
              <a:t>TSMat</a:t>
            </a:r>
            <a:r>
              <a:rPr lang="en-US" altLang="zh-CN" sz="16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600"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sz="1600"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三元组顺序表指针类型</a:t>
            </a:r>
          </a:p>
          <a:p>
            <a:pPr indent="359410" algn="just">
              <a:spcBef>
                <a:spcPts val="600"/>
              </a:spcBef>
              <a:buNone/>
            </a:pPr>
            <a:r>
              <a:rPr lang="en-US" altLang="zh-CN" sz="1600" b="1" kern="100" dirty="0" err="1">
                <a:effectLst/>
                <a:latin typeface="Courier New" panose="02070309020205020404" pitchFamily="49" charset="0"/>
                <a:ea typeface="宋体" panose="02010600030101010101" pitchFamily="2" charset="-122"/>
                <a:cs typeface="Times New Roman" panose="02020603050405020304" pitchFamily="18" charset="0"/>
              </a:rPr>
              <a:t>TSMat</a:t>
            </a:r>
            <a:r>
              <a:rPr lang="en-US" altLang="zh-CN" sz="16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600" b="1" kern="100" dirty="0" err="1">
                <a:effectLst/>
                <a:latin typeface="Courier New" panose="02070309020205020404" pitchFamily="49" charset="0"/>
                <a:ea typeface="宋体" panose="02010600030101010101" pitchFamily="2" charset="-122"/>
                <a:cs typeface="Times New Roman" panose="02020603050405020304" pitchFamily="18" charset="0"/>
              </a:rPr>
              <a:t>allocTSMat</a:t>
            </a:r>
            <a:r>
              <a:rPr lang="en-US" altLang="zh-CN" sz="1600" b="1"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600"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int</a:t>
            </a:r>
            <a:r>
              <a:rPr lang="en-US" altLang="zh-CN" sz="1600" b="1" kern="100" dirty="0">
                <a:effectLst/>
                <a:latin typeface="Courier New" panose="02070309020205020404" pitchFamily="49" charset="0"/>
                <a:ea typeface="宋体" panose="02010600030101010101" pitchFamily="2" charset="-122"/>
                <a:cs typeface="Times New Roman" panose="02020603050405020304" pitchFamily="18" charset="0"/>
              </a:rPr>
              <a:t> m, </a:t>
            </a:r>
            <a:r>
              <a:rPr lang="en-US" altLang="zh-CN" sz="1600"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int</a:t>
            </a:r>
            <a:r>
              <a:rPr lang="en-US" altLang="zh-CN" sz="1600" b="1" kern="100" dirty="0">
                <a:effectLst/>
                <a:latin typeface="Courier New" panose="02070309020205020404" pitchFamily="49" charset="0"/>
                <a:ea typeface="宋体" panose="02010600030101010101" pitchFamily="2" charset="-122"/>
                <a:cs typeface="Times New Roman" panose="02020603050405020304" pitchFamily="18" charset="0"/>
              </a:rPr>
              <a:t> n, </a:t>
            </a:r>
            <a:r>
              <a:rPr lang="en-US" altLang="zh-CN" sz="1600"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int</a:t>
            </a:r>
            <a:r>
              <a:rPr lang="en-US" altLang="zh-CN" sz="1600" b="1" kern="100" dirty="0">
                <a:effectLst/>
                <a:latin typeface="Courier New" panose="02070309020205020404" pitchFamily="49" charset="0"/>
                <a:ea typeface="宋体" panose="02010600030101010101" pitchFamily="2" charset="-122"/>
                <a:cs typeface="Times New Roman" panose="02020603050405020304" pitchFamily="18" charset="0"/>
              </a:rPr>
              <a:t> t) </a:t>
            </a:r>
            <a:r>
              <a:rPr lang="en-US" altLang="zh-CN" sz="1600"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6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600"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sz="1600"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存储分配辅助操作（未存储非零元）</a:t>
            </a:r>
          </a:p>
          <a:p>
            <a:pPr indent="359410" algn="just">
              <a:buNone/>
            </a:pPr>
            <a:r>
              <a:rPr lang="en-US" altLang="zh-CN" sz="16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600"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if</a:t>
            </a:r>
            <a:r>
              <a:rPr lang="en-US" altLang="zh-CN" sz="1600" b="1" kern="100" dirty="0">
                <a:effectLst/>
                <a:latin typeface="Courier New" panose="02070309020205020404" pitchFamily="49" charset="0"/>
                <a:ea typeface="宋体" panose="02010600030101010101" pitchFamily="2" charset="-122"/>
                <a:cs typeface="Times New Roman" panose="02020603050405020304" pitchFamily="18" charset="0"/>
              </a:rPr>
              <a:t> (m&lt;1 || n&lt;1 || t&lt;0) </a:t>
            </a:r>
            <a:r>
              <a:rPr lang="en-US" altLang="zh-CN" sz="1600"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return</a:t>
            </a:r>
            <a:r>
              <a:rPr lang="en-US" altLang="zh-CN" sz="1600" b="1" kern="100" dirty="0">
                <a:effectLst/>
                <a:latin typeface="Courier New" panose="02070309020205020404" pitchFamily="49" charset="0"/>
                <a:ea typeface="宋体" panose="02010600030101010101" pitchFamily="2" charset="-122"/>
                <a:cs typeface="Times New Roman" panose="02020603050405020304" pitchFamily="18" charset="0"/>
              </a:rPr>
              <a:t> NULL;   </a:t>
            </a:r>
            <a:r>
              <a:rPr lang="en-US" altLang="zh-CN" sz="1600"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sz="1600"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参数不合法则返回</a:t>
            </a:r>
            <a:r>
              <a:rPr lang="en-US" altLang="zh-CN" sz="1600"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NULL</a:t>
            </a:r>
            <a:endParaRPr lang="zh-CN" altLang="zh-CN" sz="1600"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endParaRPr>
          </a:p>
          <a:p>
            <a:pPr indent="359410" algn="just">
              <a:buNone/>
            </a:pPr>
            <a:r>
              <a:rPr lang="en-US" altLang="zh-CN" sz="16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600" b="1" kern="100" dirty="0" err="1">
                <a:effectLst/>
                <a:latin typeface="Courier New" panose="02070309020205020404" pitchFamily="49" charset="0"/>
                <a:ea typeface="宋体" panose="02010600030101010101" pitchFamily="2" charset="-122"/>
                <a:cs typeface="Times New Roman" panose="02020603050405020304" pitchFamily="18" charset="0"/>
              </a:rPr>
              <a:t>TSMat</a:t>
            </a:r>
            <a:r>
              <a:rPr lang="en-US" altLang="zh-CN" sz="1600" b="1" kern="100" dirty="0">
                <a:effectLst/>
                <a:latin typeface="Courier New" panose="02070309020205020404" pitchFamily="49" charset="0"/>
                <a:ea typeface="宋体" panose="02010600030101010101" pitchFamily="2" charset="-122"/>
                <a:cs typeface="Times New Roman" panose="02020603050405020304" pitchFamily="18" charset="0"/>
              </a:rPr>
              <a:t> M;                              </a:t>
            </a:r>
            <a:r>
              <a:rPr lang="en-US" altLang="zh-CN" sz="1600"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en-US" altLang="zh-CN" sz="1600" b="1" kern="100" dirty="0" err="1">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nzElem</a:t>
            </a:r>
            <a:r>
              <a:rPr lang="zh-CN" altLang="zh-CN" sz="1600"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中</a:t>
            </a:r>
            <a:r>
              <a:rPr lang="zh-CN" altLang="en-US" sz="1600"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的</a:t>
            </a:r>
            <a:r>
              <a:rPr lang="zh-CN" altLang="zh-CN" sz="1600"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非零元三元组以行序为主序顺序排列</a:t>
            </a:r>
          </a:p>
          <a:p>
            <a:pPr indent="359410" algn="just">
              <a:buNone/>
            </a:pPr>
            <a:r>
              <a:rPr lang="en-US" altLang="zh-CN" sz="16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600"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if</a:t>
            </a:r>
            <a:r>
              <a:rPr lang="en-US" altLang="zh-CN" sz="1600" b="1" kern="100" dirty="0">
                <a:effectLst/>
                <a:latin typeface="Courier New" panose="02070309020205020404" pitchFamily="49" charset="0"/>
                <a:ea typeface="宋体" panose="02010600030101010101" pitchFamily="2" charset="-122"/>
                <a:cs typeface="Times New Roman" panose="02020603050405020304" pitchFamily="18" charset="0"/>
              </a:rPr>
              <a:t> (!(M = (</a:t>
            </a:r>
            <a:r>
              <a:rPr lang="en-US" altLang="zh-CN" sz="1600" b="1" kern="100" dirty="0" err="1">
                <a:effectLst/>
                <a:latin typeface="Courier New" panose="02070309020205020404" pitchFamily="49" charset="0"/>
                <a:ea typeface="宋体" panose="02010600030101010101" pitchFamily="2" charset="-122"/>
                <a:cs typeface="Times New Roman" panose="02020603050405020304" pitchFamily="18" charset="0"/>
              </a:rPr>
              <a:t>TSMat</a:t>
            </a:r>
            <a:r>
              <a:rPr lang="en-US" altLang="zh-CN" sz="1600" b="1"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600"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malloc</a:t>
            </a:r>
            <a:r>
              <a:rPr lang="en-US" altLang="zh-CN" sz="1600" b="1"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600" b="1" kern="100" dirty="0" err="1">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sizeof</a:t>
            </a:r>
            <a:r>
              <a:rPr lang="en-US" altLang="zh-CN" sz="1600" b="1" kern="100" dirty="0">
                <a:effectLst/>
                <a:latin typeface="Courier New" panose="02070309020205020404" pitchFamily="49" charset="0"/>
                <a:ea typeface="宋体" panose="02010600030101010101" pitchFamily="2" charset="-122"/>
                <a:cs typeface="Times New Roman" panose="02020603050405020304" pitchFamily="18" charset="0"/>
              </a:rPr>
              <a:t>(*M)))) </a:t>
            </a:r>
            <a:r>
              <a:rPr lang="en-US" altLang="zh-CN" sz="1600"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exit</a:t>
            </a:r>
            <a:r>
              <a:rPr lang="en-US" altLang="zh-CN" sz="1600" b="1" kern="100" dirty="0">
                <a:effectLst/>
                <a:latin typeface="Courier New" panose="02070309020205020404" pitchFamily="49" charset="0"/>
                <a:ea typeface="宋体" panose="02010600030101010101" pitchFamily="2" charset="-122"/>
                <a:cs typeface="Times New Roman" panose="02020603050405020304" pitchFamily="18" charset="0"/>
              </a:rPr>
              <a:t>(OVERFLOW);   </a:t>
            </a:r>
            <a:r>
              <a:rPr lang="en-US" altLang="zh-CN" sz="1600"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sz="1600"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分配结构记录和三元组表空间</a:t>
            </a:r>
          </a:p>
          <a:p>
            <a:pPr indent="359410" algn="just">
              <a:buNone/>
            </a:pPr>
            <a:r>
              <a:rPr lang="en-US" altLang="zh-CN" sz="16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600"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if</a:t>
            </a:r>
            <a:r>
              <a:rPr lang="en-US" altLang="zh-CN" sz="1600" b="1" kern="100" dirty="0">
                <a:effectLst/>
                <a:latin typeface="Courier New" panose="02070309020205020404" pitchFamily="49" charset="0"/>
                <a:ea typeface="宋体" panose="02010600030101010101" pitchFamily="2" charset="-122"/>
                <a:cs typeface="Times New Roman" panose="02020603050405020304" pitchFamily="18" charset="0"/>
              </a:rPr>
              <a:t> (!(M-&gt;</a:t>
            </a:r>
            <a:r>
              <a:rPr lang="en-US" altLang="zh-CN" sz="1600" b="1" kern="100" dirty="0" err="1">
                <a:effectLst/>
                <a:latin typeface="Courier New" panose="02070309020205020404" pitchFamily="49" charset="0"/>
                <a:ea typeface="宋体" panose="02010600030101010101" pitchFamily="2" charset="-122"/>
                <a:cs typeface="Times New Roman" panose="02020603050405020304" pitchFamily="18" charset="0"/>
              </a:rPr>
              <a:t>nzElem</a:t>
            </a:r>
            <a:r>
              <a:rPr lang="en-US" altLang="zh-CN" sz="1600" b="1" kern="100" dirty="0">
                <a:effectLst/>
                <a:latin typeface="Courier New" panose="02070309020205020404" pitchFamily="49" charset="0"/>
                <a:ea typeface="宋体" panose="02010600030101010101" pitchFamily="2" charset="-122"/>
                <a:cs typeface="Times New Roman" panose="02020603050405020304" pitchFamily="18" charset="0"/>
              </a:rPr>
              <a:t> = (Triple*)</a:t>
            </a:r>
            <a:r>
              <a:rPr lang="en-US" altLang="zh-CN" sz="1600"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malloc</a:t>
            </a:r>
            <a:r>
              <a:rPr lang="en-US" altLang="zh-CN" sz="1600" b="1"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600" b="1" kern="100" dirty="0" err="1">
                <a:effectLst/>
                <a:latin typeface="Courier New" panose="02070309020205020404" pitchFamily="49" charset="0"/>
                <a:ea typeface="宋体" panose="02010600030101010101" pitchFamily="2" charset="-122"/>
                <a:cs typeface="Times New Roman" panose="02020603050405020304" pitchFamily="18" charset="0"/>
              </a:rPr>
              <a:t>size+1</a:t>
            </a:r>
            <a:r>
              <a:rPr lang="en-US" altLang="zh-CN" sz="1600" b="1"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600" b="1" kern="100" dirty="0" err="1">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sizeof</a:t>
            </a:r>
            <a:r>
              <a:rPr lang="en-US" altLang="zh-CN" sz="1600" b="1" kern="100" dirty="0">
                <a:effectLst/>
                <a:latin typeface="Courier New" panose="02070309020205020404" pitchFamily="49" charset="0"/>
                <a:ea typeface="宋体" panose="02010600030101010101" pitchFamily="2" charset="-122"/>
                <a:cs typeface="Times New Roman" panose="02020603050405020304" pitchFamily="18" charset="0"/>
              </a:rPr>
              <a:t>(Triple)))) </a:t>
            </a:r>
            <a:r>
              <a:rPr lang="en-US" altLang="zh-CN" sz="1600"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exit</a:t>
            </a:r>
            <a:r>
              <a:rPr lang="en-US" altLang="zh-CN" sz="1600" b="1" kern="100" dirty="0">
                <a:effectLst/>
                <a:latin typeface="Courier New" panose="02070309020205020404" pitchFamily="49" charset="0"/>
                <a:ea typeface="宋体" panose="02010600030101010101" pitchFamily="2" charset="-122"/>
                <a:cs typeface="Times New Roman" panose="02020603050405020304" pitchFamily="18" charset="0"/>
              </a:rPr>
              <a:t>(OVERFLOW);</a:t>
            </a:r>
            <a:endParaRPr lang="zh-CN" altLang="zh-CN" sz="1600" b="1" kern="100" dirty="0">
              <a:effectLst/>
              <a:latin typeface="等线" panose="02010600030101010101" pitchFamily="2" charset="-122"/>
              <a:ea typeface="等线" panose="02010600030101010101" pitchFamily="2" charset="-122"/>
              <a:cs typeface="Times New Roman" panose="02020603050405020304" pitchFamily="18" charset="0"/>
            </a:endParaRPr>
          </a:p>
          <a:p>
            <a:pPr indent="359410" algn="just">
              <a:buNone/>
            </a:pPr>
            <a:r>
              <a:rPr lang="en-US" altLang="zh-CN" sz="1600" b="1" kern="100" dirty="0">
                <a:effectLst/>
                <a:latin typeface="Courier New" panose="02070309020205020404" pitchFamily="49" charset="0"/>
                <a:ea typeface="宋体" panose="02010600030101010101" pitchFamily="2" charset="-122"/>
                <a:cs typeface="Times New Roman" panose="02020603050405020304" pitchFamily="18" charset="0"/>
              </a:rPr>
              <a:t>   M-&gt;m = m;   M-&gt;n = n;   M-&gt;t = t;   M-&gt;size = </a:t>
            </a:r>
            <a:r>
              <a:rPr lang="en-US" altLang="zh-CN" sz="1600" b="1" kern="100" dirty="0" err="1">
                <a:effectLst/>
                <a:latin typeface="Courier New" panose="02070309020205020404" pitchFamily="49" charset="0"/>
                <a:ea typeface="宋体" panose="02010600030101010101" pitchFamily="2" charset="-122"/>
                <a:cs typeface="Times New Roman" panose="02020603050405020304" pitchFamily="18" charset="0"/>
              </a:rPr>
              <a:t>t+1</a:t>
            </a:r>
            <a:r>
              <a:rPr lang="en-US" altLang="zh-CN" sz="16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600"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sz="1600"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置行、列、三元组数和容量</a:t>
            </a:r>
          </a:p>
          <a:p>
            <a:pPr indent="359410" algn="just">
              <a:buNone/>
            </a:pPr>
            <a:r>
              <a:rPr lang="en-US" altLang="zh-CN" sz="16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600"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return</a:t>
            </a:r>
            <a:r>
              <a:rPr lang="en-US" altLang="zh-CN" sz="1600" b="1" kern="100" dirty="0">
                <a:effectLst/>
                <a:latin typeface="Courier New" panose="02070309020205020404" pitchFamily="49" charset="0"/>
                <a:ea typeface="宋体" panose="02010600030101010101" pitchFamily="2" charset="-122"/>
                <a:cs typeface="Times New Roman" panose="02020603050405020304" pitchFamily="18" charset="0"/>
              </a:rPr>
              <a:t> M;</a:t>
            </a:r>
            <a:endParaRPr lang="zh-CN" altLang="zh-CN" sz="1600" b="1" kern="100" dirty="0">
              <a:effectLst/>
              <a:latin typeface="等线" panose="02010600030101010101" pitchFamily="2" charset="-122"/>
              <a:ea typeface="等线" panose="02010600030101010101" pitchFamily="2" charset="-122"/>
              <a:cs typeface="Times New Roman" panose="02020603050405020304" pitchFamily="18" charset="0"/>
            </a:endParaRPr>
          </a:p>
          <a:p>
            <a:pPr indent="361315" algn="just">
              <a:spcAft>
                <a:spcPts val="360"/>
              </a:spcAft>
              <a:buNone/>
            </a:pPr>
            <a:r>
              <a:rPr lang="en-US" altLang="zh-CN" sz="1600"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a:t>
            </a:r>
            <a:endParaRPr lang="zh-CN" altLang="en-US" sz="1600"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endParaRPr>
          </a:p>
        </p:txBody>
      </p:sp>
      <p:graphicFrame>
        <p:nvGraphicFramePr>
          <p:cNvPr id="9" name="表格 8">
            <a:extLst>
              <a:ext uri="{FF2B5EF4-FFF2-40B4-BE49-F238E27FC236}">
                <a16:creationId xmlns:a16="http://schemas.microsoft.com/office/drawing/2014/main" id="{B178F0D9-7555-B7A4-009A-9D6C365A073A}"/>
              </a:ext>
            </a:extLst>
          </p:cNvPr>
          <p:cNvGraphicFramePr>
            <a:graphicFrameLocks noGrp="1"/>
          </p:cNvGraphicFramePr>
          <p:nvPr>
            <p:extLst>
              <p:ext uri="{D42A27DB-BD31-4B8C-83A1-F6EECF244321}">
                <p14:modId xmlns:p14="http://schemas.microsoft.com/office/powerpoint/2010/main" val="1000897005"/>
              </p:ext>
            </p:extLst>
          </p:nvPr>
        </p:nvGraphicFramePr>
        <p:xfrm>
          <a:off x="9574223" y="2113727"/>
          <a:ext cx="1544825" cy="2268000"/>
        </p:xfrm>
        <a:graphic>
          <a:graphicData uri="http://schemas.openxmlformats.org/drawingml/2006/table">
            <a:tbl>
              <a:tblPr firstRow="1" bandRow="1">
                <a:tableStyleId>{5940675A-B579-460E-94D1-54222C63F5DA}</a:tableStyleId>
              </a:tblPr>
              <a:tblGrid>
                <a:gridCol w="318052">
                  <a:extLst>
                    <a:ext uri="{9D8B030D-6E8A-4147-A177-3AD203B41FA5}">
                      <a16:colId xmlns:a16="http://schemas.microsoft.com/office/drawing/2014/main" val="914054974"/>
                    </a:ext>
                  </a:extLst>
                </a:gridCol>
                <a:gridCol w="404664">
                  <a:extLst>
                    <a:ext uri="{9D8B030D-6E8A-4147-A177-3AD203B41FA5}">
                      <a16:colId xmlns:a16="http://schemas.microsoft.com/office/drawing/2014/main" val="878121645"/>
                    </a:ext>
                  </a:extLst>
                </a:gridCol>
                <a:gridCol w="403245">
                  <a:extLst>
                    <a:ext uri="{9D8B030D-6E8A-4147-A177-3AD203B41FA5}">
                      <a16:colId xmlns:a16="http://schemas.microsoft.com/office/drawing/2014/main" val="4171152725"/>
                    </a:ext>
                  </a:extLst>
                </a:gridCol>
                <a:gridCol w="418864">
                  <a:extLst>
                    <a:ext uri="{9D8B030D-6E8A-4147-A177-3AD203B41FA5}">
                      <a16:colId xmlns:a16="http://schemas.microsoft.com/office/drawing/2014/main" val="3687281025"/>
                    </a:ext>
                  </a:extLst>
                </a:gridCol>
              </a:tblGrid>
              <a:tr h="324000">
                <a:tc>
                  <a:txBody>
                    <a:bodyPr/>
                    <a:lstStyle/>
                    <a:p>
                      <a:pPr algn="ctr"/>
                      <a:endParaRPr lang="zh-CN" altLang="en-US" sz="2000" b="1" dirty="0">
                        <a:latin typeface="Courier New" panose="02070309020205020404" pitchFamily="49" charset="0"/>
                        <a:cs typeface="Courier New" panose="02070309020205020404" pitchFamily="49" charset="0"/>
                      </a:endParaRPr>
                    </a:p>
                  </a:txBody>
                  <a:tcPr marL="72000" marR="72000" marT="0" marB="0" anchor="ct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US" altLang="zh-CN" sz="2000" b="1" dirty="0" err="1">
                          <a:latin typeface="Courier New" panose="02070309020205020404" pitchFamily="49" charset="0"/>
                          <a:cs typeface="Courier New" panose="02070309020205020404" pitchFamily="49" charset="0"/>
                        </a:rPr>
                        <a:t>i</a:t>
                      </a:r>
                      <a:endParaRPr lang="zh-CN" altLang="en-US" sz="2000" b="1" dirty="0">
                        <a:latin typeface="Courier New" panose="02070309020205020404" pitchFamily="49" charset="0"/>
                        <a:cs typeface="Courier New" panose="02070309020205020404" pitchFamily="49" charset="0"/>
                      </a:endParaRPr>
                    </a:p>
                  </a:txBody>
                  <a:tcPr marL="72000" marR="7200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b="1" dirty="0">
                          <a:latin typeface="Courier New" panose="02070309020205020404" pitchFamily="49" charset="0"/>
                          <a:cs typeface="Courier New" panose="02070309020205020404" pitchFamily="49" charset="0"/>
                        </a:rPr>
                        <a:t>j</a:t>
                      </a:r>
                      <a:endParaRPr lang="zh-CN" altLang="en-US" sz="2000" b="1" dirty="0">
                        <a:latin typeface="Courier New" panose="02070309020205020404" pitchFamily="49" charset="0"/>
                        <a:cs typeface="Courier New" panose="02070309020205020404" pitchFamily="49" charset="0"/>
                      </a:endParaRPr>
                    </a:p>
                  </a:txBody>
                  <a:tcPr marL="72000" marR="72000" marT="0" marB="0" anchor="ctr">
                    <a:lnL w="12700" cap="flat" cmpd="sng" algn="ctr">
                      <a:no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altLang="zh-CN" sz="2000" b="1" dirty="0">
                          <a:latin typeface="Courier New" panose="02070309020205020404" pitchFamily="49" charset="0"/>
                          <a:cs typeface="Courier New" panose="02070309020205020404" pitchFamily="49" charset="0"/>
                        </a:rPr>
                        <a:t>e</a:t>
                      </a:r>
                      <a:endParaRPr lang="zh-CN" altLang="en-US" sz="2000" b="1" dirty="0">
                        <a:latin typeface="Courier New" panose="02070309020205020404" pitchFamily="49" charset="0"/>
                        <a:cs typeface="Courier New" panose="02070309020205020404" pitchFamily="49" charset="0"/>
                      </a:endParaRPr>
                    </a:p>
                  </a:txBody>
                  <a:tcPr marL="72000" marR="72000" marT="0" marB="0" anchor="ct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705709661"/>
                  </a:ext>
                </a:extLst>
              </a:tr>
              <a:tr h="324000">
                <a:tc>
                  <a:txBody>
                    <a:bodyPr/>
                    <a:lstStyle/>
                    <a:p>
                      <a:pPr algn="ctr"/>
                      <a:r>
                        <a:rPr lang="en-US" altLang="zh-CN" sz="1800" b="1" dirty="0">
                          <a:latin typeface="Courier New" panose="02070309020205020404" pitchFamily="49" charset="0"/>
                          <a:cs typeface="Courier New" panose="02070309020205020404" pitchFamily="49" charset="0"/>
                        </a:rPr>
                        <a:t>0</a:t>
                      </a:r>
                      <a:endParaRPr lang="zh-CN" altLang="en-US" sz="1800" b="1" dirty="0">
                        <a:latin typeface="Courier New" panose="02070309020205020404" pitchFamily="49" charset="0"/>
                        <a:cs typeface="Courier New" panose="02070309020205020404" pitchFamily="49" charset="0"/>
                      </a:endParaRPr>
                    </a:p>
                  </a:txBody>
                  <a:tcPr marL="72000" marR="72000" marT="0" marB="0"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endParaRPr lang="zh-CN" altLang="en-US" sz="2000" b="1" dirty="0">
                        <a:latin typeface="Courier New" panose="02070309020205020404" pitchFamily="49" charset="0"/>
                        <a:cs typeface="Courier New" panose="02070309020205020404" pitchFamily="49" charset="0"/>
                      </a:endParaRPr>
                    </a:p>
                  </a:txBody>
                  <a:tcPr marL="72000" marR="72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zh-CN" altLang="en-US" sz="2000" b="1" dirty="0">
                        <a:latin typeface="Courier New" panose="02070309020205020404" pitchFamily="49" charset="0"/>
                        <a:cs typeface="Courier New" panose="02070309020205020404" pitchFamily="49" charset="0"/>
                      </a:endParaRPr>
                    </a:p>
                  </a:txBody>
                  <a:tcPr marL="72000" marR="72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algn="ctr"/>
                      <a:endParaRPr lang="zh-CN" altLang="en-US" sz="2000" b="1" dirty="0">
                        <a:latin typeface="Courier New" panose="02070309020205020404" pitchFamily="49" charset="0"/>
                        <a:cs typeface="Courier New" panose="02070309020205020404" pitchFamily="49" charset="0"/>
                      </a:endParaRPr>
                    </a:p>
                  </a:txBody>
                  <a:tcPr marL="72000" marR="72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561282834"/>
                  </a:ext>
                </a:extLst>
              </a:tr>
              <a:tr h="324000">
                <a:tc>
                  <a:txBody>
                    <a:bodyPr/>
                    <a:lstStyle/>
                    <a:p>
                      <a:pPr algn="ctr"/>
                      <a:r>
                        <a:rPr lang="en-US" altLang="zh-CN" sz="1800" b="1" dirty="0">
                          <a:latin typeface="Courier New" panose="02070309020205020404" pitchFamily="49" charset="0"/>
                          <a:cs typeface="Courier New" panose="02070309020205020404" pitchFamily="49" charset="0"/>
                        </a:rPr>
                        <a:t>1</a:t>
                      </a:r>
                      <a:endParaRPr lang="zh-CN" altLang="en-US" sz="1800" b="1" dirty="0">
                        <a:latin typeface="Courier New" panose="02070309020205020404" pitchFamily="49" charset="0"/>
                        <a:cs typeface="Courier New" panose="02070309020205020404" pitchFamily="49" charset="0"/>
                      </a:endParaRPr>
                    </a:p>
                  </a:txBody>
                  <a:tcPr marL="72000" marR="72000" marT="0" marB="0"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endParaRPr lang="zh-CN" altLang="en-US" sz="2000" b="1" dirty="0">
                        <a:latin typeface="Courier New" panose="02070309020205020404" pitchFamily="49" charset="0"/>
                        <a:cs typeface="Courier New" panose="02070309020205020404" pitchFamily="49" charset="0"/>
                      </a:endParaRPr>
                    </a:p>
                  </a:txBody>
                  <a:tcPr marL="72000" marR="72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ctr"/>
                      <a:endParaRPr lang="zh-CN" altLang="en-US" sz="2000" b="1" dirty="0">
                        <a:latin typeface="Courier New" panose="02070309020205020404" pitchFamily="49" charset="0"/>
                        <a:cs typeface="Courier New" panose="02070309020205020404" pitchFamily="49" charset="0"/>
                      </a:endParaRPr>
                    </a:p>
                  </a:txBody>
                  <a:tcPr marL="72000" marR="72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ctr"/>
                      <a:endParaRPr lang="zh-CN" altLang="en-US" sz="2000" b="1" dirty="0">
                        <a:latin typeface="Courier New" panose="02070309020205020404" pitchFamily="49" charset="0"/>
                        <a:cs typeface="Courier New" panose="02070309020205020404" pitchFamily="49" charset="0"/>
                      </a:endParaRPr>
                    </a:p>
                  </a:txBody>
                  <a:tcPr marL="72000" marR="72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extLst>
                  <a:ext uri="{0D108BD9-81ED-4DB2-BD59-A6C34878D82A}">
                    <a16:rowId xmlns:a16="http://schemas.microsoft.com/office/drawing/2014/main" val="2794504200"/>
                  </a:ext>
                </a:extLst>
              </a:tr>
              <a:tr h="324000">
                <a:tc>
                  <a:txBody>
                    <a:bodyPr/>
                    <a:lstStyle/>
                    <a:p>
                      <a:pPr algn="ctr"/>
                      <a:r>
                        <a:rPr lang="en-US" altLang="zh-CN" sz="1800" b="1" dirty="0">
                          <a:latin typeface="Courier New" panose="02070309020205020404" pitchFamily="49" charset="0"/>
                          <a:cs typeface="Courier New" panose="02070309020205020404" pitchFamily="49" charset="0"/>
                        </a:rPr>
                        <a:t>2</a:t>
                      </a:r>
                      <a:endParaRPr lang="zh-CN" altLang="en-US" sz="1800" b="1" dirty="0">
                        <a:latin typeface="Courier New" panose="02070309020205020404" pitchFamily="49" charset="0"/>
                        <a:cs typeface="Courier New" panose="02070309020205020404" pitchFamily="49" charset="0"/>
                      </a:endParaRPr>
                    </a:p>
                  </a:txBody>
                  <a:tcPr marL="72000" marR="72000" marT="0" marB="0"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endParaRPr lang="zh-CN" altLang="en-US" sz="2000" b="1" dirty="0">
                        <a:latin typeface="Courier New" panose="02070309020205020404" pitchFamily="49" charset="0"/>
                        <a:cs typeface="Courier New" panose="02070309020205020404" pitchFamily="49" charset="0"/>
                      </a:endParaRPr>
                    </a:p>
                  </a:txBody>
                  <a:tcPr marL="72000" marR="72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ctr"/>
                      <a:endParaRPr lang="zh-CN" altLang="en-US" sz="2000" b="1" dirty="0">
                        <a:latin typeface="Courier New" panose="02070309020205020404" pitchFamily="49" charset="0"/>
                        <a:cs typeface="Courier New" panose="02070309020205020404" pitchFamily="49" charset="0"/>
                      </a:endParaRPr>
                    </a:p>
                  </a:txBody>
                  <a:tcPr marL="72000" marR="72000" marT="0"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solidFill>
                      <a:schemeClr val="tx2">
                        <a:lumMod val="10000"/>
                        <a:lumOff val="90000"/>
                      </a:schemeClr>
                    </a:solidFill>
                  </a:tcPr>
                </a:tc>
                <a:tc>
                  <a:txBody>
                    <a:bodyPr/>
                    <a:lstStyle/>
                    <a:p>
                      <a:pPr algn="ctr"/>
                      <a:endParaRPr lang="zh-CN" altLang="en-US" sz="2000" b="1">
                        <a:latin typeface="Courier New" panose="02070309020205020404" pitchFamily="49" charset="0"/>
                        <a:cs typeface="Courier New" panose="02070309020205020404" pitchFamily="49" charset="0"/>
                      </a:endParaRPr>
                    </a:p>
                  </a:txBody>
                  <a:tcPr marL="72000" marR="72000" marT="0" marB="0" anchor="ctr">
                    <a:lnT w="12700" cap="flat" cmpd="sng" algn="ctr">
                      <a:solidFill>
                        <a:schemeClr val="tx1"/>
                      </a:solidFill>
                      <a:prstDash val="solid"/>
                      <a:round/>
                      <a:headEnd type="none" w="med" len="med"/>
                      <a:tailEnd type="none" w="med" len="med"/>
                    </a:lnT>
                    <a:solidFill>
                      <a:schemeClr val="tx2">
                        <a:lumMod val="10000"/>
                        <a:lumOff val="90000"/>
                      </a:schemeClr>
                    </a:solidFill>
                  </a:tcPr>
                </a:tc>
                <a:extLst>
                  <a:ext uri="{0D108BD9-81ED-4DB2-BD59-A6C34878D82A}">
                    <a16:rowId xmlns:a16="http://schemas.microsoft.com/office/drawing/2014/main" val="1823349184"/>
                  </a:ext>
                </a:extLst>
              </a:tr>
              <a:tr h="324000">
                <a:tc>
                  <a:txBody>
                    <a:bodyPr/>
                    <a:lstStyle/>
                    <a:p>
                      <a:pPr algn="ctr"/>
                      <a:r>
                        <a:rPr lang="en-US" altLang="zh-CN" sz="1800" b="1" dirty="0">
                          <a:latin typeface="Courier New" panose="02070309020205020404" pitchFamily="49" charset="0"/>
                          <a:cs typeface="Courier New" panose="02070309020205020404" pitchFamily="49" charset="0"/>
                        </a:rPr>
                        <a:t>3</a:t>
                      </a:r>
                      <a:endParaRPr lang="zh-CN" altLang="en-US" sz="1800" b="1" dirty="0">
                        <a:latin typeface="Courier New" panose="02070309020205020404" pitchFamily="49" charset="0"/>
                        <a:cs typeface="Courier New" panose="02070309020205020404" pitchFamily="49" charset="0"/>
                      </a:endParaRPr>
                    </a:p>
                  </a:txBody>
                  <a:tcPr marL="72000" marR="72000" marT="0" marB="0"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endParaRPr lang="zh-CN" altLang="en-US" sz="2000" b="1" dirty="0">
                        <a:latin typeface="Courier New" panose="02070309020205020404" pitchFamily="49" charset="0"/>
                        <a:cs typeface="Courier New" panose="02070309020205020404" pitchFamily="49" charset="0"/>
                      </a:endParaRPr>
                    </a:p>
                  </a:txBody>
                  <a:tcPr marL="72000" marR="72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ctr"/>
                      <a:endParaRPr lang="zh-CN" altLang="en-US" sz="2000" b="1" dirty="0">
                        <a:latin typeface="Courier New" panose="02070309020205020404" pitchFamily="49" charset="0"/>
                        <a:cs typeface="Courier New" panose="02070309020205020404" pitchFamily="49" charset="0"/>
                      </a:endParaRPr>
                    </a:p>
                  </a:txBody>
                  <a:tcPr marL="72000" marR="72000" marT="0" marB="0" anchor="ctr">
                    <a:lnL w="12700" cap="flat" cmpd="sng" algn="ctr">
                      <a:solidFill>
                        <a:schemeClr val="tx1"/>
                      </a:solidFill>
                      <a:prstDash val="solid"/>
                      <a:round/>
                      <a:headEnd type="none" w="med" len="med"/>
                      <a:tailEnd type="none" w="med" len="med"/>
                    </a:lnL>
                    <a:solidFill>
                      <a:schemeClr val="tx2">
                        <a:lumMod val="10000"/>
                        <a:lumOff val="90000"/>
                      </a:schemeClr>
                    </a:solidFill>
                  </a:tcPr>
                </a:tc>
                <a:tc>
                  <a:txBody>
                    <a:bodyPr/>
                    <a:lstStyle/>
                    <a:p>
                      <a:pPr algn="ctr"/>
                      <a:endParaRPr lang="zh-CN" altLang="en-US" sz="2000" b="1">
                        <a:latin typeface="Courier New" panose="02070309020205020404" pitchFamily="49" charset="0"/>
                        <a:cs typeface="Courier New" panose="02070309020205020404" pitchFamily="49" charset="0"/>
                      </a:endParaRPr>
                    </a:p>
                  </a:txBody>
                  <a:tcPr marL="72000" marR="72000" marT="0" marB="0" anchor="ctr">
                    <a:solidFill>
                      <a:schemeClr val="tx2">
                        <a:lumMod val="10000"/>
                        <a:lumOff val="90000"/>
                      </a:schemeClr>
                    </a:solidFill>
                  </a:tcPr>
                </a:tc>
                <a:extLst>
                  <a:ext uri="{0D108BD9-81ED-4DB2-BD59-A6C34878D82A}">
                    <a16:rowId xmlns:a16="http://schemas.microsoft.com/office/drawing/2014/main" val="2886917306"/>
                  </a:ext>
                </a:extLst>
              </a:tr>
              <a:tr h="324000">
                <a:tc>
                  <a:txBody>
                    <a:bodyPr/>
                    <a:lstStyle/>
                    <a:p>
                      <a:pPr algn="ctr"/>
                      <a:r>
                        <a:rPr lang="en-US" altLang="zh-CN" sz="1800" b="1" dirty="0">
                          <a:latin typeface="Courier New" panose="02070309020205020404" pitchFamily="49" charset="0"/>
                          <a:cs typeface="Courier New" panose="02070309020205020404" pitchFamily="49" charset="0"/>
                        </a:rPr>
                        <a:t>⁝</a:t>
                      </a:r>
                      <a:endParaRPr lang="zh-CN" altLang="en-US" sz="1800" b="1" dirty="0">
                        <a:latin typeface="Courier New" panose="02070309020205020404" pitchFamily="49" charset="0"/>
                        <a:cs typeface="Courier New" panose="02070309020205020404" pitchFamily="49" charset="0"/>
                      </a:endParaRPr>
                    </a:p>
                  </a:txBody>
                  <a:tcPr marL="72000" marR="72000" marT="0" marB="0"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endParaRPr lang="zh-CN" altLang="en-US" sz="2000" b="1" dirty="0">
                        <a:latin typeface="Courier New" panose="02070309020205020404" pitchFamily="49" charset="0"/>
                        <a:cs typeface="Courier New" panose="02070309020205020404" pitchFamily="49" charset="0"/>
                      </a:endParaRPr>
                    </a:p>
                  </a:txBody>
                  <a:tcPr marL="72000" marR="72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ctr"/>
                      <a:endParaRPr lang="zh-CN" altLang="en-US" sz="2000" b="1" dirty="0">
                        <a:latin typeface="Courier New" panose="02070309020205020404" pitchFamily="49" charset="0"/>
                        <a:cs typeface="Courier New" panose="02070309020205020404" pitchFamily="49" charset="0"/>
                      </a:endParaRPr>
                    </a:p>
                  </a:txBody>
                  <a:tcPr marL="72000" marR="72000" marT="0" marB="0" anchor="ctr">
                    <a:lnL w="12700" cap="flat" cmpd="sng" algn="ctr">
                      <a:solidFill>
                        <a:schemeClr val="tx1"/>
                      </a:solidFill>
                      <a:prstDash val="solid"/>
                      <a:round/>
                      <a:headEnd type="none" w="med" len="med"/>
                      <a:tailEnd type="none" w="med" len="med"/>
                    </a:lnL>
                    <a:solidFill>
                      <a:schemeClr val="tx2">
                        <a:lumMod val="10000"/>
                        <a:lumOff val="90000"/>
                      </a:schemeClr>
                    </a:solidFill>
                  </a:tcPr>
                </a:tc>
                <a:tc>
                  <a:txBody>
                    <a:bodyPr/>
                    <a:lstStyle/>
                    <a:p>
                      <a:pPr algn="ctr"/>
                      <a:endParaRPr lang="zh-CN" altLang="en-US" sz="2000" b="1">
                        <a:latin typeface="Courier New" panose="02070309020205020404" pitchFamily="49" charset="0"/>
                        <a:cs typeface="Courier New" panose="02070309020205020404" pitchFamily="49" charset="0"/>
                      </a:endParaRPr>
                    </a:p>
                  </a:txBody>
                  <a:tcPr marL="72000" marR="72000" marT="0" marB="0" anchor="ctr">
                    <a:solidFill>
                      <a:schemeClr val="tx2">
                        <a:lumMod val="10000"/>
                        <a:lumOff val="90000"/>
                      </a:schemeClr>
                    </a:solidFill>
                  </a:tcPr>
                </a:tc>
                <a:extLst>
                  <a:ext uri="{0D108BD9-81ED-4DB2-BD59-A6C34878D82A}">
                    <a16:rowId xmlns:a16="http://schemas.microsoft.com/office/drawing/2014/main" val="1484621723"/>
                  </a:ext>
                </a:extLst>
              </a:tr>
              <a:tr h="324000">
                <a:tc>
                  <a:txBody>
                    <a:bodyPr/>
                    <a:lstStyle/>
                    <a:p>
                      <a:pPr algn="ctr"/>
                      <a:r>
                        <a:rPr lang="en-US" altLang="zh-CN" sz="1800" b="1" dirty="0">
                          <a:latin typeface="Courier New" panose="02070309020205020404" pitchFamily="49" charset="0"/>
                          <a:cs typeface="Courier New" panose="02070309020205020404" pitchFamily="49" charset="0"/>
                        </a:rPr>
                        <a:t>8</a:t>
                      </a:r>
                      <a:endParaRPr lang="zh-CN" altLang="en-US" sz="1800" b="1" dirty="0">
                        <a:latin typeface="Courier New" panose="02070309020205020404" pitchFamily="49" charset="0"/>
                        <a:cs typeface="Courier New" panose="02070309020205020404" pitchFamily="49" charset="0"/>
                      </a:endParaRPr>
                    </a:p>
                  </a:txBody>
                  <a:tcPr marL="72000" marR="72000" marT="0" marB="0" anchor="ct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endParaRPr lang="zh-CN" altLang="en-US" sz="2000" b="1" dirty="0">
                        <a:latin typeface="Courier New" panose="02070309020205020404" pitchFamily="49" charset="0"/>
                        <a:cs typeface="Courier New" panose="02070309020205020404" pitchFamily="49" charset="0"/>
                      </a:endParaRPr>
                    </a:p>
                  </a:txBody>
                  <a:tcPr marL="72000" marR="7200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10000"/>
                        <a:lumOff val="90000"/>
                      </a:schemeClr>
                    </a:solidFill>
                  </a:tcPr>
                </a:tc>
                <a:tc>
                  <a:txBody>
                    <a:bodyPr/>
                    <a:lstStyle/>
                    <a:p>
                      <a:pPr algn="ctr"/>
                      <a:endParaRPr lang="zh-CN" altLang="en-US" sz="2000" b="1" dirty="0">
                        <a:latin typeface="Courier New" panose="02070309020205020404" pitchFamily="49" charset="0"/>
                        <a:cs typeface="Courier New" panose="02070309020205020404" pitchFamily="49" charset="0"/>
                      </a:endParaRPr>
                    </a:p>
                  </a:txBody>
                  <a:tcPr marL="72000" marR="72000" marT="0" marB="0" anchor="ctr">
                    <a:lnL w="12700" cap="flat" cmpd="sng" algn="ctr">
                      <a:solidFill>
                        <a:schemeClr val="tx1"/>
                      </a:solidFill>
                      <a:prstDash val="solid"/>
                      <a:round/>
                      <a:headEnd type="none" w="med" len="med"/>
                      <a:tailEnd type="none" w="med" len="med"/>
                    </a:lnL>
                    <a:solidFill>
                      <a:schemeClr val="tx2">
                        <a:lumMod val="10000"/>
                        <a:lumOff val="90000"/>
                      </a:schemeClr>
                    </a:solidFill>
                  </a:tcPr>
                </a:tc>
                <a:tc>
                  <a:txBody>
                    <a:bodyPr/>
                    <a:lstStyle/>
                    <a:p>
                      <a:pPr algn="ctr"/>
                      <a:endParaRPr lang="zh-CN" altLang="en-US" sz="2000" b="1" dirty="0">
                        <a:latin typeface="Courier New" panose="02070309020205020404" pitchFamily="49" charset="0"/>
                        <a:cs typeface="Courier New" panose="02070309020205020404" pitchFamily="49" charset="0"/>
                      </a:endParaRPr>
                    </a:p>
                  </a:txBody>
                  <a:tcPr marL="72000" marR="72000" marT="0" marB="0" anchor="ctr">
                    <a:solidFill>
                      <a:schemeClr val="tx2">
                        <a:lumMod val="10000"/>
                        <a:lumOff val="90000"/>
                      </a:schemeClr>
                    </a:solidFill>
                  </a:tcPr>
                </a:tc>
                <a:extLst>
                  <a:ext uri="{0D108BD9-81ED-4DB2-BD59-A6C34878D82A}">
                    <a16:rowId xmlns:a16="http://schemas.microsoft.com/office/drawing/2014/main" val="2029579909"/>
                  </a:ext>
                </a:extLst>
              </a:tr>
            </a:tbl>
          </a:graphicData>
        </a:graphic>
      </p:graphicFrame>
      <p:grpSp>
        <p:nvGrpSpPr>
          <p:cNvPr id="34" name="组合 33">
            <a:extLst>
              <a:ext uri="{FF2B5EF4-FFF2-40B4-BE49-F238E27FC236}">
                <a16:creationId xmlns:a16="http://schemas.microsoft.com/office/drawing/2014/main" id="{FC8BE04A-0B06-5BC9-032D-239B384C18A5}"/>
              </a:ext>
            </a:extLst>
          </p:cNvPr>
          <p:cNvGrpSpPr/>
          <p:nvPr/>
        </p:nvGrpSpPr>
        <p:grpSpPr>
          <a:xfrm>
            <a:off x="8033116" y="1850441"/>
            <a:ext cx="1411899" cy="1700496"/>
            <a:chOff x="8033116" y="1850441"/>
            <a:chExt cx="1411899" cy="1700496"/>
          </a:xfrm>
        </p:grpSpPr>
        <p:grpSp>
          <p:nvGrpSpPr>
            <p:cNvPr id="20" name="组合 19">
              <a:extLst>
                <a:ext uri="{FF2B5EF4-FFF2-40B4-BE49-F238E27FC236}">
                  <a16:creationId xmlns:a16="http://schemas.microsoft.com/office/drawing/2014/main" id="{E0627240-14D8-6A17-9544-5F53E9060106}"/>
                </a:ext>
              </a:extLst>
            </p:cNvPr>
            <p:cNvGrpSpPr/>
            <p:nvPr/>
          </p:nvGrpSpPr>
          <p:grpSpPr>
            <a:xfrm>
              <a:off x="8440418" y="1850441"/>
              <a:ext cx="1004597" cy="1637507"/>
              <a:chOff x="8037173" y="1701291"/>
              <a:chExt cx="1004597" cy="1637507"/>
            </a:xfrm>
          </p:grpSpPr>
          <p:grpSp>
            <p:nvGrpSpPr>
              <p:cNvPr id="13" name="组合 12">
                <a:extLst>
                  <a:ext uri="{FF2B5EF4-FFF2-40B4-BE49-F238E27FC236}">
                    <a16:creationId xmlns:a16="http://schemas.microsoft.com/office/drawing/2014/main" id="{5F1B49A3-E268-5DFB-5CB2-AFE77E6058FE}"/>
                  </a:ext>
                </a:extLst>
              </p:cNvPr>
              <p:cNvGrpSpPr/>
              <p:nvPr/>
            </p:nvGrpSpPr>
            <p:grpSpPr>
              <a:xfrm>
                <a:off x="8037173" y="1701291"/>
                <a:ext cx="604513" cy="415224"/>
                <a:chOff x="9267530" y="1676306"/>
                <a:chExt cx="604513" cy="415224"/>
              </a:xfrm>
            </p:grpSpPr>
            <p:sp>
              <p:nvSpPr>
                <p:cNvPr id="10" name="文本框 9">
                  <a:extLst>
                    <a:ext uri="{FF2B5EF4-FFF2-40B4-BE49-F238E27FC236}">
                      <a16:creationId xmlns:a16="http://schemas.microsoft.com/office/drawing/2014/main" id="{DC0A4AB1-7D99-3930-1316-ACC201293C5F}"/>
                    </a:ext>
                  </a:extLst>
                </p:cNvPr>
                <p:cNvSpPr txBox="1"/>
                <p:nvPr/>
              </p:nvSpPr>
              <p:spPr>
                <a:xfrm>
                  <a:off x="9267530" y="1676306"/>
                  <a:ext cx="402674" cy="369332"/>
                </a:xfrm>
                <a:prstGeom prst="rect">
                  <a:avLst/>
                </a:prstGeom>
                <a:noFill/>
              </p:spPr>
              <p:txBody>
                <a:bodyPr wrap="none" rtlCol="0">
                  <a:spAutoFit/>
                </a:bodyPr>
                <a:lstStyle/>
                <a:p>
                  <a:r>
                    <a:rPr lang="en-US" altLang="zh-CN" b="1" dirty="0">
                      <a:solidFill>
                        <a:srgbClr val="C00000"/>
                      </a:solidFill>
                      <a:effectLst>
                        <a:outerShdw blurRad="38100" dist="38100" dir="2700000" algn="tl">
                          <a:srgbClr val="000000">
                            <a:alpha val="43137"/>
                          </a:srgbClr>
                        </a:outerShdw>
                      </a:effectLst>
                    </a:rPr>
                    <a:t>M</a:t>
                  </a:r>
                  <a:endParaRPr lang="zh-CN" altLang="en-US" b="1" dirty="0">
                    <a:solidFill>
                      <a:srgbClr val="C00000"/>
                    </a:solidFill>
                    <a:effectLst>
                      <a:outerShdw blurRad="38100" dist="38100" dir="2700000" algn="tl">
                        <a:srgbClr val="000000">
                          <a:alpha val="43137"/>
                        </a:srgbClr>
                      </a:outerShdw>
                    </a:effectLst>
                  </a:endParaRPr>
                </a:p>
              </p:txBody>
            </p:sp>
            <p:cxnSp>
              <p:nvCxnSpPr>
                <p:cNvPr id="12" name="直接箭头连接符 11">
                  <a:extLst>
                    <a:ext uri="{FF2B5EF4-FFF2-40B4-BE49-F238E27FC236}">
                      <a16:creationId xmlns:a16="http://schemas.microsoft.com/office/drawing/2014/main" id="{6D8779DA-0CFF-D687-AA15-5C9CA89CF895}"/>
                    </a:ext>
                  </a:extLst>
                </p:cNvPr>
                <p:cNvCxnSpPr>
                  <a:cxnSpLocks/>
                  <a:stCxn id="10" idx="3"/>
                </p:cNvCxnSpPr>
                <p:nvPr/>
              </p:nvCxnSpPr>
              <p:spPr>
                <a:xfrm>
                  <a:off x="9670204" y="1860972"/>
                  <a:ext cx="201839" cy="230558"/>
                </a:xfrm>
                <a:prstGeom prst="straightConnector1">
                  <a:avLst/>
                </a:prstGeom>
                <a:ln>
                  <a:solidFill>
                    <a:srgbClr val="8E0000"/>
                  </a:solidFill>
                  <a:headEnd type="oval" w="med" len="med"/>
                  <a:tailEnd type="triangle" w="lg" len="lg"/>
                </a:ln>
              </p:spPr>
              <p:style>
                <a:lnRef idx="2">
                  <a:schemeClr val="accent1"/>
                </a:lnRef>
                <a:fillRef idx="0">
                  <a:schemeClr val="accent1"/>
                </a:fillRef>
                <a:effectRef idx="1">
                  <a:schemeClr val="accent1"/>
                </a:effectRef>
                <a:fontRef idx="minor">
                  <a:schemeClr val="tx1"/>
                </a:fontRef>
              </p:style>
            </p:cxnSp>
          </p:grpSp>
          <p:sp>
            <p:nvSpPr>
              <p:cNvPr id="14" name="矩形 13">
                <a:extLst>
                  <a:ext uri="{FF2B5EF4-FFF2-40B4-BE49-F238E27FC236}">
                    <a16:creationId xmlns:a16="http://schemas.microsoft.com/office/drawing/2014/main" id="{DEA6FC40-996E-3114-93AE-97040A9DC4EC}"/>
                  </a:ext>
                </a:extLst>
              </p:cNvPr>
              <p:cNvSpPr/>
              <p:nvPr/>
            </p:nvSpPr>
            <p:spPr>
              <a:xfrm>
                <a:off x="8627166" y="2094305"/>
                <a:ext cx="414604" cy="245649"/>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C00000"/>
                  </a:solidFill>
                </a:endParaRPr>
              </a:p>
            </p:txBody>
          </p:sp>
          <p:sp>
            <p:nvSpPr>
              <p:cNvPr id="15" name="矩形 14">
                <a:extLst>
                  <a:ext uri="{FF2B5EF4-FFF2-40B4-BE49-F238E27FC236}">
                    <a16:creationId xmlns:a16="http://schemas.microsoft.com/office/drawing/2014/main" id="{8C14B82E-F4AF-83FD-0E1C-087E3F6C4AAA}"/>
                  </a:ext>
                </a:extLst>
              </p:cNvPr>
              <p:cNvSpPr/>
              <p:nvPr/>
            </p:nvSpPr>
            <p:spPr>
              <a:xfrm>
                <a:off x="8627166" y="2346184"/>
                <a:ext cx="414604" cy="245649"/>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b="1" dirty="0">
                  <a:solidFill>
                    <a:srgbClr val="C00000"/>
                  </a:solidFill>
                </a:endParaRPr>
              </a:p>
            </p:txBody>
          </p:sp>
          <p:sp>
            <p:nvSpPr>
              <p:cNvPr id="16" name="矩形 15">
                <a:extLst>
                  <a:ext uri="{FF2B5EF4-FFF2-40B4-BE49-F238E27FC236}">
                    <a16:creationId xmlns:a16="http://schemas.microsoft.com/office/drawing/2014/main" id="{77F1AC4A-FB61-BF10-FC8F-688991FEC923}"/>
                  </a:ext>
                </a:extLst>
              </p:cNvPr>
              <p:cNvSpPr/>
              <p:nvPr/>
            </p:nvSpPr>
            <p:spPr>
              <a:xfrm>
                <a:off x="8627166" y="2595408"/>
                <a:ext cx="414604" cy="245649"/>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b="1" dirty="0">
                  <a:solidFill>
                    <a:srgbClr val="C00000"/>
                  </a:solidFill>
                </a:endParaRPr>
              </a:p>
            </p:txBody>
          </p:sp>
          <p:sp>
            <p:nvSpPr>
              <p:cNvPr id="17" name="矩形 16">
                <a:extLst>
                  <a:ext uri="{FF2B5EF4-FFF2-40B4-BE49-F238E27FC236}">
                    <a16:creationId xmlns:a16="http://schemas.microsoft.com/office/drawing/2014/main" id="{77D3D44B-BC44-814C-235F-AC5A08D406A0}"/>
                  </a:ext>
                </a:extLst>
              </p:cNvPr>
              <p:cNvSpPr/>
              <p:nvPr/>
            </p:nvSpPr>
            <p:spPr>
              <a:xfrm>
                <a:off x="8627166" y="2841607"/>
                <a:ext cx="414604" cy="245649"/>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b="1" dirty="0">
                  <a:solidFill>
                    <a:srgbClr val="C00000"/>
                  </a:solidFill>
                </a:endParaRPr>
              </a:p>
            </p:txBody>
          </p:sp>
          <p:sp>
            <p:nvSpPr>
              <p:cNvPr id="18" name="矩形 17">
                <a:extLst>
                  <a:ext uri="{FF2B5EF4-FFF2-40B4-BE49-F238E27FC236}">
                    <a16:creationId xmlns:a16="http://schemas.microsoft.com/office/drawing/2014/main" id="{1A1DEA70-FBFE-5264-6796-06C064474333}"/>
                  </a:ext>
                </a:extLst>
              </p:cNvPr>
              <p:cNvSpPr/>
              <p:nvPr/>
            </p:nvSpPr>
            <p:spPr>
              <a:xfrm>
                <a:off x="8627166" y="3093149"/>
                <a:ext cx="414604" cy="245649"/>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2000" b="1" dirty="0">
                  <a:solidFill>
                    <a:srgbClr val="C00000"/>
                  </a:solidFill>
                </a:endParaRPr>
              </a:p>
            </p:txBody>
          </p:sp>
        </p:grpSp>
        <p:sp>
          <p:nvSpPr>
            <p:cNvPr id="24" name="文本框 23">
              <a:extLst>
                <a:ext uri="{FF2B5EF4-FFF2-40B4-BE49-F238E27FC236}">
                  <a16:creationId xmlns:a16="http://schemas.microsoft.com/office/drawing/2014/main" id="{996462C4-9144-3B09-BFB9-8FD014F93221}"/>
                </a:ext>
              </a:extLst>
            </p:cNvPr>
            <p:cNvSpPr txBox="1"/>
            <p:nvPr/>
          </p:nvSpPr>
          <p:spPr>
            <a:xfrm>
              <a:off x="8033116" y="2231986"/>
              <a:ext cx="1011815" cy="1318951"/>
            </a:xfrm>
            <a:prstGeom prst="rect">
              <a:avLst/>
            </a:prstGeom>
            <a:noFill/>
          </p:spPr>
          <p:txBody>
            <a:bodyPr wrap="none" rtlCol="0">
              <a:spAutoFit/>
            </a:bodyPr>
            <a:lstStyle/>
            <a:p>
              <a:pPr algn="r">
                <a:lnSpc>
                  <a:spcPts val="1900"/>
                </a:lnSpc>
              </a:pPr>
              <a:r>
                <a:rPr lang="en-US" altLang="zh-CN" b="1" dirty="0" err="1">
                  <a:latin typeface="Courier New" panose="02070309020205020404" pitchFamily="49" charset="0"/>
                  <a:cs typeface="Courier New" panose="02070309020205020404" pitchFamily="49" charset="0"/>
                </a:rPr>
                <a:t>nzElem</a:t>
              </a:r>
              <a:endParaRPr lang="en-US" altLang="zh-CN" b="1" dirty="0">
                <a:latin typeface="Courier New" panose="02070309020205020404" pitchFamily="49" charset="0"/>
                <a:cs typeface="Courier New" panose="02070309020205020404" pitchFamily="49" charset="0"/>
              </a:endParaRPr>
            </a:p>
            <a:p>
              <a:pPr algn="r">
                <a:lnSpc>
                  <a:spcPts val="1900"/>
                </a:lnSpc>
              </a:pPr>
              <a:r>
                <a:rPr lang="en-US" altLang="zh-CN" b="1" dirty="0">
                  <a:latin typeface="Courier New" panose="02070309020205020404" pitchFamily="49" charset="0"/>
                  <a:cs typeface="Courier New" panose="02070309020205020404" pitchFamily="49" charset="0"/>
                </a:rPr>
                <a:t>m</a:t>
              </a:r>
            </a:p>
            <a:p>
              <a:pPr algn="r">
                <a:lnSpc>
                  <a:spcPts val="1900"/>
                </a:lnSpc>
              </a:pPr>
              <a:r>
                <a:rPr lang="en-US" altLang="zh-CN" b="1" dirty="0">
                  <a:latin typeface="Courier New" panose="02070309020205020404" pitchFamily="49" charset="0"/>
                  <a:cs typeface="Courier New" panose="02070309020205020404" pitchFamily="49" charset="0"/>
                </a:rPr>
                <a:t>n</a:t>
              </a:r>
            </a:p>
            <a:p>
              <a:pPr algn="r">
                <a:lnSpc>
                  <a:spcPts val="1900"/>
                </a:lnSpc>
              </a:pPr>
              <a:r>
                <a:rPr lang="en-US" altLang="zh-CN" b="1" dirty="0">
                  <a:latin typeface="Courier New" panose="02070309020205020404" pitchFamily="49" charset="0"/>
                  <a:cs typeface="Courier New" panose="02070309020205020404" pitchFamily="49" charset="0"/>
                </a:rPr>
                <a:t>t</a:t>
              </a:r>
            </a:p>
            <a:p>
              <a:pPr algn="r">
                <a:lnSpc>
                  <a:spcPts val="1900"/>
                </a:lnSpc>
              </a:pPr>
              <a:r>
                <a:rPr lang="en-US" altLang="zh-CN" b="1" dirty="0">
                  <a:latin typeface="Courier New" panose="02070309020205020404" pitchFamily="49" charset="0"/>
                  <a:cs typeface="Courier New" panose="02070309020205020404" pitchFamily="49" charset="0"/>
                </a:rPr>
                <a:t>size</a:t>
              </a:r>
              <a:endParaRPr lang="zh-CN" altLang="en-US" b="1" dirty="0">
                <a:latin typeface="Courier New" panose="02070309020205020404" pitchFamily="49" charset="0"/>
                <a:cs typeface="Courier New" panose="02070309020205020404" pitchFamily="49" charset="0"/>
              </a:endParaRPr>
            </a:p>
          </p:txBody>
        </p:sp>
      </p:grpSp>
      <p:sp>
        <p:nvSpPr>
          <p:cNvPr id="29" name="文本框 28">
            <a:extLst>
              <a:ext uri="{FF2B5EF4-FFF2-40B4-BE49-F238E27FC236}">
                <a16:creationId xmlns:a16="http://schemas.microsoft.com/office/drawing/2014/main" id="{A199832C-CD83-0B2A-C74C-5B1076485396}"/>
              </a:ext>
            </a:extLst>
          </p:cNvPr>
          <p:cNvSpPr txBox="1"/>
          <p:nvPr/>
        </p:nvSpPr>
        <p:spPr>
          <a:xfrm>
            <a:off x="3509932" y="4398767"/>
            <a:ext cx="312906" cy="400110"/>
          </a:xfrm>
          <a:prstGeom prst="rect">
            <a:avLst/>
          </a:prstGeom>
          <a:noFill/>
        </p:spPr>
        <p:txBody>
          <a:bodyPr wrap="none" rtlCol="0">
            <a:spAutoFit/>
          </a:bodyPr>
          <a:lstStyle/>
          <a:p>
            <a:r>
              <a:rPr lang="en-US" altLang="zh-CN" sz="2000" b="1" dirty="0">
                <a:solidFill>
                  <a:srgbClr val="C00000"/>
                </a:solidFill>
              </a:rPr>
              <a:t>6</a:t>
            </a:r>
            <a:endParaRPr lang="zh-CN" altLang="en-US" sz="2000" b="1" dirty="0">
              <a:solidFill>
                <a:srgbClr val="C00000"/>
              </a:solidFill>
            </a:endParaRPr>
          </a:p>
        </p:txBody>
      </p:sp>
      <p:sp>
        <p:nvSpPr>
          <p:cNvPr id="30" name="文本框 29">
            <a:extLst>
              <a:ext uri="{FF2B5EF4-FFF2-40B4-BE49-F238E27FC236}">
                <a16:creationId xmlns:a16="http://schemas.microsoft.com/office/drawing/2014/main" id="{C6440690-2771-72B5-21D7-6B13F6ABADC0}"/>
              </a:ext>
            </a:extLst>
          </p:cNvPr>
          <p:cNvSpPr txBox="1"/>
          <p:nvPr/>
        </p:nvSpPr>
        <p:spPr>
          <a:xfrm>
            <a:off x="4358052" y="4398767"/>
            <a:ext cx="312906" cy="400110"/>
          </a:xfrm>
          <a:prstGeom prst="rect">
            <a:avLst/>
          </a:prstGeom>
          <a:noFill/>
        </p:spPr>
        <p:txBody>
          <a:bodyPr wrap="none" rtlCol="0">
            <a:spAutoFit/>
          </a:bodyPr>
          <a:lstStyle/>
          <a:p>
            <a:r>
              <a:rPr lang="en-US" altLang="zh-CN" sz="2000" b="1" dirty="0">
                <a:solidFill>
                  <a:srgbClr val="C00000"/>
                </a:solidFill>
              </a:rPr>
              <a:t>7</a:t>
            </a:r>
            <a:endParaRPr lang="zh-CN" altLang="en-US" sz="2000" b="1" dirty="0">
              <a:solidFill>
                <a:srgbClr val="C00000"/>
              </a:solidFill>
            </a:endParaRPr>
          </a:p>
        </p:txBody>
      </p:sp>
      <p:sp>
        <p:nvSpPr>
          <p:cNvPr id="31" name="文本框 30">
            <a:extLst>
              <a:ext uri="{FF2B5EF4-FFF2-40B4-BE49-F238E27FC236}">
                <a16:creationId xmlns:a16="http://schemas.microsoft.com/office/drawing/2014/main" id="{A1FB8FAF-5039-7983-16FE-3BBA79FAF2E1}"/>
              </a:ext>
            </a:extLst>
          </p:cNvPr>
          <p:cNvSpPr txBox="1"/>
          <p:nvPr/>
        </p:nvSpPr>
        <p:spPr>
          <a:xfrm>
            <a:off x="5222798" y="4398767"/>
            <a:ext cx="312906" cy="400110"/>
          </a:xfrm>
          <a:prstGeom prst="rect">
            <a:avLst/>
          </a:prstGeom>
          <a:noFill/>
        </p:spPr>
        <p:txBody>
          <a:bodyPr wrap="none" rtlCol="0">
            <a:spAutoFit/>
          </a:bodyPr>
          <a:lstStyle/>
          <a:p>
            <a:r>
              <a:rPr lang="en-US" altLang="zh-CN" sz="2000" b="1" dirty="0">
                <a:solidFill>
                  <a:srgbClr val="C00000"/>
                </a:solidFill>
              </a:rPr>
              <a:t>8</a:t>
            </a:r>
            <a:endParaRPr lang="zh-CN" altLang="en-US" sz="2000" b="1" dirty="0">
              <a:solidFill>
                <a:srgbClr val="C00000"/>
              </a:solidFill>
            </a:endParaRPr>
          </a:p>
        </p:txBody>
      </p:sp>
      <p:cxnSp>
        <p:nvCxnSpPr>
          <p:cNvPr id="33" name="直接连接符 32">
            <a:extLst>
              <a:ext uri="{FF2B5EF4-FFF2-40B4-BE49-F238E27FC236}">
                <a16:creationId xmlns:a16="http://schemas.microsoft.com/office/drawing/2014/main" id="{36EC5FAB-7E81-DBC8-085A-C562CF486C69}"/>
              </a:ext>
            </a:extLst>
          </p:cNvPr>
          <p:cNvCxnSpPr/>
          <p:nvPr/>
        </p:nvCxnSpPr>
        <p:spPr>
          <a:xfrm>
            <a:off x="1379913" y="5613862"/>
            <a:ext cx="4516928" cy="0"/>
          </a:xfrm>
          <a:prstGeom prst="line">
            <a:avLst/>
          </a:prstGeom>
          <a:ln w="28575">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35" name="直接连接符 34">
            <a:extLst>
              <a:ext uri="{FF2B5EF4-FFF2-40B4-BE49-F238E27FC236}">
                <a16:creationId xmlns:a16="http://schemas.microsoft.com/office/drawing/2014/main" id="{59E8C519-8DF9-9768-3748-CE13B4744CF5}"/>
              </a:ext>
            </a:extLst>
          </p:cNvPr>
          <p:cNvCxnSpPr>
            <a:cxnSpLocks/>
          </p:cNvCxnSpPr>
          <p:nvPr/>
        </p:nvCxnSpPr>
        <p:spPr>
          <a:xfrm>
            <a:off x="1379913" y="5866014"/>
            <a:ext cx="7315200" cy="0"/>
          </a:xfrm>
          <a:prstGeom prst="line">
            <a:avLst/>
          </a:prstGeom>
          <a:ln w="28575">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21" name="直接箭头连接符 20">
            <a:extLst>
              <a:ext uri="{FF2B5EF4-FFF2-40B4-BE49-F238E27FC236}">
                <a16:creationId xmlns:a16="http://schemas.microsoft.com/office/drawing/2014/main" id="{08CCF3E5-65B9-D264-2E66-979BB46AD573}"/>
              </a:ext>
            </a:extLst>
          </p:cNvPr>
          <p:cNvCxnSpPr>
            <a:cxnSpLocks/>
          </p:cNvCxnSpPr>
          <p:nvPr/>
        </p:nvCxnSpPr>
        <p:spPr>
          <a:xfrm>
            <a:off x="9237713" y="2371070"/>
            <a:ext cx="667340" cy="61275"/>
          </a:xfrm>
          <a:prstGeom prst="straightConnector1">
            <a:avLst/>
          </a:prstGeom>
          <a:ln>
            <a:solidFill>
              <a:srgbClr val="041ABC"/>
            </a:solidFill>
            <a:headEnd type="oval" w="med" len="med"/>
            <a:tailEnd type="triangle" w="lg" len="lg"/>
          </a:ln>
        </p:spPr>
        <p:style>
          <a:lnRef idx="2">
            <a:schemeClr val="accent1"/>
          </a:lnRef>
          <a:fillRef idx="0">
            <a:schemeClr val="accent1"/>
          </a:fillRef>
          <a:effectRef idx="1">
            <a:schemeClr val="accent1"/>
          </a:effectRef>
          <a:fontRef idx="minor">
            <a:schemeClr val="tx1"/>
          </a:fontRef>
        </p:style>
      </p:cxnSp>
      <p:cxnSp>
        <p:nvCxnSpPr>
          <p:cNvPr id="37" name="直接连接符 36">
            <a:extLst>
              <a:ext uri="{FF2B5EF4-FFF2-40B4-BE49-F238E27FC236}">
                <a16:creationId xmlns:a16="http://schemas.microsoft.com/office/drawing/2014/main" id="{FA5C758B-6630-89AE-2EB0-FC25A6F492BF}"/>
              </a:ext>
            </a:extLst>
          </p:cNvPr>
          <p:cNvCxnSpPr>
            <a:cxnSpLocks/>
          </p:cNvCxnSpPr>
          <p:nvPr/>
        </p:nvCxnSpPr>
        <p:spPr>
          <a:xfrm>
            <a:off x="1382679" y="6096002"/>
            <a:ext cx="7315200" cy="0"/>
          </a:xfrm>
          <a:prstGeom prst="line">
            <a:avLst/>
          </a:prstGeom>
          <a:ln w="28575">
            <a:solidFill>
              <a:schemeClr val="accent2"/>
            </a:solidFill>
          </a:ln>
        </p:spPr>
        <p:style>
          <a:lnRef idx="2">
            <a:schemeClr val="accent1"/>
          </a:lnRef>
          <a:fillRef idx="0">
            <a:schemeClr val="accent1"/>
          </a:fillRef>
          <a:effectRef idx="1">
            <a:schemeClr val="accent1"/>
          </a:effectRef>
          <a:fontRef idx="minor">
            <a:schemeClr val="tx1"/>
          </a:fontRef>
        </p:style>
      </p:cxnSp>
      <p:sp>
        <p:nvSpPr>
          <p:cNvPr id="38" name="文本框 37">
            <a:extLst>
              <a:ext uri="{FF2B5EF4-FFF2-40B4-BE49-F238E27FC236}">
                <a16:creationId xmlns:a16="http://schemas.microsoft.com/office/drawing/2014/main" id="{836631AE-343D-C89E-B7FE-60533251D24B}"/>
              </a:ext>
            </a:extLst>
          </p:cNvPr>
          <p:cNvSpPr txBox="1"/>
          <p:nvPr/>
        </p:nvSpPr>
        <p:spPr>
          <a:xfrm>
            <a:off x="9179214" y="2460532"/>
            <a:ext cx="128240" cy="307777"/>
          </a:xfrm>
          <a:prstGeom prst="rect">
            <a:avLst/>
          </a:prstGeom>
          <a:noFill/>
        </p:spPr>
        <p:txBody>
          <a:bodyPr wrap="none" lIns="0" tIns="0" rIns="0" bIns="0" rtlCol="0">
            <a:spAutoFit/>
          </a:bodyPr>
          <a:lstStyle/>
          <a:p>
            <a:r>
              <a:rPr lang="en-US" altLang="zh-CN" sz="2000" b="1" dirty="0">
                <a:solidFill>
                  <a:srgbClr val="C00000"/>
                </a:solidFill>
              </a:rPr>
              <a:t>6</a:t>
            </a:r>
            <a:endParaRPr lang="zh-CN" altLang="en-US" sz="2000" b="1" dirty="0">
              <a:solidFill>
                <a:srgbClr val="C00000"/>
              </a:solidFill>
            </a:endParaRPr>
          </a:p>
        </p:txBody>
      </p:sp>
      <p:sp>
        <p:nvSpPr>
          <p:cNvPr id="39" name="文本框 38">
            <a:extLst>
              <a:ext uri="{FF2B5EF4-FFF2-40B4-BE49-F238E27FC236}">
                <a16:creationId xmlns:a16="http://schemas.microsoft.com/office/drawing/2014/main" id="{C789C60A-7C73-0F71-2F66-16475B75905F}"/>
              </a:ext>
            </a:extLst>
          </p:cNvPr>
          <p:cNvSpPr txBox="1"/>
          <p:nvPr/>
        </p:nvSpPr>
        <p:spPr>
          <a:xfrm>
            <a:off x="9175429" y="2720879"/>
            <a:ext cx="128240" cy="307777"/>
          </a:xfrm>
          <a:prstGeom prst="rect">
            <a:avLst/>
          </a:prstGeom>
          <a:noFill/>
        </p:spPr>
        <p:txBody>
          <a:bodyPr wrap="none" lIns="0" tIns="0" rIns="0" bIns="0" rtlCol="0">
            <a:spAutoFit/>
          </a:bodyPr>
          <a:lstStyle/>
          <a:p>
            <a:r>
              <a:rPr lang="en-US" altLang="zh-CN" sz="2000" b="1" dirty="0">
                <a:solidFill>
                  <a:srgbClr val="C00000"/>
                </a:solidFill>
              </a:rPr>
              <a:t>7</a:t>
            </a:r>
            <a:endParaRPr lang="zh-CN" altLang="en-US" sz="2000" b="1" dirty="0">
              <a:solidFill>
                <a:srgbClr val="C00000"/>
              </a:solidFill>
            </a:endParaRPr>
          </a:p>
        </p:txBody>
      </p:sp>
      <p:sp>
        <p:nvSpPr>
          <p:cNvPr id="40" name="文本框 39">
            <a:extLst>
              <a:ext uri="{FF2B5EF4-FFF2-40B4-BE49-F238E27FC236}">
                <a16:creationId xmlns:a16="http://schemas.microsoft.com/office/drawing/2014/main" id="{13FB62B6-C0B6-8B8B-3DB7-310B9169D941}"/>
              </a:ext>
            </a:extLst>
          </p:cNvPr>
          <p:cNvSpPr txBox="1"/>
          <p:nvPr/>
        </p:nvSpPr>
        <p:spPr>
          <a:xfrm>
            <a:off x="9178195" y="2956409"/>
            <a:ext cx="128240" cy="307777"/>
          </a:xfrm>
          <a:prstGeom prst="rect">
            <a:avLst/>
          </a:prstGeom>
          <a:noFill/>
        </p:spPr>
        <p:txBody>
          <a:bodyPr wrap="none" lIns="0" tIns="0" rIns="0" bIns="0" rtlCol="0">
            <a:spAutoFit/>
          </a:bodyPr>
          <a:lstStyle/>
          <a:p>
            <a:r>
              <a:rPr lang="en-US" altLang="zh-CN" sz="2000" b="1" dirty="0">
                <a:solidFill>
                  <a:srgbClr val="C00000"/>
                </a:solidFill>
              </a:rPr>
              <a:t>8</a:t>
            </a:r>
            <a:endParaRPr lang="zh-CN" altLang="en-US" sz="2000" b="1" dirty="0">
              <a:solidFill>
                <a:srgbClr val="C00000"/>
              </a:solidFill>
            </a:endParaRPr>
          </a:p>
        </p:txBody>
      </p:sp>
      <p:sp>
        <p:nvSpPr>
          <p:cNvPr id="41" name="文本框 40">
            <a:extLst>
              <a:ext uri="{FF2B5EF4-FFF2-40B4-BE49-F238E27FC236}">
                <a16:creationId xmlns:a16="http://schemas.microsoft.com/office/drawing/2014/main" id="{81D2BFB1-DF17-5425-9265-D40D2FF42F9E}"/>
              </a:ext>
            </a:extLst>
          </p:cNvPr>
          <p:cNvSpPr txBox="1"/>
          <p:nvPr/>
        </p:nvSpPr>
        <p:spPr>
          <a:xfrm>
            <a:off x="9186513" y="3211214"/>
            <a:ext cx="128240" cy="307777"/>
          </a:xfrm>
          <a:prstGeom prst="rect">
            <a:avLst/>
          </a:prstGeom>
          <a:noFill/>
        </p:spPr>
        <p:txBody>
          <a:bodyPr wrap="none" lIns="0" tIns="0" rIns="0" bIns="0" rtlCol="0">
            <a:spAutoFit/>
          </a:bodyPr>
          <a:lstStyle/>
          <a:p>
            <a:r>
              <a:rPr lang="en-US" altLang="zh-CN" sz="2000" b="1" dirty="0">
                <a:solidFill>
                  <a:srgbClr val="C00000"/>
                </a:solidFill>
              </a:rPr>
              <a:t>9</a:t>
            </a:r>
            <a:endParaRPr lang="zh-CN" altLang="en-US" sz="2000" b="1" dirty="0">
              <a:solidFill>
                <a:srgbClr val="C00000"/>
              </a:solidFill>
            </a:endParaRPr>
          </a:p>
        </p:txBody>
      </p:sp>
      <p:cxnSp>
        <p:nvCxnSpPr>
          <p:cNvPr id="42" name="直接连接符 41">
            <a:extLst>
              <a:ext uri="{FF2B5EF4-FFF2-40B4-BE49-F238E27FC236}">
                <a16:creationId xmlns:a16="http://schemas.microsoft.com/office/drawing/2014/main" id="{CC3360F6-20CF-FA6A-C7F0-4421EB93531B}"/>
              </a:ext>
            </a:extLst>
          </p:cNvPr>
          <p:cNvCxnSpPr>
            <a:cxnSpLocks/>
          </p:cNvCxnSpPr>
          <p:nvPr/>
        </p:nvCxnSpPr>
        <p:spPr>
          <a:xfrm>
            <a:off x="1379913" y="6356350"/>
            <a:ext cx="1080654" cy="0"/>
          </a:xfrm>
          <a:prstGeom prst="line">
            <a:avLst/>
          </a:prstGeom>
          <a:ln w="28575">
            <a:solidFill>
              <a:schemeClr val="accent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656313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fade">
                                      <p:cBhvr>
                                        <p:cTn id="7" dur="1000"/>
                                        <p:tgtEl>
                                          <p:spTgt spid="29"/>
                                        </p:tgtEl>
                                      </p:cBhvr>
                                    </p:animEffect>
                                    <p:anim calcmode="lin" valueType="num">
                                      <p:cBhvr>
                                        <p:cTn id="8" dur="1000" fill="hold"/>
                                        <p:tgtEl>
                                          <p:spTgt spid="29"/>
                                        </p:tgtEl>
                                        <p:attrNameLst>
                                          <p:attrName>ppt_x</p:attrName>
                                        </p:attrNameLst>
                                      </p:cBhvr>
                                      <p:tavLst>
                                        <p:tav tm="0">
                                          <p:val>
                                            <p:strVal val="#ppt_x"/>
                                          </p:val>
                                        </p:tav>
                                        <p:tav tm="100000">
                                          <p:val>
                                            <p:strVal val="#ppt_x"/>
                                          </p:val>
                                        </p:tav>
                                      </p:tavLst>
                                    </p:anim>
                                    <p:anim calcmode="lin" valueType="num">
                                      <p:cBhvr>
                                        <p:cTn id="9" dur="1000" fill="hold"/>
                                        <p:tgtEl>
                                          <p:spTgt spid="29"/>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7" presetClass="entr" presetSubtype="0" fill="hold" grpId="0" nodeType="afterEffect">
                                  <p:stCondLst>
                                    <p:cond delay="0"/>
                                  </p:stCondLst>
                                  <p:childTnLst>
                                    <p:set>
                                      <p:cBhvr>
                                        <p:cTn id="12" dur="1" fill="hold">
                                          <p:stCondLst>
                                            <p:cond delay="0"/>
                                          </p:stCondLst>
                                        </p:cTn>
                                        <p:tgtEl>
                                          <p:spTgt spid="30"/>
                                        </p:tgtEl>
                                        <p:attrNameLst>
                                          <p:attrName>style.visibility</p:attrName>
                                        </p:attrNameLst>
                                      </p:cBhvr>
                                      <p:to>
                                        <p:strVal val="visible"/>
                                      </p:to>
                                    </p:set>
                                    <p:animEffect transition="in" filter="fade">
                                      <p:cBhvr>
                                        <p:cTn id="13" dur="1000"/>
                                        <p:tgtEl>
                                          <p:spTgt spid="30"/>
                                        </p:tgtEl>
                                      </p:cBhvr>
                                    </p:animEffect>
                                    <p:anim calcmode="lin" valueType="num">
                                      <p:cBhvr>
                                        <p:cTn id="14" dur="1000" fill="hold"/>
                                        <p:tgtEl>
                                          <p:spTgt spid="30"/>
                                        </p:tgtEl>
                                        <p:attrNameLst>
                                          <p:attrName>ppt_x</p:attrName>
                                        </p:attrNameLst>
                                      </p:cBhvr>
                                      <p:tavLst>
                                        <p:tav tm="0">
                                          <p:val>
                                            <p:strVal val="#ppt_x"/>
                                          </p:val>
                                        </p:tav>
                                        <p:tav tm="100000">
                                          <p:val>
                                            <p:strVal val="#ppt_x"/>
                                          </p:val>
                                        </p:tav>
                                      </p:tavLst>
                                    </p:anim>
                                    <p:anim calcmode="lin" valueType="num">
                                      <p:cBhvr>
                                        <p:cTn id="15" dur="1000" fill="hold"/>
                                        <p:tgtEl>
                                          <p:spTgt spid="30"/>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47" presetClass="entr" presetSubtype="0" fill="hold" grpId="0" nodeType="afterEffect">
                                  <p:stCondLst>
                                    <p:cond delay="0"/>
                                  </p:stCondLst>
                                  <p:childTnLst>
                                    <p:set>
                                      <p:cBhvr>
                                        <p:cTn id="18" dur="1" fill="hold">
                                          <p:stCondLst>
                                            <p:cond delay="0"/>
                                          </p:stCondLst>
                                        </p:cTn>
                                        <p:tgtEl>
                                          <p:spTgt spid="31"/>
                                        </p:tgtEl>
                                        <p:attrNameLst>
                                          <p:attrName>style.visibility</p:attrName>
                                        </p:attrNameLst>
                                      </p:cBhvr>
                                      <p:to>
                                        <p:strVal val="visible"/>
                                      </p:to>
                                    </p:set>
                                    <p:animEffect transition="in" filter="fade">
                                      <p:cBhvr>
                                        <p:cTn id="19" dur="1000"/>
                                        <p:tgtEl>
                                          <p:spTgt spid="31"/>
                                        </p:tgtEl>
                                      </p:cBhvr>
                                    </p:animEffect>
                                    <p:anim calcmode="lin" valueType="num">
                                      <p:cBhvr>
                                        <p:cTn id="20" dur="1000" fill="hold"/>
                                        <p:tgtEl>
                                          <p:spTgt spid="31"/>
                                        </p:tgtEl>
                                        <p:attrNameLst>
                                          <p:attrName>ppt_x</p:attrName>
                                        </p:attrNameLst>
                                      </p:cBhvr>
                                      <p:tavLst>
                                        <p:tav tm="0">
                                          <p:val>
                                            <p:strVal val="#ppt_x"/>
                                          </p:val>
                                        </p:tav>
                                        <p:tav tm="100000">
                                          <p:val>
                                            <p:strVal val="#ppt_x"/>
                                          </p:val>
                                        </p:tav>
                                      </p:tavLst>
                                    </p:anim>
                                    <p:anim calcmode="lin" valueType="num">
                                      <p:cBhvr>
                                        <p:cTn id="21" dur="1000" fill="hold"/>
                                        <p:tgtEl>
                                          <p:spTgt spid="31"/>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33"/>
                                        </p:tgtEl>
                                        <p:attrNameLst>
                                          <p:attrName>style.visibility</p:attrName>
                                        </p:attrNameLst>
                                      </p:cBhvr>
                                      <p:to>
                                        <p:strVal val="visible"/>
                                      </p:to>
                                    </p:set>
                                    <p:animEffect transition="in" filter="wipe(left)">
                                      <p:cBhvr>
                                        <p:cTn id="26" dur="1000"/>
                                        <p:tgtEl>
                                          <p:spTgt spid="33"/>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1" fill="hold" nodeType="clickEffect">
                                  <p:stCondLst>
                                    <p:cond delay="0"/>
                                  </p:stCondLst>
                                  <p:childTnLst>
                                    <p:set>
                                      <p:cBhvr>
                                        <p:cTn id="30" dur="1" fill="hold">
                                          <p:stCondLst>
                                            <p:cond delay="0"/>
                                          </p:stCondLst>
                                        </p:cTn>
                                        <p:tgtEl>
                                          <p:spTgt spid="34"/>
                                        </p:tgtEl>
                                        <p:attrNameLst>
                                          <p:attrName>style.visibility</p:attrName>
                                        </p:attrNameLst>
                                      </p:cBhvr>
                                      <p:to>
                                        <p:strVal val="visible"/>
                                      </p:to>
                                    </p:set>
                                    <p:animEffect transition="in" filter="wipe(up)">
                                      <p:cBhvr>
                                        <p:cTn id="31" dur="1000"/>
                                        <p:tgtEl>
                                          <p:spTgt spid="34"/>
                                        </p:tgtEl>
                                      </p:cBhvr>
                                    </p:animEffect>
                                  </p:childTnLst>
                                </p:cTn>
                              </p:par>
                            </p:childTnLst>
                          </p:cTn>
                        </p:par>
                        <p:par>
                          <p:cTn id="32" fill="hold">
                            <p:stCondLst>
                              <p:cond delay="1000"/>
                            </p:stCondLst>
                            <p:childTnLst>
                              <p:par>
                                <p:cTn id="33" presetID="22" presetClass="exit" presetSubtype="2" fill="hold" nodeType="afterEffect">
                                  <p:stCondLst>
                                    <p:cond delay="0"/>
                                  </p:stCondLst>
                                  <p:childTnLst>
                                    <p:animEffect transition="out" filter="wipe(right)">
                                      <p:cBhvr>
                                        <p:cTn id="34" dur="500"/>
                                        <p:tgtEl>
                                          <p:spTgt spid="33"/>
                                        </p:tgtEl>
                                      </p:cBhvr>
                                    </p:animEffect>
                                    <p:set>
                                      <p:cBhvr>
                                        <p:cTn id="35" dur="1" fill="hold">
                                          <p:stCondLst>
                                            <p:cond delay="499"/>
                                          </p:stCondLst>
                                        </p:cTn>
                                        <p:tgtEl>
                                          <p:spTgt spid="33"/>
                                        </p:tgtEl>
                                        <p:attrNameLst>
                                          <p:attrName>style.visibility</p:attrName>
                                        </p:attrNameLst>
                                      </p:cBhvr>
                                      <p:to>
                                        <p:strVal val="hidden"/>
                                      </p:to>
                                    </p:set>
                                  </p:childTnLst>
                                </p:cTn>
                              </p:par>
                            </p:childTnLst>
                          </p:cTn>
                        </p:par>
                        <p:par>
                          <p:cTn id="36" fill="hold">
                            <p:stCondLst>
                              <p:cond delay="1500"/>
                            </p:stCondLst>
                            <p:childTnLst>
                              <p:par>
                                <p:cTn id="37" presetID="22" presetClass="entr" presetSubtype="8" fill="hold" nodeType="afterEffect">
                                  <p:stCondLst>
                                    <p:cond delay="0"/>
                                  </p:stCondLst>
                                  <p:childTnLst>
                                    <p:set>
                                      <p:cBhvr>
                                        <p:cTn id="38" dur="1" fill="hold">
                                          <p:stCondLst>
                                            <p:cond delay="0"/>
                                          </p:stCondLst>
                                        </p:cTn>
                                        <p:tgtEl>
                                          <p:spTgt spid="35"/>
                                        </p:tgtEl>
                                        <p:attrNameLst>
                                          <p:attrName>style.visibility</p:attrName>
                                        </p:attrNameLst>
                                      </p:cBhvr>
                                      <p:to>
                                        <p:strVal val="visible"/>
                                      </p:to>
                                    </p:set>
                                    <p:animEffect transition="in" filter="wipe(left)">
                                      <p:cBhvr>
                                        <p:cTn id="39" dur="1000"/>
                                        <p:tgtEl>
                                          <p:spTgt spid="35"/>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nodeType="clickEffect">
                                  <p:stCondLst>
                                    <p:cond delay="0"/>
                                  </p:stCondLst>
                                  <p:childTnLst>
                                    <p:set>
                                      <p:cBhvr>
                                        <p:cTn id="43" dur="1" fill="hold">
                                          <p:stCondLst>
                                            <p:cond delay="0"/>
                                          </p:stCondLst>
                                        </p:cTn>
                                        <p:tgtEl>
                                          <p:spTgt spid="21"/>
                                        </p:tgtEl>
                                        <p:attrNameLst>
                                          <p:attrName>style.visibility</p:attrName>
                                        </p:attrNameLst>
                                      </p:cBhvr>
                                      <p:to>
                                        <p:strVal val="visible"/>
                                      </p:to>
                                    </p:set>
                                    <p:animEffect transition="in" filter="wipe(left)">
                                      <p:cBhvr>
                                        <p:cTn id="44" dur="1000"/>
                                        <p:tgtEl>
                                          <p:spTgt spid="21"/>
                                        </p:tgtEl>
                                      </p:cBhvr>
                                    </p:animEffect>
                                  </p:childTnLst>
                                </p:cTn>
                              </p:par>
                            </p:childTnLst>
                          </p:cTn>
                        </p:par>
                        <p:par>
                          <p:cTn id="45" fill="hold">
                            <p:stCondLst>
                              <p:cond delay="1000"/>
                            </p:stCondLst>
                            <p:childTnLst>
                              <p:par>
                                <p:cTn id="46" presetID="22" presetClass="entr" presetSubtype="1" fill="hold" nodeType="afterEffect">
                                  <p:stCondLst>
                                    <p:cond delay="0"/>
                                  </p:stCondLst>
                                  <p:childTnLst>
                                    <p:set>
                                      <p:cBhvr>
                                        <p:cTn id="47" dur="1" fill="hold">
                                          <p:stCondLst>
                                            <p:cond delay="0"/>
                                          </p:stCondLst>
                                        </p:cTn>
                                        <p:tgtEl>
                                          <p:spTgt spid="9"/>
                                        </p:tgtEl>
                                        <p:attrNameLst>
                                          <p:attrName>style.visibility</p:attrName>
                                        </p:attrNameLst>
                                      </p:cBhvr>
                                      <p:to>
                                        <p:strVal val="visible"/>
                                      </p:to>
                                    </p:set>
                                    <p:animEffect transition="in" filter="wipe(up)">
                                      <p:cBhvr>
                                        <p:cTn id="48" dur="500"/>
                                        <p:tgtEl>
                                          <p:spTgt spid="9"/>
                                        </p:tgtEl>
                                      </p:cBhvr>
                                    </p:animEffect>
                                  </p:childTnLst>
                                </p:cTn>
                              </p:par>
                            </p:childTnLst>
                          </p:cTn>
                        </p:par>
                        <p:par>
                          <p:cTn id="49" fill="hold">
                            <p:stCondLst>
                              <p:cond delay="1500"/>
                            </p:stCondLst>
                            <p:childTnLst>
                              <p:par>
                                <p:cTn id="50" presetID="22" presetClass="exit" presetSubtype="2" fill="hold" nodeType="afterEffect">
                                  <p:stCondLst>
                                    <p:cond delay="0"/>
                                  </p:stCondLst>
                                  <p:childTnLst>
                                    <p:animEffect transition="out" filter="wipe(right)">
                                      <p:cBhvr>
                                        <p:cTn id="51" dur="500"/>
                                        <p:tgtEl>
                                          <p:spTgt spid="35"/>
                                        </p:tgtEl>
                                      </p:cBhvr>
                                    </p:animEffect>
                                    <p:set>
                                      <p:cBhvr>
                                        <p:cTn id="52" dur="1" fill="hold">
                                          <p:stCondLst>
                                            <p:cond delay="499"/>
                                          </p:stCondLst>
                                        </p:cTn>
                                        <p:tgtEl>
                                          <p:spTgt spid="35"/>
                                        </p:tgtEl>
                                        <p:attrNameLst>
                                          <p:attrName>style.visibility</p:attrName>
                                        </p:attrNameLst>
                                      </p:cBhvr>
                                      <p:to>
                                        <p:strVal val="hidden"/>
                                      </p:to>
                                    </p:set>
                                  </p:childTnLst>
                                </p:cTn>
                              </p:par>
                            </p:childTnLst>
                          </p:cTn>
                        </p:par>
                        <p:par>
                          <p:cTn id="53" fill="hold">
                            <p:stCondLst>
                              <p:cond delay="2000"/>
                            </p:stCondLst>
                            <p:childTnLst>
                              <p:par>
                                <p:cTn id="54" presetID="22" presetClass="entr" presetSubtype="8" fill="hold" nodeType="afterEffect">
                                  <p:stCondLst>
                                    <p:cond delay="0"/>
                                  </p:stCondLst>
                                  <p:childTnLst>
                                    <p:set>
                                      <p:cBhvr>
                                        <p:cTn id="55" dur="1" fill="hold">
                                          <p:stCondLst>
                                            <p:cond delay="0"/>
                                          </p:stCondLst>
                                        </p:cTn>
                                        <p:tgtEl>
                                          <p:spTgt spid="37"/>
                                        </p:tgtEl>
                                        <p:attrNameLst>
                                          <p:attrName>style.visibility</p:attrName>
                                        </p:attrNameLst>
                                      </p:cBhvr>
                                      <p:to>
                                        <p:strVal val="visible"/>
                                      </p:to>
                                    </p:set>
                                    <p:animEffect transition="in" filter="wipe(left)">
                                      <p:cBhvr>
                                        <p:cTn id="56" dur="1000"/>
                                        <p:tgtEl>
                                          <p:spTgt spid="37"/>
                                        </p:tgtEl>
                                      </p:cBhvr>
                                    </p:animEffect>
                                  </p:childTnLst>
                                </p:cTn>
                              </p:par>
                            </p:childTnLst>
                          </p:cTn>
                        </p:par>
                      </p:childTnLst>
                    </p:cTn>
                  </p:par>
                  <p:par>
                    <p:cTn id="57" fill="hold">
                      <p:stCondLst>
                        <p:cond delay="indefinite"/>
                      </p:stCondLst>
                      <p:childTnLst>
                        <p:par>
                          <p:cTn id="58" fill="hold">
                            <p:stCondLst>
                              <p:cond delay="0"/>
                            </p:stCondLst>
                            <p:childTnLst>
                              <p:par>
                                <p:cTn id="59" presetID="31" presetClass="entr" presetSubtype="0" fill="hold" grpId="0" nodeType="clickEffect">
                                  <p:stCondLst>
                                    <p:cond delay="0"/>
                                  </p:stCondLst>
                                  <p:childTnLst>
                                    <p:set>
                                      <p:cBhvr>
                                        <p:cTn id="60" dur="1" fill="hold">
                                          <p:stCondLst>
                                            <p:cond delay="0"/>
                                          </p:stCondLst>
                                        </p:cTn>
                                        <p:tgtEl>
                                          <p:spTgt spid="38"/>
                                        </p:tgtEl>
                                        <p:attrNameLst>
                                          <p:attrName>style.visibility</p:attrName>
                                        </p:attrNameLst>
                                      </p:cBhvr>
                                      <p:to>
                                        <p:strVal val="visible"/>
                                      </p:to>
                                    </p:set>
                                    <p:anim calcmode="lin" valueType="num">
                                      <p:cBhvr>
                                        <p:cTn id="61" dur="1000" fill="hold"/>
                                        <p:tgtEl>
                                          <p:spTgt spid="38"/>
                                        </p:tgtEl>
                                        <p:attrNameLst>
                                          <p:attrName>ppt_w</p:attrName>
                                        </p:attrNameLst>
                                      </p:cBhvr>
                                      <p:tavLst>
                                        <p:tav tm="0">
                                          <p:val>
                                            <p:fltVal val="0"/>
                                          </p:val>
                                        </p:tav>
                                        <p:tav tm="100000">
                                          <p:val>
                                            <p:strVal val="#ppt_w"/>
                                          </p:val>
                                        </p:tav>
                                      </p:tavLst>
                                    </p:anim>
                                    <p:anim calcmode="lin" valueType="num">
                                      <p:cBhvr>
                                        <p:cTn id="62" dur="1000" fill="hold"/>
                                        <p:tgtEl>
                                          <p:spTgt spid="38"/>
                                        </p:tgtEl>
                                        <p:attrNameLst>
                                          <p:attrName>ppt_h</p:attrName>
                                        </p:attrNameLst>
                                      </p:cBhvr>
                                      <p:tavLst>
                                        <p:tav tm="0">
                                          <p:val>
                                            <p:fltVal val="0"/>
                                          </p:val>
                                        </p:tav>
                                        <p:tav tm="100000">
                                          <p:val>
                                            <p:strVal val="#ppt_h"/>
                                          </p:val>
                                        </p:tav>
                                      </p:tavLst>
                                    </p:anim>
                                    <p:anim calcmode="lin" valueType="num">
                                      <p:cBhvr>
                                        <p:cTn id="63" dur="1000" fill="hold"/>
                                        <p:tgtEl>
                                          <p:spTgt spid="38"/>
                                        </p:tgtEl>
                                        <p:attrNameLst>
                                          <p:attrName>style.rotation</p:attrName>
                                        </p:attrNameLst>
                                      </p:cBhvr>
                                      <p:tavLst>
                                        <p:tav tm="0">
                                          <p:val>
                                            <p:fltVal val="90"/>
                                          </p:val>
                                        </p:tav>
                                        <p:tav tm="100000">
                                          <p:val>
                                            <p:fltVal val="0"/>
                                          </p:val>
                                        </p:tav>
                                      </p:tavLst>
                                    </p:anim>
                                    <p:animEffect transition="in" filter="fade">
                                      <p:cBhvr>
                                        <p:cTn id="64" dur="1000"/>
                                        <p:tgtEl>
                                          <p:spTgt spid="38"/>
                                        </p:tgtEl>
                                      </p:cBhvr>
                                    </p:animEffect>
                                  </p:childTnLst>
                                </p:cTn>
                              </p:par>
                            </p:childTnLst>
                          </p:cTn>
                        </p:par>
                        <p:par>
                          <p:cTn id="65" fill="hold">
                            <p:stCondLst>
                              <p:cond delay="1000"/>
                            </p:stCondLst>
                            <p:childTnLst>
                              <p:par>
                                <p:cTn id="66" presetID="31" presetClass="entr" presetSubtype="0" fill="hold" grpId="0" nodeType="afterEffect">
                                  <p:stCondLst>
                                    <p:cond delay="0"/>
                                  </p:stCondLst>
                                  <p:childTnLst>
                                    <p:set>
                                      <p:cBhvr>
                                        <p:cTn id="67" dur="1" fill="hold">
                                          <p:stCondLst>
                                            <p:cond delay="0"/>
                                          </p:stCondLst>
                                        </p:cTn>
                                        <p:tgtEl>
                                          <p:spTgt spid="39"/>
                                        </p:tgtEl>
                                        <p:attrNameLst>
                                          <p:attrName>style.visibility</p:attrName>
                                        </p:attrNameLst>
                                      </p:cBhvr>
                                      <p:to>
                                        <p:strVal val="visible"/>
                                      </p:to>
                                    </p:set>
                                    <p:anim calcmode="lin" valueType="num">
                                      <p:cBhvr>
                                        <p:cTn id="68" dur="1000" fill="hold"/>
                                        <p:tgtEl>
                                          <p:spTgt spid="39"/>
                                        </p:tgtEl>
                                        <p:attrNameLst>
                                          <p:attrName>ppt_w</p:attrName>
                                        </p:attrNameLst>
                                      </p:cBhvr>
                                      <p:tavLst>
                                        <p:tav tm="0">
                                          <p:val>
                                            <p:fltVal val="0"/>
                                          </p:val>
                                        </p:tav>
                                        <p:tav tm="100000">
                                          <p:val>
                                            <p:strVal val="#ppt_w"/>
                                          </p:val>
                                        </p:tav>
                                      </p:tavLst>
                                    </p:anim>
                                    <p:anim calcmode="lin" valueType="num">
                                      <p:cBhvr>
                                        <p:cTn id="69" dur="1000" fill="hold"/>
                                        <p:tgtEl>
                                          <p:spTgt spid="39"/>
                                        </p:tgtEl>
                                        <p:attrNameLst>
                                          <p:attrName>ppt_h</p:attrName>
                                        </p:attrNameLst>
                                      </p:cBhvr>
                                      <p:tavLst>
                                        <p:tav tm="0">
                                          <p:val>
                                            <p:fltVal val="0"/>
                                          </p:val>
                                        </p:tav>
                                        <p:tav tm="100000">
                                          <p:val>
                                            <p:strVal val="#ppt_h"/>
                                          </p:val>
                                        </p:tav>
                                      </p:tavLst>
                                    </p:anim>
                                    <p:anim calcmode="lin" valueType="num">
                                      <p:cBhvr>
                                        <p:cTn id="70" dur="1000" fill="hold"/>
                                        <p:tgtEl>
                                          <p:spTgt spid="39"/>
                                        </p:tgtEl>
                                        <p:attrNameLst>
                                          <p:attrName>style.rotation</p:attrName>
                                        </p:attrNameLst>
                                      </p:cBhvr>
                                      <p:tavLst>
                                        <p:tav tm="0">
                                          <p:val>
                                            <p:fltVal val="90"/>
                                          </p:val>
                                        </p:tav>
                                        <p:tav tm="100000">
                                          <p:val>
                                            <p:fltVal val="0"/>
                                          </p:val>
                                        </p:tav>
                                      </p:tavLst>
                                    </p:anim>
                                    <p:animEffect transition="in" filter="fade">
                                      <p:cBhvr>
                                        <p:cTn id="71" dur="1000"/>
                                        <p:tgtEl>
                                          <p:spTgt spid="39"/>
                                        </p:tgtEl>
                                      </p:cBhvr>
                                    </p:animEffect>
                                  </p:childTnLst>
                                </p:cTn>
                              </p:par>
                            </p:childTnLst>
                          </p:cTn>
                        </p:par>
                        <p:par>
                          <p:cTn id="72" fill="hold">
                            <p:stCondLst>
                              <p:cond delay="2000"/>
                            </p:stCondLst>
                            <p:childTnLst>
                              <p:par>
                                <p:cTn id="73" presetID="31" presetClass="entr" presetSubtype="0" fill="hold" grpId="0" nodeType="afterEffect">
                                  <p:stCondLst>
                                    <p:cond delay="0"/>
                                  </p:stCondLst>
                                  <p:childTnLst>
                                    <p:set>
                                      <p:cBhvr>
                                        <p:cTn id="74" dur="1" fill="hold">
                                          <p:stCondLst>
                                            <p:cond delay="0"/>
                                          </p:stCondLst>
                                        </p:cTn>
                                        <p:tgtEl>
                                          <p:spTgt spid="40"/>
                                        </p:tgtEl>
                                        <p:attrNameLst>
                                          <p:attrName>style.visibility</p:attrName>
                                        </p:attrNameLst>
                                      </p:cBhvr>
                                      <p:to>
                                        <p:strVal val="visible"/>
                                      </p:to>
                                    </p:set>
                                    <p:anim calcmode="lin" valueType="num">
                                      <p:cBhvr>
                                        <p:cTn id="75" dur="1000" fill="hold"/>
                                        <p:tgtEl>
                                          <p:spTgt spid="40"/>
                                        </p:tgtEl>
                                        <p:attrNameLst>
                                          <p:attrName>ppt_w</p:attrName>
                                        </p:attrNameLst>
                                      </p:cBhvr>
                                      <p:tavLst>
                                        <p:tav tm="0">
                                          <p:val>
                                            <p:fltVal val="0"/>
                                          </p:val>
                                        </p:tav>
                                        <p:tav tm="100000">
                                          <p:val>
                                            <p:strVal val="#ppt_w"/>
                                          </p:val>
                                        </p:tav>
                                      </p:tavLst>
                                    </p:anim>
                                    <p:anim calcmode="lin" valueType="num">
                                      <p:cBhvr>
                                        <p:cTn id="76" dur="1000" fill="hold"/>
                                        <p:tgtEl>
                                          <p:spTgt spid="40"/>
                                        </p:tgtEl>
                                        <p:attrNameLst>
                                          <p:attrName>ppt_h</p:attrName>
                                        </p:attrNameLst>
                                      </p:cBhvr>
                                      <p:tavLst>
                                        <p:tav tm="0">
                                          <p:val>
                                            <p:fltVal val="0"/>
                                          </p:val>
                                        </p:tav>
                                        <p:tav tm="100000">
                                          <p:val>
                                            <p:strVal val="#ppt_h"/>
                                          </p:val>
                                        </p:tav>
                                      </p:tavLst>
                                    </p:anim>
                                    <p:anim calcmode="lin" valueType="num">
                                      <p:cBhvr>
                                        <p:cTn id="77" dur="1000" fill="hold"/>
                                        <p:tgtEl>
                                          <p:spTgt spid="40"/>
                                        </p:tgtEl>
                                        <p:attrNameLst>
                                          <p:attrName>style.rotation</p:attrName>
                                        </p:attrNameLst>
                                      </p:cBhvr>
                                      <p:tavLst>
                                        <p:tav tm="0">
                                          <p:val>
                                            <p:fltVal val="90"/>
                                          </p:val>
                                        </p:tav>
                                        <p:tav tm="100000">
                                          <p:val>
                                            <p:fltVal val="0"/>
                                          </p:val>
                                        </p:tav>
                                      </p:tavLst>
                                    </p:anim>
                                    <p:animEffect transition="in" filter="fade">
                                      <p:cBhvr>
                                        <p:cTn id="78" dur="1000"/>
                                        <p:tgtEl>
                                          <p:spTgt spid="40"/>
                                        </p:tgtEl>
                                      </p:cBhvr>
                                    </p:animEffect>
                                  </p:childTnLst>
                                </p:cTn>
                              </p:par>
                            </p:childTnLst>
                          </p:cTn>
                        </p:par>
                        <p:par>
                          <p:cTn id="79" fill="hold">
                            <p:stCondLst>
                              <p:cond delay="3000"/>
                            </p:stCondLst>
                            <p:childTnLst>
                              <p:par>
                                <p:cTn id="80" presetID="31" presetClass="entr" presetSubtype="0" fill="hold" grpId="0" nodeType="afterEffect">
                                  <p:stCondLst>
                                    <p:cond delay="0"/>
                                  </p:stCondLst>
                                  <p:childTnLst>
                                    <p:set>
                                      <p:cBhvr>
                                        <p:cTn id="81" dur="1" fill="hold">
                                          <p:stCondLst>
                                            <p:cond delay="0"/>
                                          </p:stCondLst>
                                        </p:cTn>
                                        <p:tgtEl>
                                          <p:spTgt spid="41"/>
                                        </p:tgtEl>
                                        <p:attrNameLst>
                                          <p:attrName>style.visibility</p:attrName>
                                        </p:attrNameLst>
                                      </p:cBhvr>
                                      <p:to>
                                        <p:strVal val="visible"/>
                                      </p:to>
                                    </p:set>
                                    <p:anim calcmode="lin" valueType="num">
                                      <p:cBhvr>
                                        <p:cTn id="82" dur="1000" fill="hold"/>
                                        <p:tgtEl>
                                          <p:spTgt spid="41"/>
                                        </p:tgtEl>
                                        <p:attrNameLst>
                                          <p:attrName>ppt_w</p:attrName>
                                        </p:attrNameLst>
                                      </p:cBhvr>
                                      <p:tavLst>
                                        <p:tav tm="0">
                                          <p:val>
                                            <p:fltVal val="0"/>
                                          </p:val>
                                        </p:tav>
                                        <p:tav tm="100000">
                                          <p:val>
                                            <p:strVal val="#ppt_w"/>
                                          </p:val>
                                        </p:tav>
                                      </p:tavLst>
                                    </p:anim>
                                    <p:anim calcmode="lin" valueType="num">
                                      <p:cBhvr>
                                        <p:cTn id="83" dur="1000" fill="hold"/>
                                        <p:tgtEl>
                                          <p:spTgt spid="41"/>
                                        </p:tgtEl>
                                        <p:attrNameLst>
                                          <p:attrName>ppt_h</p:attrName>
                                        </p:attrNameLst>
                                      </p:cBhvr>
                                      <p:tavLst>
                                        <p:tav tm="0">
                                          <p:val>
                                            <p:fltVal val="0"/>
                                          </p:val>
                                        </p:tav>
                                        <p:tav tm="100000">
                                          <p:val>
                                            <p:strVal val="#ppt_h"/>
                                          </p:val>
                                        </p:tav>
                                      </p:tavLst>
                                    </p:anim>
                                    <p:anim calcmode="lin" valueType="num">
                                      <p:cBhvr>
                                        <p:cTn id="84" dur="1000" fill="hold"/>
                                        <p:tgtEl>
                                          <p:spTgt spid="41"/>
                                        </p:tgtEl>
                                        <p:attrNameLst>
                                          <p:attrName>style.rotation</p:attrName>
                                        </p:attrNameLst>
                                      </p:cBhvr>
                                      <p:tavLst>
                                        <p:tav tm="0">
                                          <p:val>
                                            <p:fltVal val="90"/>
                                          </p:val>
                                        </p:tav>
                                        <p:tav tm="100000">
                                          <p:val>
                                            <p:fltVal val="0"/>
                                          </p:val>
                                        </p:tav>
                                      </p:tavLst>
                                    </p:anim>
                                    <p:animEffect transition="in" filter="fade">
                                      <p:cBhvr>
                                        <p:cTn id="85" dur="1000"/>
                                        <p:tgtEl>
                                          <p:spTgt spid="41"/>
                                        </p:tgtEl>
                                      </p:cBhvr>
                                    </p:animEffect>
                                  </p:childTnLst>
                                </p:cTn>
                              </p:par>
                            </p:childTnLst>
                          </p:cTn>
                        </p:par>
                        <p:par>
                          <p:cTn id="86" fill="hold">
                            <p:stCondLst>
                              <p:cond delay="4000"/>
                            </p:stCondLst>
                            <p:childTnLst>
                              <p:par>
                                <p:cTn id="87" presetID="22" presetClass="exit" presetSubtype="2" fill="hold" nodeType="afterEffect">
                                  <p:stCondLst>
                                    <p:cond delay="0"/>
                                  </p:stCondLst>
                                  <p:childTnLst>
                                    <p:animEffect transition="out" filter="wipe(right)">
                                      <p:cBhvr>
                                        <p:cTn id="88" dur="500"/>
                                        <p:tgtEl>
                                          <p:spTgt spid="37"/>
                                        </p:tgtEl>
                                      </p:cBhvr>
                                    </p:animEffect>
                                    <p:set>
                                      <p:cBhvr>
                                        <p:cTn id="89" dur="1" fill="hold">
                                          <p:stCondLst>
                                            <p:cond delay="499"/>
                                          </p:stCondLst>
                                        </p:cTn>
                                        <p:tgtEl>
                                          <p:spTgt spid="37"/>
                                        </p:tgtEl>
                                        <p:attrNameLst>
                                          <p:attrName>style.visibility</p:attrName>
                                        </p:attrNameLst>
                                      </p:cBhvr>
                                      <p:to>
                                        <p:strVal val="hidden"/>
                                      </p:to>
                                    </p:set>
                                  </p:childTnLst>
                                </p:cTn>
                              </p:par>
                            </p:childTnLst>
                          </p:cTn>
                        </p:par>
                        <p:par>
                          <p:cTn id="90" fill="hold">
                            <p:stCondLst>
                              <p:cond delay="4500"/>
                            </p:stCondLst>
                            <p:childTnLst>
                              <p:par>
                                <p:cTn id="91" presetID="22" presetClass="entr" presetSubtype="8" fill="hold" nodeType="afterEffect">
                                  <p:stCondLst>
                                    <p:cond delay="0"/>
                                  </p:stCondLst>
                                  <p:childTnLst>
                                    <p:set>
                                      <p:cBhvr>
                                        <p:cTn id="92" dur="1" fill="hold">
                                          <p:stCondLst>
                                            <p:cond delay="0"/>
                                          </p:stCondLst>
                                        </p:cTn>
                                        <p:tgtEl>
                                          <p:spTgt spid="42"/>
                                        </p:tgtEl>
                                        <p:attrNameLst>
                                          <p:attrName>style.visibility</p:attrName>
                                        </p:attrNameLst>
                                      </p:cBhvr>
                                      <p:to>
                                        <p:strVal val="visible"/>
                                      </p:to>
                                    </p:set>
                                    <p:animEffect transition="in" filter="wipe(left)">
                                      <p:cBhvr>
                                        <p:cTn id="93" dur="10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30" grpId="0"/>
      <p:bldP spid="31" grpId="0"/>
      <p:bldP spid="38" grpId="0"/>
      <p:bldP spid="39" grpId="0"/>
      <p:bldP spid="40" grpId="0"/>
      <p:bldP spid="41"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648CF1C9-83EB-D859-B910-A8906EF8783F}"/>
              </a:ext>
            </a:extLst>
          </p:cNvPr>
          <p:cNvSpPr>
            <a:spLocks noGrp="1"/>
          </p:cNvSpPr>
          <p:nvPr>
            <p:ph type="sldNum" sz="quarter" idx="12"/>
          </p:nvPr>
        </p:nvSpPr>
        <p:spPr>
          <a:xfrm>
            <a:off x="8459932" y="6304396"/>
            <a:ext cx="2743200" cy="365125"/>
          </a:xfrm>
        </p:spPr>
        <p:txBody>
          <a:bodyPr/>
          <a:lstStyle/>
          <a:p>
            <a:fld id="{D7C0FE0B-717B-41AE-9FA2-CA4BF851D1C3}" type="slidenum">
              <a:rPr lang="zh-CN" altLang="en-US" smtClean="0"/>
              <a:t>12</a:t>
            </a:fld>
            <a:endParaRPr lang="zh-CN" altLang="en-US"/>
          </a:p>
        </p:txBody>
      </p:sp>
      <p:sp>
        <p:nvSpPr>
          <p:cNvPr id="4" name="文本框 3">
            <a:extLst>
              <a:ext uri="{FF2B5EF4-FFF2-40B4-BE49-F238E27FC236}">
                <a16:creationId xmlns:a16="http://schemas.microsoft.com/office/drawing/2014/main" id="{057ECC28-1D56-33A8-F114-16C6C33788C4}"/>
              </a:ext>
            </a:extLst>
          </p:cNvPr>
          <p:cNvSpPr txBox="1"/>
          <p:nvPr/>
        </p:nvSpPr>
        <p:spPr>
          <a:xfrm>
            <a:off x="706565" y="890725"/>
            <a:ext cx="5445913" cy="5589735"/>
          </a:xfrm>
          <a:prstGeom prst="rect">
            <a:avLst/>
          </a:prstGeom>
          <a:noFill/>
        </p:spPr>
        <p:txBody>
          <a:bodyPr wrap="square">
            <a:spAutoFit/>
          </a:bodyPr>
          <a:lstStyle/>
          <a:p>
            <a:pPr indent="266700" algn="just">
              <a:lnSpc>
                <a:spcPct val="130000"/>
              </a:lnSpc>
              <a:spcBef>
                <a:spcPts val="1200"/>
              </a:spcBef>
              <a:buNone/>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对于</a:t>
            </a:r>
            <a:r>
              <a:rPr lang="en-US" altLang="zh-CN" sz="1800" b="1" i="1" kern="100" dirty="0" err="1">
                <a:effectLst/>
                <a:latin typeface="Times New Roman" panose="02020603050405020304" pitchFamily="18" charset="0"/>
                <a:ea typeface="宋体" panose="02010600030101010101" pitchFamily="2" charset="-122"/>
                <a:cs typeface="Times New Roman" panose="02020603050405020304" pitchFamily="18" charset="0"/>
              </a:rPr>
              <a:t>m</a:t>
            </a:r>
            <a:r>
              <a:rPr lang="en-US" altLang="zh-CN" sz="1800" b="1" kern="100" dirty="0" err="1">
                <a:effectLst/>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800" b="1" i="1" kern="100" dirty="0" err="1">
                <a:effectLst/>
                <a:latin typeface="Times New Roman" panose="02020603050405020304" pitchFamily="18" charset="0"/>
                <a:ea typeface="宋体" panose="02010600030101010101" pitchFamily="2" charset="-122"/>
                <a:cs typeface="Times New Roman" panose="02020603050405020304" pitchFamily="18" charset="0"/>
              </a:rPr>
              <a:t>n</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矩阵</a:t>
            </a:r>
            <a:r>
              <a:rPr lang="en-US"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M</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，它的</a:t>
            </a:r>
            <a:r>
              <a:rPr lang="zh-CN" altLang="zh-CN" sz="1800" b="1" kern="100" dirty="0">
                <a:solidFill>
                  <a:srgbClr val="C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转置矩阵</a:t>
            </a:r>
            <a:r>
              <a:rPr lang="en-US"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T</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是</a:t>
            </a:r>
            <a:r>
              <a:rPr lang="en-US" altLang="zh-CN" sz="1800" kern="100" dirty="0" err="1">
                <a:effectLst/>
                <a:latin typeface="Times New Roman" panose="02020603050405020304" pitchFamily="18" charset="0"/>
                <a:ea typeface="宋体" panose="02010600030101010101" pitchFamily="2" charset="-122"/>
                <a:cs typeface="Times New Roman" panose="02020603050405020304" pitchFamily="18" charset="0"/>
              </a:rPr>
              <a:t>n</a:t>
            </a:r>
            <a:r>
              <a:rPr lang="en-US" altLang="zh-CN" sz="1800" kern="100" dirty="0" err="1">
                <a:effectLst/>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en-US" altLang="zh-CN" sz="1800" kern="100" dirty="0" err="1">
                <a:effectLst/>
                <a:latin typeface="Times New Roman" panose="02020603050405020304" pitchFamily="18" charset="0"/>
                <a:ea typeface="宋体" panose="02010600030101010101" pitchFamily="2" charset="-122"/>
                <a:cs typeface="Times New Roman" panose="02020603050405020304" pitchFamily="18" charset="0"/>
              </a:rPr>
              <a:t>m</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矩阵，且</a:t>
            </a:r>
            <a:r>
              <a:rPr lang="en-US"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T(</a:t>
            </a:r>
            <a:r>
              <a:rPr lang="en-US" altLang="zh-CN" sz="1800" b="1" i="1" kern="100" dirty="0" err="1">
                <a:effectLst/>
                <a:latin typeface="Times New Roman" panose="02020603050405020304" pitchFamily="18" charset="0"/>
                <a:ea typeface="宋体" panose="02010600030101010101" pitchFamily="2" charset="-122"/>
                <a:cs typeface="Times New Roman" panose="02020603050405020304" pitchFamily="18" charset="0"/>
              </a:rPr>
              <a:t>i</a:t>
            </a:r>
            <a:r>
              <a:rPr lang="en-US"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b="1" i="1" kern="100" dirty="0">
                <a:effectLst/>
                <a:latin typeface="Times New Roman" panose="02020603050405020304" pitchFamily="18" charset="0"/>
                <a:ea typeface="宋体" panose="02010600030101010101" pitchFamily="2" charset="-122"/>
                <a:cs typeface="Times New Roman" panose="02020603050405020304" pitchFamily="18" charset="0"/>
              </a:rPr>
              <a:t>j</a:t>
            </a:r>
            <a:r>
              <a:rPr lang="en-US"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 = M(</a:t>
            </a:r>
            <a:r>
              <a:rPr lang="en-US" altLang="zh-CN" sz="1800" b="1" i="1" kern="100" dirty="0">
                <a:effectLst/>
                <a:latin typeface="Times New Roman" panose="02020603050405020304" pitchFamily="18" charset="0"/>
                <a:ea typeface="宋体" panose="02010600030101010101" pitchFamily="2" charset="-122"/>
                <a:cs typeface="Times New Roman" panose="02020603050405020304" pitchFamily="18" charset="0"/>
              </a:rPr>
              <a:t>j</a:t>
            </a:r>
            <a:r>
              <a:rPr lang="en-US"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b="1" i="1" kern="100" dirty="0" err="1">
                <a:effectLst/>
                <a:latin typeface="Times New Roman" panose="02020603050405020304" pitchFamily="18" charset="0"/>
                <a:ea typeface="宋体" panose="02010600030101010101" pitchFamily="2" charset="-122"/>
                <a:cs typeface="Times New Roman" panose="02020603050405020304" pitchFamily="18" charset="0"/>
              </a:rPr>
              <a:t>i</a:t>
            </a:r>
            <a:r>
              <a:rPr lang="en-US"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1</a:t>
            </a:r>
            <a:r>
              <a:rPr lang="zh-CN" altLang="zh-CN" sz="1800" b="1" kern="100" dirty="0">
                <a:effectLst/>
                <a:latin typeface="等线" panose="02010600030101010101" pitchFamily="2" charset="-122"/>
                <a:ea typeface="等线 Light" panose="02010600030101010101" pitchFamily="2" charset="-122"/>
                <a:cs typeface="Times New Roman" panose="02020603050405020304" pitchFamily="18" charset="0"/>
              </a:rPr>
              <a:t>≤</a:t>
            </a:r>
            <a:r>
              <a:rPr lang="en-US" altLang="zh-CN" sz="1800" b="1" i="1" kern="100" dirty="0" err="1">
                <a:effectLst/>
                <a:latin typeface="Times New Roman" panose="02020603050405020304" pitchFamily="18" charset="0"/>
                <a:ea typeface="宋体" panose="02010600030101010101" pitchFamily="2" charset="-122"/>
                <a:cs typeface="Times New Roman" panose="02020603050405020304" pitchFamily="18" charset="0"/>
              </a:rPr>
              <a:t>i</a:t>
            </a:r>
            <a:r>
              <a:rPr lang="zh-CN" altLang="zh-CN" sz="1800" b="1" kern="100" dirty="0">
                <a:effectLst/>
                <a:latin typeface="等线" panose="02010600030101010101" pitchFamily="2" charset="-122"/>
                <a:ea typeface="等线 Light" panose="02010600030101010101" pitchFamily="2" charset="-122"/>
                <a:cs typeface="Times New Roman" panose="02020603050405020304" pitchFamily="18" charset="0"/>
              </a:rPr>
              <a:t>≤</a:t>
            </a:r>
            <a:r>
              <a:rPr lang="en-US" altLang="zh-CN" sz="1800" b="1" i="1" kern="100" dirty="0">
                <a:effectLst/>
                <a:latin typeface="Times New Roman" panose="02020603050405020304" pitchFamily="18" charset="0"/>
                <a:ea typeface="宋体" panose="02010600030101010101" pitchFamily="2" charset="-122"/>
                <a:cs typeface="Times New Roman" panose="02020603050405020304" pitchFamily="18" charset="0"/>
              </a:rPr>
              <a:t>n</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i="1"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1</a:t>
            </a:r>
            <a:r>
              <a:rPr lang="zh-CN" altLang="zh-CN" sz="1800" b="1" kern="100" dirty="0">
                <a:effectLst/>
                <a:latin typeface="等线" panose="02010600030101010101" pitchFamily="2" charset="-122"/>
                <a:ea typeface="等线 Light" panose="02010600030101010101" pitchFamily="2" charset="-122"/>
                <a:cs typeface="Times New Roman" panose="02020603050405020304" pitchFamily="18" charset="0"/>
              </a:rPr>
              <a:t>≤</a:t>
            </a:r>
            <a:r>
              <a:rPr lang="en-US" altLang="zh-CN" sz="1800" b="1" i="1" kern="100" dirty="0">
                <a:effectLst/>
                <a:latin typeface="Times New Roman" panose="02020603050405020304" pitchFamily="18" charset="0"/>
                <a:ea typeface="宋体" panose="02010600030101010101" pitchFamily="2" charset="-122"/>
                <a:cs typeface="Times New Roman" panose="02020603050405020304" pitchFamily="18" charset="0"/>
              </a:rPr>
              <a:t>j</a:t>
            </a:r>
            <a:r>
              <a:rPr lang="zh-CN" altLang="zh-CN" sz="1800" b="1" kern="100" dirty="0">
                <a:effectLst/>
                <a:latin typeface="等线" panose="02010600030101010101" pitchFamily="2" charset="-122"/>
                <a:ea typeface="等线 Light" panose="02010600030101010101" pitchFamily="2" charset="-122"/>
                <a:cs typeface="Times New Roman" panose="02020603050405020304" pitchFamily="18" charset="0"/>
              </a:rPr>
              <a:t>≤</a:t>
            </a:r>
            <a:r>
              <a:rPr lang="en-US" altLang="zh-CN" sz="1800" b="1" i="1" kern="100" dirty="0">
                <a:effectLst/>
                <a:latin typeface="Times New Roman" panose="02020603050405020304" pitchFamily="18" charset="0"/>
                <a:ea typeface="宋体" panose="02010600030101010101" pitchFamily="2" charset="-122"/>
                <a:cs typeface="Times New Roman" panose="02020603050405020304" pitchFamily="18" charset="0"/>
              </a:rPr>
              <a:t>m</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。图</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5.5</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中的矩阵</a:t>
            </a:r>
            <a:r>
              <a:rPr lang="en-US"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M</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和</a:t>
            </a:r>
            <a:r>
              <a:rPr lang="en-US"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T</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互为转置矩阵。</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indent="266700" algn="just">
              <a:lnSpc>
                <a:spcPct val="130000"/>
              </a:lnSpc>
              <a:spcBef>
                <a:spcPts val="1200"/>
              </a:spcBef>
              <a:buNone/>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一个</a:t>
            </a:r>
            <a:r>
              <a:rPr lang="zh-CN" altLang="zh-CN" b="1" kern="100" dirty="0">
                <a:solidFill>
                  <a:srgbClr val="041ABC"/>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稀疏矩阵</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的</a:t>
            </a:r>
            <a:r>
              <a:rPr lang="zh-CN" altLang="zh-CN" sz="1800" b="1" kern="100" dirty="0">
                <a:solidFill>
                  <a:srgbClr val="C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转置矩阵</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仍然是</a:t>
            </a:r>
            <a:r>
              <a:rPr lang="zh-CN" altLang="zh-CN" sz="1800" b="1" kern="100" dirty="0">
                <a:solidFill>
                  <a:srgbClr val="041ABC"/>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稀疏矩阵</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。假设</a:t>
            </a:r>
            <a:r>
              <a:rPr lang="en-US" altLang="zh-CN" sz="2000" b="1" kern="100" dirty="0">
                <a:solidFill>
                  <a:srgbClr val="C00000"/>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a</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和</a:t>
            </a:r>
            <a:r>
              <a:rPr lang="en-US" altLang="zh-CN" sz="2000" b="1" kern="100" dirty="0">
                <a:solidFill>
                  <a:srgbClr val="C00000"/>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b</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是</a:t>
            </a:r>
            <a:r>
              <a:rPr lang="en-US" altLang="zh-CN" sz="1800" b="1" kern="100" dirty="0" err="1">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TSMat</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型的变量，分别表示矩阵</a:t>
            </a:r>
            <a:r>
              <a:rPr lang="en-US"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M</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和</a:t>
            </a:r>
            <a:r>
              <a:rPr lang="en-US"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T</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。那么，如何由</a:t>
            </a:r>
            <a:r>
              <a:rPr lang="en-US" altLang="zh-CN" sz="2000" b="1" kern="100" dirty="0">
                <a:solidFill>
                  <a:srgbClr val="C00000"/>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a</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得到</a:t>
            </a:r>
            <a:r>
              <a:rPr lang="en-US" altLang="zh-CN" sz="2000" b="1" kern="100" dirty="0">
                <a:solidFill>
                  <a:srgbClr val="C00000"/>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b</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呢？</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indent="266700" algn="just">
              <a:lnSpc>
                <a:spcPct val="130000"/>
              </a:lnSpc>
              <a:spcBef>
                <a:spcPts val="1200"/>
              </a:spcBef>
              <a:buNone/>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从分析</a:t>
            </a:r>
            <a:r>
              <a:rPr lang="en-US" altLang="zh-CN" sz="2000" b="1" kern="100" dirty="0">
                <a:solidFill>
                  <a:srgbClr val="C00000"/>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a</a:t>
            </a:r>
            <a:r>
              <a:rPr lang="zh-CN" altLang="zh-CN" sz="1800" kern="100" dirty="0">
                <a:effectLst/>
                <a:latin typeface="Courier New" panose="02070309020205020404" pitchFamily="49" charset="0"/>
                <a:ea typeface="宋体" panose="02010600030101010101" pitchFamily="2" charset="-122"/>
                <a:cs typeface="Courier New" panose="02070309020205020404" pitchFamily="49" charset="0"/>
              </a:rPr>
              <a:t>和</a:t>
            </a:r>
            <a:r>
              <a:rPr lang="en-US" altLang="zh-CN" sz="2000" b="1" kern="100" dirty="0">
                <a:solidFill>
                  <a:srgbClr val="C00000"/>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b</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之间的差异可见，只要做到以下三点：</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indent="266700" algn="just">
              <a:lnSpc>
                <a:spcPct val="130000"/>
              </a:lnSpc>
              <a:spcBef>
                <a:spcPts val="600"/>
              </a:spcBef>
              <a:buNone/>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1</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）将矩阵的行列值相互</a:t>
            </a:r>
            <a:r>
              <a:rPr lang="zh-CN" altLang="zh-CN" sz="1800" b="1" kern="100" dirty="0">
                <a:solidFill>
                  <a:srgbClr val="041ABC"/>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交换</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indent="266700" algn="just">
              <a:lnSpc>
                <a:spcPct val="130000"/>
              </a:lnSpc>
              <a:spcBef>
                <a:spcPts val="600"/>
              </a:spcBef>
              <a:buNone/>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2</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）将每个三元组中的</a:t>
            </a:r>
            <a:r>
              <a:rPr lang="en-US" altLang="zh-CN" sz="1800" b="1" i="1" kern="100" dirty="0" err="1">
                <a:effectLst/>
                <a:latin typeface="Times New Roman" panose="02020603050405020304" pitchFamily="18" charset="0"/>
                <a:ea typeface="宋体" panose="02010600030101010101" pitchFamily="2" charset="-122"/>
                <a:cs typeface="Times New Roman" panose="02020603050405020304" pitchFamily="18" charset="0"/>
              </a:rPr>
              <a:t>i</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和</a:t>
            </a:r>
            <a:r>
              <a:rPr lang="en-US" altLang="zh-CN" sz="1800" b="1" i="1" kern="100" dirty="0">
                <a:effectLst/>
                <a:latin typeface="Times New Roman" panose="02020603050405020304" pitchFamily="18" charset="0"/>
                <a:ea typeface="宋体" panose="02010600030101010101" pitchFamily="2" charset="-122"/>
                <a:cs typeface="Times New Roman" panose="02020603050405020304" pitchFamily="18" charset="0"/>
              </a:rPr>
              <a:t>j</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相互</a:t>
            </a:r>
            <a:r>
              <a:rPr lang="zh-CN" altLang="zh-CN" b="1" kern="100" dirty="0">
                <a:solidFill>
                  <a:srgbClr val="041ABC"/>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调换</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indent="266700" algn="just">
              <a:lnSpc>
                <a:spcPct val="130000"/>
              </a:lnSpc>
              <a:spcBef>
                <a:spcPts val="600"/>
              </a:spcBef>
              <a:buNone/>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3</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b="1" kern="100" dirty="0">
                <a:solidFill>
                  <a:srgbClr val="041ABC"/>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重排</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三元组之间的次序便可实现矩阵的转置。</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indent="266700" algn="just">
              <a:lnSpc>
                <a:spcPct val="130000"/>
              </a:lnSpc>
              <a:spcBef>
                <a:spcPts val="1200"/>
              </a:spcBef>
              <a:buNone/>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前二点是容易做到的，关键是如何实现第三点。即如何使</a:t>
            </a:r>
            <a:r>
              <a:rPr lang="en-US" altLang="zh-CN" sz="2000" b="1" kern="100" dirty="0">
                <a:solidFill>
                  <a:srgbClr val="C00000"/>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b</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-&gt;</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nzElem</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中的三元组是以</a:t>
            </a:r>
            <a:r>
              <a:rPr lang="en-US"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T</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的行（</a:t>
            </a:r>
            <a:r>
              <a:rPr lang="en-US" altLang="zh-CN" b="1" kern="100" dirty="0">
                <a:latin typeface="Times New Roman" panose="02020603050405020304" pitchFamily="18" charset="0"/>
                <a:ea typeface="宋体" panose="02010600030101010101" pitchFamily="2" charset="-122"/>
                <a:cs typeface="Times New Roman" panose="02020603050405020304" pitchFamily="18" charset="0"/>
              </a:rPr>
              <a:t>M</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的列）</a:t>
            </a:r>
            <a:r>
              <a:rPr lang="zh-CN" altLang="en-US" b="1" kern="100" dirty="0">
                <a:solidFill>
                  <a:srgbClr val="041ABC"/>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按</a:t>
            </a:r>
            <a:r>
              <a:rPr lang="zh-CN" altLang="zh-CN" sz="1800" b="1" kern="100" dirty="0">
                <a:solidFill>
                  <a:srgbClr val="041ABC"/>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主序依次排列</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的。</a:t>
            </a:r>
            <a:r>
              <a:rPr lang="en-US" altLang="zh-CN" sz="1400" kern="100" dirty="0">
                <a:effectLst/>
                <a:latin typeface="Courier New" panose="02070309020205020404" pitchFamily="49" charset="0"/>
                <a:ea typeface="等线" panose="02010600030101010101" pitchFamily="2" charset="-122"/>
                <a:cs typeface="Times New Roman" panose="02020603050405020304" pitchFamily="18" charset="0"/>
              </a:rPr>
              <a:t>           </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6" name="文本框 5">
            <a:extLst>
              <a:ext uri="{FF2B5EF4-FFF2-40B4-BE49-F238E27FC236}">
                <a16:creationId xmlns:a16="http://schemas.microsoft.com/office/drawing/2014/main" id="{C235D975-CAE7-50FB-E9C9-78A6F69E67C0}"/>
              </a:ext>
            </a:extLst>
          </p:cNvPr>
          <p:cNvSpPr txBox="1"/>
          <p:nvPr/>
        </p:nvSpPr>
        <p:spPr>
          <a:xfrm>
            <a:off x="1386391" y="269845"/>
            <a:ext cx="4661199" cy="461665"/>
          </a:xfrm>
          <a:prstGeom prst="rect">
            <a:avLst/>
          </a:prstGeom>
          <a:noFill/>
        </p:spPr>
        <p:txBody>
          <a:bodyPr wrap="square">
            <a:spAutoFit/>
          </a:bodyPr>
          <a:lstStyle/>
          <a:p>
            <a:r>
              <a:rPr lang="zh-CN" altLang="en-US" sz="2400" b="1" kern="100" dirty="0">
                <a:solidFill>
                  <a:srgbClr val="C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三元组表存储的稀疏矩阵的</a:t>
            </a:r>
            <a:r>
              <a:rPr lang="zh-CN" altLang="zh-CN" sz="2400" b="1" kern="100" dirty="0">
                <a:solidFill>
                  <a:srgbClr val="C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cs typeface="Times New Roman" panose="02020603050405020304" pitchFamily="18" charset="0"/>
              </a:rPr>
              <a:t>转置</a:t>
            </a:r>
            <a:endParaRPr lang="zh-CN" altLang="en-US" sz="2400" b="1" dirty="0">
              <a:solidFill>
                <a:srgbClr val="C00000"/>
              </a:solidFill>
              <a:effectLst>
                <a:outerShdw blurRad="38100" dist="38100" dir="2700000" algn="tl">
                  <a:srgbClr val="000000">
                    <a:alpha val="43137"/>
                  </a:srgbClr>
                </a:outerShdw>
              </a:effectLst>
              <a:latin typeface="黑体" panose="02010609060101010101" pitchFamily="49" charset="-122"/>
              <a:ea typeface="黑体" panose="02010609060101010101" pitchFamily="49" charset="-122"/>
            </a:endParaRPr>
          </a:p>
        </p:txBody>
      </p:sp>
      <p:grpSp>
        <p:nvGrpSpPr>
          <p:cNvPr id="26" name="组合 25">
            <a:extLst>
              <a:ext uri="{FF2B5EF4-FFF2-40B4-BE49-F238E27FC236}">
                <a16:creationId xmlns:a16="http://schemas.microsoft.com/office/drawing/2014/main" id="{6DE31ACE-2896-440C-5855-D6F659FD14BE}"/>
              </a:ext>
            </a:extLst>
          </p:cNvPr>
          <p:cNvGrpSpPr/>
          <p:nvPr/>
        </p:nvGrpSpPr>
        <p:grpSpPr>
          <a:xfrm>
            <a:off x="7169178" y="3409791"/>
            <a:ext cx="4179346" cy="2873864"/>
            <a:chOff x="7169178" y="3409791"/>
            <a:chExt cx="4179346" cy="2873864"/>
          </a:xfrm>
        </p:grpSpPr>
        <p:sp>
          <p:nvSpPr>
            <p:cNvPr id="10" name="矩形 9">
              <a:extLst>
                <a:ext uri="{FF2B5EF4-FFF2-40B4-BE49-F238E27FC236}">
                  <a16:creationId xmlns:a16="http://schemas.microsoft.com/office/drawing/2014/main" id="{57A5A873-9D27-BAA9-79A3-743B19C00694}"/>
                </a:ext>
              </a:extLst>
            </p:cNvPr>
            <p:cNvSpPr/>
            <p:nvPr/>
          </p:nvSpPr>
          <p:spPr>
            <a:xfrm>
              <a:off x="9740990" y="3749053"/>
              <a:ext cx="1226372" cy="2023099"/>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6">
                    <a:lumMod val="20000"/>
                    <a:lumOff val="80000"/>
                  </a:schemeClr>
                </a:solidFill>
              </a:endParaRPr>
            </a:p>
          </p:txBody>
        </p:sp>
        <p:sp>
          <p:nvSpPr>
            <p:cNvPr id="9" name="矩形 8">
              <a:extLst>
                <a:ext uri="{FF2B5EF4-FFF2-40B4-BE49-F238E27FC236}">
                  <a16:creationId xmlns:a16="http://schemas.microsoft.com/office/drawing/2014/main" id="{9CA37FF8-750E-A431-F075-CF39FBBEAB15}"/>
                </a:ext>
              </a:extLst>
            </p:cNvPr>
            <p:cNvSpPr/>
            <p:nvPr/>
          </p:nvSpPr>
          <p:spPr>
            <a:xfrm>
              <a:off x="7718551" y="3749053"/>
              <a:ext cx="1226372" cy="2023098"/>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6">
                    <a:lumMod val="20000"/>
                    <a:lumOff val="80000"/>
                  </a:schemeClr>
                </a:solidFill>
              </a:endParaRPr>
            </a:p>
          </p:txBody>
        </p:sp>
        <p:sp>
          <p:nvSpPr>
            <p:cNvPr id="8" name="文本框 7">
              <a:extLst>
                <a:ext uri="{FF2B5EF4-FFF2-40B4-BE49-F238E27FC236}">
                  <a16:creationId xmlns:a16="http://schemas.microsoft.com/office/drawing/2014/main" id="{E38478CD-E28F-1415-14A9-B90B6F7CF15B}"/>
                </a:ext>
              </a:extLst>
            </p:cNvPr>
            <p:cNvSpPr txBox="1"/>
            <p:nvPr/>
          </p:nvSpPr>
          <p:spPr>
            <a:xfrm>
              <a:off x="7169178" y="3409791"/>
              <a:ext cx="4179346" cy="2873864"/>
            </a:xfrm>
            <a:prstGeom prst="rect">
              <a:avLst/>
            </a:prstGeom>
            <a:noFill/>
            <a:ln>
              <a:noFill/>
            </a:ln>
          </p:spPr>
          <p:txBody>
            <a:bodyPr wrap="square">
              <a:spAutoFit/>
            </a:bodyPr>
            <a:lstStyle/>
            <a:p>
              <a:pPr>
                <a:lnSpc>
                  <a:spcPts val="1800"/>
                </a:lnSpc>
                <a:spcBef>
                  <a:spcPts val="360"/>
                </a:spcBef>
                <a:buNone/>
              </a:pPr>
              <a:r>
                <a:rPr lang="en-US" altLang="zh-CN" sz="1800" b="1" kern="100" dirty="0">
                  <a:solidFill>
                    <a:srgbClr val="041ABC"/>
                  </a:solidFill>
                  <a:effectLst>
                    <a:outerShdw blurRad="38100" dist="38100" dir="2700000" algn="tl">
                      <a:srgbClr val="000000">
                        <a:alpha val="43137"/>
                      </a:srgbClr>
                    </a:outerShdw>
                  </a:effectLst>
                  <a:latin typeface="Courier New" panose="02070309020205020404" pitchFamily="49" charset="0"/>
                  <a:ea typeface="Courier New" panose="02070309020205020404" pitchFamily="49" charset="0"/>
                  <a:cs typeface="Courier New" panose="02070309020205020404" pitchFamily="49" charset="0"/>
                </a:rPr>
                <a:t>    </a:t>
              </a:r>
              <a:r>
                <a:rPr lang="en-US" altLang="zh-CN" sz="1800" b="1" kern="100" dirty="0" err="1">
                  <a:solidFill>
                    <a:srgbClr val="041ABC"/>
                  </a:solidFill>
                  <a:effectLst>
                    <a:outerShdw blurRad="38100" dist="38100" dir="2700000" algn="tl">
                      <a:srgbClr val="000000">
                        <a:alpha val="43137"/>
                      </a:srgbClr>
                    </a:outerShdw>
                  </a:effectLst>
                  <a:latin typeface="Courier New" panose="02070309020205020404" pitchFamily="49" charset="0"/>
                  <a:ea typeface="Courier New" panose="02070309020205020404" pitchFamily="49" charset="0"/>
                  <a:cs typeface="Courier New" panose="02070309020205020404" pitchFamily="49" charset="0"/>
                </a:rPr>
                <a:t>i</a:t>
              </a:r>
              <a:r>
                <a:rPr lang="en-US" altLang="zh-CN" sz="1800" b="1" kern="100" dirty="0">
                  <a:solidFill>
                    <a:srgbClr val="041ABC"/>
                  </a:solidFill>
                  <a:effectLst>
                    <a:outerShdw blurRad="38100" dist="38100" dir="2700000" algn="tl">
                      <a:srgbClr val="000000">
                        <a:alpha val="43137"/>
                      </a:srgbClr>
                    </a:outerShdw>
                  </a:effectLst>
                  <a:latin typeface="Courier New" panose="02070309020205020404" pitchFamily="49" charset="0"/>
                  <a:ea typeface="Courier New" panose="02070309020205020404" pitchFamily="49" charset="0"/>
                  <a:cs typeface="Courier New" panose="02070309020205020404" pitchFamily="49" charset="0"/>
                </a:rPr>
                <a:t>  j  e   </a:t>
              </a:r>
              <a:r>
                <a:rPr lang="en-US" altLang="zh-CN" sz="1800" b="1" kern="100" dirty="0">
                  <a:solidFill>
                    <a:srgbClr val="041ABC"/>
                  </a:solidFill>
                  <a:effectLst>
                    <a:outerShdw blurRad="38100" dist="38100" dir="2700000" algn="tl">
                      <a:srgbClr val="000000">
                        <a:alpha val="43137"/>
                      </a:srgbClr>
                    </a:outerShdw>
                  </a:effectLst>
                  <a:latin typeface="Courier New" panose="02070309020205020404" pitchFamily="49" charset="0"/>
                  <a:ea typeface="等线" panose="02010600030101010101" pitchFamily="2" charset="-122"/>
                  <a:cs typeface="Courier New" panose="02070309020205020404" pitchFamily="49" charset="0"/>
                </a:rPr>
                <a:t>    </a:t>
              </a:r>
              <a:r>
                <a:rPr lang="en-US" altLang="zh-CN" sz="1800" b="1" kern="100" dirty="0">
                  <a:solidFill>
                    <a:srgbClr val="041ABC"/>
                  </a:solidFill>
                  <a:effectLst>
                    <a:outerShdw blurRad="38100" dist="38100" dir="2700000" algn="tl">
                      <a:srgbClr val="000000">
                        <a:alpha val="43137"/>
                      </a:srgbClr>
                    </a:outerShdw>
                  </a:effectLst>
                  <a:latin typeface="Courier New" panose="02070309020205020404" pitchFamily="49" charset="0"/>
                  <a:ea typeface="Courier New" panose="02070309020205020404" pitchFamily="49" charset="0"/>
                  <a:cs typeface="Courier New" panose="02070309020205020404" pitchFamily="49" charset="0"/>
                </a:rPr>
                <a:t> </a:t>
              </a:r>
              <a:r>
                <a:rPr lang="en-US" altLang="zh-CN" sz="1800" b="1" kern="100" dirty="0" err="1">
                  <a:solidFill>
                    <a:srgbClr val="041ABC"/>
                  </a:solidFill>
                  <a:effectLst>
                    <a:outerShdw blurRad="38100" dist="38100" dir="2700000" algn="tl">
                      <a:srgbClr val="000000">
                        <a:alpha val="43137"/>
                      </a:srgbClr>
                    </a:outerShdw>
                  </a:effectLst>
                  <a:latin typeface="Courier New" panose="02070309020205020404" pitchFamily="49" charset="0"/>
                  <a:ea typeface="Courier New" panose="02070309020205020404" pitchFamily="49" charset="0"/>
                  <a:cs typeface="Courier New" panose="02070309020205020404" pitchFamily="49" charset="0"/>
                </a:rPr>
                <a:t>i</a:t>
              </a:r>
              <a:r>
                <a:rPr lang="en-US" altLang="zh-CN" sz="1800" b="1" kern="100" dirty="0">
                  <a:solidFill>
                    <a:srgbClr val="041ABC"/>
                  </a:solidFill>
                  <a:effectLst>
                    <a:outerShdw blurRad="38100" dist="38100" dir="2700000" algn="tl">
                      <a:srgbClr val="000000">
                        <a:alpha val="43137"/>
                      </a:srgbClr>
                    </a:outerShdw>
                  </a:effectLst>
                  <a:latin typeface="Courier New" panose="02070309020205020404" pitchFamily="49" charset="0"/>
                  <a:ea typeface="Courier New" panose="02070309020205020404" pitchFamily="49" charset="0"/>
                  <a:cs typeface="Courier New" panose="02070309020205020404" pitchFamily="49" charset="0"/>
                </a:rPr>
                <a:t>  j  e</a:t>
              </a:r>
              <a:endParaRPr lang="zh-CN" altLang="zh-CN" sz="2400" b="1" kern="100" dirty="0">
                <a:solidFill>
                  <a:srgbClr val="041ABC"/>
                </a:solidFill>
                <a:effectLst>
                  <a:outerShdw blurRad="38100" dist="38100" dir="2700000" algn="tl">
                    <a:srgbClr val="000000">
                      <a:alpha val="43137"/>
                    </a:srgbClr>
                  </a:outerShdw>
                </a:effectLst>
                <a:latin typeface="Courier New" panose="02070309020205020404" pitchFamily="49" charset="0"/>
                <a:ea typeface="等线" panose="02010600030101010101" pitchFamily="2" charset="-122"/>
                <a:cs typeface="Courier New" panose="02070309020205020404" pitchFamily="49" charset="0"/>
              </a:endParaRPr>
            </a:p>
            <a:p>
              <a:pPr>
                <a:lnSpc>
                  <a:spcPts val="1400"/>
                </a:lnSpc>
                <a:buNone/>
              </a:pPr>
              <a:r>
                <a:rPr lang="zh-CN" altLang="zh-CN" sz="1600" b="1" kern="100" dirty="0">
                  <a:solidFill>
                    <a:srgbClr val="041ABC"/>
                  </a:solidFill>
                  <a:effectLst>
                    <a:outerShdw blurRad="38100" dist="38100" dir="2700000" algn="tl">
                      <a:srgbClr val="000000">
                        <a:alpha val="43137"/>
                      </a:srgbClr>
                    </a:outerShdw>
                  </a:effectLst>
                  <a:latin typeface="Courier New" panose="02070309020205020404" pitchFamily="49" charset="0"/>
                  <a:ea typeface="等线" panose="02010600030101010101" pitchFamily="2" charset="-122"/>
                  <a:cs typeface="Courier New" panose="02070309020205020404" pitchFamily="49" charset="0"/>
                </a:rPr>
                <a:t>下标</a:t>
              </a:r>
              <a:r>
                <a:rPr lang="en-US" altLang="zh-CN" sz="1100" b="1" kern="100" dirty="0">
                  <a:solidFill>
                    <a:srgbClr val="041ABC"/>
                  </a:solidFill>
                  <a:effectLst>
                    <a:outerShdw blurRad="38100" dist="38100" dir="2700000" algn="tl">
                      <a:srgbClr val="000000">
                        <a:alpha val="43137"/>
                      </a:srgbClr>
                    </a:outerShdw>
                  </a:effectLst>
                  <a:latin typeface="Courier New" panose="02070309020205020404" pitchFamily="49" charset="0"/>
                  <a:ea typeface="等线" panose="02010600030101010101" pitchFamily="2" charset="-122"/>
                  <a:cs typeface="Courier New" panose="02070309020205020404" pitchFamily="49" charset="0"/>
                </a:rPr>
                <a:t> </a:t>
              </a:r>
              <a:r>
                <a:rPr lang="zh-CN" altLang="zh-CN" sz="1800" b="1" kern="100" dirty="0">
                  <a:effectLst/>
                  <a:latin typeface="Courier New" panose="02070309020205020404" pitchFamily="49" charset="0"/>
                  <a:ea typeface="等线" panose="02010600030101010101" pitchFamily="2" charset="-122"/>
                  <a:cs typeface="Courier New" panose="02070309020205020404" pitchFamily="49" charset="0"/>
                </a:rPr>
                <a:t>————</a:t>
              </a:r>
              <a:r>
                <a:rPr lang="zh-CN" altLang="zh-CN" b="1" kern="100" dirty="0">
                  <a:latin typeface="Courier New" panose="02070309020205020404" pitchFamily="49" charset="0"/>
                  <a:ea typeface="等线" panose="02010600030101010101" pitchFamily="2" charset="-122"/>
                  <a:cs typeface="Courier New" panose="02070309020205020404" pitchFamily="49" charset="0"/>
                </a:rPr>
                <a:t>——</a:t>
              </a:r>
              <a:r>
                <a:rPr lang="zh-CN" altLang="zh-CN" sz="1800" b="1" kern="100" dirty="0">
                  <a:effectLst/>
                  <a:latin typeface="Courier New" panose="02070309020205020404" pitchFamily="49" charset="0"/>
                  <a:ea typeface="等线" panose="02010600030101010101" pitchFamily="2" charset="-122"/>
                  <a:cs typeface="Courier New" panose="02070309020205020404" pitchFamily="49" charset="0"/>
                </a:rPr>
                <a:t>——</a:t>
              </a:r>
              <a:r>
                <a:rPr lang="en-US" altLang="zh-CN" sz="1800" b="1" kern="100" dirty="0">
                  <a:effectLst/>
                  <a:latin typeface="Courier New" panose="02070309020205020404" pitchFamily="49" charset="0"/>
                  <a:ea typeface="等线" panose="02010600030101010101" pitchFamily="2" charset="-122"/>
                  <a:cs typeface="Courier New" panose="02070309020205020404" pitchFamily="49" charset="0"/>
                </a:rPr>
                <a:t>   </a:t>
              </a:r>
              <a:r>
                <a:rPr lang="zh-CN" altLang="zh-CN" sz="1600" b="1" kern="100" dirty="0">
                  <a:solidFill>
                    <a:srgbClr val="041ABC"/>
                  </a:solidFill>
                  <a:effectLst>
                    <a:outerShdw blurRad="38100" dist="38100" dir="2700000" algn="tl">
                      <a:srgbClr val="000000">
                        <a:alpha val="43137"/>
                      </a:srgbClr>
                    </a:outerShdw>
                  </a:effectLst>
                  <a:latin typeface="Courier New" panose="02070309020205020404" pitchFamily="49" charset="0"/>
                  <a:ea typeface="等线" panose="02010600030101010101" pitchFamily="2" charset="-122"/>
                  <a:cs typeface="Courier New" panose="02070309020205020404" pitchFamily="49" charset="0"/>
                </a:rPr>
                <a:t>下标</a:t>
              </a:r>
              <a:r>
                <a:rPr lang="en-US" altLang="zh-CN" sz="1400" b="1" kern="100" dirty="0">
                  <a:solidFill>
                    <a:srgbClr val="041ABC"/>
                  </a:solidFill>
                  <a:effectLst>
                    <a:outerShdw blurRad="38100" dist="38100" dir="2700000" algn="tl">
                      <a:srgbClr val="000000">
                        <a:alpha val="43137"/>
                      </a:srgbClr>
                    </a:outerShdw>
                  </a:effectLst>
                  <a:latin typeface="Courier New" panose="02070309020205020404" pitchFamily="49" charset="0"/>
                  <a:ea typeface="等线" panose="02010600030101010101" pitchFamily="2" charset="-122"/>
                  <a:cs typeface="Courier New" panose="02070309020205020404" pitchFamily="49" charset="0"/>
                </a:rPr>
                <a:t> </a:t>
              </a:r>
              <a:r>
                <a:rPr lang="zh-CN" altLang="zh-CN" sz="1800" b="1" kern="100" dirty="0">
                  <a:effectLst/>
                  <a:latin typeface="Courier New" panose="02070309020205020404" pitchFamily="49" charset="0"/>
                  <a:ea typeface="等线" panose="02010600030101010101" pitchFamily="2" charset="-122"/>
                  <a:cs typeface="Courier New" panose="02070309020205020404" pitchFamily="49" charset="0"/>
                </a:rPr>
                <a:t>————————</a:t>
              </a:r>
              <a:endParaRPr lang="zh-CN" altLang="zh-CN" sz="2400" b="1" kern="100" dirty="0">
                <a:effectLst/>
                <a:latin typeface="Courier New" panose="02070309020205020404" pitchFamily="49" charset="0"/>
                <a:ea typeface="等线" panose="02010600030101010101" pitchFamily="2" charset="-122"/>
                <a:cs typeface="Courier New" panose="02070309020205020404" pitchFamily="49" charset="0"/>
              </a:endParaRPr>
            </a:p>
            <a:p>
              <a:pPr>
                <a:lnSpc>
                  <a:spcPts val="1800"/>
                </a:lnSpc>
                <a:buNone/>
              </a:pPr>
              <a:r>
                <a:rPr lang="en-US" altLang="zh-CN" sz="1800" b="1" kern="100" dirty="0">
                  <a:effectLst/>
                  <a:latin typeface="Courier New" panose="02070309020205020404" pitchFamily="49" charset="0"/>
                  <a:ea typeface="等线" panose="02010600030101010101" pitchFamily="2" charset="-122"/>
                  <a:cs typeface="Courier New" panose="02070309020205020404" pitchFamily="49" charset="0"/>
                </a:rPr>
                <a:t> </a:t>
              </a:r>
              <a:r>
                <a:rPr lang="en-US" altLang="zh-CN" sz="1600" b="1" kern="100" dirty="0">
                  <a:solidFill>
                    <a:srgbClr val="0070C0"/>
                  </a:solidFill>
                  <a:latin typeface="Courier New" panose="02070309020205020404" pitchFamily="49" charset="0"/>
                  <a:ea typeface="等线" panose="02010600030101010101" pitchFamily="2" charset="-122"/>
                  <a:cs typeface="Courier New" panose="02070309020205020404" pitchFamily="49" charset="0"/>
                </a:rPr>
                <a:t>1</a:t>
              </a:r>
              <a:r>
                <a:rPr lang="en-US" altLang="zh-CN" sz="1800" b="1" kern="100" dirty="0">
                  <a:effectLst/>
                  <a:latin typeface="Courier New" panose="02070309020205020404" pitchFamily="49" charset="0"/>
                  <a:ea typeface="等线" panose="02010600030101010101" pitchFamily="2" charset="-122"/>
                  <a:cs typeface="Courier New" panose="02070309020205020404" pitchFamily="49" charset="0"/>
                </a:rPr>
                <a:t>  1  2  12    </a:t>
              </a:r>
              <a:r>
                <a:rPr lang="en-US" altLang="zh-CN" sz="1600" b="1" kern="100" dirty="0">
                  <a:solidFill>
                    <a:srgbClr val="0070C0"/>
                  </a:solidFill>
                  <a:latin typeface="Courier New" panose="02070309020205020404" pitchFamily="49" charset="0"/>
                  <a:ea typeface="等线" panose="02010600030101010101" pitchFamily="2" charset="-122"/>
                  <a:cs typeface="Courier New" panose="02070309020205020404" pitchFamily="49" charset="0"/>
                </a:rPr>
                <a:t>1</a:t>
              </a:r>
              <a:r>
                <a:rPr lang="en-US" altLang="zh-CN" sz="1800" b="1" kern="100" dirty="0">
                  <a:effectLst/>
                  <a:latin typeface="Courier New" panose="02070309020205020404" pitchFamily="49" charset="0"/>
                  <a:ea typeface="等线" panose="02010600030101010101" pitchFamily="2" charset="-122"/>
                  <a:cs typeface="Courier New" panose="02070309020205020404" pitchFamily="49" charset="0"/>
                </a:rPr>
                <a:t>  1  3  -3</a:t>
              </a:r>
              <a:endParaRPr lang="zh-CN" altLang="zh-CN" sz="2400" b="1" kern="100" dirty="0">
                <a:effectLst/>
                <a:latin typeface="Courier New" panose="02070309020205020404" pitchFamily="49" charset="0"/>
                <a:ea typeface="等线" panose="02010600030101010101" pitchFamily="2" charset="-122"/>
                <a:cs typeface="Courier New" panose="02070309020205020404" pitchFamily="49" charset="0"/>
              </a:endParaRPr>
            </a:p>
            <a:p>
              <a:pPr>
                <a:lnSpc>
                  <a:spcPts val="1800"/>
                </a:lnSpc>
                <a:buNone/>
              </a:pPr>
              <a:r>
                <a:rPr lang="en-US" altLang="zh-CN" sz="1800" b="1" kern="100" dirty="0">
                  <a:effectLst/>
                  <a:latin typeface="Courier New" panose="02070309020205020404" pitchFamily="49" charset="0"/>
                  <a:ea typeface="等线" panose="02010600030101010101" pitchFamily="2" charset="-122"/>
                  <a:cs typeface="Courier New" panose="02070309020205020404" pitchFamily="49" charset="0"/>
                </a:rPr>
                <a:t> </a:t>
              </a:r>
              <a:r>
                <a:rPr lang="en-US" altLang="zh-CN" sz="1600" b="1" kern="100" dirty="0">
                  <a:solidFill>
                    <a:srgbClr val="0070C0"/>
                  </a:solidFill>
                  <a:latin typeface="Courier New" panose="02070309020205020404" pitchFamily="49" charset="0"/>
                  <a:ea typeface="等线" panose="02010600030101010101" pitchFamily="2" charset="-122"/>
                  <a:cs typeface="Courier New" panose="02070309020205020404" pitchFamily="49" charset="0"/>
                </a:rPr>
                <a:t>2</a:t>
              </a:r>
              <a:r>
                <a:rPr lang="en-US" altLang="zh-CN" sz="1800" b="1" kern="100" dirty="0">
                  <a:effectLst/>
                  <a:latin typeface="Courier New" panose="02070309020205020404" pitchFamily="49" charset="0"/>
                  <a:ea typeface="等线" panose="02010600030101010101" pitchFamily="2" charset="-122"/>
                  <a:cs typeface="Courier New" panose="02070309020205020404" pitchFamily="49" charset="0"/>
                </a:rPr>
                <a:t>  1  3   9    </a:t>
              </a:r>
              <a:r>
                <a:rPr lang="en-US" altLang="zh-CN" sz="1600" b="1" kern="100" dirty="0">
                  <a:solidFill>
                    <a:srgbClr val="0070C0"/>
                  </a:solidFill>
                  <a:latin typeface="Courier New" panose="02070309020205020404" pitchFamily="49" charset="0"/>
                  <a:ea typeface="等线" panose="02010600030101010101" pitchFamily="2" charset="-122"/>
                  <a:cs typeface="Courier New" panose="02070309020205020404" pitchFamily="49" charset="0"/>
                </a:rPr>
                <a:t>2</a:t>
              </a:r>
              <a:r>
                <a:rPr lang="en-US" altLang="zh-CN" sz="1800" b="1" kern="100" dirty="0">
                  <a:effectLst/>
                  <a:latin typeface="Courier New" panose="02070309020205020404" pitchFamily="49" charset="0"/>
                  <a:ea typeface="等线" panose="02010600030101010101" pitchFamily="2" charset="-122"/>
                  <a:cs typeface="Courier New" panose="02070309020205020404" pitchFamily="49" charset="0"/>
                </a:rPr>
                <a:t>  1  6  15</a:t>
              </a:r>
              <a:endParaRPr lang="zh-CN" altLang="zh-CN" sz="2400" b="1" kern="100" dirty="0">
                <a:effectLst/>
                <a:latin typeface="Courier New" panose="02070309020205020404" pitchFamily="49" charset="0"/>
                <a:ea typeface="等线" panose="02010600030101010101" pitchFamily="2" charset="-122"/>
                <a:cs typeface="Courier New" panose="02070309020205020404" pitchFamily="49" charset="0"/>
              </a:endParaRPr>
            </a:p>
            <a:p>
              <a:pPr>
                <a:lnSpc>
                  <a:spcPts val="1800"/>
                </a:lnSpc>
                <a:buNone/>
              </a:pPr>
              <a:r>
                <a:rPr lang="en-US" altLang="zh-CN" sz="1800" b="1" kern="100" dirty="0">
                  <a:effectLst/>
                  <a:latin typeface="Courier New" panose="02070309020205020404" pitchFamily="49" charset="0"/>
                  <a:ea typeface="等线" panose="02010600030101010101" pitchFamily="2" charset="-122"/>
                  <a:cs typeface="Courier New" panose="02070309020205020404" pitchFamily="49" charset="0"/>
                </a:rPr>
                <a:t> </a:t>
              </a:r>
              <a:r>
                <a:rPr lang="en-US" altLang="zh-CN" sz="1600" b="1" kern="100" dirty="0">
                  <a:solidFill>
                    <a:srgbClr val="0070C0"/>
                  </a:solidFill>
                  <a:latin typeface="Courier New" panose="02070309020205020404" pitchFamily="49" charset="0"/>
                  <a:ea typeface="等线" panose="02010600030101010101" pitchFamily="2" charset="-122"/>
                  <a:cs typeface="Courier New" panose="02070309020205020404" pitchFamily="49" charset="0"/>
                </a:rPr>
                <a:t>3</a:t>
              </a:r>
              <a:r>
                <a:rPr lang="en-US" altLang="zh-CN" sz="1800" b="1" kern="100" dirty="0">
                  <a:effectLst/>
                  <a:latin typeface="Courier New" panose="02070309020205020404" pitchFamily="49" charset="0"/>
                  <a:ea typeface="等线" panose="02010600030101010101" pitchFamily="2" charset="-122"/>
                  <a:cs typeface="Courier New" panose="02070309020205020404" pitchFamily="49" charset="0"/>
                </a:rPr>
                <a:t>  3  1  -3    </a:t>
              </a:r>
              <a:r>
                <a:rPr lang="en-US" altLang="zh-CN" sz="1600" b="1" kern="100" dirty="0">
                  <a:solidFill>
                    <a:srgbClr val="0070C0"/>
                  </a:solidFill>
                  <a:latin typeface="Courier New" panose="02070309020205020404" pitchFamily="49" charset="0"/>
                  <a:ea typeface="等线" panose="02010600030101010101" pitchFamily="2" charset="-122"/>
                  <a:cs typeface="Courier New" panose="02070309020205020404" pitchFamily="49" charset="0"/>
                </a:rPr>
                <a:t>3</a:t>
              </a:r>
              <a:r>
                <a:rPr lang="en-US" altLang="zh-CN" sz="1800" b="1" kern="100" dirty="0">
                  <a:effectLst/>
                  <a:latin typeface="Courier New" panose="02070309020205020404" pitchFamily="49" charset="0"/>
                  <a:ea typeface="等线" panose="02010600030101010101" pitchFamily="2" charset="-122"/>
                  <a:cs typeface="Courier New" panose="02070309020205020404" pitchFamily="49" charset="0"/>
                </a:rPr>
                <a:t>  2  1  12</a:t>
              </a:r>
              <a:endParaRPr lang="zh-CN" altLang="zh-CN" sz="2400" b="1" kern="100" dirty="0">
                <a:effectLst/>
                <a:latin typeface="Courier New" panose="02070309020205020404" pitchFamily="49" charset="0"/>
                <a:ea typeface="等线" panose="02010600030101010101" pitchFamily="2" charset="-122"/>
                <a:cs typeface="Courier New" panose="02070309020205020404" pitchFamily="49" charset="0"/>
              </a:endParaRPr>
            </a:p>
            <a:p>
              <a:pPr>
                <a:lnSpc>
                  <a:spcPts val="1800"/>
                </a:lnSpc>
                <a:buNone/>
              </a:pPr>
              <a:r>
                <a:rPr lang="en-US" altLang="zh-CN" sz="1800" b="1" kern="100" dirty="0">
                  <a:effectLst/>
                  <a:latin typeface="Courier New" panose="02070309020205020404" pitchFamily="49" charset="0"/>
                  <a:ea typeface="等线" panose="02010600030101010101" pitchFamily="2" charset="-122"/>
                  <a:cs typeface="Courier New" panose="02070309020205020404" pitchFamily="49" charset="0"/>
                </a:rPr>
                <a:t> </a:t>
              </a:r>
              <a:r>
                <a:rPr lang="en-US" altLang="zh-CN" sz="1600" b="1" kern="100" dirty="0">
                  <a:solidFill>
                    <a:srgbClr val="0070C0"/>
                  </a:solidFill>
                  <a:latin typeface="Courier New" panose="02070309020205020404" pitchFamily="49" charset="0"/>
                  <a:ea typeface="等线" panose="02010600030101010101" pitchFamily="2" charset="-122"/>
                  <a:cs typeface="Courier New" panose="02070309020205020404" pitchFamily="49" charset="0"/>
                </a:rPr>
                <a:t>4</a:t>
              </a:r>
              <a:r>
                <a:rPr lang="en-US" altLang="zh-CN" sz="1800" b="1" kern="100" dirty="0">
                  <a:effectLst/>
                  <a:latin typeface="Courier New" panose="02070309020205020404" pitchFamily="49" charset="0"/>
                  <a:ea typeface="等线" panose="02010600030101010101" pitchFamily="2" charset="-122"/>
                  <a:cs typeface="Courier New" panose="02070309020205020404" pitchFamily="49" charset="0"/>
                </a:rPr>
                <a:t>  3  6  14    </a:t>
              </a:r>
              <a:r>
                <a:rPr lang="en-US" altLang="zh-CN" sz="1600" b="1" kern="100" dirty="0">
                  <a:solidFill>
                    <a:srgbClr val="0070C0"/>
                  </a:solidFill>
                  <a:latin typeface="Courier New" panose="02070309020205020404" pitchFamily="49" charset="0"/>
                  <a:ea typeface="等线" panose="02010600030101010101" pitchFamily="2" charset="-122"/>
                  <a:cs typeface="Courier New" panose="02070309020205020404" pitchFamily="49" charset="0"/>
                </a:rPr>
                <a:t>4</a:t>
              </a:r>
              <a:r>
                <a:rPr lang="en-US" altLang="zh-CN" sz="1800" b="1" kern="100" dirty="0">
                  <a:effectLst/>
                  <a:latin typeface="Courier New" panose="02070309020205020404" pitchFamily="49" charset="0"/>
                  <a:ea typeface="等线" panose="02010600030101010101" pitchFamily="2" charset="-122"/>
                  <a:cs typeface="Courier New" panose="02070309020205020404" pitchFamily="49" charset="0"/>
                </a:rPr>
                <a:t>  2  5  18</a:t>
              </a:r>
              <a:endParaRPr lang="zh-CN" altLang="zh-CN" sz="2400" b="1" kern="100" dirty="0">
                <a:effectLst/>
                <a:latin typeface="Courier New" panose="02070309020205020404" pitchFamily="49" charset="0"/>
                <a:ea typeface="等线" panose="02010600030101010101" pitchFamily="2" charset="-122"/>
                <a:cs typeface="Courier New" panose="02070309020205020404" pitchFamily="49" charset="0"/>
              </a:endParaRPr>
            </a:p>
            <a:p>
              <a:pPr>
                <a:lnSpc>
                  <a:spcPts val="1800"/>
                </a:lnSpc>
                <a:buNone/>
              </a:pPr>
              <a:r>
                <a:rPr lang="en-US" altLang="zh-CN" sz="1800" b="1" kern="100" dirty="0">
                  <a:effectLst/>
                  <a:latin typeface="Courier New" panose="02070309020205020404" pitchFamily="49" charset="0"/>
                  <a:ea typeface="等线" panose="02010600030101010101" pitchFamily="2" charset="-122"/>
                  <a:cs typeface="Courier New" panose="02070309020205020404" pitchFamily="49" charset="0"/>
                </a:rPr>
                <a:t> </a:t>
              </a:r>
              <a:r>
                <a:rPr lang="en-US" altLang="zh-CN" sz="1600" b="1" kern="100" dirty="0">
                  <a:solidFill>
                    <a:srgbClr val="0070C0"/>
                  </a:solidFill>
                  <a:latin typeface="Courier New" panose="02070309020205020404" pitchFamily="49" charset="0"/>
                  <a:ea typeface="等线" panose="02010600030101010101" pitchFamily="2" charset="-122"/>
                  <a:cs typeface="Courier New" panose="02070309020205020404" pitchFamily="49" charset="0"/>
                </a:rPr>
                <a:t>5</a:t>
              </a:r>
              <a:r>
                <a:rPr lang="en-US" altLang="zh-CN" sz="1800" b="1" kern="100" dirty="0">
                  <a:effectLst/>
                  <a:latin typeface="Courier New" panose="02070309020205020404" pitchFamily="49" charset="0"/>
                  <a:ea typeface="等线" panose="02010600030101010101" pitchFamily="2" charset="-122"/>
                  <a:cs typeface="Courier New" panose="02070309020205020404" pitchFamily="49" charset="0"/>
                </a:rPr>
                <a:t>  4  3  24    </a:t>
              </a:r>
              <a:r>
                <a:rPr lang="en-US" altLang="zh-CN" sz="1600" b="1" kern="100" dirty="0">
                  <a:solidFill>
                    <a:srgbClr val="0070C0"/>
                  </a:solidFill>
                  <a:latin typeface="Courier New" panose="02070309020205020404" pitchFamily="49" charset="0"/>
                  <a:ea typeface="等线" panose="02010600030101010101" pitchFamily="2" charset="-122"/>
                  <a:cs typeface="Courier New" panose="02070309020205020404" pitchFamily="49" charset="0"/>
                </a:rPr>
                <a:t>5</a:t>
              </a:r>
              <a:r>
                <a:rPr lang="en-US" altLang="zh-CN" sz="1800" b="1" kern="100" dirty="0">
                  <a:effectLst/>
                  <a:latin typeface="Courier New" panose="02070309020205020404" pitchFamily="49" charset="0"/>
                  <a:ea typeface="等线" panose="02010600030101010101" pitchFamily="2" charset="-122"/>
                  <a:cs typeface="Courier New" panose="02070309020205020404" pitchFamily="49" charset="0"/>
                </a:rPr>
                <a:t>  3  1   9</a:t>
              </a:r>
              <a:endParaRPr lang="zh-CN" altLang="zh-CN" sz="2400" b="1" kern="100" dirty="0">
                <a:effectLst/>
                <a:latin typeface="Courier New" panose="02070309020205020404" pitchFamily="49" charset="0"/>
                <a:ea typeface="等线" panose="02010600030101010101" pitchFamily="2" charset="-122"/>
                <a:cs typeface="Courier New" panose="02070309020205020404" pitchFamily="49" charset="0"/>
              </a:endParaRPr>
            </a:p>
            <a:p>
              <a:pPr>
                <a:lnSpc>
                  <a:spcPts val="1800"/>
                </a:lnSpc>
                <a:buNone/>
              </a:pPr>
              <a:r>
                <a:rPr lang="en-US" altLang="zh-CN" sz="1800" b="1" kern="100" dirty="0">
                  <a:effectLst/>
                  <a:latin typeface="Courier New" panose="02070309020205020404" pitchFamily="49" charset="0"/>
                  <a:ea typeface="等线" panose="02010600030101010101" pitchFamily="2" charset="-122"/>
                  <a:cs typeface="Courier New" panose="02070309020205020404" pitchFamily="49" charset="0"/>
                </a:rPr>
                <a:t> </a:t>
              </a:r>
              <a:r>
                <a:rPr lang="en-US" altLang="zh-CN" sz="1600" b="1" kern="100" dirty="0">
                  <a:solidFill>
                    <a:srgbClr val="0070C0"/>
                  </a:solidFill>
                  <a:latin typeface="Courier New" panose="02070309020205020404" pitchFamily="49" charset="0"/>
                  <a:ea typeface="等线" panose="02010600030101010101" pitchFamily="2" charset="-122"/>
                  <a:cs typeface="Courier New" panose="02070309020205020404" pitchFamily="49" charset="0"/>
                </a:rPr>
                <a:t>6</a:t>
              </a:r>
              <a:r>
                <a:rPr lang="en-US" altLang="zh-CN" sz="1800" b="1" kern="100" dirty="0">
                  <a:effectLst/>
                  <a:latin typeface="Courier New" panose="02070309020205020404" pitchFamily="49" charset="0"/>
                  <a:ea typeface="等线" panose="02010600030101010101" pitchFamily="2" charset="-122"/>
                  <a:cs typeface="Courier New" panose="02070309020205020404" pitchFamily="49" charset="0"/>
                </a:rPr>
                <a:t>  5  2  18    </a:t>
              </a:r>
              <a:r>
                <a:rPr lang="en-US" altLang="zh-CN" sz="1600" b="1" kern="100" dirty="0">
                  <a:solidFill>
                    <a:srgbClr val="0070C0"/>
                  </a:solidFill>
                  <a:latin typeface="Courier New" panose="02070309020205020404" pitchFamily="49" charset="0"/>
                  <a:ea typeface="等线" panose="02010600030101010101" pitchFamily="2" charset="-122"/>
                  <a:cs typeface="Courier New" panose="02070309020205020404" pitchFamily="49" charset="0"/>
                </a:rPr>
                <a:t>6</a:t>
              </a:r>
              <a:r>
                <a:rPr lang="en-US" altLang="zh-CN" sz="1800" b="1" kern="100" dirty="0">
                  <a:effectLst/>
                  <a:latin typeface="Courier New" panose="02070309020205020404" pitchFamily="49" charset="0"/>
                  <a:ea typeface="等线" panose="02010600030101010101" pitchFamily="2" charset="-122"/>
                  <a:cs typeface="Courier New" panose="02070309020205020404" pitchFamily="49" charset="0"/>
                </a:rPr>
                <a:t>  3  4  24</a:t>
              </a:r>
              <a:endParaRPr lang="zh-CN" altLang="zh-CN" sz="2400" b="1" kern="100" dirty="0">
                <a:effectLst/>
                <a:latin typeface="Courier New" panose="02070309020205020404" pitchFamily="49" charset="0"/>
                <a:ea typeface="等线" panose="02010600030101010101" pitchFamily="2" charset="-122"/>
                <a:cs typeface="Courier New" panose="02070309020205020404" pitchFamily="49" charset="0"/>
              </a:endParaRPr>
            </a:p>
            <a:p>
              <a:pPr>
                <a:lnSpc>
                  <a:spcPts val="1800"/>
                </a:lnSpc>
                <a:buNone/>
              </a:pPr>
              <a:r>
                <a:rPr lang="en-US" altLang="zh-CN" sz="1800" b="1" kern="100" dirty="0">
                  <a:effectLst/>
                  <a:latin typeface="Courier New" panose="02070309020205020404" pitchFamily="49" charset="0"/>
                  <a:ea typeface="等线" panose="02010600030101010101" pitchFamily="2" charset="-122"/>
                  <a:cs typeface="Courier New" panose="02070309020205020404" pitchFamily="49" charset="0"/>
                </a:rPr>
                <a:t> </a:t>
              </a:r>
              <a:r>
                <a:rPr lang="en-US" altLang="zh-CN" sz="1600" b="1" kern="100" dirty="0">
                  <a:solidFill>
                    <a:srgbClr val="0070C0"/>
                  </a:solidFill>
                  <a:latin typeface="Courier New" panose="02070309020205020404" pitchFamily="49" charset="0"/>
                  <a:ea typeface="等线" panose="02010600030101010101" pitchFamily="2" charset="-122"/>
                  <a:cs typeface="Courier New" panose="02070309020205020404" pitchFamily="49" charset="0"/>
                </a:rPr>
                <a:t>7</a:t>
              </a:r>
              <a:r>
                <a:rPr lang="en-US" altLang="zh-CN" sz="1800" b="1" kern="100" dirty="0">
                  <a:effectLst/>
                  <a:latin typeface="Courier New" panose="02070309020205020404" pitchFamily="49" charset="0"/>
                  <a:ea typeface="等线" panose="02010600030101010101" pitchFamily="2" charset="-122"/>
                  <a:cs typeface="Courier New" panose="02070309020205020404" pitchFamily="49" charset="0"/>
                </a:rPr>
                <a:t>  6  1  15    </a:t>
              </a:r>
              <a:r>
                <a:rPr lang="en-US" altLang="zh-CN" sz="1600" b="1" kern="100" dirty="0">
                  <a:solidFill>
                    <a:srgbClr val="0070C0"/>
                  </a:solidFill>
                  <a:latin typeface="Courier New" panose="02070309020205020404" pitchFamily="49" charset="0"/>
                  <a:ea typeface="等线" panose="02010600030101010101" pitchFamily="2" charset="-122"/>
                  <a:cs typeface="Courier New" panose="02070309020205020404" pitchFamily="49" charset="0"/>
                </a:rPr>
                <a:t>7</a:t>
              </a:r>
              <a:r>
                <a:rPr lang="en-US" altLang="zh-CN" sz="1800" b="1" kern="100" dirty="0">
                  <a:effectLst/>
                  <a:latin typeface="Courier New" panose="02070309020205020404" pitchFamily="49" charset="0"/>
                  <a:ea typeface="等线" panose="02010600030101010101" pitchFamily="2" charset="-122"/>
                  <a:cs typeface="Courier New" panose="02070309020205020404" pitchFamily="49" charset="0"/>
                </a:rPr>
                <a:t>  4  6  -7</a:t>
              </a:r>
              <a:endParaRPr lang="zh-CN" altLang="zh-CN" sz="2400" b="1" kern="100" dirty="0">
                <a:effectLst/>
                <a:latin typeface="Courier New" panose="02070309020205020404" pitchFamily="49" charset="0"/>
                <a:ea typeface="等线" panose="02010600030101010101" pitchFamily="2" charset="-122"/>
                <a:cs typeface="Courier New" panose="02070309020205020404" pitchFamily="49" charset="0"/>
              </a:endParaRPr>
            </a:p>
            <a:p>
              <a:pPr>
                <a:lnSpc>
                  <a:spcPts val="1800"/>
                </a:lnSpc>
                <a:buNone/>
              </a:pPr>
              <a:r>
                <a:rPr lang="en-US" altLang="zh-CN" sz="1800" b="1" kern="100" dirty="0">
                  <a:effectLst/>
                  <a:latin typeface="Courier New" panose="02070309020205020404" pitchFamily="49" charset="0"/>
                  <a:ea typeface="等线" panose="02010600030101010101" pitchFamily="2" charset="-122"/>
                  <a:cs typeface="Courier New" panose="02070309020205020404" pitchFamily="49" charset="0"/>
                </a:rPr>
                <a:t> </a:t>
              </a:r>
              <a:r>
                <a:rPr lang="en-US" altLang="zh-CN" sz="1600" b="1" kern="100" dirty="0">
                  <a:solidFill>
                    <a:srgbClr val="0070C0"/>
                  </a:solidFill>
                  <a:latin typeface="Courier New" panose="02070309020205020404" pitchFamily="49" charset="0"/>
                  <a:ea typeface="等线" panose="02010600030101010101" pitchFamily="2" charset="-122"/>
                  <a:cs typeface="Courier New" panose="02070309020205020404" pitchFamily="49" charset="0"/>
                </a:rPr>
                <a:t>8</a:t>
              </a:r>
              <a:r>
                <a:rPr lang="en-US" altLang="zh-CN" sz="1800" b="1" kern="100" dirty="0">
                  <a:effectLst/>
                  <a:latin typeface="Courier New" panose="02070309020205020404" pitchFamily="49" charset="0"/>
                  <a:ea typeface="等线" panose="02010600030101010101" pitchFamily="2" charset="-122"/>
                  <a:cs typeface="Courier New" panose="02070309020205020404" pitchFamily="49" charset="0"/>
                </a:rPr>
                <a:t>  6  4  -7    </a:t>
              </a:r>
              <a:r>
                <a:rPr lang="en-US" altLang="zh-CN" sz="1600" b="1" kern="100" dirty="0">
                  <a:solidFill>
                    <a:srgbClr val="0070C0"/>
                  </a:solidFill>
                  <a:latin typeface="Courier New" panose="02070309020205020404" pitchFamily="49" charset="0"/>
                  <a:ea typeface="等线" panose="02010600030101010101" pitchFamily="2" charset="-122"/>
                  <a:cs typeface="Courier New" panose="02070309020205020404" pitchFamily="49" charset="0"/>
                </a:rPr>
                <a:t>8</a:t>
              </a:r>
              <a:r>
                <a:rPr lang="en-US" altLang="zh-CN" sz="1800" b="1" kern="100" dirty="0">
                  <a:effectLst/>
                  <a:latin typeface="Courier New" panose="02070309020205020404" pitchFamily="49" charset="0"/>
                  <a:ea typeface="等线" panose="02010600030101010101" pitchFamily="2" charset="-122"/>
                  <a:cs typeface="Courier New" panose="02070309020205020404" pitchFamily="49" charset="0"/>
                </a:rPr>
                <a:t>  6  3  14</a:t>
              </a:r>
              <a:endParaRPr lang="zh-CN" altLang="zh-CN" sz="2400" b="1" kern="100" dirty="0">
                <a:effectLst/>
                <a:latin typeface="Courier New" panose="02070309020205020404" pitchFamily="49" charset="0"/>
                <a:ea typeface="等线" panose="02010600030101010101" pitchFamily="2" charset="-122"/>
                <a:cs typeface="Courier New" panose="02070309020205020404" pitchFamily="49" charset="0"/>
              </a:endParaRPr>
            </a:p>
            <a:p>
              <a:pPr>
                <a:lnSpc>
                  <a:spcPts val="1400"/>
                </a:lnSpc>
                <a:buNone/>
              </a:pPr>
              <a:r>
                <a:rPr lang="en-US" altLang="zh-CN" sz="1800" b="1" kern="100" dirty="0">
                  <a:effectLst/>
                  <a:latin typeface="Courier New" panose="02070309020205020404" pitchFamily="49" charset="0"/>
                  <a:ea typeface="等线" panose="02010600030101010101" pitchFamily="2" charset="-122"/>
                  <a:cs typeface="Courier New" panose="02070309020205020404" pitchFamily="49" charset="0"/>
                </a:rPr>
                <a:t>    </a:t>
              </a:r>
              <a:r>
                <a:rPr lang="zh-CN" altLang="zh-CN" sz="1800" b="1" kern="100" dirty="0">
                  <a:effectLst/>
                  <a:latin typeface="Courier New" panose="02070309020205020404" pitchFamily="49" charset="0"/>
                  <a:ea typeface="等线" panose="02010600030101010101" pitchFamily="2" charset="-122"/>
                  <a:cs typeface="Courier New" panose="02070309020205020404" pitchFamily="49" charset="0"/>
                </a:rPr>
                <a:t>————————</a:t>
              </a:r>
              <a:r>
                <a:rPr lang="zh-CN" altLang="zh-CN" sz="1800" b="1" kern="100" dirty="0">
                  <a:effectLst/>
                  <a:latin typeface="Courier New" panose="02070309020205020404" pitchFamily="49" charset="0"/>
                  <a:ea typeface="Courier New" panose="02070309020205020404" pitchFamily="49" charset="0"/>
                  <a:cs typeface="Courier New" panose="02070309020205020404" pitchFamily="49" charset="0"/>
                </a:rPr>
                <a:t> </a:t>
              </a:r>
              <a:r>
                <a:rPr lang="en-US" altLang="zh-CN" sz="1800" b="1" kern="100" dirty="0">
                  <a:effectLst/>
                  <a:latin typeface="Courier New" panose="02070309020205020404" pitchFamily="49" charset="0"/>
                  <a:ea typeface="Courier New" panose="02070309020205020404" pitchFamily="49" charset="0"/>
                  <a:cs typeface="Courier New" panose="02070309020205020404" pitchFamily="49" charset="0"/>
                </a:rPr>
                <a:t>      </a:t>
              </a:r>
              <a:r>
                <a:rPr lang="zh-CN" altLang="zh-CN" sz="1800" b="1" kern="100" dirty="0">
                  <a:effectLst/>
                  <a:latin typeface="Courier New" panose="02070309020205020404" pitchFamily="49" charset="0"/>
                  <a:ea typeface="等线" panose="02010600030101010101" pitchFamily="2" charset="-122"/>
                  <a:cs typeface="Courier New" panose="02070309020205020404" pitchFamily="49" charset="0"/>
                </a:rPr>
                <a:t>————————</a:t>
              </a:r>
              <a:endParaRPr lang="zh-CN" altLang="zh-CN" sz="2400" b="1" kern="100" dirty="0">
                <a:effectLst/>
                <a:latin typeface="Courier New" panose="02070309020205020404" pitchFamily="49" charset="0"/>
                <a:ea typeface="等线" panose="02010600030101010101" pitchFamily="2" charset="-122"/>
                <a:cs typeface="Courier New" panose="02070309020205020404" pitchFamily="49" charset="0"/>
              </a:endParaRPr>
            </a:p>
            <a:p>
              <a:pPr>
                <a:lnSpc>
                  <a:spcPts val="1800"/>
                </a:lnSpc>
                <a:spcAft>
                  <a:spcPts val="360"/>
                </a:spcAft>
                <a:buNone/>
              </a:pPr>
              <a:r>
                <a:rPr lang="en-US" altLang="zh-CN" sz="1800" b="1" kern="100" dirty="0">
                  <a:effectLst/>
                  <a:latin typeface="Courier New" panose="02070309020205020404" pitchFamily="49" charset="0"/>
                  <a:ea typeface="等线" panose="02010600030101010101" pitchFamily="2" charset="-122"/>
                  <a:cs typeface="Courier New" panose="02070309020205020404" pitchFamily="49" charset="0"/>
                </a:rPr>
                <a:t>   </a:t>
              </a:r>
              <a:r>
                <a:rPr lang="en-US" altLang="zh-CN" sz="1800" b="1" kern="100" dirty="0">
                  <a:solidFill>
                    <a:srgbClr val="C00000"/>
                  </a:solidFill>
                  <a:effectLst>
                    <a:outerShdw blurRad="38100" dist="38100" dir="2700000" algn="tl">
                      <a:srgbClr val="000000">
                        <a:alpha val="43137"/>
                      </a:srgbClr>
                    </a:outerShdw>
                  </a:effectLst>
                  <a:latin typeface="Courier New" panose="02070309020205020404" pitchFamily="49" charset="0"/>
                  <a:ea typeface="等线" panose="02010600030101010101" pitchFamily="2" charset="-122"/>
                  <a:cs typeface="Courier New" panose="02070309020205020404" pitchFamily="49" charset="0"/>
                </a:rPr>
                <a:t>a-&gt;</a:t>
              </a:r>
              <a:r>
                <a:rPr lang="en-US" altLang="zh-CN" sz="1800" b="1" kern="100" dirty="0" err="1">
                  <a:solidFill>
                    <a:srgbClr val="C00000"/>
                  </a:solidFill>
                  <a:effectLst>
                    <a:outerShdw blurRad="38100" dist="38100" dir="2700000" algn="tl">
                      <a:srgbClr val="000000">
                        <a:alpha val="43137"/>
                      </a:srgbClr>
                    </a:outerShdw>
                  </a:effectLst>
                  <a:latin typeface="Courier New" panose="02070309020205020404" pitchFamily="49" charset="0"/>
                  <a:ea typeface="等线" panose="02010600030101010101" pitchFamily="2" charset="-122"/>
                  <a:cs typeface="Courier New" panose="02070309020205020404" pitchFamily="49" charset="0"/>
                </a:rPr>
                <a:t>nzElem</a:t>
              </a:r>
              <a:r>
                <a:rPr lang="en-US" altLang="zh-CN" sz="1800" b="1" kern="100" dirty="0">
                  <a:solidFill>
                    <a:srgbClr val="C00000"/>
                  </a:solidFill>
                  <a:effectLst>
                    <a:outerShdw blurRad="38100" dist="38100" dir="2700000" algn="tl">
                      <a:srgbClr val="000000">
                        <a:alpha val="43137"/>
                      </a:srgbClr>
                    </a:outerShdw>
                  </a:effectLst>
                  <a:latin typeface="Courier New" panose="02070309020205020404" pitchFamily="49" charset="0"/>
                  <a:ea typeface="等线" panose="02010600030101010101" pitchFamily="2" charset="-122"/>
                  <a:cs typeface="Courier New" panose="02070309020205020404" pitchFamily="49" charset="0"/>
                </a:rPr>
                <a:t>      b-&gt;</a:t>
              </a:r>
              <a:r>
                <a:rPr lang="en-US" altLang="zh-CN" sz="1800" b="1" kern="100" dirty="0" err="1">
                  <a:solidFill>
                    <a:srgbClr val="C00000"/>
                  </a:solidFill>
                  <a:effectLst>
                    <a:outerShdw blurRad="38100" dist="38100" dir="2700000" algn="tl">
                      <a:srgbClr val="000000">
                        <a:alpha val="43137"/>
                      </a:srgbClr>
                    </a:outerShdw>
                  </a:effectLst>
                  <a:latin typeface="Courier New" panose="02070309020205020404" pitchFamily="49" charset="0"/>
                  <a:ea typeface="等线" panose="02010600030101010101" pitchFamily="2" charset="-122"/>
                  <a:cs typeface="Courier New" panose="02070309020205020404" pitchFamily="49" charset="0"/>
                </a:rPr>
                <a:t>nzElem</a:t>
              </a:r>
              <a:endParaRPr lang="zh-CN" altLang="zh-CN" sz="2400" b="1" kern="100" dirty="0">
                <a:solidFill>
                  <a:srgbClr val="C00000"/>
                </a:solidFill>
                <a:effectLst>
                  <a:outerShdw blurRad="38100" dist="38100" dir="2700000" algn="tl">
                    <a:srgbClr val="000000">
                      <a:alpha val="43137"/>
                    </a:srgbClr>
                  </a:outerShdw>
                </a:effectLst>
                <a:latin typeface="Courier New" panose="02070309020205020404" pitchFamily="49" charset="0"/>
                <a:ea typeface="等线" panose="02010600030101010101" pitchFamily="2" charset="-122"/>
                <a:cs typeface="Courier New" panose="02070309020205020404" pitchFamily="49" charset="0"/>
              </a:endParaRPr>
            </a:p>
          </p:txBody>
        </p:sp>
      </p:grpSp>
      <p:grpSp>
        <p:nvGrpSpPr>
          <p:cNvPr id="21" name="组合 20">
            <a:extLst>
              <a:ext uri="{FF2B5EF4-FFF2-40B4-BE49-F238E27FC236}">
                <a16:creationId xmlns:a16="http://schemas.microsoft.com/office/drawing/2014/main" id="{CEFA238D-70FF-ABE5-AC97-9BCE8DCFE062}"/>
              </a:ext>
            </a:extLst>
          </p:cNvPr>
          <p:cNvGrpSpPr/>
          <p:nvPr/>
        </p:nvGrpSpPr>
        <p:grpSpPr>
          <a:xfrm>
            <a:off x="6798980" y="985049"/>
            <a:ext cx="2387869" cy="1974938"/>
            <a:chOff x="6793784" y="1127234"/>
            <a:chExt cx="2387869" cy="1974938"/>
          </a:xfrm>
        </p:grpSpPr>
        <p:grpSp>
          <p:nvGrpSpPr>
            <p:cNvPr id="14" name="组合 13">
              <a:extLst>
                <a:ext uri="{FF2B5EF4-FFF2-40B4-BE49-F238E27FC236}">
                  <a16:creationId xmlns:a16="http://schemas.microsoft.com/office/drawing/2014/main" id="{9E223373-F731-D418-BDBE-9379A8B5873E}"/>
                </a:ext>
              </a:extLst>
            </p:cNvPr>
            <p:cNvGrpSpPr/>
            <p:nvPr/>
          </p:nvGrpSpPr>
          <p:grpSpPr>
            <a:xfrm>
              <a:off x="6793784" y="1127234"/>
              <a:ext cx="2387869" cy="1569660"/>
              <a:chOff x="6359275" y="1440702"/>
              <a:chExt cx="2387869" cy="1569660"/>
            </a:xfrm>
          </p:grpSpPr>
          <p:sp>
            <p:nvSpPr>
              <p:cNvPr id="11" name="文本框 10">
                <a:extLst>
                  <a:ext uri="{FF2B5EF4-FFF2-40B4-BE49-F238E27FC236}">
                    <a16:creationId xmlns:a16="http://schemas.microsoft.com/office/drawing/2014/main" id="{AE94C34F-612D-536D-FD8C-45BBE3A7EBDB}"/>
                  </a:ext>
                </a:extLst>
              </p:cNvPr>
              <p:cNvSpPr txBox="1"/>
              <p:nvPr/>
            </p:nvSpPr>
            <p:spPr>
              <a:xfrm>
                <a:off x="6409061" y="1440702"/>
                <a:ext cx="2268570" cy="1569660"/>
              </a:xfrm>
              <a:prstGeom prst="rect">
                <a:avLst/>
              </a:prstGeom>
              <a:noFill/>
            </p:spPr>
            <p:txBody>
              <a:bodyPr wrap="none" rtlCol="0">
                <a:spAutoFit/>
              </a:bodyPr>
              <a:lstStyle/>
              <a:p>
                <a:r>
                  <a:rPr lang="en-US" altLang="zh-CN" sz="1600" b="1" dirty="0">
                    <a:latin typeface="+mn-ea"/>
                    <a:cs typeface="Courier New" panose="02070309020205020404" pitchFamily="49" charset="0"/>
                  </a:rPr>
                  <a:t> 0 12  9  0  0  0  0</a:t>
                </a:r>
              </a:p>
              <a:p>
                <a:r>
                  <a:rPr lang="zh-CN" altLang="en-US" sz="1600" b="1" dirty="0">
                    <a:latin typeface="+mn-ea"/>
                    <a:cs typeface="Courier New" panose="02070309020205020404" pitchFamily="49" charset="0"/>
                  </a:rPr>
                  <a:t> </a:t>
                </a:r>
                <a:r>
                  <a:rPr lang="en-US" altLang="zh-CN" sz="1600" b="1" dirty="0">
                    <a:latin typeface="+mn-ea"/>
                    <a:cs typeface="Courier New" panose="02070309020205020404" pitchFamily="49" charset="0"/>
                  </a:rPr>
                  <a:t>0  0  0  0  0  0  0</a:t>
                </a:r>
              </a:p>
              <a:p>
                <a:r>
                  <a:rPr lang="en-US" altLang="zh-CN" sz="1600" b="1" dirty="0">
                    <a:latin typeface="+mn-ea"/>
                    <a:cs typeface="Courier New" panose="02070309020205020404" pitchFamily="49" charset="0"/>
                  </a:rPr>
                  <a:t>-3  0  0  0  0 14  0</a:t>
                </a:r>
              </a:p>
              <a:p>
                <a:r>
                  <a:rPr lang="en-US" altLang="zh-CN" sz="1600" b="1" dirty="0">
                    <a:latin typeface="+mn-ea"/>
                    <a:cs typeface="Courier New" panose="02070309020205020404" pitchFamily="49" charset="0"/>
                  </a:rPr>
                  <a:t> 0  0 24  0  0  0  0</a:t>
                </a:r>
              </a:p>
              <a:p>
                <a:r>
                  <a:rPr lang="en-US" altLang="zh-CN" sz="1600" b="1" dirty="0">
                    <a:latin typeface="+mn-ea"/>
                    <a:cs typeface="Courier New" panose="02070309020205020404" pitchFamily="49" charset="0"/>
                  </a:rPr>
                  <a:t> 0 18  0  0  0  0  0</a:t>
                </a:r>
              </a:p>
              <a:p>
                <a:r>
                  <a:rPr lang="en-US" altLang="zh-CN" sz="1600" b="1" dirty="0">
                    <a:latin typeface="+mn-ea"/>
                    <a:cs typeface="Courier New" panose="02070309020205020404" pitchFamily="49" charset="0"/>
                  </a:rPr>
                  <a:t>15  0  0 -7  0  0  0</a:t>
                </a:r>
                <a:endParaRPr lang="zh-CN" altLang="en-US" sz="1600" b="1" dirty="0">
                  <a:latin typeface="+mn-ea"/>
                  <a:cs typeface="Courier New" panose="02070309020205020404" pitchFamily="49" charset="0"/>
                </a:endParaRPr>
              </a:p>
            </p:txBody>
          </p:sp>
          <p:sp>
            <p:nvSpPr>
              <p:cNvPr id="12" name="左中括号 11">
                <a:extLst>
                  <a:ext uri="{FF2B5EF4-FFF2-40B4-BE49-F238E27FC236}">
                    <a16:creationId xmlns:a16="http://schemas.microsoft.com/office/drawing/2014/main" id="{D0CF9C70-E893-8FDB-86AD-82C2F1CF3A4F}"/>
                  </a:ext>
                </a:extLst>
              </p:cNvPr>
              <p:cNvSpPr/>
              <p:nvPr/>
            </p:nvSpPr>
            <p:spPr>
              <a:xfrm>
                <a:off x="6359275" y="1508032"/>
                <a:ext cx="109365" cy="1488156"/>
              </a:xfrm>
              <a:prstGeom prst="leftBracket">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zh-CN" altLang="en-US" sz="1600" b="1"/>
              </a:p>
            </p:txBody>
          </p:sp>
          <p:sp>
            <p:nvSpPr>
              <p:cNvPr id="13" name="左中括号 12">
                <a:extLst>
                  <a:ext uri="{FF2B5EF4-FFF2-40B4-BE49-F238E27FC236}">
                    <a16:creationId xmlns:a16="http://schemas.microsoft.com/office/drawing/2014/main" id="{F5A7D92E-BFB7-D76C-49EE-A1EC5E4034CE}"/>
                  </a:ext>
                </a:extLst>
              </p:cNvPr>
              <p:cNvSpPr/>
              <p:nvPr/>
            </p:nvSpPr>
            <p:spPr>
              <a:xfrm rot="10800000">
                <a:off x="8608118" y="1497274"/>
                <a:ext cx="139026" cy="1498914"/>
              </a:xfrm>
              <a:prstGeom prst="leftBracket">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zh-CN" altLang="en-US" sz="1600" b="1"/>
              </a:p>
            </p:txBody>
          </p:sp>
        </p:grpSp>
        <p:sp>
          <p:nvSpPr>
            <p:cNvPr id="19" name="文本框 18">
              <a:extLst>
                <a:ext uri="{FF2B5EF4-FFF2-40B4-BE49-F238E27FC236}">
                  <a16:creationId xmlns:a16="http://schemas.microsoft.com/office/drawing/2014/main" id="{A36D11FF-153E-FE01-EEDF-A39BDCC09ECF}"/>
                </a:ext>
              </a:extLst>
            </p:cNvPr>
            <p:cNvSpPr txBox="1"/>
            <p:nvPr/>
          </p:nvSpPr>
          <p:spPr>
            <a:xfrm>
              <a:off x="7776149" y="2732840"/>
              <a:ext cx="403411" cy="369332"/>
            </a:xfrm>
            <a:prstGeom prst="rect">
              <a:avLst/>
            </a:prstGeom>
            <a:noFill/>
          </p:spPr>
          <p:txBody>
            <a:bodyPr wrap="square" rtlCol="0">
              <a:spAutoFit/>
            </a:bodyPr>
            <a:lstStyle/>
            <a:p>
              <a:r>
                <a:rPr lang="en-US" altLang="zh-CN" b="1" dirty="0">
                  <a:effectLst>
                    <a:outerShdw blurRad="38100" dist="38100" dir="2700000" algn="tl">
                      <a:srgbClr val="000000">
                        <a:alpha val="43137"/>
                      </a:srgbClr>
                    </a:outerShdw>
                  </a:effectLst>
                </a:rPr>
                <a:t>M</a:t>
              </a:r>
              <a:endParaRPr lang="zh-CN" altLang="en-US" b="1" dirty="0">
                <a:effectLst>
                  <a:outerShdw blurRad="38100" dist="38100" dir="2700000" algn="tl">
                    <a:srgbClr val="000000">
                      <a:alpha val="43137"/>
                    </a:srgbClr>
                  </a:outerShdw>
                </a:effectLst>
              </a:endParaRPr>
            </a:p>
          </p:txBody>
        </p:sp>
      </p:grpSp>
      <p:grpSp>
        <p:nvGrpSpPr>
          <p:cNvPr id="22" name="组合 21">
            <a:extLst>
              <a:ext uri="{FF2B5EF4-FFF2-40B4-BE49-F238E27FC236}">
                <a16:creationId xmlns:a16="http://schemas.microsoft.com/office/drawing/2014/main" id="{4AE81995-E227-7F0F-8C38-78DB1FF35711}"/>
              </a:ext>
            </a:extLst>
          </p:cNvPr>
          <p:cNvGrpSpPr/>
          <p:nvPr/>
        </p:nvGrpSpPr>
        <p:grpSpPr>
          <a:xfrm>
            <a:off x="9573215" y="771442"/>
            <a:ext cx="2075284" cy="2188545"/>
            <a:chOff x="9568019" y="932500"/>
            <a:chExt cx="2075284" cy="2188545"/>
          </a:xfrm>
        </p:grpSpPr>
        <p:grpSp>
          <p:nvGrpSpPr>
            <p:cNvPr id="15" name="组合 14">
              <a:extLst>
                <a:ext uri="{FF2B5EF4-FFF2-40B4-BE49-F238E27FC236}">
                  <a16:creationId xmlns:a16="http://schemas.microsoft.com/office/drawing/2014/main" id="{0C78B73C-03C6-B8C3-C078-2EE74B73BE33}"/>
                </a:ext>
              </a:extLst>
            </p:cNvPr>
            <p:cNvGrpSpPr/>
            <p:nvPr/>
          </p:nvGrpSpPr>
          <p:grpSpPr>
            <a:xfrm>
              <a:off x="9568019" y="932500"/>
              <a:ext cx="2075284" cy="1815882"/>
              <a:chOff x="6359275" y="1440702"/>
              <a:chExt cx="2075284" cy="1815882"/>
            </a:xfrm>
          </p:grpSpPr>
          <p:sp>
            <p:nvSpPr>
              <p:cNvPr id="16" name="文本框 15">
                <a:extLst>
                  <a:ext uri="{FF2B5EF4-FFF2-40B4-BE49-F238E27FC236}">
                    <a16:creationId xmlns:a16="http://schemas.microsoft.com/office/drawing/2014/main" id="{406BDC36-31D5-E0E3-6D07-1D2F940A5F84}"/>
                  </a:ext>
                </a:extLst>
              </p:cNvPr>
              <p:cNvSpPr txBox="1"/>
              <p:nvPr/>
            </p:nvSpPr>
            <p:spPr>
              <a:xfrm>
                <a:off x="6409061" y="1440702"/>
                <a:ext cx="1955985" cy="1815882"/>
              </a:xfrm>
              <a:prstGeom prst="rect">
                <a:avLst/>
              </a:prstGeom>
              <a:noFill/>
            </p:spPr>
            <p:txBody>
              <a:bodyPr wrap="none" rtlCol="0">
                <a:spAutoFit/>
              </a:bodyPr>
              <a:lstStyle/>
              <a:p>
                <a:r>
                  <a:rPr lang="en-US" altLang="zh-CN" sz="1600" b="1" dirty="0">
                    <a:latin typeface="+mn-ea"/>
                    <a:cs typeface="Courier New" panose="02070309020205020404" pitchFamily="49" charset="0"/>
                  </a:rPr>
                  <a:t> 0  0 -3  0  0 15</a:t>
                </a:r>
              </a:p>
              <a:p>
                <a:r>
                  <a:rPr lang="en-US" altLang="zh-CN" sz="1600" b="1" dirty="0">
                    <a:latin typeface="+mn-ea"/>
                    <a:cs typeface="Courier New" panose="02070309020205020404" pitchFamily="49" charset="0"/>
                  </a:rPr>
                  <a:t>12  0  0  0 18  0</a:t>
                </a:r>
              </a:p>
              <a:p>
                <a:r>
                  <a:rPr lang="en-US" altLang="zh-CN" sz="1600" b="1" dirty="0">
                    <a:latin typeface="+mn-ea"/>
                    <a:cs typeface="Courier New" panose="02070309020205020404" pitchFamily="49" charset="0"/>
                  </a:rPr>
                  <a:t> 9  0  0 24  0  0</a:t>
                </a:r>
              </a:p>
              <a:p>
                <a:r>
                  <a:rPr lang="en-US" altLang="zh-CN" sz="1600" b="1" dirty="0">
                    <a:latin typeface="+mn-ea"/>
                    <a:cs typeface="Courier New" panose="02070309020205020404" pitchFamily="49" charset="0"/>
                  </a:rPr>
                  <a:t> 0  0  0  0  0 -7</a:t>
                </a:r>
              </a:p>
              <a:p>
                <a:r>
                  <a:rPr lang="en-US" altLang="zh-CN" sz="1600" b="1" dirty="0">
                    <a:latin typeface="+mn-ea"/>
                    <a:cs typeface="Courier New" panose="02070309020205020404" pitchFamily="49" charset="0"/>
                  </a:rPr>
                  <a:t> 0  0  0  0  0  0</a:t>
                </a:r>
              </a:p>
              <a:p>
                <a:r>
                  <a:rPr lang="en-US" altLang="zh-CN" sz="1600" b="1" dirty="0">
                    <a:latin typeface="+mn-ea"/>
                    <a:cs typeface="Courier New" panose="02070309020205020404" pitchFamily="49" charset="0"/>
                  </a:rPr>
                  <a:t> 0  0 14  0  0  0</a:t>
                </a:r>
              </a:p>
              <a:p>
                <a:r>
                  <a:rPr lang="en-US" altLang="zh-CN" sz="1600" b="1" dirty="0">
                    <a:latin typeface="+mn-ea"/>
                    <a:cs typeface="Courier New" panose="02070309020205020404" pitchFamily="49" charset="0"/>
                  </a:rPr>
                  <a:t>15  0  0 -7  0  0</a:t>
                </a:r>
                <a:endParaRPr lang="zh-CN" altLang="en-US" sz="1600" b="1" dirty="0">
                  <a:latin typeface="+mn-ea"/>
                  <a:cs typeface="Courier New" panose="02070309020205020404" pitchFamily="49" charset="0"/>
                </a:endParaRPr>
              </a:p>
            </p:txBody>
          </p:sp>
          <p:sp>
            <p:nvSpPr>
              <p:cNvPr id="17" name="左中括号 16">
                <a:extLst>
                  <a:ext uri="{FF2B5EF4-FFF2-40B4-BE49-F238E27FC236}">
                    <a16:creationId xmlns:a16="http://schemas.microsoft.com/office/drawing/2014/main" id="{951DC8F1-D107-F4D9-50C1-AF5F12B0A981}"/>
                  </a:ext>
                </a:extLst>
              </p:cNvPr>
              <p:cNvSpPr/>
              <p:nvPr/>
            </p:nvSpPr>
            <p:spPr>
              <a:xfrm>
                <a:off x="6359275" y="1508031"/>
                <a:ext cx="119299" cy="1701163"/>
              </a:xfrm>
              <a:prstGeom prst="leftBracket">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zh-CN" altLang="en-US" sz="1600" b="1"/>
              </a:p>
            </p:txBody>
          </p:sp>
          <p:sp>
            <p:nvSpPr>
              <p:cNvPr id="18" name="左中括号 17">
                <a:extLst>
                  <a:ext uri="{FF2B5EF4-FFF2-40B4-BE49-F238E27FC236}">
                    <a16:creationId xmlns:a16="http://schemas.microsoft.com/office/drawing/2014/main" id="{2DD6A663-D5D5-0418-0784-8D70358FD88F}"/>
                  </a:ext>
                </a:extLst>
              </p:cNvPr>
              <p:cNvSpPr/>
              <p:nvPr/>
            </p:nvSpPr>
            <p:spPr>
              <a:xfrm rot="10800000">
                <a:off x="8275044" y="1508031"/>
                <a:ext cx="159515" cy="1697065"/>
              </a:xfrm>
              <a:prstGeom prst="leftBracket">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zh-CN" altLang="en-US" sz="1600" b="1"/>
              </a:p>
            </p:txBody>
          </p:sp>
        </p:grpSp>
        <p:sp>
          <p:nvSpPr>
            <p:cNvPr id="20" name="文本框 19">
              <a:extLst>
                <a:ext uri="{FF2B5EF4-FFF2-40B4-BE49-F238E27FC236}">
                  <a16:creationId xmlns:a16="http://schemas.microsoft.com/office/drawing/2014/main" id="{D15A545C-9CE5-A867-CD7D-B34AE6D45266}"/>
                </a:ext>
              </a:extLst>
            </p:cNvPr>
            <p:cNvSpPr txBox="1"/>
            <p:nvPr/>
          </p:nvSpPr>
          <p:spPr>
            <a:xfrm>
              <a:off x="10504844" y="2751713"/>
              <a:ext cx="403411" cy="369332"/>
            </a:xfrm>
            <a:prstGeom prst="rect">
              <a:avLst/>
            </a:prstGeom>
            <a:noFill/>
          </p:spPr>
          <p:txBody>
            <a:bodyPr wrap="square" rtlCol="0">
              <a:spAutoFit/>
            </a:bodyPr>
            <a:lstStyle/>
            <a:p>
              <a:r>
                <a:rPr lang="en-US" altLang="zh-CN" b="1" dirty="0">
                  <a:effectLst>
                    <a:outerShdw blurRad="38100" dist="38100" dir="2700000" algn="tl">
                      <a:srgbClr val="000000">
                        <a:alpha val="43137"/>
                      </a:srgbClr>
                    </a:outerShdw>
                  </a:effectLst>
                </a:rPr>
                <a:t>T</a:t>
              </a:r>
              <a:endParaRPr lang="zh-CN" altLang="en-US" b="1" dirty="0">
                <a:effectLst>
                  <a:outerShdw blurRad="38100" dist="38100" dir="2700000" algn="tl">
                    <a:srgbClr val="000000">
                      <a:alpha val="43137"/>
                    </a:srgbClr>
                  </a:outerShdw>
                </a:effectLst>
              </a:endParaRPr>
            </a:p>
          </p:txBody>
        </p:sp>
      </p:grpSp>
      <p:sp>
        <p:nvSpPr>
          <p:cNvPr id="24" name="文本框 23">
            <a:extLst>
              <a:ext uri="{FF2B5EF4-FFF2-40B4-BE49-F238E27FC236}">
                <a16:creationId xmlns:a16="http://schemas.microsoft.com/office/drawing/2014/main" id="{31E6033F-B11A-A4D5-45AC-CA8A1DFFE75E}"/>
              </a:ext>
            </a:extLst>
          </p:cNvPr>
          <p:cNvSpPr txBox="1"/>
          <p:nvPr/>
        </p:nvSpPr>
        <p:spPr>
          <a:xfrm>
            <a:off x="7391330" y="2915145"/>
            <a:ext cx="4123509" cy="338554"/>
          </a:xfrm>
          <a:prstGeom prst="rect">
            <a:avLst/>
          </a:prstGeom>
          <a:noFill/>
        </p:spPr>
        <p:txBody>
          <a:bodyPr wrap="square">
            <a:spAutoFit/>
          </a:bodyPr>
          <a:lstStyle/>
          <a:p>
            <a:r>
              <a:rPr lang="zh-CN" altLang="zh-CN" sz="1600" b="1" kern="100" dirty="0">
                <a:effectLst/>
                <a:latin typeface="黑体" panose="02010609060101010101" pitchFamily="49" charset="-122"/>
                <a:ea typeface="黑体" panose="02010609060101010101" pitchFamily="49" charset="-122"/>
                <a:cs typeface="Times New Roman" panose="02020603050405020304" pitchFamily="18" charset="0"/>
              </a:rPr>
              <a:t>图</a:t>
            </a:r>
            <a:r>
              <a:rPr lang="en-US" altLang="zh-CN" sz="1600" b="1" kern="100" dirty="0">
                <a:effectLst/>
                <a:latin typeface="黑体" panose="02010609060101010101" pitchFamily="49" charset="-122"/>
                <a:ea typeface="黑体" panose="02010609060101010101" pitchFamily="49" charset="-122"/>
                <a:cs typeface="Times New Roman" panose="02020603050405020304" pitchFamily="18" charset="0"/>
              </a:rPr>
              <a:t>5.5   </a:t>
            </a:r>
            <a:r>
              <a:rPr lang="zh-CN" altLang="en-US" sz="1600" b="1" kern="100" dirty="0">
                <a:effectLst>
                  <a:outerShdw blurRad="38100" dist="38100" dir="2700000" algn="tl">
                    <a:srgbClr val="000000">
                      <a:alpha val="43137"/>
                    </a:srgbClr>
                  </a:outerShdw>
                </a:effectLst>
                <a:latin typeface="+mn-ea"/>
                <a:cs typeface="Times New Roman" panose="02020603050405020304" pitchFamily="18" charset="0"/>
              </a:rPr>
              <a:t>稀疏</a:t>
            </a:r>
            <a:r>
              <a:rPr lang="zh-CN" altLang="zh-CN" sz="1600" b="1" kern="100" dirty="0">
                <a:effectLst>
                  <a:outerShdw blurRad="38100" dist="38100" dir="2700000" algn="tl">
                    <a:srgbClr val="000000">
                      <a:alpha val="43137"/>
                    </a:srgbClr>
                  </a:outerShdw>
                </a:effectLst>
                <a:latin typeface="+mn-ea"/>
                <a:cs typeface="Times New Roman" panose="02020603050405020304" pitchFamily="18" charset="0"/>
              </a:rPr>
              <a:t>矩阵</a:t>
            </a:r>
            <a:r>
              <a:rPr lang="en-US" altLang="zh-CN" sz="1600" b="1" kern="100" dirty="0">
                <a:effectLst>
                  <a:outerShdw blurRad="38100" dist="38100" dir="2700000" algn="tl">
                    <a:srgbClr val="000000">
                      <a:alpha val="43137"/>
                    </a:srgbClr>
                  </a:outerShdw>
                </a:effectLst>
                <a:cs typeface="Times New Roman" panose="02020603050405020304" pitchFamily="18" charset="0"/>
              </a:rPr>
              <a:t>M</a:t>
            </a:r>
            <a:r>
              <a:rPr lang="zh-CN" altLang="zh-CN" sz="1600" b="1" kern="100" dirty="0">
                <a:effectLst/>
                <a:latin typeface="+mn-ea"/>
                <a:cs typeface="Times New Roman" panose="02020603050405020304" pitchFamily="18" charset="0"/>
              </a:rPr>
              <a:t>和</a:t>
            </a:r>
            <a:r>
              <a:rPr lang="en-US" altLang="zh-CN" sz="1600" b="1" kern="100" dirty="0">
                <a:effectLst>
                  <a:outerShdw blurRad="38100" dist="38100" dir="2700000" algn="tl">
                    <a:srgbClr val="000000">
                      <a:alpha val="43137"/>
                    </a:srgbClr>
                  </a:outerShdw>
                </a:effectLst>
                <a:cs typeface="Times New Roman" panose="02020603050405020304" pitchFamily="18" charset="0"/>
              </a:rPr>
              <a:t>T——</a:t>
            </a:r>
            <a:r>
              <a:rPr lang="zh-CN" altLang="en-US" sz="1600" b="1" kern="100" dirty="0">
                <a:cs typeface="Times New Roman" panose="02020603050405020304" pitchFamily="18" charset="0"/>
              </a:rPr>
              <a:t>互为</a:t>
            </a:r>
            <a:r>
              <a:rPr lang="zh-CN" altLang="en-US" sz="1600" b="1" kern="100" dirty="0">
                <a:effectLst>
                  <a:outerShdw blurRad="38100" dist="38100" dir="2700000" algn="tl">
                    <a:srgbClr val="000000">
                      <a:alpha val="43137"/>
                    </a:srgbClr>
                  </a:outerShdw>
                </a:effectLst>
                <a:cs typeface="Times New Roman" panose="02020603050405020304" pitchFamily="18" charset="0"/>
              </a:rPr>
              <a:t>转置矩阵</a:t>
            </a:r>
            <a:endParaRPr lang="zh-CN" altLang="en-US" sz="1600" b="1" dirty="0">
              <a:effectLst>
                <a:outerShdw blurRad="38100" dist="38100" dir="2700000" algn="tl">
                  <a:srgbClr val="000000">
                    <a:alpha val="43137"/>
                  </a:srgbClr>
                </a:outerShdw>
              </a:effectLst>
            </a:endParaRPr>
          </a:p>
        </p:txBody>
      </p:sp>
      <p:sp>
        <p:nvSpPr>
          <p:cNvPr id="25" name="文本框 24">
            <a:extLst>
              <a:ext uri="{FF2B5EF4-FFF2-40B4-BE49-F238E27FC236}">
                <a16:creationId xmlns:a16="http://schemas.microsoft.com/office/drawing/2014/main" id="{7F8FFEE3-3F45-DFB4-2F1F-DB2433F5167A}"/>
              </a:ext>
            </a:extLst>
          </p:cNvPr>
          <p:cNvSpPr txBox="1"/>
          <p:nvPr/>
        </p:nvSpPr>
        <p:spPr>
          <a:xfrm>
            <a:off x="7373207" y="6148404"/>
            <a:ext cx="4123509" cy="400110"/>
          </a:xfrm>
          <a:prstGeom prst="rect">
            <a:avLst/>
          </a:prstGeom>
          <a:noFill/>
        </p:spPr>
        <p:txBody>
          <a:bodyPr wrap="square">
            <a:spAutoFit/>
          </a:bodyPr>
          <a:lstStyle/>
          <a:p>
            <a:r>
              <a:rPr lang="zh-CN" altLang="en-US" sz="1600" b="1" kern="100" dirty="0">
                <a:effectLst>
                  <a:outerShdw blurRad="38100" dist="38100" dir="2700000" algn="tl">
                    <a:srgbClr val="000000">
                      <a:alpha val="43137"/>
                    </a:srgbClr>
                  </a:outerShdw>
                </a:effectLst>
                <a:latin typeface="+mn-ea"/>
                <a:cs typeface="Times New Roman" panose="02020603050405020304" pitchFamily="18" charset="0"/>
              </a:rPr>
              <a:t>稀疏</a:t>
            </a:r>
            <a:r>
              <a:rPr lang="zh-CN" altLang="zh-CN" sz="1600" b="1" kern="100" dirty="0">
                <a:effectLst>
                  <a:outerShdw blurRad="38100" dist="38100" dir="2700000" algn="tl">
                    <a:srgbClr val="000000">
                      <a:alpha val="43137"/>
                    </a:srgbClr>
                  </a:outerShdw>
                </a:effectLst>
                <a:latin typeface="+mn-ea"/>
                <a:cs typeface="Times New Roman" panose="02020603050405020304" pitchFamily="18" charset="0"/>
              </a:rPr>
              <a:t>矩阵</a:t>
            </a:r>
            <a:r>
              <a:rPr lang="en-US" altLang="zh-CN" sz="1600" b="1" kern="100" dirty="0">
                <a:effectLst>
                  <a:outerShdw blurRad="38100" dist="38100" dir="2700000" algn="tl">
                    <a:srgbClr val="000000">
                      <a:alpha val="43137"/>
                    </a:srgbClr>
                  </a:outerShdw>
                </a:effectLst>
                <a:cs typeface="Times New Roman" panose="02020603050405020304" pitchFamily="18" charset="0"/>
              </a:rPr>
              <a:t>M</a:t>
            </a:r>
            <a:r>
              <a:rPr lang="zh-CN" altLang="zh-CN" sz="1600" b="1" kern="100" dirty="0">
                <a:effectLst/>
                <a:latin typeface="+mn-ea"/>
                <a:cs typeface="Times New Roman" panose="02020603050405020304" pitchFamily="18" charset="0"/>
              </a:rPr>
              <a:t>和</a:t>
            </a:r>
            <a:r>
              <a:rPr lang="en-US" altLang="zh-CN" sz="1600" b="1" kern="100" dirty="0">
                <a:effectLst>
                  <a:outerShdw blurRad="38100" dist="38100" dir="2700000" algn="tl">
                    <a:srgbClr val="000000">
                      <a:alpha val="43137"/>
                    </a:srgbClr>
                  </a:outerShdw>
                </a:effectLst>
                <a:cs typeface="Times New Roman" panose="02020603050405020304" pitchFamily="18" charset="0"/>
              </a:rPr>
              <a:t>T</a:t>
            </a:r>
            <a:r>
              <a:rPr lang="zh-CN" altLang="en-US" sz="1600" b="1" kern="100" dirty="0">
                <a:cs typeface="Times New Roman" panose="02020603050405020304" pitchFamily="18" charset="0"/>
              </a:rPr>
              <a:t>分别存储为</a:t>
            </a:r>
            <a:r>
              <a:rPr lang="zh-CN" altLang="en-US" sz="1600" b="1" kern="100" dirty="0">
                <a:effectLst>
                  <a:outerShdw blurRad="38100" dist="38100" dir="2700000" algn="tl">
                    <a:srgbClr val="000000">
                      <a:alpha val="43137"/>
                    </a:srgbClr>
                  </a:outerShdw>
                </a:effectLst>
                <a:cs typeface="Times New Roman" panose="02020603050405020304" pitchFamily="18" charset="0"/>
              </a:rPr>
              <a:t>三元组表</a:t>
            </a:r>
            <a:r>
              <a:rPr lang="en-US" altLang="zh-CN" sz="2000" b="1" kern="100" dirty="0">
                <a:solidFill>
                  <a:srgbClr val="C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a:t>
            </a:r>
            <a:r>
              <a:rPr lang="zh-CN" altLang="en-US" sz="1600" b="1" kern="100" dirty="0">
                <a:cs typeface="Times New Roman" panose="02020603050405020304" pitchFamily="18" charset="0"/>
              </a:rPr>
              <a:t>和</a:t>
            </a:r>
            <a:r>
              <a:rPr lang="en-US" altLang="zh-CN" sz="2000" b="1" kern="100" dirty="0">
                <a:solidFill>
                  <a:srgbClr val="C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b</a:t>
            </a:r>
            <a:endParaRPr lang="zh-CN" altLang="en-US" sz="2000" b="1" dirty="0">
              <a:solidFill>
                <a:srgbClr val="C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335607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1"/>
                                        </p:tgtEl>
                                        <p:attrNameLst>
                                          <p:attrName>style.visibility</p:attrName>
                                        </p:attrNameLst>
                                      </p:cBhvr>
                                      <p:to>
                                        <p:strVal val="visible"/>
                                      </p:to>
                                    </p:set>
                                    <p:animEffect transition="in" filter="fade">
                                      <p:cBhvr>
                                        <p:cTn id="14" dur="1000"/>
                                        <p:tgtEl>
                                          <p:spTgt spid="21"/>
                                        </p:tgtEl>
                                      </p:cBhvr>
                                    </p:animEffect>
                                    <p:anim calcmode="lin" valueType="num">
                                      <p:cBhvr>
                                        <p:cTn id="15" dur="1000" fill="hold"/>
                                        <p:tgtEl>
                                          <p:spTgt spid="21"/>
                                        </p:tgtEl>
                                        <p:attrNameLst>
                                          <p:attrName>ppt_x</p:attrName>
                                        </p:attrNameLst>
                                      </p:cBhvr>
                                      <p:tavLst>
                                        <p:tav tm="0">
                                          <p:val>
                                            <p:strVal val="#ppt_x"/>
                                          </p:val>
                                        </p:tav>
                                        <p:tav tm="100000">
                                          <p:val>
                                            <p:strVal val="#ppt_x"/>
                                          </p:val>
                                        </p:tav>
                                      </p:tavLst>
                                    </p:anim>
                                    <p:anim calcmode="lin" valueType="num">
                                      <p:cBhvr>
                                        <p:cTn id="16" dur="1000" fill="hold"/>
                                        <p:tgtEl>
                                          <p:spTgt spid="21"/>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22"/>
                                        </p:tgtEl>
                                        <p:attrNameLst>
                                          <p:attrName>style.visibility</p:attrName>
                                        </p:attrNameLst>
                                      </p:cBhvr>
                                      <p:to>
                                        <p:strVal val="visible"/>
                                      </p:to>
                                    </p:set>
                                    <p:animEffect transition="in" filter="fade">
                                      <p:cBhvr>
                                        <p:cTn id="19" dur="1000"/>
                                        <p:tgtEl>
                                          <p:spTgt spid="22"/>
                                        </p:tgtEl>
                                      </p:cBhvr>
                                    </p:animEffect>
                                    <p:anim calcmode="lin" valueType="num">
                                      <p:cBhvr>
                                        <p:cTn id="20" dur="1000" fill="hold"/>
                                        <p:tgtEl>
                                          <p:spTgt spid="22"/>
                                        </p:tgtEl>
                                        <p:attrNameLst>
                                          <p:attrName>ppt_x</p:attrName>
                                        </p:attrNameLst>
                                      </p:cBhvr>
                                      <p:tavLst>
                                        <p:tav tm="0">
                                          <p:val>
                                            <p:strVal val="#ppt_x"/>
                                          </p:val>
                                        </p:tav>
                                        <p:tav tm="100000">
                                          <p:val>
                                            <p:strVal val="#ppt_x"/>
                                          </p:val>
                                        </p:tav>
                                      </p:tavLst>
                                    </p:anim>
                                    <p:anim calcmode="lin" valueType="num">
                                      <p:cBhvr>
                                        <p:cTn id="21" dur="1000" fill="hold"/>
                                        <p:tgtEl>
                                          <p:spTgt spid="22"/>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24"/>
                                        </p:tgtEl>
                                        <p:attrNameLst>
                                          <p:attrName>style.visibility</p:attrName>
                                        </p:attrNameLst>
                                      </p:cBhvr>
                                      <p:to>
                                        <p:strVal val="visible"/>
                                      </p:to>
                                    </p:set>
                                    <p:animEffect transition="in" filter="fade">
                                      <p:cBhvr>
                                        <p:cTn id="24" dur="1000"/>
                                        <p:tgtEl>
                                          <p:spTgt spid="24"/>
                                        </p:tgtEl>
                                      </p:cBhvr>
                                    </p:animEffect>
                                    <p:anim calcmode="lin" valueType="num">
                                      <p:cBhvr>
                                        <p:cTn id="25" dur="1000" fill="hold"/>
                                        <p:tgtEl>
                                          <p:spTgt spid="24"/>
                                        </p:tgtEl>
                                        <p:attrNameLst>
                                          <p:attrName>ppt_x</p:attrName>
                                        </p:attrNameLst>
                                      </p:cBhvr>
                                      <p:tavLst>
                                        <p:tav tm="0">
                                          <p:val>
                                            <p:strVal val="#ppt_x"/>
                                          </p:val>
                                        </p:tav>
                                        <p:tav tm="100000">
                                          <p:val>
                                            <p:strVal val="#ppt_x"/>
                                          </p:val>
                                        </p:tav>
                                      </p:tavLst>
                                    </p:anim>
                                    <p:anim calcmode="lin" valueType="num">
                                      <p:cBhvr>
                                        <p:cTn id="26" dur="1000" fill="hold"/>
                                        <p:tgtEl>
                                          <p:spTgt spid="24"/>
                                        </p:tgtEl>
                                        <p:attrNameLst>
                                          <p:attrName>ppt_y</p:attrName>
                                        </p:attrNameLst>
                                      </p:cBhvr>
                                      <p:tavLst>
                                        <p:tav tm="0">
                                          <p:val>
                                            <p:strVal val="#ppt_y+.1"/>
                                          </p:val>
                                        </p:tav>
                                        <p:tav tm="100000">
                                          <p:val>
                                            <p:strVal val="#ppt_y"/>
                                          </p:val>
                                        </p:tav>
                                      </p:tavLst>
                                    </p:anim>
                                  </p:childTnLst>
                                </p:cTn>
                              </p:par>
                            </p:childTnLst>
                          </p:cTn>
                        </p:par>
                        <p:par>
                          <p:cTn id="27" fill="hold">
                            <p:stCondLst>
                              <p:cond delay="1000"/>
                            </p:stCondLst>
                            <p:childTnLst>
                              <p:par>
                                <p:cTn id="28" presetID="42" presetClass="entr" presetSubtype="0" fill="hold" grpId="0" nodeType="afterEffect">
                                  <p:stCondLst>
                                    <p:cond delay="0"/>
                                  </p:stCondLst>
                                  <p:childTnLst>
                                    <p:set>
                                      <p:cBhvr>
                                        <p:cTn id="29" dur="1" fill="hold">
                                          <p:stCondLst>
                                            <p:cond delay="0"/>
                                          </p:stCondLst>
                                        </p:cTn>
                                        <p:tgtEl>
                                          <p:spTgt spid="4">
                                            <p:txEl>
                                              <p:pRg st="1" end="1"/>
                                            </p:txEl>
                                          </p:spTgt>
                                        </p:tgtEl>
                                        <p:attrNameLst>
                                          <p:attrName>style.visibility</p:attrName>
                                        </p:attrNameLst>
                                      </p:cBhvr>
                                      <p:to>
                                        <p:strVal val="visible"/>
                                      </p:to>
                                    </p:set>
                                    <p:animEffect transition="in" filter="fade">
                                      <p:cBhvr>
                                        <p:cTn id="30" dur="1000"/>
                                        <p:tgtEl>
                                          <p:spTgt spid="4">
                                            <p:txEl>
                                              <p:pRg st="1" end="1"/>
                                            </p:txEl>
                                          </p:spTgt>
                                        </p:tgtEl>
                                      </p:cBhvr>
                                    </p:animEffect>
                                    <p:anim calcmode="lin" valueType="num">
                                      <p:cBhvr>
                                        <p:cTn id="31"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32"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42" presetClass="entr" presetSubtype="0" fill="hold" grpId="0" nodeType="clickEffect">
                                  <p:stCondLst>
                                    <p:cond delay="0"/>
                                  </p:stCondLst>
                                  <p:childTnLst>
                                    <p:set>
                                      <p:cBhvr>
                                        <p:cTn id="36" dur="1" fill="hold">
                                          <p:stCondLst>
                                            <p:cond delay="0"/>
                                          </p:stCondLst>
                                        </p:cTn>
                                        <p:tgtEl>
                                          <p:spTgt spid="2"/>
                                        </p:tgtEl>
                                        <p:attrNameLst>
                                          <p:attrName>style.visibility</p:attrName>
                                        </p:attrNameLst>
                                      </p:cBhvr>
                                      <p:to>
                                        <p:strVal val="visible"/>
                                      </p:to>
                                    </p:set>
                                    <p:animEffect transition="in" filter="fade">
                                      <p:cBhvr>
                                        <p:cTn id="37" dur="1000"/>
                                        <p:tgtEl>
                                          <p:spTgt spid="2"/>
                                        </p:tgtEl>
                                      </p:cBhvr>
                                    </p:animEffect>
                                    <p:anim calcmode="lin" valueType="num">
                                      <p:cBhvr>
                                        <p:cTn id="38" dur="1000" fill="hold"/>
                                        <p:tgtEl>
                                          <p:spTgt spid="2"/>
                                        </p:tgtEl>
                                        <p:attrNameLst>
                                          <p:attrName>ppt_x</p:attrName>
                                        </p:attrNameLst>
                                      </p:cBhvr>
                                      <p:tavLst>
                                        <p:tav tm="0">
                                          <p:val>
                                            <p:strVal val="#ppt_x"/>
                                          </p:val>
                                        </p:tav>
                                        <p:tav tm="100000">
                                          <p:val>
                                            <p:strVal val="#ppt_x"/>
                                          </p:val>
                                        </p:tav>
                                      </p:tavLst>
                                    </p:anim>
                                    <p:anim calcmode="lin" valueType="num">
                                      <p:cBhvr>
                                        <p:cTn id="39" dur="1000" fill="hold"/>
                                        <p:tgtEl>
                                          <p:spTgt spid="2"/>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0"/>
                                  </p:stCondLst>
                                  <p:childTnLst>
                                    <p:set>
                                      <p:cBhvr>
                                        <p:cTn id="41" dur="1" fill="hold">
                                          <p:stCondLst>
                                            <p:cond delay="0"/>
                                          </p:stCondLst>
                                        </p:cTn>
                                        <p:tgtEl>
                                          <p:spTgt spid="26"/>
                                        </p:tgtEl>
                                        <p:attrNameLst>
                                          <p:attrName>style.visibility</p:attrName>
                                        </p:attrNameLst>
                                      </p:cBhvr>
                                      <p:to>
                                        <p:strVal val="visible"/>
                                      </p:to>
                                    </p:set>
                                    <p:animEffect transition="in" filter="fade">
                                      <p:cBhvr>
                                        <p:cTn id="42" dur="1000"/>
                                        <p:tgtEl>
                                          <p:spTgt spid="26"/>
                                        </p:tgtEl>
                                      </p:cBhvr>
                                    </p:animEffect>
                                    <p:anim calcmode="lin" valueType="num">
                                      <p:cBhvr>
                                        <p:cTn id="43" dur="1000" fill="hold"/>
                                        <p:tgtEl>
                                          <p:spTgt spid="26"/>
                                        </p:tgtEl>
                                        <p:attrNameLst>
                                          <p:attrName>ppt_x</p:attrName>
                                        </p:attrNameLst>
                                      </p:cBhvr>
                                      <p:tavLst>
                                        <p:tav tm="0">
                                          <p:val>
                                            <p:strVal val="#ppt_x"/>
                                          </p:val>
                                        </p:tav>
                                        <p:tav tm="100000">
                                          <p:val>
                                            <p:strVal val="#ppt_x"/>
                                          </p:val>
                                        </p:tav>
                                      </p:tavLst>
                                    </p:anim>
                                    <p:anim calcmode="lin" valueType="num">
                                      <p:cBhvr>
                                        <p:cTn id="44" dur="1000" fill="hold"/>
                                        <p:tgtEl>
                                          <p:spTgt spid="26"/>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0"/>
                                  </p:stCondLst>
                                  <p:childTnLst>
                                    <p:set>
                                      <p:cBhvr>
                                        <p:cTn id="46" dur="1" fill="hold">
                                          <p:stCondLst>
                                            <p:cond delay="0"/>
                                          </p:stCondLst>
                                        </p:cTn>
                                        <p:tgtEl>
                                          <p:spTgt spid="25"/>
                                        </p:tgtEl>
                                        <p:attrNameLst>
                                          <p:attrName>style.visibility</p:attrName>
                                        </p:attrNameLst>
                                      </p:cBhvr>
                                      <p:to>
                                        <p:strVal val="visible"/>
                                      </p:to>
                                    </p:set>
                                    <p:animEffect transition="in" filter="fade">
                                      <p:cBhvr>
                                        <p:cTn id="47" dur="1000"/>
                                        <p:tgtEl>
                                          <p:spTgt spid="25"/>
                                        </p:tgtEl>
                                      </p:cBhvr>
                                    </p:animEffect>
                                    <p:anim calcmode="lin" valueType="num">
                                      <p:cBhvr>
                                        <p:cTn id="48" dur="1000" fill="hold"/>
                                        <p:tgtEl>
                                          <p:spTgt spid="25"/>
                                        </p:tgtEl>
                                        <p:attrNameLst>
                                          <p:attrName>ppt_x</p:attrName>
                                        </p:attrNameLst>
                                      </p:cBhvr>
                                      <p:tavLst>
                                        <p:tav tm="0">
                                          <p:val>
                                            <p:strVal val="#ppt_x"/>
                                          </p:val>
                                        </p:tav>
                                        <p:tav tm="100000">
                                          <p:val>
                                            <p:strVal val="#ppt_x"/>
                                          </p:val>
                                        </p:tav>
                                      </p:tavLst>
                                    </p:anim>
                                    <p:anim calcmode="lin" valueType="num">
                                      <p:cBhvr>
                                        <p:cTn id="49" dur="1000" fill="hold"/>
                                        <p:tgtEl>
                                          <p:spTgt spid="25"/>
                                        </p:tgtEl>
                                        <p:attrNameLst>
                                          <p:attrName>ppt_y</p:attrName>
                                        </p:attrNameLst>
                                      </p:cBhvr>
                                      <p:tavLst>
                                        <p:tav tm="0">
                                          <p:val>
                                            <p:strVal val="#ppt_y+.1"/>
                                          </p:val>
                                        </p:tav>
                                        <p:tav tm="100000">
                                          <p:val>
                                            <p:strVal val="#ppt_y"/>
                                          </p:val>
                                        </p:tav>
                                      </p:tavLst>
                                    </p:anim>
                                  </p:childTnLst>
                                </p:cTn>
                              </p:par>
                            </p:childTnLst>
                          </p:cTn>
                        </p:par>
                        <p:par>
                          <p:cTn id="50" fill="hold">
                            <p:stCondLst>
                              <p:cond delay="1000"/>
                            </p:stCondLst>
                            <p:childTnLst>
                              <p:par>
                                <p:cTn id="51" presetID="42" presetClass="entr" presetSubtype="0" fill="hold" grpId="0" nodeType="afterEffect">
                                  <p:stCondLst>
                                    <p:cond delay="0"/>
                                  </p:stCondLst>
                                  <p:childTnLst>
                                    <p:set>
                                      <p:cBhvr>
                                        <p:cTn id="52" dur="1" fill="hold">
                                          <p:stCondLst>
                                            <p:cond delay="0"/>
                                          </p:stCondLst>
                                        </p:cTn>
                                        <p:tgtEl>
                                          <p:spTgt spid="4">
                                            <p:txEl>
                                              <p:pRg st="2" end="2"/>
                                            </p:txEl>
                                          </p:spTgt>
                                        </p:tgtEl>
                                        <p:attrNameLst>
                                          <p:attrName>style.visibility</p:attrName>
                                        </p:attrNameLst>
                                      </p:cBhvr>
                                      <p:to>
                                        <p:strVal val="visible"/>
                                      </p:to>
                                    </p:set>
                                    <p:animEffect transition="in" filter="fade">
                                      <p:cBhvr>
                                        <p:cTn id="53" dur="1000"/>
                                        <p:tgtEl>
                                          <p:spTgt spid="4">
                                            <p:txEl>
                                              <p:pRg st="2" end="2"/>
                                            </p:txEl>
                                          </p:spTgt>
                                        </p:tgtEl>
                                      </p:cBhvr>
                                    </p:animEffect>
                                    <p:anim calcmode="lin" valueType="num">
                                      <p:cBhvr>
                                        <p:cTn id="54"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55"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42" presetClass="entr" presetSubtype="0" fill="hold" grpId="0" nodeType="clickEffect">
                                  <p:stCondLst>
                                    <p:cond delay="0"/>
                                  </p:stCondLst>
                                  <p:childTnLst>
                                    <p:set>
                                      <p:cBhvr>
                                        <p:cTn id="59" dur="1" fill="hold">
                                          <p:stCondLst>
                                            <p:cond delay="0"/>
                                          </p:stCondLst>
                                        </p:cTn>
                                        <p:tgtEl>
                                          <p:spTgt spid="4">
                                            <p:txEl>
                                              <p:pRg st="3" end="3"/>
                                            </p:txEl>
                                          </p:spTgt>
                                        </p:tgtEl>
                                        <p:attrNameLst>
                                          <p:attrName>style.visibility</p:attrName>
                                        </p:attrNameLst>
                                      </p:cBhvr>
                                      <p:to>
                                        <p:strVal val="visible"/>
                                      </p:to>
                                    </p:set>
                                    <p:animEffect transition="in" filter="fade">
                                      <p:cBhvr>
                                        <p:cTn id="60" dur="1000"/>
                                        <p:tgtEl>
                                          <p:spTgt spid="4">
                                            <p:txEl>
                                              <p:pRg st="3" end="3"/>
                                            </p:txEl>
                                          </p:spTgt>
                                        </p:tgtEl>
                                      </p:cBhvr>
                                    </p:animEffect>
                                    <p:anim calcmode="lin" valueType="num">
                                      <p:cBhvr>
                                        <p:cTn id="61"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62"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42" presetClass="entr" presetSubtype="0" fill="hold" grpId="0" nodeType="clickEffect">
                                  <p:stCondLst>
                                    <p:cond delay="0"/>
                                  </p:stCondLst>
                                  <p:childTnLst>
                                    <p:set>
                                      <p:cBhvr>
                                        <p:cTn id="66" dur="1" fill="hold">
                                          <p:stCondLst>
                                            <p:cond delay="0"/>
                                          </p:stCondLst>
                                        </p:cTn>
                                        <p:tgtEl>
                                          <p:spTgt spid="4">
                                            <p:txEl>
                                              <p:pRg st="4" end="4"/>
                                            </p:txEl>
                                          </p:spTgt>
                                        </p:tgtEl>
                                        <p:attrNameLst>
                                          <p:attrName>style.visibility</p:attrName>
                                        </p:attrNameLst>
                                      </p:cBhvr>
                                      <p:to>
                                        <p:strVal val="visible"/>
                                      </p:to>
                                    </p:set>
                                    <p:animEffect transition="in" filter="fade">
                                      <p:cBhvr>
                                        <p:cTn id="67" dur="1000"/>
                                        <p:tgtEl>
                                          <p:spTgt spid="4">
                                            <p:txEl>
                                              <p:pRg st="4" end="4"/>
                                            </p:txEl>
                                          </p:spTgt>
                                        </p:tgtEl>
                                      </p:cBhvr>
                                    </p:animEffect>
                                    <p:anim calcmode="lin" valueType="num">
                                      <p:cBhvr>
                                        <p:cTn id="68"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69"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70" fill="hold">
                      <p:stCondLst>
                        <p:cond delay="indefinite"/>
                      </p:stCondLst>
                      <p:childTnLst>
                        <p:par>
                          <p:cTn id="71" fill="hold">
                            <p:stCondLst>
                              <p:cond delay="0"/>
                            </p:stCondLst>
                            <p:childTnLst>
                              <p:par>
                                <p:cTn id="72" presetID="42" presetClass="entr" presetSubtype="0" fill="hold" grpId="0" nodeType="clickEffect">
                                  <p:stCondLst>
                                    <p:cond delay="0"/>
                                  </p:stCondLst>
                                  <p:childTnLst>
                                    <p:set>
                                      <p:cBhvr>
                                        <p:cTn id="73" dur="1" fill="hold">
                                          <p:stCondLst>
                                            <p:cond delay="0"/>
                                          </p:stCondLst>
                                        </p:cTn>
                                        <p:tgtEl>
                                          <p:spTgt spid="4">
                                            <p:txEl>
                                              <p:pRg st="5" end="5"/>
                                            </p:txEl>
                                          </p:spTgt>
                                        </p:tgtEl>
                                        <p:attrNameLst>
                                          <p:attrName>style.visibility</p:attrName>
                                        </p:attrNameLst>
                                      </p:cBhvr>
                                      <p:to>
                                        <p:strVal val="visible"/>
                                      </p:to>
                                    </p:set>
                                    <p:animEffect transition="in" filter="fade">
                                      <p:cBhvr>
                                        <p:cTn id="74" dur="1000"/>
                                        <p:tgtEl>
                                          <p:spTgt spid="4">
                                            <p:txEl>
                                              <p:pRg st="5" end="5"/>
                                            </p:txEl>
                                          </p:spTgt>
                                        </p:tgtEl>
                                      </p:cBhvr>
                                    </p:animEffect>
                                    <p:anim calcmode="lin" valueType="num">
                                      <p:cBhvr>
                                        <p:cTn id="75"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76" dur="1000" fill="hold"/>
                                        <p:tgtEl>
                                          <p:spTgt spid="4">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77" fill="hold">
                      <p:stCondLst>
                        <p:cond delay="indefinite"/>
                      </p:stCondLst>
                      <p:childTnLst>
                        <p:par>
                          <p:cTn id="78" fill="hold">
                            <p:stCondLst>
                              <p:cond delay="0"/>
                            </p:stCondLst>
                            <p:childTnLst>
                              <p:par>
                                <p:cTn id="79" presetID="42" presetClass="entr" presetSubtype="0" fill="hold" grpId="0" nodeType="clickEffect">
                                  <p:stCondLst>
                                    <p:cond delay="0"/>
                                  </p:stCondLst>
                                  <p:childTnLst>
                                    <p:set>
                                      <p:cBhvr>
                                        <p:cTn id="80" dur="1" fill="hold">
                                          <p:stCondLst>
                                            <p:cond delay="0"/>
                                          </p:stCondLst>
                                        </p:cTn>
                                        <p:tgtEl>
                                          <p:spTgt spid="4">
                                            <p:txEl>
                                              <p:pRg st="6" end="6"/>
                                            </p:txEl>
                                          </p:spTgt>
                                        </p:tgtEl>
                                        <p:attrNameLst>
                                          <p:attrName>style.visibility</p:attrName>
                                        </p:attrNameLst>
                                      </p:cBhvr>
                                      <p:to>
                                        <p:strVal val="visible"/>
                                      </p:to>
                                    </p:set>
                                    <p:animEffect transition="in" filter="fade">
                                      <p:cBhvr>
                                        <p:cTn id="81" dur="1000"/>
                                        <p:tgtEl>
                                          <p:spTgt spid="4">
                                            <p:txEl>
                                              <p:pRg st="6" end="6"/>
                                            </p:txEl>
                                          </p:spTgt>
                                        </p:tgtEl>
                                      </p:cBhvr>
                                    </p:animEffect>
                                    <p:anim calcmode="lin" valueType="num">
                                      <p:cBhvr>
                                        <p:cTn id="82"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83" dur="1000" fill="hold"/>
                                        <p:tgtEl>
                                          <p:spTgt spid="4">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uiExpand="1" build="p"/>
      <p:bldP spid="24" grpId="0"/>
      <p:bldP spid="2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a:extLst>
              <a:ext uri="{FF2B5EF4-FFF2-40B4-BE49-F238E27FC236}">
                <a16:creationId xmlns:a16="http://schemas.microsoft.com/office/drawing/2014/main" id="{28E23786-CAEF-52C3-B8D1-19566A8CFEFC}"/>
              </a:ext>
            </a:extLst>
          </p:cNvPr>
          <p:cNvSpPr>
            <a:spLocks noGrp="1"/>
          </p:cNvSpPr>
          <p:nvPr>
            <p:ph type="sldNum" sz="quarter" idx="12"/>
          </p:nvPr>
        </p:nvSpPr>
        <p:spPr>
          <a:xfrm>
            <a:off x="9023874" y="6356970"/>
            <a:ext cx="2743200" cy="365125"/>
          </a:xfrm>
        </p:spPr>
        <p:txBody>
          <a:bodyPr/>
          <a:lstStyle/>
          <a:p>
            <a:fld id="{D7C0FE0B-717B-41AE-9FA2-CA4BF851D1C3}" type="slidenum">
              <a:rPr lang="zh-CN" altLang="en-US" smtClean="0"/>
              <a:t>13</a:t>
            </a:fld>
            <a:endParaRPr lang="zh-CN" altLang="en-US"/>
          </a:p>
        </p:txBody>
      </p:sp>
      <p:sp>
        <p:nvSpPr>
          <p:cNvPr id="4" name="文本框 3">
            <a:extLst>
              <a:ext uri="{FF2B5EF4-FFF2-40B4-BE49-F238E27FC236}">
                <a16:creationId xmlns:a16="http://schemas.microsoft.com/office/drawing/2014/main" id="{F2DAF24E-5392-1212-B467-61597CD2BD4C}"/>
              </a:ext>
            </a:extLst>
          </p:cNvPr>
          <p:cNvSpPr txBox="1"/>
          <p:nvPr/>
        </p:nvSpPr>
        <p:spPr>
          <a:xfrm>
            <a:off x="424926" y="925634"/>
            <a:ext cx="11015832" cy="1187505"/>
          </a:xfrm>
          <a:prstGeom prst="rect">
            <a:avLst/>
          </a:prstGeom>
          <a:noFill/>
        </p:spPr>
        <p:txBody>
          <a:bodyPr wrap="square">
            <a:spAutoFit/>
          </a:bodyPr>
          <a:lstStyle/>
          <a:p>
            <a:pPr algn="just">
              <a:lnSpc>
                <a:spcPct val="115000"/>
              </a:lnSpc>
              <a:spcBef>
                <a:spcPts val="600"/>
              </a:spcBef>
              <a:buNone/>
            </a:pPr>
            <a:r>
              <a:rPr lang="zh-CN" altLang="en-US" kern="100" dirty="0">
                <a:latin typeface="Times New Roman" panose="02020603050405020304" pitchFamily="18" charset="0"/>
                <a:ea typeface="宋体" panose="02010600030101010101" pitchFamily="2" charset="-122"/>
                <a:cs typeface="Times New Roman" panose="02020603050405020304" pitchFamily="18" charset="0"/>
              </a:rPr>
              <a:t>对</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b-&gt;</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nzElem</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中三元组依次在</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a-&gt;</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nzElem</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中找到相应的三元组进行转置。</a:t>
            </a:r>
            <a:r>
              <a:rPr lang="zh-CN" altLang="en-US" sz="1800" kern="100" dirty="0">
                <a:effectLst/>
                <a:latin typeface="Times New Roman" panose="02020603050405020304" pitchFamily="18" charset="0"/>
                <a:ea typeface="宋体" panose="02010600030101010101" pitchFamily="2" charset="-122"/>
                <a:cs typeface="Times New Roman" panose="02020603050405020304" pitchFamily="18" charset="0"/>
              </a:rPr>
              <a:t>即</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，按照矩阵</a:t>
            </a:r>
            <a:r>
              <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M</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的列序进行转置。</a:t>
            </a:r>
            <a:endPar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just">
              <a:lnSpc>
                <a:spcPct val="115000"/>
              </a:lnSpc>
              <a:spcBef>
                <a:spcPts val="600"/>
              </a:spcBef>
              <a:buNone/>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为了找到</a:t>
            </a:r>
            <a:r>
              <a:rPr lang="en-US"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M</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的每一列中所有的非零元素，需要对其三元组表</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a-&gt;</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nzElem</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从第一行起整个扫描一遍，</a:t>
            </a:r>
            <a:endParaRPr lang="en-US" altLang="zh-CN" sz="1800" kern="100" dirty="0">
              <a:effectLst/>
              <a:latin typeface="Times New Roman" panose="02020603050405020304" pitchFamily="18" charset="0"/>
              <a:ea typeface="宋体" panose="02010600030101010101" pitchFamily="2" charset="-122"/>
              <a:cs typeface="Times New Roman" panose="02020603050405020304" pitchFamily="18" charset="0"/>
            </a:endParaRPr>
          </a:p>
          <a:p>
            <a:pPr algn="just">
              <a:lnSpc>
                <a:spcPct val="115000"/>
              </a:lnSpc>
              <a:spcBef>
                <a:spcPts val="600"/>
              </a:spcBef>
              <a:buNone/>
            </a:pP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由于</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a-&gt;</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nzElem</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是以</a:t>
            </a:r>
            <a:r>
              <a:rPr lang="en-US" altLang="zh-CN" sz="1800" b="1" kern="100" dirty="0">
                <a:effectLst/>
                <a:latin typeface="Times New Roman" panose="02020603050405020304" pitchFamily="18" charset="0"/>
                <a:ea typeface="宋体" panose="02010600030101010101" pitchFamily="2" charset="-122"/>
                <a:cs typeface="Times New Roman" panose="02020603050405020304" pitchFamily="18" charset="0"/>
              </a:rPr>
              <a:t>M</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的行序为主序来存放每个非零元的，由此得到的恰是</a:t>
            </a:r>
            <a:r>
              <a:rPr lang="en-US" altLang="zh-CN" sz="1800" b="1" kern="100" dirty="0">
                <a:effectLst/>
                <a:latin typeface="Courier New" panose="02070309020205020404" pitchFamily="49" charset="0"/>
                <a:ea typeface="宋体" panose="02010600030101010101" pitchFamily="2" charset="-122"/>
                <a:cs typeface="Times New Roman" panose="02020603050405020304" pitchFamily="18" charset="0"/>
              </a:rPr>
              <a:t>b-&gt;</a:t>
            </a:r>
            <a:r>
              <a:rPr lang="en-US" altLang="zh-CN" sz="1800" b="1" kern="100" dirty="0" err="1">
                <a:effectLst/>
                <a:latin typeface="Courier New" panose="02070309020205020404" pitchFamily="49" charset="0"/>
                <a:ea typeface="宋体" panose="02010600030101010101" pitchFamily="2" charset="-122"/>
                <a:cs typeface="Times New Roman" panose="02020603050405020304" pitchFamily="18" charset="0"/>
              </a:rPr>
              <a:t>nzElem</a:t>
            </a:r>
            <a:r>
              <a:rPr lang="zh-CN" altLang="zh-CN" sz="1800" kern="100" dirty="0">
                <a:effectLst/>
                <a:latin typeface="Times New Roman" panose="02020603050405020304" pitchFamily="18" charset="0"/>
                <a:ea typeface="宋体" panose="02010600030101010101" pitchFamily="2" charset="-122"/>
                <a:cs typeface="Times New Roman" panose="02020603050405020304" pitchFamily="18" charset="0"/>
              </a:rPr>
              <a:t>应有的顺序。</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6" name="文本框 5">
            <a:extLst>
              <a:ext uri="{FF2B5EF4-FFF2-40B4-BE49-F238E27FC236}">
                <a16:creationId xmlns:a16="http://schemas.microsoft.com/office/drawing/2014/main" id="{658BB8F9-1CC1-F3EF-D12C-7BB3DC4664FB}"/>
              </a:ext>
            </a:extLst>
          </p:cNvPr>
          <p:cNvSpPr txBox="1"/>
          <p:nvPr/>
        </p:nvSpPr>
        <p:spPr>
          <a:xfrm>
            <a:off x="1198133" y="329012"/>
            <a:ext cx="4698708" cy="461665"/>
          </a:xfrm>
          <a:prstGeom prst="rect">
            <a:avLst/>
          </a:prstGeom>
          <a:noFill/>
        </p:spPr>
        <p:txBody>
          <a:bodyPr wrap="square">
            <a:spAutoFit/>
          </a:bodyPr>
          <a:lstStyle/>
          <a:p>
            <a:r>
              <a:rPr lang="zh-CN" altLang="zh-CN" sz="2400" b="1" kern="100" dirty="0">
                <a:solidFill>
                  <a:srgbClr val="C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400" b="1" kern="100" dirty="0">
                <a:solidFill>
                  <a:srgbClr val="C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1</a:t>
            </a:r>
            <a:r>
              <a:rPr lang="zh-CN" altLang="zh-CN" sz="2400" b="1" kern="100" dirty="0">
                <a:solidFill>
                  <a:srgbClr val="C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a:t>
            </a:r>
            <a:r>
              <a:rPr lang="zh-CN" altLang="en-US" sz="2400" b="1" kern="100" dirty="0">
                <a:solidFill>
                  <a:srgbClr val="C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算法</a:t>
            </a:r>
            <a:r>
              <a:rPr lang="en-US" altLang="zh-CN" sz="2400" b="1" kern="100" dirty="0">
                <a:solidFill>
                  <a:srgbClr val="C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5.3 </a:t>
            </a:r>
            <a:r>
              <a:rPr lang="en-US" altLang="zh-CN" sz="2400" b="1" kern="100" dirty="0">
                <a:solidFill>
                  <a:srgbClr val="041ABC"/>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 </a:t>
            </a:r>
            <a:r>
              <a:rPr lang="zh-CN" altLang="en-US" sz="2400" b="1" kern="100" dirty="0">
                <a:solidFill>
                  <a:srgbClr val="C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常规转置方法</a:t>
            </a:r>
            <a:endParaRPr lang="zh-CN" altLang="en-US" sz="2400" b="1" dirty="0">
              <a:solidFill>
                <a:srgbClr val="C00000"/>
              </a:solidFill>
              <a:effectLst>
                <a:outerShdw blurRad="38100" dist="38100" dir="2700000" algn="tl">
                  <a:srgbClr val="000000">
                    <a:alpha val="43137"/>
                  </a:srgbClr>
                </a:outerShdw>
              </a:effectLst>
            </a:endParaRPr>
          </a:p>
        </p:txBody>
      </p:sp>
      <p:sp>
        <p:nvSpPr>
          <p:cNvPr id="8" name="文本框 7">
            <a:extLst>
              <a:ext uri="{FF2B5EF4-FFF2-40B4-BE49-F238E27FC236}">
                <a16:creationId xmlns:a16="http://schemas.microsoft.com/office/drawing/2014/main" id="{A7EC2FFA-1D3E-198B-0D19-A19F0129B797}"/>
              </a:ext>
            </a:extLst>
          </p:cNvPr>
          <p:cNvSpPr txBox="1"/>
          <p:nvPr/>
        </p:nvSpPr>
        <p:spPr>
          <a:xfrm>
            <a:off x="268941" y="2370366"/>
            <a:ext cx="7282928" cy="4419671"/>
          </a:xfrm>
          <a:prstGeom prst="rect">
            <a:avLst/>
          </a:prstGeom>
          <a:noFill/>
        </p:spPr>
        <p:txBody>
          <a:bodyPr wrap="square">
            <a:spAutoFit/>
          </a:bodyPr>
          <a:lstStyle/>
          <a:p>
            <a:pPr algn="just">
              <a:lnSpc>
                <a:spcPct val="110000"/>
              </a:lnSpc>
              <a:spcBef>
                <a:spcPts val="360"/>
              </a:spcBef>
              <a:buNone/>
            </a:pPr>
            <a:r>
              <a:rPr lang="en-US" altLang="zh-CN" sz="1600" b="1" kern="100" dirty="0" err="1">
                <a:effectLst/>
                <a:latin typeface="Courier New" panose="02070309020205020404" pitchFamily="49" charset="0"/>
                <a:ea typeface="宋体" panose="02010600030101010101" pitchFamily="2" charset="-122"/>
                <a:cs typeface="Times New Roman" panose="02020603050405020304" pitchFamily="18" charset="0"/>
              </a:rPr>
              <a:t>TSMat</a:t>
            </a:r>
            <a:r>
              <a:rPr lang="en-US" altLang="zh-CN" sz="16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600" b="1" kern="100" dirty="0" err="1">
                <a:effectLst/>
                <a:latin typeface="Courier New" panose="02070309020205020404" pitchFamily="49" charset="0"/>
                <a:ea typeface="宋体" panose="02010600030101010101" pitchFamily="2" charset="-122"/>
                <a:cs typeface="Times New Roman" panose="02020603050405020304" pitchFamily="18" charset="0"/>
              </a:rPr>
              <a:t>TransposeTSMat</a:t>
            </a:r>
            <a:r>
              <a:rPr lang="en-US" altLang="zh-CN" sz="1600" b="1" kern="100" dirty="0">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600" b="1" kern="100" dirty="0" err="1">
                <a:effectLst/>
                <a:latin typeface="Courier New" panose="02070309020205020404" pitchFamily="49" charset="0"/>
                <a:ea typeface="宋体" panose="02010600030101010101" pitchFamily="2" charset="-122"/>
                <a:cs typeface="Times New Roman" panose="02020603050405020304" pitchFamily="18" charset="0"/>
              </a:rPr>
              <a:t>TSMat</a:t>
            </a:r>
            <a:r>
              <a:rPr lang="en-US" altLang="zh-CN" sz="1600" b="1" kern="100" dirty="0">
                <a:effectLst/>
                <a:latin typeface="Courier New" panose="02070309020205020404" pitchFamily="49" charset="0"/>
                <a:ea typeface="宋体" panose="02010600030101010101" pitchFamily="2" charset="-122"/>
                <a:cs typeface="Times New Roman" panose="02020603050405020304" pitchFamily="18" charset="0"/>
              </a:rPr>
              <a:t> M) </a:t>
            </a:r>
            <a:r>
              <a:rPr lang="en-US" altLang="zh-CN" sz="1600"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6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600" b="1" kern="100" dirty="0">
                <a:solidFill>
                  <a:schemeClr val="accent6">
                    <a:lumMod val="75000"/>
                  </a:schemeClr>
                </a:solidFill>
                <a:effectLst/>
                <a:latin typeface="Courier New" panose="02070309020205020404" pitchFamily="49" charset="0"/>
                <a:ea typeface="宋体" panose="02010600030101010101" pitchFamily="2" charset="-122"/>
                <a:cs typeface="Times New Roman" panose="02020603050405020304" pitchFamily="18" charset="0"/>
              </a:rPr>
              <a:t>// </a:t>
            </a:r>
            <a:r>
              <a:rPr lang="zh-CN" altLang="zh-CN" sz="1600" b="1" kern="100" dirty="0">
                <a:solidFill>
                  <a:schemeClr val="accent6">
                    <a:lumMod val="75000"/>
                  </a:schemeClr>
                </a:solidFill>
                <a:effectLst/>
                <a:latin typeface="Courier New" panose="02070309020205020404" pitchFamily="49" charset="0"/>
                <a:ea typeface="宋体" panose="02010600030101010101" pitchFamily="2" charset="-122"/>
                <a:cs typeface="Courier New" panose="02070309020205020404" pitchFamily="49" charset="0"/>
              </a:rPr>
              <a:t>求并返回稀疏矩阵</a:t>
            </a:r>
            <a:r>
              <a:rPr lang="en-US" altLang="zh-CN" sz="1600" b="1" kern="100" dirty="0">
                <a:solidFill>
                  <a:schemeClr val="accent6">
                    <a:lumMod val="75000"/>
                  </a:schemeClr>
                </a:solidFill>
                <a:effectLst/>
                <a:latin typeface="Courier New" panose="02070309020205020404" pitchFamily="49" charset="0"/>
                <a:ea typeface="宋体" panose="02010600030101010101" pitchFamily="2" charset="-122"/>
                <a:cs typeface="Times New Roman" panose="02020603050405020304" pitchFamily="18" charset="0"/>
              </a:rPr>
              <a:t>M</a:t>
            </a:r>
            <a:r>
              <a:rPr lang="zh-CN" altLang="zh-CN" sz="1600" b="1" kern="100" dirty="0">
                <a:solidFill>
                  <a:schemeClr val="accent6">
                    <a:lumMod val="75000"/>
                  </a:schemeClr>
                </a:solidFill>
                <a:effectLst/>
                <a:latin typeface="Courier New" panose="02070309020205020404" pitchFamily="49" charset="0"/>
                <a:ea typeface="宋体" panose="02010600030101010101" pitchFamily="2" charset="-122"/>
                <a:cs typeface="Courier New" panose="02070309020205020404" pitchFamily="49" charset="0"/>
              </a:rPr>
              <a:t>的转置矩阵</a:t>
            </a:r>
            <a:endParaRPr lang="zh-CN" altLang="zh-CN" sz="1600" b="1" kern="100" dirty="0">
              <a:solidFill>
                <a:schemeClr val="accent6">
                  <a:lumMod val="75000"/>
                </a:schemeClr>
              </a:solidFill>
              <a:effectLst/>
              <a:latin typeface="等线" panose="02010600030101010101" pitchFamily="2" charset="-122"/>
              <a:ea typeface="等线" panose="02010600030101010101" pitchFamily="2" charset="-122"/>
              <a:cs typeface="Times New Roman" panose="02020603050405020304" pitchFamily="18" charset="0"/>
            </a:endParaRPr>
          </a:p>
          <a:p>
            <a:pPr algn="just">
              <a:lnSpc>
                <a:spcPct val="110000"/>
              </a:lnSpc>
              <a:buNone/>
            </a:pPr>
            <a:r>
              <a:rPr lang="en-US" altLang="zh-CN" sz="16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600"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if</a:t>
            </a:r>
            <a:r>
              <a:rPr lang="en-US" altLang="zh-CN" sz="1600" b="1" kern="100" dirty="0">
                <a:effectLst/>
                <a:latin typeface="Courier New" panose="02070309020205020404" pitchFamily="49" charset="0"/>
                <a:ea typeface="宋体" panose="02010600030101010101" pitchFamily="2" charset="-122"/>
                <a:cs typeface="Times New Roman" panose="02020603050405020304" pitchFamily="18" charset="0"/>
              </a:rPr>
              <a:t> (!M) </a:t>
            </a:r>
            <a:r>
              <a:rPr lang="en-US" altLang="zh-CN" sz="1600"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return</a:t>
            </a:r>
            <a:r>
              <a:rPr lang="en-US" altLang="zh-CN" sz="1600" b="1" kern="100" dirty="0">
                <a:effectLst/>
                <a:latin typeface="Courier New" panose="02070309020205020404" pitchFamily="49" charset="0"/>
                <a:ea typeface="宋体" panose="02010600030101010101" pitchFamily="2" charset="-122"/>
                <a:cs typeface="Times New Roman" panose="02020603050405020304" pitchFamily="18" charset="0"/>
              </a:rPr>
              <a:t> NULL;          </a:t>
            </a:r>
            <a:r>
              <a:rPr lang="en-US" altLang="zh-CN" sz="1600"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sz="1600"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若</a:t>
            </a:r>
            <a:r>
              <a:rPr lang="en-US" altLang="zh-CN" sz="1600"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M</a:t>
            </a:r>
            <a:r>
              <a:rPr lang="zh-CN" altLang="zh-CN" sz="1600"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不存在，则返回</a:t>
            </a:r>
            <a:r>
              <a:rPr lang="en-US" altLang="zh-CN" sz="1600"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NULL</a:t>
            </a:r>
            <a:r>
              <a:rPr lang="zh-CN" altLang="zh-CN" sz="1600"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报错</a:t>
            </a:r>
          </a:p>
          <a:p>
            <a:pPr algn="just">
              <a:lnSpc>
                <a:spcPct val="110000"/>
              </a:lnSpc>
              <a:buNone/>
            </a:pPr>
            <a:r>
              <a:rPr lang="en-US" altLang="zh-CN" sz="16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600" b="1" kern="100" dirty="0" err="1">
                <a:effectLst/>
                <a:latin typeface="Courier New" panose="02070309020205020404" pitchFamily="49" charset="0"/>
                <a:ea typeface="宋体" panose="02010600030101010101" pitchFamily="2" charset="-122"/>
                <a:cs typeface="Times New Roman" panose="02020603050405020304" pitchFamily="18" charset="0"/>
              </a:rPr>
              <a:t>TSMat</a:t>
            </a:r>
            <a:r>
              <a:rPr lang="en-US" altLang="zh-CN" sz="1600" b="1" kern="100" dirty="0">
                <a:effectLst/>
                <a:latin typeface="Courier New" panose="02070309020205020404" pitchFamily="49" charset="0"/>
                <a:ea typeface="宋体" panose="02010600030101010101" pitchFamily="2" charset="-122"/>
                <a:cs typeface="Times New Roman" panose="02020603050405020304" pitchFamily="18" charset="0"/>
              </a:rPr>
              <a:t> T = </a:t>
            </a:r>
            <a:r>
              <a:rPr lang="en-US" altLang="zh-CN" sz="1600" b="1" kern="100" dirty="0" err="1">
                <a:effectLst/>
                <a:latin typeface="Courier New" panose="02070309020205020404" pitchFamily="49" charset="0"/>
                <a:ea typeface="宋体" panose="02010600030101010101" pitchFamily="2" charset="-122"/>
                <a:cs typeface="Times New Roman" panose="02020603050405020304" pitchFamily="18" charset="0"/>
              </a:rPr>
              <a:t>allocTSMat</a:t>
            </a:r>
            <a:r>
              <a:rPr lang="en-US" altLang="zh-CN" sz="1600" b="1" kern="100" dirty="0">
                <a:effectLst/>
                <a:latin typeface="Courier New" panose="02070309020205020404" pitchFamily="49" charset="0"/>
                <a:ea typeface="宋体" panose="02010600030101010101" pitchFamily="2" charset="-122"/>
                <a:cs typeface="Times New Roman" panose="02020603050405020304" pitchFamily="18" charset="0"/>
              </a:rPr>
              <a:t>(M-&gt;n, M-&gt;m, M-&gt;t);</a:t>
            </a:r>
            <a:endParaRPr lang="zh-CN" altLang="zh-CN" sz="1600" b="1"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lnSpc>
                <a:spcPct val="110000"/>
              </a:lnSpc>
              <a:buNone/>
            </a:pPr>
            <a:r>
              <a:rPr lang="en-US" altLang="zh-CN" sz="16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600"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if</a:t>
            </a:r>
            <a:r>
              <a:rPr lang="en-US" altLang="zh-CN" sz="1600" b="1" kern="100" dirty="0">
                <a:effectLst/>
                <a:latin typeface="Courier New" panose="02070309020205020404" pitchFamily="49" charset="0"/>
                <a:ea typeface="宋体" panose="02010600030101010101" pitchFamily="2" charset="-122"/>
                <a:cs typeface="Times New Roman" panose="02020603050405020304" pitchFamily="18" charset="0"/>
              </a:rPr>
              <a:t> (T-&gt;t) </a:t>
            </a:r>
            <a:r>
              <a:rPr lang="en-US" altLang="zh-CN" sz="1600"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a:t>
            </a:r>
            <a:endParaRPr lang="zh-CN" altLang="zh-CN" sz="1600"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endParaRPr>
          </a:p>
          <a:p>
            <a:pPr algn="just">
              <a:lnSpc>
                <a:spcPct val="110000"/>
              </a:lnSpc>
              <a:buNone/>
            </a:pPr>
            <a:r>
              <a:rPr lang="en-US" altLang="zh-CN" sz="16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600" b="1" kern="100" dirty="0">
                <a:latin typeface="Courier New" panose="02070309020205020404" pitchFamily="49" charset="0"/>
                <a:cs typeface="Times New Roman" panose="02020603050405020304" pitchFamily="18" charset="0"/>
              </a:rPr>
              <a:t>  </a:t>
            </a:r>
            <a:r>
              <a:rPr lang="en-US" altLang="zh-CN" sz="1600"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int</a:t>
            </a:r>
            <a:r>
              <a:rPr lang="en-US" altLang="zh-CN" sz="1600" b="1" kern="100" dirty="0">
                <a:latin typeface="Courier New" panose="02070309020205020404" pitchFamily="49" charset="0"/>
                <a:cs typeface="Times New Roman" panose="02020603050405020304" pitchFamily="18" charset="0"/>
              </a:rPr>
              <a:t> p, q=1, col;</a:t>
            </a:r>
          </a:p>
          <a:p>
            <a:pPr algn="just">
              <a:lnSpc>
                <a:spcPct val="110000"/>
              </a:lnSpc>
              <a:buNone/>
            </a:pPr>
            <a:r>
              <a:rPr lang="en-US" altLang="zh-CN" sz="16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600"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for</a:t>
            </a:r>
            <a:r>
              <a:rPr lang="en-US" altLang="zh-CN" sz="1600" b="1" kern="100" dirty="0">
                <a:effectLst/>
                <a:latin typeface="Courier New" panose="02070309020205020404" pitchFamily="49" charset="0"/>
                <a:ea typeface="宋体" panose="02010600030101010101" pitchFamily="2" charset="-122"/>
                <a:cs typeface="Times New Roman" panose="02020603050405020304" pitchFamily="18" charset="0"/>
              </a:rPr>
              <a:t> (col=1; col&lt;=M-&gt;n; ++col) </a:t>
            </a:r>
            <a:r>
              <a:rPr lang="en-US" altLang="zh-CN" sz="1600"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sz="1600"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按列号从小到复制非零元</a:t>
            </a:r>
          </a:p>
          <a:p>
            <a:pPr algn="just">
              <a:lnSpc>
                <a:spcPct val="110000"/>
              </a:lnSpc>
              <a:buNone/>
            </a:pPr>
            <a:r>
              <a:rPr lang="en-US" altLang="zh-CN" sz="16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600"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for</a:t>
            </a:r>
            <a:r>
              <a:rPr lang="en-US" altLang="zh-CN" sz="1600" b="1" kern="100" dirty="0">
                <a:effectLst/>
                <a:latin typeface="Courier New" panose="02070309020205020404" pitchFamily="49" charset="0"/>
                <a:ea typeface="宋体" panose="02010600030101010101" pitchFamily="2" charset="-122"/>
                <a:cs typeface="Times New Roman" panose="02020603050405020304" pitchFamily="18" charset="0"/>
              </a:rPr>
              <a:t> (p=1; p&lt;=M-&gt;t; ++p)     </a:t>
            </a:r>
            <a:r>
              <a:rPr lang="en-US" altLang="zh-CN" sz="1600"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sz="1600"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依次扫描三元组</a:t>
            </a:r>
          </a:p>
          <a:p>
            <a:pPr algn="just">
              <a:lnSpc>
                <a:spcPct val="110000"/>
              </a:lnSpc>
              <a:buNone/>
            </a:pPr>
            <a:r>
              <a:rPr lang="en-US" altLang="zh-CN" sz="16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600"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if</a:t>
            </a:r>
            <a:r>
              <a:rPr lang="en-US" altLang="zh-CN" sz="1600" b="1" kern="100" dirty="0">
                <a:effectLst/>
                <a:latin typeface="Courier New" panose="02070309020205020404" pitchFamily="49" charset="0"/>
                <a:ea typeface="宋体" panose="02010600030101010101" pitchFamily="2" charset="-122"/>
                <a:cs typeface="Times New Roman" panose="02020603050405020304" pitchFamily="18" charset="0"/>
              </a:rPr>
              <a:t> (M-&gt;</a:t>
            </a:r>
            <a:r>
              <a:rPr lang="en-US" altLang="zh-CN" sz="1600" b="1" kern="100" dirty="0" err="1">
                <a:effectLst/>
                <a:latin typeface="Courier New" panose="02070309020205020404" pitchFamily="49" charset="0"/>
                <a:ea typeface="宋体" panose="02010600030101010101" pitchFamily="2" charset="-122"/>
                <a:cs typeface="Times New Roman" panose="02020603050405020304" pitchFamily="18" charset="0"/>
              </a:rPr>
              <a:t>nzElem</a:t>
            </a:r>
            <a:r>
              <a:rPr lang="en-US" altLang="zh-CN" sz="1600" b="1" kern="100" dirty="0">
                <a:effectLst/>
                <a:latin typeface="Courier New" panose="02070309020205020404" pitchFamily="49" charset="0"/>
                <a:ea typeface="宋体" panose="02010600030101010101" pitchFamily="2" charset="-122"/>
                <a:cs typeface="Times New Roman" panose="02020603050405020304" pitchFamily="18" charset="0"/>
              </a:rPr>
              <a:t>[p].j == col) </a:t>
            </a:r>
            <a:r>
              <a:rPr lang="en-US" altLang="zh-CN" sz="1600"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a:t>
            </a:r>
            <a:r>
              <a:rPr lang="en-US" altLang="zh-CN" sz="16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600"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sz="1600"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若是当前列号的非零元</a:t>
            </a:r>
          </a:p>
          <a:p>
            <a:pPr algn="just">
              <a:lnSpc>
                <a:spcPct val="110000"/>
              </a:lnSpc>
              <a:buNone/>
            </a:pPr>
            <a:r>
              <a:rPr lang="en-US" altLang="zh-CN" sz="1600" b="1" kern="100" dirty="0">
                <a:effectLst/>
                <a:latin typeface="Courier New" panose="02070309020205020404" pitchFamily="49" charset="0"/>
                <a:ea typeface="宋体" panose="02010600030101010101" pitchFamily="2" charset="-122"/>
                <a:cs typeface="Times New Roman" panose="02020603050405020304" pitchFamily="18" charset="0"/>
              </a:rPr>
              <a:t>          T-&gt;</a:t>
            </a:r>
            <a:r>
              <a:rPr lang="en-US" altLang="zh-CN" sz="1600" b="1" kern="100" dirty="0" err="1">
                <a:effectLst/>
                <a:latin typeface="Courier New" panose="02070309020205020404" pitchFamily="49" charset="0"/>
                <a:ea typeface="宋体" panose="02010600030101010101" pitchFamily="2" charset="-122"/>
                <a:cs typeface="Times New Roman" panose="02020603050405020304" pitchFamily="18" charset="0"/>
              </a:rPr>
              <a:t>nzElem</a:t>
            </a:r>
            <a:r>
              <a:rPr lang="en-US" altLang="zh-CN" sz="1600" b="1" kern="100" dirty="0">
                <a:effectLst/>
                <a:latin typeface="Courier New" panose="02070309020205020404" pitchFamily="49" charset="0"/>
                <a:ea typeface="宋体" panose="02010600030101010101" pitchFamily="2" charset="-122"/>
                <a:cs typeface="Times New Roman" panose="02020603050405020304" pitchFamily="18" charset="0"/>
              </a:rPr>
              <a:t>[q].</a:t>
            </a:r>
            <a:r>
              <a:rPr lang="en-US" altLang="zh-CN" sz="1600" b="1" kern="100" dirty="0" err="1">
                <a:effectLst/>
                <a:latin typeface="Courier New" panose="02070309020205020404" pitchFamily="49" charset="0"/>
                <a:ea typeface="宋体" panose="02010600030101010101" pitchFamily="2" charset="-122"/>
                <a:cs typeface="Times New Roman" panose="02020603050405020304" pitchFamily="18" charset="0"/>
              </a:rPr>
              <a:t>i</a:t>
            </a:r>
            <a:r>
              <a:rPr lang="en-US" altLang="zh-CN" sz="1600" b="1" kern="100" dirty="0">
                <a:effectLst/>
                <a:latin typeface="Courier New" panose="02070309020205020404" pitchFamily="49" charset="0"/>
                <a:ea typeface="宋体" panose="02010600030101010101" pitchFamily="2" charset="-122"/>
                <a:cs typeface="Times New Roman" panose="02020603050405020304" pitchFamily="18" charset="0"/>
              </a:rPr>
              <a:t> = M-&gt;</a:t>
            </a:r>
            <a:r>
              <a:rPr lang="en-US" altLang="zh-CN" sz="1600" b="1" kern="100" dirty="0" err="1">
                <a:effectLst/>
                <a:latin typeface="Courier New" panose="02070309020205020404" pitchFamily="49" charset="0"/>
                <a:ea typeface="宋体" panose="02010600030101010101" pitchFamily="2" charset="-122"/>
                <a:cs typeface="Times New Roman" panose="02020603050405020304" pitchFamily="18" charset="0"/>
              </a:rPr>
              <a:t>nzElem</a:t>
            </a:r>
            <a:r>
              <a:rPr lang="en-US" altLang="zh-CN" sz="1600" b="1" kern="100" dirty="0">
                <a:effectLst/>
                <a:latin typeface="Courier New" panose="02070309020205020404" pitchFamily="49" charset="0"/>
                <a:ea typeface="宋体" panose="02010600030101010101" pitchFamily="2" charset="-122"/>
                <a:cs typeface="Times New Roman" panose="02020603050405020304" pitchFamily="18" charset="0"/>
              </a:rPr>
              <a:t>[p].j;  </a:t>
            </a:r>
            <a:r>
              <a:rPr lang="en-US" altLang="zh-CN" sz="1600"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sz="1600"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复制三元组</a:t>
            </a:r>
          </a:p>
          <a:p>
            <a:pPr algn="just">
              <a:lnSpc>
                <a:spcPct val="110000"/>
              </a:lnSpc>
              <a:buNone/>
            </a:pPr>
            <a:r>
              <a:rPr lang="en-US" altLang="zh-CN" sz="1600" b="1" kern="100" dirty="0">
                <a:effectLst/>
                <a:latin typeface="Courier New" panose="02070309020205020404" pitchFamily="49" charset="0"/>
                <a:ea typeface="宋体" panose="02010600030101010101" pitchFamily="2" charset="-122"/>
                <a:cs typeface="Times New Roman" panose="02020603050405020304" pitchFamily="18" charset="0"/>
              </a:rPr>
              <a:t>          T-&gt;</a:t>
            </a:r>
            <a:r>
              <a:rPr lang="en-US" altLang="zh-CN" sz="1600" b="1" kern="100" dirty="0" err="1">
                <a:effectLst/>
                <a:latin typeface="Courier New" panose="02070309020205020404" pitchFamily="49" charset="0"/>
                <a:ea typeface="宋体" panose="02010600030101010101" pitchFamily="2" charset="-122"/>
                <a:cs typeface="Times New Roman" panose="02020603050405020304" pitchFamily="18" charset="0"/>
              </a:rPr>
              <a:t>nzElem</a:t>
            </a:r>
            <a:r>
              <a:rPr lang="en-US" altLang="zh-CN" sz="1600" b="1" kern="100" dirty="0">
                <a:effectLst/>
                <a:latin typeface="Courier New" panose="02070309020205020404" pitchFamily="49" charset="0"/>
                <a:ea typeface="宋体" panose="02010600030101010101" pitchFamily="2" charset="-122"/>
                <a:cs typeface="Times New Roman" panose="02020603050405020304" pitchFamily="18" charset="0"/>
              </a:rPr>
              <a:t>[q].j = M-&gt;</a:t>
            </a:r>
            <a:r>
              <a:rPr lang="en-US" altLang="zh-CN" sz="1600" b="1" kern="100" dirty="0" err="1">
                <a:effectLst/>
                <a:latin typeface="Courier New" panose="02070309020205020404" pitchFamily="49" charset="0"/>
                <a:ea typeface="宋体" panose="02010600030101010101" pitchFamily="2" charset="-122"/>
                <a:cs typeface="Times New Roman" panose="02020603050405020304" pitchFamily="18" charset="0"/>
              </a:rPr>
              <a:t>nzElem</a:t>
            </a:r>
            <a:r>
              <a:rPr lang="en-US" altLang="zh-CN" sz="1600" b="1" kern="100" dirty="0">
                <a:effectLst/>
                <a:latin typeface="Courier New" panose="02070309020205020404" pitchFamily="49" charset="0"/>
                <a:ea typeface="宋体" panose="02010600030101010101" pitchFamily="2" charset="-122"/>
                <a:cs typeface="Times New Roman" panose="02020603050405020304" pitchFamily="18" charset="0"/>
              </a:rPr>
              <a:t>[p].</a:t>
            </a:r>
            <a:r>
              <a:rPr lang="en-US" altLang="zh-CN" sz="1600" b="1" kern="100" dirty="0" err="1">
                <a:effectLst/>
                <a:latin typeface="Courier New" panose="02070309020205020404" pitchFamily="49" charset="0"/>
                <a:ea typeface="宋体" panose="02010600030101010101" pitchFamily="2" charset="-122"/>
                <a:cs typeface="Times New Roman" panose="02020603050405020304" pitchFamily="18" charset="0"/>
              </a:rPr>
              <a:t>i</a:t>
            </a:r>
            <a:r>
              <a:rPr lang="en-US" altLang="zh-CN" sz="1600" b="1" kern="100" dirty="0">
                <a:effectLst/>
                <a:latin typeface="Courier New" panose="02070309020205020404" pitchFamily="49" charset="0"/>
                <a:ea typeface="宋体" panose="02010600030101010101" pitchFamily="2" charset="-122"/>
                <a:cs typeface="Times New Roman" panose="02020603050405020304" pitchFamily="18" charset="0"/>
              </a:rPr>
              <a:t>;</a:t>
            </a:r>
            <a:endParaRPr lang="zh-CN" altLang="zh-CN" sz="1600" b="1"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lnSpc>
                <a:spcPct val="110000"/>
              </a:lnSpc>
              <a:buNone/>
            </a:pPr>
            <a:r>
              <a:rPr lang="en-US" altLang="zh-CN" sz="1600" b="1" kern="100" dirty="0">
                <a:effectLst/>
                <a:latin typeface="Courier New" panose="02070309020205020404" pitchFamily="49" charset="0"/>
                <a:ea typeface="宋体" panose="02010600030101010101" pitchFamily="2" charset="-122"/>
                <a:cs typeface="Times New Roman" panose="02020603050405020304" pitchFamily="18" charset="0"/>
              </a:rPr>
              <a:t>          T-&gt;</a:t>
            </a:r>
            <a:r>
              <a:rPr lang="en-US" altLang="zh-CN" sz="1600" b="1" kern="100" dirty="0" err="1">
                <a:effectLst/>
                <a:latin typeface="Courier New" panose="02070309020205020404" pitchFamily="49" charset="0"/>
                <a:ea typeface="宋体" panose="02010600030101010101" pitchFamily="2" charset="-122"/>
                <a:cs typeface="Times New Roman" panose="02020603050405020304" pitchFamily="18" charset="0"/>
              </a:rPr>
              <a:t>nzElem</a:t>
            </a:r>
            <a:r>
              <a:rPr lang="en-US" altLang="zh-CN" sz="1600" b="1" kern="100" dirty="0">
                <a:effectLst/>
                <a:latin typeface="Courier New" panose="02070309020205020404" pitchFamily="49" charset="0"/>
                <a:ea typeface="宋体" panose="02010600030101010101" pitchFamily="2" charset="-122"/>
                <a:cs typeface="Times New Roman" panose="02020603050405020304" pitchFamily="18" charset="0"/>
              </a:rPr>
              <a:t>[q].e = M-&gt;</a:t>
            </a:r>
            <a:r>
              <a:rPr lang="en-US" altLang="zh-CN" sz="1600" b="1" kern="100" dirty="0" err="1">
                <a:effectLst/>
                <a:latin typeface="Courier New" panose="02070309020205020404" pitchFamily="49" charset="0"/>
                <a:ea typeface="宋体" panose="02010600030101010101" pitchFamily="2" charset="-122"/>
                <a:cs typeface="Times New Roman" panose="02020603050405020304" pitchFamily="18" charset="0"/>
              </a:rPr>
              <a:t>nzElem</a:t>
            </a:r>
            <a:r>
              <a:rPr lang="en-US" altLang="zh-CN" sz="1600" b="1" kern="100" dirty="0">
                <a:effectLst/>
                <a:latin typeface="Courier New" panose="02070309020205020404" pitchFamily="49" charset="0"/>
                <a:ea typeface="宋体" panose="02010600030101010101" pitchFamily="2" charset="-122"/>
                <a:cs typeface="Times New Roman" panose="02020603050405020304" pitchFamily="18" charset="0"/>
              </a:rPr>
              <a:t>[p].e;</a:t>
            </a:r>
            <a:endParaRPr lang="zh-CN" altLang="zh-CN" sz="1600" b="1"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lnSpc>
                <a:spcPct val="110000"/>
              </a:lnSpc>
              <a:buNone/>
            </a:pPr>
            <a:r>
              <a:rPr lang="en-US" altLang="zh-CN" sz="1600" b="1" kern="100" dirty="0">
                <a:effectLst/>
                <a:latin typeface="Courier New" panose="02070309020205020404" pitchFamily="49" charset="0"/>
                <a:ea typeface="宋体" panose="02010600030101010101" pitchFamily="2" charset="-122"/>
                <a:cs typeface="Times New Roman" panose="02020603050405020304" pitchFamily="18" charset="0"/>
              </a:rPr>
              <a:t>          q++; </a:t>
            </a:r>
            <a:r>
              <a:rPr lang="en-US" altLang="zh-CN" sz="1600"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q</a:t>
            </a:r>
            <a:r>
              <a:rPr lang="zh-CN" altLang="zh-CN" sz="1600"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指示转置矩阵的三元组表末尾加入位置</a:t>
            </a:r>
          </a:p>
          <a:p>
            <a:pPr algn="just">
              <a:lnSpc>
                <a:spcPct val="110000"/>
              </a:lnSpc>
              <a:buNone/>
            </a:pPr>
            <a:r>
              <a:rPr lang="en-US" altLang="zh-CN" sz="16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600"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a:t>
            </a:r>
            <a:endParaRPr lang="zh-CN" altLang="zh-CN" sz="1600"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endParaRPr>
          </a:p>
          <a:p>
            <a:pPr algn="just">
              <a:lnSpc>
                <a:spcPct val="110000"/>
              </a:lnSpc>
              <a:buNone/>
            </a:pPr>
            <a:r>
              <a:rPr lang="en-US" altLang="zh-CN" sz="16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600"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a:t>
            </a:r>
            <a:endParaRPr lang="zh-CN" altLang="zh-CN" sz="1600"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endParaRPr>
          </a:p>
          <a:p>
            <a:pPr algn="just">
              <a:lnSpc>
                <a:spcPct val="110000"/>
              </a:lnSpc>
              <a:buNone/>
            </a:pPr>
            <a:r>
              <a:rPr lang="en-US" altLang="zh-CN" sz="1600" b="1" kern="100" dirty="0">
                <a:effectLst/>
                <a:latin typeface="Courier New" panose="02070309020205020404" pitchFamily="49" charset="0"/>
                <a:ea typeface="宋体" panose="02010600030101010101" pitchFamily="2" charset="-122"/>
                <a:cs typeface="Times New Roman" panose="02020603050405020304" pitchFamily="18" charset="0"/>
              </a:rPr>
              <a:t>  </a:t>
            </a:r>
            <a:r>
              <a:rPr lang="en-US" altLang="zh-CN" sz="1600"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return</a:t>
            </a:r>
            <a:r>
              <a:rPr lang="en-US" altLang="zh-CN" sz="1600" b="1" kern="100" dirty="0">
                <a:effectLst/>
                <a:latin typeface="Courier New" panose="02070309020205020404" pitchFamily="49" charset="0"/>
                <a:ea typeface="宋体" panose="02010600030101010101" pitchFamily="2" charset="-122"/>
                <a:cs typeface="Times New Roman" panose="02020603050405020304" pitchFamily="18" charset="0"/>
              </a:rPr>
              <a:t> T;   </a:t>
            </a:r>
            <a:r>
              <a:rPr lang="en-US" altLang="zh-CN" sz="1600"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 </a:t>
            </a:r>
            <a:r>
              <a:rPr lang="zh-CN" altLang="zh-CN" sz="1600" b="1" kern="100" dirty="0">
                <a:solidFill>
                  <a:schemeClr val="accent6">
                    <a:lumMod val="75000"/>
                  </a:schemeClr>
                </a:solidFill>
                <a:latin typeface="Courier New" panose="02070309020205020404" pitchFamily="49" charset="0"/>
                <a:ea typeface="宋体" panose="02010600030101010101" pitchFamily="2" charset="-122"/>
                <a:cs typeface="Times New Roman" panose="02020603050405020304" pitchFamily="18" charset="0"/>
              </a:rPr>
              <a:t>返回转置矩阵</a:t>
            </a:r>
          </a:p>
          <a:p>
            <a:pPr algn="just">
              <a:lnSpc>
                <a:spcPct val="110000"/>
              </a:lnSpc>
              <a:buNone/>
            </a:pPr>
            <a:r>
              <a:rPr lang="en-US" altLang="zh-CN" sz="1600"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rPr>
              <a:t>}</a:t>
            </a:r>
            <a:endParaRPr lang="zh-CN" altLang="zh-CN" sz="1600" b="1" kern="100" dirty="0">
              <a:solidFill>
                <a:srgbClr val="041ABC"/>
              </a:solidFill>
              <a:effectLst>
                <a:outerShdw blurRad="38100" dist="38100" dir="2700000" algn="tl">
                  <a:srgbClr val="000000">
                    <a:alpha val="43137"/>
                  </a:srgbClr>
                </a:outerShdw>
              </a:effectLst>
              <a:latin typeface="Courier New" panose="02070309020205020404" pitchFamily="49" charset="0"/>
              <a:ea typeface="宋体" panose="02010600030101010101" pitchFamily="2" charset="-122"/>
              <a:cs typeface="Times New Roman" panose="02020603050405020304" pitchFamily="18" charset="0"/>
            </a:endParaRPr>
          </a:p>
        </p:txBody>
      </p:sp>
      <p:sp>
        <p:nvSpPr>
          <p:cNvPr id="11" name="矩形 10">
            <a:extLst>
              <a:ext uri="{FF2B5EF4-FFF2-40B4-BE49-F238E27FC236}">
                <a16:creationId xmlns:a16="http://schemas.microsoft.com/office/drawing/2014/main" id="{36882CDF-EF34-5689-383C-45169898103E}"/>
              </a:ext>
            </a:extLst>
          </p:cNvPr>
          <p:cNvSpPr/>
          <p:nvPr/>
        </p:nvSpPr>
        <p:spPr>
          <a:xfrm>
            <a:off x="8197307" y="3768262"/>
            <a:ext cx="1226372" cy="2023098"/>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6">
                  <a:lumMod val="20000"/>
                  <a:lumOff val="80000"/>
                </a:schemeClr>
              </a:solidFill>
            </a:endParaRPr>
          </a:p>
        </p:txBody>
      </p:sp>
      <p:sp>
        <p:nvSpPr>
          <p:cNvPr id="12" name="文本框 11">
            <a:extLst>
              <a:ext uri="{FF2B5EF4-FFF2-40B4-BE49-F238E27FC236}">
                <a16:creationId xmlns:a16="http://schemas.microsoft.com/office/drawing/2014/main" id="{79EEDCC2-E91B-8A9F-F798-E1E645E6BE14}"/>
              </a:ext>
            </a:extLst>
          </p:cNvPr>
          <p:cNvSpPr txBox="1"/>
          <p:nvPr/>
        </p:nvSpPr>
        <p:spPr>
          <a:xfrm>
            <a:off x="7668716" y="3429000"/>
            <a:ext cx="1896116" cy="2771271"/>
          </a:xfrm>
          <a:prstGeom prst="rect">
            <a:avLst/>
          </a:prstGeom>
          <a:noFill/>
          <a:ln>
            <a:noFill/>
          </a:ln>
        </p:spPr>
        <p:txBody>
          <a:bodyPr wrap="square">
            <a:spAutoFit/>
          </a:bodyPr>
          <a:lstStyle/>
          <a:p>
            <a:pPr>
              <a:lnSpc>
                <a:spcPts val="1800"/>
              </a:lnSpc>
              <a:spcBef>
                <a:spcPts val="360"/>
              </a:spcBef>
              <a:buNone/>
            </a:pPr>
            <a:r>
              <a:rPr lang="en-US" altLang="zh-CN" sz="1800" b="1" kern="100" dirty="0">
                <a:solidFill>
                  <a:srgbClr val="041ABC"/>
                </a:solidFill>
                <a:effectLst>
                  <a:outerShdw blurRad="38100" dist="38100" dir="2700000" algn="tl">
                    <a:srgbClr val="000000">
                      <a:alpha val="43137"/>
                    </a:srgbClr>
                  </a:outerShdw>
                </a:effectLst>
                <a:latin typeface="Courier New" panose="02070309020205020404" pitchFamily="49" charset="0"/>
                <a:ea typeface="Courier New" panose="02070309020205020404" pitchFamily="49" charset="0"/>
                <a:cs typeface="Courier New" panose="02070309020205020404" pitchFamily="49" charset="0"/>
              </a:rPr>
              <a:t>    </a:t>
            </a:r>
            <a:r>
              <a:rPr lang="en-US" altLang="zh-CN" sz="1800" b="1" kern="100" dirty="0" err="1">
                <a:solidFill>
                  <a:srgbClr val="041ABC"/>
                </a:solidFill>
                <a:effectLst>
                  <a:outerShdw blurRad="38100" dist="38100" dir="2700000" algn="tl">
                    <a:srgbClr val="000000">
                      <a:alpha val="43137"/>
                    </a:srgbClr>
                  </a:outerShdw>
                </a:effectLst>
                <a:latin typeface="Courier New" panose="02070309020205020404" pitchFamily="49" charset="0"/>
                <a:ea typeface="Courier New" panose="02070309020205020404" pitchFamily="49" charset="0"/>
                <a:cs typeface="Courier New" panose="02070309020205020404" pitchFamily="49" charset="0"/>
              </a:rPr>
              <a:t>i</a:t>
            </a:r>
            <a:r>
              <a:rPr lang="en-US" altLang="zh-CN" sz="1800" b="1" kern="100" dirty="0">
                <a:solidFill>
                  <a:srgbClr val="041ABC"/>
                </a:solidFill>
                <a:effectLst>
                  <a:outerShdw blurRad="38100" dist="38100" dir="2700000" algn="tl">
                    <a:srgbClr val="000000">
                      <a:alpha val="43137"/>
                    </a:srgbClr>
                  </a:outerShdw>
                </a:effectLst>
                <a:latin typeface="Courier New" panose="02070309020205020404" pitchFamily="49" charset="0"/>
                <a:ea typeface="Courier New" panose="02070309020205020404" pitchFamily="49" charset="0"/>
                <a:cs typeface="Courier New" panose="02070309020205020404" pitchFamily="49" charset="0"/>
              </a:rPr>
              <a:t>  j  e </a:t>
            </a:r>
            <a:endParaRPr lang="zh-CN" altLang="zh-CN" sz="2400" b="1" kern="100" dirty="0">
              <a:solidFill>
                <a:srgbClr val="041ABC"/>
              </a:solidFill>
              <a:effectLst>
                <a:outerShdw blurRad="38100" dist="38100" dir="2700000" algn="tl">
                  <a:srgbClr val="000000">
                    <a:alpha val="43137"/>
                  </a:srgbClr>
                </a:outerShdw>
              </a:effectLst>
              <a:latin typeface="Courier New" panose="02070309020205020404" pitchFamily="49" charset="0"/>
              <a:ea typeface="等线" panose="02010600030101010101" pitchFamily="2" charset="-122"/>
              <a:cs typeface="Courier New" panose="02070309020205020404" pitchFamily="49" charset="0"/>
            </a:endParaRPr>
          </a:p>
          <a:p>
            <a:pPr>
              <a:lnSpc>
                <a:spcPts val="1400"/>
              </a:lnSpc>
              <a:buNone/>
            </a:pPr>
            <a:r>
              <a:rPr lang="zh-CN" altLang="zh-CN" sz="1600" b="1" kern="100" dirty="0">
                <a:solidFill>
                  <a:srgbClr val="041ABC"/>
                </a:solidFill>
                <a:effectLst>
                  <a:outerShdw blurRad="38100" dist="38100" dir="2700000" algn="tl">
                    <a:srgbClr val="000000">
                      <a:alpha val="43137"/>
                    </a:srgbClr>
                  </a:outerShdw>
                </a:effectLst>
                <a:latin typeface="Courier New" panose="02070309020205020404" pitchFamily="49" charset="0"/>
                <a:ea typeface="等线" panose="02010600030101010101" pitchFamily="2" charset="-122"/>
                <a:cs typeface="Courier New" panose="02070309020205020404" pitchFamily="49" charset="0"/>
              </a:rPr>
              <a:t>下标</a:t>
            </a:r>
            <a:r>
              <a:rPr lang="en-US" altLang="zh-CN" sz="800" b="1" kern="100" dirty="0">
                <a:solidFill>
                  <a:srgbClr val="041ABC"/>
                </a:solidFill>
                <a:effectLst>
                  <a:outerShdw blurRad="38100" dist="38100" dir="2700000" algn="tl">
                    <a:srgbClr val="000000">
                      <a:alpha val="43137"/>
                    </a:srgbClr>
                  </a:outerShdw>
                </a:effectLst>
                <a:latin typeface="Courier New" panose="02070309020205020404" pitchFamily="49" charset="0"/>
                <a:ea typeface="等线" panose="02010600030101010101" pitchFamily="2" charset="-122"/>
                <a:cs typeface="Courier New" panose="02070309020205020404" pitchFamily="49" charset="0"/>
              </a:rPr>
              <a:t> </a:t>
            </a:r>
            <a:r>
              <a:rPr lang="zh-CN" altLang="zh-CN" sz="1800" b="1" kern="100" dirty="0">
                <a:effectLst/>
                <a:latin typeface="Courier New" panose="02070309020205020404" pitchFamily="49" charset="0"/>
                <a:ea typeface="等线" panose="02010600030101010101" pitchFamily="2" charset="-122"/>
                <a:cs typeface="Courier New" panose="02070309020205020404" pitchFamily="49" charset="0"/>
              </a:rPr>
              <a:t>————</a:t>
            </a:r>
            <a:r>
              <a:rPr lang="zh-CN" altLang="zh-CN" b="1" kern="100" dirty="0">
                <a:latin typeface="Courier New" panose="02070309020205020404" pitchFamily="49" charset="0"/>
                <a:ea typeface="等线" panose="02010600030101010101" pitchFamily="2" charset="-122"/>
                <a:cs typeface="Courier New" panose="02070309020205020404" pitchFamily="49" charset="0"/>
              </a:rPr>
              <a:t>———</a:t>
            </a:r>
            <a:r>
              <a:rPr lang="zh-CN" altLang="zh-CN" sz="1800" b="1" kern="100" dirty="0">
                <a:effectLst/>
                <a:latin typeface="Courier New" panose="02070309020205020404" pitchFamily="49" charset="0"/>
                <a:ea typeface="等线" panose="02010600030101010101" pitchFamily="2" charset="-122"/>
                <a:cs typeface="Courier New" panose="02070309020205020404" pitchFamily="49" charset="0"/>
              </a:rPr>
              <a:t>——</a:t>
            </a:r>
            <a:r>
              <a:rPr lang="en-US" altLang="zh-CN" sz="1800" b="1" kern="100" dirty="0">
                <a:effectLst/>
                <a:latin typeface="Courier New" panose="02070309020205020404" pitchFamily="49" charset="0"/>
                <a:ea typeface="等线" panose="02010600030101010101" pitchFamily="2" charset="-122"/>
                <a:cs typeface="Courier New" panose="02070309020205020404" pitchFamily="49" charset="0"/>
              </a:rPr>
              <a:t> </a:t>
            </a:r>
            <a:endParaRPr lang="zh-CN" altLang="zh-CN" sz="2400" b="1" kern="100" dirty="0">
              <a:effectLst/>
              <a:latin typeface="Courier New" panose="02070309020205020404" pitchFamily="49" charset="0"/>
              <a:ea typeface="等线" panose="02010600030101010101" pitchFamily="2" charset="-122"/>
              <a:cs typeface="Courier New" panose="02070309020205020404" pitchFamily="49" charset="0"/>
            </a:endParaRPr>
          </a:p>
          <a:p>
            <a:pPr>
              <a:lnSpc>
                <a:spcPts val="1800"/>
              </a:lnSpc>
              <a:buNone/>
            </a:pPr>
            <a:r>
              <a:rPr lang="en-US" altLang="zh-CN" sz="1800" b="1" kern="100" dirty="0">
                <a:effectLst/>
                <a:latin typeface="Courier New" panose="02070309020205020404" pitchFamily="49" charset="0"/>
                <a:ea typeface="等线" panose="02010600030101010101" pitchFamily="2" charset="-122"/>
                <a:cs typeface="Courier New" panose="02070309020205020404" pitchFamily="49" charset="0"/>
              </a:rPr>
              <a:t> </a:t>
            </a:r>
            <a:r>
              <a:rPr lang="en-US" altLang="zh-CN" sz="1600" b="1" kern="100" dirty="0">
                <a:solidFill>
                  <a:srgbClr val="0070C0"/>
                </a:solidFill>
                <a:latin typeface="Courier New" panose="02070309020205020404" pitchFamily="49" charset="0"/>
                <a:ea typeface="等线" panose="02010600030101010101" pitchFamily="2" charset="-122"/>
                <a:cs typeface="Courier New" panose="02070309020205020404" pitchFamily="49" charset="0"/>
              </a:rPr>
              <a:t>1</a:t>
            </a:r>
            <a:r>
              <a:rPr lang="en-US" altLang="zh-CN" sz="1800" b="1" kern="100" dirty="0">
                <a:effectLst/>
                <a:latin typeface="Courier New" panose="02070309020205020404" pitchFamily="49" charset="0"/>
                <a:ea typeface="等线" panose="02010600030101010101" pitchFamily="2" charset="-122"/>
                <a:cs typeface="Courier New" panose="02070309020205020404" pitchFamily="49" charset="0"/>
              </a:rPr>
              <a:t>  1  </a:t>
            </a:r>
            <a:r>
              <a:rPr lang="en-US" altLang="zh-CN" sz="1800" b="1" kern="100" dirty="0">
                <a:solidFill>
                  <a:srgbClr val="8E0000"/>
                </a:solidFill>
                <a:effectLst/>
                <a:latin typeface="Courier New" panose="02070309020205020404" pitchFamily="49" charset="0"/>
                <a:ea typeface="等线" panose="02010600030101010101" pitchFamily="2" charset="-122"/>
                <a:cs typeface="Courier New" panose="02070309020205020404" pitchFamily="49" charset="0"/>
              </a:rPr>
              <a:t>2</a:t>
            </a:r>
            <a:r>
              <a:rPr lang="en-US" altLang="zh-CN" sz="1800" b="1" kern="100" dirty="0">
                <a:effectLst/>
                <a:latin typeface="Courier New" panose="02070309020205020404" pitchFamily="49" charset="0"/>
                <a:ea typeface="等线" panose="02010600030101010101" pitchFamily="2" charset="-122"/>
                <a:cs typeface="Courier New" panose="02070309020205020404" pitchFamily="49" charset="0"/>
              </a:rPr>
              <a:t>  12  </a:t>
            </a:r>
          </a:p>
          <a:p>
            <a:pPr>
              <a:lnSpc>
                <a:spcPts val="1800"/>
              </a:lnSpc>
              <a:buNone/>
            </a:pPr>
            <a:r>
              <a:rPr lang="en-US" altLang="zh-CN" b="1" kern="100" dirty="0">
                <a:solidFill>
                  <a:srgbClr val="0070C0"/>
                </a:solidFill>
                <a:latin typeface="Courier New" panose="02070309020205020404" pitchFamily="49" charset="0"/>
                <a:ea typeface="等线" panose="02010600030101010101" pitchFamily="2" charset="-122"/>
                <a:cs typeface="Courier New" panose="02070309020205020404" pitchFamily="49" charset="0"/>
              </a:rPr>
              <a:t> </a:t>
            </a:r>
            <a:r>
              <a:rPr lang="en-US" altLang="zh-CN" sz="1600" b="1" kern="100" dirty="0">
                <a:solidFill>
                  <a:srgbClr val="0070C0"/>
                </a:solidFill>
                <a:latin typeface="Courier New" panose="02070309020205020404" pitchFamily="49" charset="0"/>
                <a:ea typeface="等线" panose="02010600030101010101" pitchFamily="2" charset="-122"/>
                <a:cs typeface="Courier New" panose="02070309020205020404" pitchFamily="49" charset="0"/>
              </a:rPr>
              <a:t>2</a:t>
            </a:r>
            <a:r>
              <a:rPr lang="en-US" altLang="zh-CN" sz="1800" b="1" kern="100" dirty="0">
                <a:effectLst/>
                <a:latin typeface="Courier New" panose="02070309020205020404" pitchFamily="49" charset="0"/>
                <a:ea typeface="等线" panose="02010600030101010101" pitchFamily="2" charset="-122"/>
                <a:cs typeface="Courier New" panose="02070309020205020404" pitchFamily="49" charset="0"/>
              </a:rPr>
              <a:t>  1  </a:t>
            </a:r>
            <a:r>
              <a:rPr lang="en-US" altLang="zh-CN" b="1" kern="100" dirty="0">
                <a:solidFill>
                  <a:srgbClr val="8E0000"/>
                </a:solidFill>
                <a:latin typeface="Courier New" panose="02070309020205020404" pitchFamily="49" charset="0"/>
                <a:ea typeface="等线" panose="02010600030101010101" pitchFamily="2" charset="-122"/>
                <a:cs typeface="Courier New" panose="02070309020205020404" pitchFamily="49" charset="0"/>
              </a:rPr>
              <a:t>3</a:t>
            </a:r>
            <a:r>
              <a:rPr lang="en-US" altLang="zh-CN" sz="1800" b="1" kern="100" dirty="0">
                <a:effectLst/>
                <a:latin typeface="Courier New" panose="02070309020205020404" pitchFamily="49" charset="0"/>
                <a:ea typeface="等线" panose="02010600030101010101" pitchFamily="2" charset="-122"/>
                <a:cs typeface="Courier New" panose="02070309020205020404" pitchFamily="49" charset="0"/>
              </a:rPr>
              <a:t>   9   </a:t>
            </a:r>
            <a:endParaRPr lang="zh-CN" altLang="zh-CN" sz="2400" b="1" kern="100" dirty="0">
              <a:effectLst/>
              <a:latin typeface="Courier New" panose="02070309020205020404" pitchFamily="49" charset="0"/>
              <a:ea typeface="等线" panose="02010600030101010101" pitchFamily="2" charset="-122"/>
              <a:cs typeface="Courier New" panose="02070309020205020404" pitchFamily="49" charset="0"/>
            </a:endParaRPr>
          </a:p>
          <a:p>
            <a:pPr>
              <a:lnSpc>
                <a:spcPts val="1800"/>
              </a:lnSpc>
              <a:buNone/>
            </a:pPr>
            <a:r>
              <a:rPr lang="en-US" altLang="zh-CN" sz="1800" b="1" kern="100" dirty="0">
                <a:effectLst/>
                <a:latin typeface="Courier New" panose="02070309020205020404" pitchFamily="49" charset="0"/>
                <a:ea typeface="等线" panose="02010600030101010101" pitchFamily="2" charset="-122"/>
                <a:cs typeface="Courier New" panose="02070309020205020404" pitchFamily="49" charset="0"/>
              </a:rPr>
              <a:t> </a:t>
            </a:r>
            <a:r>
              <a:rPr lang="en-US" altLang="zh-CN" sz="1600" b="1" kern="100" dirty="0">
                <a:solidFill>
                  <a:srgbClr val="0070C0"/>
                </a:solidFill>
                <a:latin typeface="Courier New" panose="02070309020205020404" pitchFamily="49" charset="0"/>
                <a:ea typeface="等线" panose="02010600030101010101" pitchFamily="2" charset="-122"/>
                <a:cs typeface="Courier New" panose="02070309020205020404" pitchFamily="49" charset="0"/>
              </a:rPr>
              <a:t>3</a:t>
            </a:r>
            <a:r>
              <a:rPr lang="en-US" altLang="zh-CN" sz="1800" b="1" kern="100" dirty="0">
                <a:effectLst/>
                <a:latin typeface="Courier New" panose="02070309020205020404" pitchFamily="49" charset="0"/>
                <a:ea typeface="等线" panose="02010600030101010101" pitchFamily="2" charset="-122"/>
                <a:cs typeface="Courier New" panose="02070309020205020404" pitchFamily="49" charset="0"/>
              </a:rPr>
              <a:t>  3  </a:t>
            </a:r>
            <a:r>
              <a:rPr lang="en-US" altLang="zh-CN" b="1" kern="100" dirty="0">
                <a:solidFill>
                  <a:srgbClr val="8E0000"/>
                </a:solidFill>
                <a:latin typeface="Courier New" panose="02070309020205020404" pitchFamily="49" charset="0"/>
                <a:ea typeface="等线" panose="02010600030101010101" pitchFamily="2" charset="-122"/>
                <a:cs typeface="Courier New" panose="02070309020205020404" pitchFamily="49" charset="0"/>
              </a:rPr>
              <a:t>1</a:t>
            </a:r>
            <a:r>
              <a:rPr lang="en-US" altLang="zh-CN" sz="1800" b="1" kern="100" dirty="0">
                <a:effectLst/>
                <a:latin typeface="Courier New" panose="02070309020205020404" pitchFamily="49" charset="0"/>
                <a:ea typeface="等线" panose="02010600030101010101" pitchFamily="2" charset="-122"/>
                <a:cs typeface="Courier New" panose="02070309020205020404" pitchFamily="49" charset="0"/>
              </a:rPr>
              <a:t>  -3  </a:t>
            </a:r>
            <a:endParaRPr lang="zh-CN" altLang="zh-CN" sz="2400" b="1" kern="100" dirty="0">
              <a:effectLst/>
              <a:latin typeface="Courier New" panose="02070309020205020404" pitchFamily="49" charset="0"/>
              <a:ea typeface="等线" panose="02010600030101010101" pitchFamily="2" charset="-122"/>
              <a:cs typeface="Courier New" panose="02070309020205020404" pitchFamily="49" charset="0"/>
            </a:endParaRPr>
          </a:p>
          <a:p>
            <a:pPr>
              <a:lnSpc>
                <a:spcPts val="1800"/>
              </a:lnSpc>
              <a:buNone/>
            </a:pPr>
            <a:r>
              <a:rPr lang="en-US" altLang="zh-CN" sz="1800" b="1" kern="100" dirty="0">
                <a:effectLst/>
                <a:latin typeface="Courier New" panose="02070309020205020404" pitchFamily="49" charset="0"/>
                <a:ea typeface="等线" panose="02010600030101010101" pitchFamily="2" charset="-122"/>
                <a:cs typeface="Courier New" panose="02070309020205020404" pitchFamily="49" charset="0"/>
              </a:rPr>
              <a:t> </a:t>
            </a:r>
            <a:r>
              <a:rPr lang="en-US" altLang="zh-CN" sz="1600" b="1" kern="100" dirty="0">
                <a:solidFill>
                  <a:srgbClr val="0070C0"/>
                </a:solidFill>
                <a:latin typeface="Courier New" panose="02070309020205020404" pitchFamily="49" charset="0"/>
                <a:ea typeface="等线" panose="02010600030101010101" pitchFamily="2" charset="-122"/>
                <a:cs typeface="Courier New" panose="02070309020205020404" pitchFamily="49" charset="0"/>
              </a:rPr>
              <a:t>4</a:t>
            </a:r>
            <a:r>
              <a:rPr lang="en-US" altLang="zh-CN" sz="1800" b="1" kern="100" dirty="0">
                <a:effectLst/>
                <a:latin typeface="Courier New" panose="02070309020205020404" pitchFamily="49" charset="0"/>
                <a:ea typeface="等线" panose="02010600030101010101" pitchFamily="2" charset="-122"/>
                <a:cs typeface="Courier New" panose="02070309020205020404" pitchFamily="49" charset="0"/>
              </a:rPr>
              <a:t>  3  </a:t>
            </a:r>
            <a:r>
              <a:rPr lang="en-US" altLang="zh-CN" b="1" kern="100" dirty="0">
                <a:solidFill>
                  <a:srgbClr val="8E0000"/>
                </a:solidFill>
                <a:latin typeface="Courier New" panose="02070309020205020404" pitchFamily="49" charset="0"/>
                <a:ea typeface="等线" panose="02010600030101010101" pitchFamily="2" charset="-122"/>
                <a:cs typeface="Courier New" panose="02070309020205020404" pitchFamily="49" charset="0"/>
              </a:rPr>
              <a:t>6</a:t>
            </a:r>
            <a:r>
              <a:rPr lang="en-US" altLang="zh-CN" sz="1800" b="1" kern="100" dirty="0">
                <a:effectLst/>
                <a:latin typeface="Courier New" panose="02070309020205020404" pitchFamily="49" charset="0"/>
                <a:ea typeface="等线" panose="02010600030101010101" pitchFamily="2" charset="-122"/>
                <a:cs typeface="Courier New" panose="02070309020205020404" pitchFamily="49" charset="0"/>
              </a:rPr>
              <a:t>  14  </a:t>
            </a:r>
            <a:endParaRPr lang="zh-CN" altLang="zh-CN" sz="2400" b="1" kern="100" dirty="0">
              <a:effectLst/>
              <a:latin typeface="Courier New" panose="02070309020205020404" pitchFamily="49" charset="0"/>
              <a:ea typeface="等线" panose="02010600030101010101" pitchFamily="2" charset="-122"/>
              <a:cs typeface="Courier New" panose="02070309020205020404" pitchFamily="49" charset="0"/>
            </a:endParaRPr>
          </a:p>
          <a:p>
            <a:pPr>
              <a:lnSpc>
                <a:spcPts val="1800"/>
              </a:lnSpc>
              <a:buNone/>
            </a:pPr>
            <a:r>
              <a:rPr lang="en-US" altLang="zh-CN" sz="1800" b="1" kern="100" dirty="0">
                <a:effectLst/>
                <a:latin typeface="Courier New" panose="02070309020205020404" pitchFamily="49" charset="0"/>
                <a:ea typeface="等线" panose="02010600030101010101" pitchFamily="2" charset="-122"/>
                <a:cs typeface="Courier New" panose="02070309020205020404" pitchFamily="49" charset="0"/>
              </a:rPr>
              <a:t> </a:t>
            </a:r>
            <a:r>
              <a:rPr lang="en-US" altLang="zh-CN" sz="1600" b="1" kern="100" dirty="0">
                <a:solidFill>
                  <a:srgbClr val="0070C0"/>
                </a:solidFill>
                <a:latin typeface="Courier New" panose="02070309020205020404" pitchFamily="49" charset="0"/>
                <a:ea typeface="等线" panose="02010600030101010101" pitchFamily="2" charset="-122"/>
                <a:cs typeface="Courier New" panose="02070309020205020404" pitchFamily="49" charset="0"/>
              </a:rPr>
              <a:t>5</a:t>
            </a:r>
            <a:r>
              <a:rPr lang="en-US" altLang="zh-CN" sz="1800" b="1" kern="100" dirty="0">
                <a:effectLst/>
                <a:latin typeface="Courier New" panose="02070309020205020404" pitchFamily="49" charset="0"/>
                <a:ea typeface="等线" panose="02010600030101010101" pitchFamily="2" charset="-122"/>
                <a:cs typeface="Courier New" panose="02070309020205020404" pitchFamily="49" charset="0"/>
              </a:rPr>
              <a:t>  4  </a:t>
            </a:r>
            <a:r>
              <a:rPr lang="en-US" altLang="zh-CN" b="1" kern="100" dirty="0">
                <a:solidFill>
                  <a:srgbClr val="8E0000"/>
                </a:solidFill>
                <a:latin typeface="Courier New" panose="02070309020205020404" pitchFamily="49" charset="0"/>
                <a:ea typeface="等线" panose="02010600030101010101" pitchFamily="2" charset="-122"/>
                <a:cs typeface="Courier New" panose="02070309020205020404" pitchFamily="49" charset="0"/>
              </a:rPr>
              <a:t>3</a:t>
            </a:r>
            <a:r>
              <a:rPr lang="en-US" altLang="zh-CN" sz="1800" b="1" kern="100" dirty="0">
                <a:effectLst/>
                <a:latin typeface="Courier New" panose="02070309020205020404" pitchFamily="49" charset="0"/>
                <a:ea typeface="等线" panose="02010600030101010101" pitchFamily="2" charset="-122"/>
                <a:cs typeface="Courier New" panose="02070309020205020404" pitchFamily="49" charset="0"/>
              </a:rPr>
              <a:t>  24  </a:t>
            </a:r>
            <a:endParaRPr lang="zh-CN" altLang="zh-CN" sz="2400" b="1" kern="100" dirty="0">
              <a:effectLst/>
              <a:latin typeface="Courier New" panose="02070309020205020404" pitchFamily="49" charset="0"/>
              <a:ea typeface="等线" panose="02010600030101010101" pitchFamily="2" charset="-122"/>
              <a:cs typeface="Courier New" panose="02070309020205020404" pitchFamily="49" charset="0"/>
            </a:endParaRPr>
          </a:p>
          <a:p>
            <a:pPr>
              <a:lnSpc>
                <a:spcPts val="1800"/>
              </a:lnSpc>
              <a:buNone/>
            </a:pPr>
            <a:r>
              <a:rPr lang="en-US" altLang="zh-CN" sz="1800" b="1" kern="100" dirty="0">
                <a:effectLst/>
                <a:latin typeface="Courier New" panose="02070309020205020404" pitchFamily="49" charset="0"/>
                <a:ea typeface="等线" panose="02010600030101010101" pitchFamily="2" charset="-122"/>
                <a:cs typeface="Courier New" panose="02070309020205020404" pitchFamily="49" charset="0"/>
              </a:rPr>
              <a:t> </a:t>
            </a:r>
            <a:r>
              <a:rPr lang="en-US" altLang="zh-CN" sz="1600" b="1" kern="100" dirty="0">
                <a:solidFill>
                  <a:srgbClr val="0070C0"/>
                </a:solidFill>
                <a:latin typeface="Courier New" panose="02070309020205020404" pitchFamily="49" charset="0"/>
                <a:ea typeface="等线" panose="02010600030101010101" pitchFamily="2" charset="-122"/>
                <a:cs typeface="Courier New" panose="02070309020205020404" pitchFamily="49" charset="0"/>
              </a:rPr>
              <a:t>6</a:t>
            </a:r>
            <a:r>
              <a:rPr lang="en-US" altLang="zh-CN" sz="1800" b="1" kern="100" dirty="0">
                <a:effectLst/>
                <a:latin typeface="Courier New" panose="02070309020205020404" pitchFamily="49" charset="0"/>
                <a:ea typeface="等线" panose="02010600030101010101" pitchFamily="2" charset="-122"/>
                <a:cs typeface="Courier New" panose="02070309020205020404" pitchFamily="49" charset="0"/>
              </a:rPr>
              <a:t>  5  </a:t>
            </a:r>
            <a:r>
              <a:rPr lang="en-US" altLang="zh-CN" b="1" kern="100" dirty="0">
                <a:solidFill>
                  <a:srgbClr val="8E0000"/>
                </a:solidFill>
                <a:latin typeface="Courier New" panose="02070309020205020404" pitchFamily="49" charset="0"/>
                <a:ea typeface="等线" panose="02010600030101010101" pitchFamily="2" charset="-122"/>
                <a:cs typeface="Courier New" panose="02070309020205020404" pitchFamily="49" charset="0"/>
              </a:rPr>
              <a:t>2</a:t>
            </a:r>
            <a:r>
              <a:rPr lang="en-US" altLang="zh-CN" sz="1800" b="1" kern="100" dirty="0">
                <a:effectLst/>
                <a:latin typeface="Courier New" panose="02070309020205020404" pitchFamily="49" charset="0"/>
                <a:ea typeface="等线" panose="02010600030101010101" pitchFamily="2" charset="-122"/>
                <a:cs typeface="Courier New" panose="02070309020205020404" pitchFamily="49" charset="0"/>
              </a:rPr>
              <a:t>  18  </a:t>
            </a:r>
            <a:endParaRPr lang="zh-CN" altLang="zh-CN" sz="2400" b="1" kern="100" dirty="0">
              <a:effectLst/>
              <a:latin typeface="Courier New" panose="02070309020205020404" pitchFamily="49" charset="0"/>
              <a:ea typeface="等线" panose="02010600030101010101" pitchFamily="2" charset="-122"/>
              <a:cs typeface="Courier New" panose="02070309020205020404" pitchFamily="49" charset="0"/>
            </a:endParaRPr>
          </a:p>
          <a:p>
            <a:pPr>
              <a:lnSpc>
                <a:spcPts val="1800"/>
              </a:lnSpc>
              <a:buNone/>
            </a:pPr>
            <a:r>
              <a:rPr lang="en-US" altLang="zh-CN" sz="1800" b="1" kern="100" dirty="0">
                <a:effectLst/>
                <a:latin typeface="Courier New" panose="02070309020205020404" pitchFamily="49" charset="0"/>
                <a:ea typeface="等线" panose="02010600030101010101" pitchFamily="2" charset="-122"/>
                <a:cs typeface="Courier New" panose="02070309020205020404" pitchFamily="49" charset="0"/>
              </a:rPr>
              <a:t> </a:t>
            </a:r>
            <a:r>
              <a:rPr lang="en-US" altLang="zh-CN" sz="1600" b="1" kern="100" dirty="0">
                <a:solidFill>
                  <a:srgbClr val="0070C0"/>
                </a:solidFill>
                <a:latin typeface="Courier New" panose="02070309020205020404" pitchFamily="49" charset="0"/>
                <a:ea typeface="等线" panose="02010600030101010101" pitchFamily="2" charset="-122"/>
                <a:cs typeface="Courier New" panose="02070309020205020404" pitchFamily="49" charset="0"/>
              </a:rPr>
              <a:t>7</a:t>
            </a:r>
            <a:r>
              <a:rPr lang="en-US" altLang="zh-CN" sz="1800" b="1" kern="100" dirty="0">
                <a:effectLst/>
                <a:latin typeface="Courier New" panose="02070309020205020404" pitchFamily="49" charset="0"/>
                <a:ea typeface="等线" panose="02010600030101010101" pitchFamily="2" charset="-122"/>
                <a:cs typeface="Courier New" panose="02070309020205020404" pitchFamily="49" charset="0"/>
              </a:rPr>
              <a:t>  6  </a:t>
            </a:r>
            <a:r>
              <a:rPr lang="en-US" altLang="zh-CN" b="1" kern="100" dirty="0">
                <a:solidFill>
                  <a:srgbClr val="8E0000"/>
                </a:solidFill>
                <a:latin typeface="Courier New" panose="02070309020205020404" pitchFamily="49" charset="0"/>
                <a:ea typeface="等线" panose="02010600030101010101" pitchFamily="2" charset="-122"/>
                <a:cs typeface="Courier New" panose="02070309020205020404" pitchFamily="49" charset="0"/>
              </a:rPr>
              <a:t>1</a:t>
            </a:r>
            <a:r>
              <a:rPr lang="en-US" altLang="zh-CN" sz="1800" b="1" kern="100" dirty="0">
                <a:effectLst/>
                <a:latin typeface="Courier New" panose="02070309020205020404" pitchFamily="49" charset="0"/>
                <a:ea typeface="等线" panose="02010600030101010101" pitchFamily="2" charset="-122"/>
                <a:cs typeface="Courier New" panose="02070309020205020404" pitchFamily="49" charset="0"/>
              </a:rPr>
              <a:t>  15  </a:t>
            </a:r>
            <a:endParaRPr lang="zh-CN" altLang="zh-CN" sz="2400" b="1" kern="100" dirty="0">
              <a:effectLst/>
              <a:latin typeface="Courier New" panose="02070309020205020404" pitchFamily="49" charset="0"/>
              <a:ea typeface="等线" panose="02010600030101010101" pitchFamily="2" charset="-122"/>
              <a:cs typeface="Courier New" panose="02070309020205020404" pitchFamily="49" charset="0"/>
            </a:endParaRPr>
          </a:p>
          <a:p>
            <a:pPr>
              <a:lnSpc>
                <a:spcPts val="1800"/>
              </a:lnSpc>
              <a:buNone/>
            </a:pPr>
            <a:r>
              <a:rPr lang="en-US" altLang="zh-CN" sz="1800" b="1" kern="100" dirty="0">
                <a:effectLst/>
                <a:latin typeface="Courier New" panose="02070309020205020404" pitchFamily="49" charset="0"/>
                <a:ea typeface="等线" panose="02010600030101010101" pitchFamily="2" charset="-122"/>
                <a:cs typeface="Courier New" panose="02070309020205020404" pitchFamily="49" charset="0"/>
              </a:rPr>
              <a:t> </a:t>
            </a:r>
            <a:r>
              <a:rPr lang="en-US" altLang="zh-CN" sz="1600" b="1" kern="100" dirty="0">
                <a:solidFill>
                  <a:srgbClr val="0070C0"/>
                </a:solidFill>
                <a:latin typeface="Courier New" panose="02070309020205020404" pitchFamily="49" charset="0"/>
                <a:ea typeface="等线" panose="02010600030101010101" pitchFamily="2" charset="-122"/>
                <a:cs typeface="Courier New" panose="02070309020205020404" pitchFamily="49" charset="0"/>
              </a:rPr>
              <a:t>8</a:t>
            </a:r>
            <a:r>
              <a:rPr lang="en-US" altLang="zh-CN" sz="1800" b="1" kern="100" dirty="0">
                <a:effectLst/>
                <a:latin typeface="Courier New" panose="02070309020205020404" pitchFamily="49" charset="0"/>
                <a:ea typeface="等线" panose="02010600030101010101" pitchFamily="2" charset="-122"/>
                <a:cs typeface="Courier New" panose="02070309020205020404" pitchFamily="49" charset="0"/>
              </a:rPr>
              <a:t>  6  </a:t>
            </a:r>
            <a:r>
              <a:rPr lang="en-US" altLang="zh-CN" b="1" kern="100" dirty="0">
                <a:solidFill>
                  <a:srgbClr val="8E0000"/>
                </a:solidFill>
                <a:latin typeface="Courier New" panose="02070309020205020404" pitchFamily="49" charset="0"/>
                <a:ea typeface="等线" panose="02010600030101010101" pitchFamily="2" charset="-122"/>
                <a:cs typeface="Courier New" panose="02070309020205020404" pitchFamily="49" charset="0"/>
              </a:rPr>
              <a:t>4</a:t>
            </a:r>
            <a:r>
              <a:rPr lang="en-US" altLang="zh-CN" sz="1800" b="1" kern="100" dirty="0">
                <a:effectLst/>
                <a:latin typeface="Courier New" panose="02070309020205020404" pitchFamily="49" charset="0"/>
                <a:ea typeface="等线" panose="02010600030101010101" pitchFamily="2" charset="-122"/>
                <a:cs typeface="Courier New" panose="02070309020205020404" pitchFamily="49" charset="0"/>
              </a:rPr>
              <a:t>  -7  </a:t>
            </a:r>
            <a:endParaRPr lang="zh-CN" altLang="zh-CN" sz="2400" b="1" kern="100" dirty="0">
              <a:effectLst/>
              <a:latin typeface="Courier New" panose="02070309020205020404" pitchFamily="49" charset="0"/>
              <a:ea typeface="等线" panose="02010600030101010101" pitchFamily="2" charset="-122"/>
              <a:cs typeface="Courier New" panose="02070309020205020404" pitchFamily="49" charset="0"/>
            </a:endParaRPr>
          </a:p>
          <a:p>
            <a:pPr>
              <a:lnSpc>
                <a:spcPts val="1400"/>
              </a:lnSpc>
              <a:buNone/>
            </a:pPr>
            <a:r>
              <a:rPr lang="en-US" altLang="zh-CN" sz="1800" b="1" kern="100" dirty="0">
                <a:effectLst/>
                <a:latin typeface="Courier New" panose="02070309020205020404" pitchFamily="49" charset="0"/>
                <a:ea typeface="等线" panose="02010600030101010101" pitchFamily="2" charset="-122"/>
                <a:cs typeface="Courier New" panose="02070309020205020404" pitchFamily="49" charset="0"/>
              </a:rPr>
              <a:t>   </a:t>
            </a:r>
            <a:r>
              <a:rPr lang="zh-CN" altLang="zh-CN" sz="1800" b="1" kern="100" dirty="0">
                <a:effectLst/>
                <a:latin typeface="Courier New" panose="02070309020205020404" pitchFamily="49" charset="0"/>
                <a:ea typeface="等线" panose="02010600030101010101" pitchFamily="2" charset="-122"/>
                <a:cs typeface="Courier New" panose="02070309020205020404" pitchFamily="49" charset="0"/>
              </a:rPr>
              <a:t>—————————</a:t>
            </a:r>
            <a:endParaRPr lang="zh-CN" altLang="zh-CN" sz="2400" b="1" kern="100" dirty="0">
              <a:effectLst/>
              <a:latin typeface="Courier New" panose="02070309020205020404" pitchFamily="49" charset="0"/>
              <a:ea typeface="等线" panose="02010600030101010101" pitchFamily="2" charset="-122"/>
              <a:cs typeface="Courier New" panose="02070309020205020404" pitchFamily="49" charset="0"/>
            </a:endParaRPr>
          </a:p>
          <a:p>
            <a:pPr>
              <a:lnSpc>
                <a:spcPts val="1800"/>
              </a:lnSpc>
              <a:spcAft>
                <a:spcPts val="360"/>
              </a:spcAft>
              <a:buNone/>
            </a:pPr>
            <a:r>
              <a:rPr lang="en-US" altLang="zh-CN" sz="1800" b="1" kern="100" dirty="0">
                <a:effectLst/>
                <a:latin typeface="Courier New" panose="02070309020205020404" pitchFamily="49" charset="0"/>
                <a:ea typeface="等线" panose="02010600030101010101" pitchFamily="2" charset="-122"/>
                <a:cs typeface="Courier New" panose="02070309020205020404" pitchFamily="49" charset="0"/>
              </a:rPr>
              <a:t>   </a:t>
            </a:r>
            <a:r>
              <a:rPr lang="en-US" altLang="zh-CN" sz="1800" b="1" kern="100" dirty="0">
                <a:solidFill>
                  <a:srgbClr val="C00000"/>
                </a:solidFill>
                <a:effectLst>
                  <a:outerShdw blurRad="38100" dist="38100" dir="2700000" algn="tl">
                    <a:srgbClr val="000000">
                      <a:alpha val="43137"/>
                    </a:srgbClr>
                  </a:outerShdw>
                </a:effectLst>
                <a:latin typeface="Courier New" panose="02070309020205020404" pitchFamily="49" charset="0"/>
                <a:ea typeface="等线" panose="02010600030101010101" pitchFamily="2" charset="-122"/>
                <a:cs typeface="Courier New" panose="02070309020205020404" pitchFamily="49" charset="0"/>
              </a:rPr>
              <a:t>a-&gt;</a:t>
            </a:r>
            <a:r>
              <a:rPr lang="en-US" altLang="zh-CN" sz="1800" b="1" kern="100" dirty="0" err="1">
                <a:solidFill>
                  <a:srgbClr val="C00000"/>
                </a:solidFill>
                <a:effectLst>
                  <a:outerShdw blurRad="38100" dist="38100" dir="2700000" algn="tl">
                    <a:srgbClr val="000000">
                      <a:alpha val="43137"/>
                    </a:srgbClr>
                  </a:outerShdw>
                </a:effectLst>
                <a:latin typeface="Courier New" panose="02070309020205020404" pitchFamily="49" charset="0"/>
                <a:ea typeface="等线" panose="02010600030101010101" pitchFamily="2" charset="-122"/>
                <a:cs typeface="Courier New" panose="02070309020205020404" pitchFamily="49" charset="0"/>
              </a:rPr>
              <a:t>nzElem</a:t>
            </a:r>
            <a:endParaRPr lang="zh-CN" altLang="zh-CN" sz="2400" b="1" kern="100" dirty="0">
              <a:solidFill>
                <a:srgbClr val="C00000"/>
              </a:solidFill>
              <a:effectLst>
                <a:outerShdw blurRad="38100" dist="38100" dir="2700000" algn="tl">
                  <a:srgbClr val="000000">
                    <a:alpha val="43137"/>
                  </a:srgbClr>
                </a:outerShdw>
              </a:effectLst>
              <a:latin typeface="Courier New" panose="02070309020205020404" pitchFamily="49" charset="0"/>
              <a:ea typeface="等线" panose="02010600030101010101" pitchFamily="2" charset="-122"/>
              <a:cs typeface="Courier New" panose="02070309020205020404" pitchFamily="49" charset="0"/>
            </a:endParaRPr>
          </a:p>
        </p:txBody>
      </p:sp>
      <p:grpSp>
        <p:nvGrpSpPr>
          <p:cNvPr id="16" name="组合 15">
            <a:extLst>
              <a:ext uri="{FF2B5EF4-FFF2-40B4-BE49-F238E27FC236}">
                <a16:creationId xmlns:a16="http://schemas.microsoft.com/office/drawing/2014/main" id="{C7664751-526B-2A4E-72EC-CB3E72437832}"/>
              </a:ext>
            </a:extLst>
          </p:cNvPr>
          <p:cNvGrpSpPr/>
          <p:nvPr/>
        </p:nvGrpSpPr>
        <p:grpSpPr>
          <a:xfrm>
            <a:off x="9837360" y="3428999"/>
            <a:ext cx="1835951" cy="2771271"/>
            <a:chOff x="9837360" y="3428999"/>
            <a:chExt cx="1835951" cy="2771271"/>
          </a:xfrm>
        </p:grpSpPr>
        <p:sp>
          <p:nvSpPr>
            <p:cNvPr id="15" name="矩形 14">
              <a:extLst>
                <a:ext uri="{FF2B5EF4-FFF2-40B4-BE49-F238E27FC236}">
                  <a16:creationId xmlns:a16="http://schemas.microsoft.com/office/drawing/2014/main" id="{D912995D-7497-C781-271A-645F5B660D3F}"/>
                </a:ext>
              </a:extLst>
            </p:cNvPr>
            <p:cNvSpPr/>
            <p:nvPr/>
          </p:nvSpPr>
          <p:spPr>
            <a:xfrm>
              <a:off x="10395474" y="3768262"/>
              <a:ext cx="1174803" cy="2023098"/>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6">
                    <a:lumMod val="20000"/>
                    <a:lumOff val="80000"/>
                  </a:schemeClr>
                </a:solidFill>
              </a:endParaRPr>
            </a:p>
          </p:txBody>
        </p:sp>
        <p:sp>
          <p:nvSpPr>
            <p:cNvPr id="13" name="文本框 12">
              <a:extLst>
                <a:ext uri="{FF2B5EF4-FFF2-40B4-BE49-F238E27FC236}">
                  <a16:creationId xmlns:a16="http://schemas.microsoft.com/office/drawing/2014/main" id="{3D929F2B-C86F-F7A8-9785-1C1EAFD3EECC}"/>
                </a:ext>
              </a:extLst>
            </p:cNvPr>
            <p:cNvSpPr txBox="1"/>
            <p:nvPr/>
          </p:nvSpPr>
          <p:spPr>
            <a:xfrm>
              <a:off x="9837360" y="3428999"/>
              <a:ext cx="1835951" cy="2771271"/>
            </a:xfrm>
            <a:prstGeom prst="rect">
              <a:avLst/>
            </a:prstGeom>
            <a:noFill/>
            <a:ln>
              <a:noFill/>
            </a:ln>
          </p:spPr>
          <p:txBody>
            <a:bodyPr wrap="square">
              <a:spAutoFit/>
            </a:bodyPr>
            <a:lstStyle/>
            <a:p>
              <a:pPr>
                <a:lnSpc>
                  <a:spcPts val="1800"/>
                </a:lnSpc>
                <a:spcBef>
                  <a:spcPts val="360"/>
                </a:spcBef>
                <a:buNone/>
              </a:pPr>
              <a:r>
                <a:rPr lang="en-US" altLang="zh-CN" sz="1800" b="1" kern="100" dirty="0">
                  <a:solidFill>
                    <a:srgbClr val="041ABC"/>
                  </a:solidFill>
                  <a:effectLst>
                    <a:outerShdw blurRad="38100" dist="38100" dir="2700000" algn="tl">
                      <a:srgbClr val="000000">
                        <a:alpha val="43137"/>
                      </a:srgbClr>
                    </a:outerShdw>
                  </a:effectLst>
                  <a:latin typeface="Courier New" panose="02070309020205020404" pitchFamily="49" charset="0"/>
                  <a:ea typeface="Courier New" panose="02070309020205020404" pitchFamily="49" charset="0"/>
                  <a:cs typeface="Courier New" panose="02070309020205020404" pitchFamily="49" charset="0"/>
                </a:rPr>
                <a:t>    </a:t>
              </a:r>
              <a:r>
                <a:rPr lang="en-US" altLang="zh-CN" sz="1800" b="1" kern="100" dirty="0" err="1">
                  <a:solidFill>
                    <a:srgbClr val="041ABC"/>
                  </a:solidFill>
                  <a:effectLst>
                    <a:outerShdw blurRad="38100" dist="38100" dir="2700000" algn="tl">
                      <a:srgbClr val="000000">
                        <a:alpha val="43137"/>
                      </a:srgbClr>
                    </a:outerShdw>
                  </a:effectLst>
                  <a:latin typeface="Courier New" panose="02070309020205020404" pitchFamily="49" charset="0"/>
                  <a:ea typeface="Courier New" panose="02070309020205020404" pitchFamily="49" charset="0"/>
                  <a:cs typeface="Courier New" panose="02070309020205020404" pitchFamily="49" charset="0"/>
                </a:rPr>
                <a:t>i</a:t>
              </a:r>
              <a:r>
                <a:rPr lang="en-US" altLang="zh-CN" sz="1800" b="1" kern="100" dirty="0">
                  <a:solidFill>
                    <a:srgbClr val="041ABC"/>
                  </a:solidFill>
                  <a:effectLst>
                    <a:outerShdw blurRad="38100" dist="38100" dir="2700000" algn="tl">
                      <a:srgbClr val="000000">
                        <a:alpha val="43137"/>
                      </a:srgbClr>
                    </a:outerShdw>
                  </a:effectLst>
                  <a:latin typeface="Courier New" panose="02070309020205020404" pitchFamily="49" charset="0"/>
                  <a:ea typeface="Courier New" panose="02070309020205020404" pitchFamily="49" charset="0"/>
                  <a:cs typeface="Courier New" panose="02070309020205020404" pitchFamily="49" charset="0"/>
                </a:rPr>
                <a:t>  j  e </a:t>
              </a:r>
              <a:endParaRPr lang="zh-CN" altLang="zh-CN" sz="2400" b="1" kern="100" dirty="0">
                <a:solidFill>
                  <a:srgbClr val="041ABC"/>
                </a:solidFill>
                <a:effectLst>
                  <a:outerShdw blurRad="38100" dist="38100" dir="2700000" algn="tl">
                    <a:srgbClr val="000000">
                      <a:alpha val="43137"/>
                    </a:srgbClr>
                  </a:outerShdw>
                </a:effectLst>
                <a:latin typeface="Courier New" panose="02070309020205020404" pitchFamily="49" charset="0"/>
                <a:ea typeface="等线" panose="02010600030101010101" pitchFamily="2" charset="-122"/>
                <a:cs typeface="Courier New" panose="02070309020205020404" pitchFamily="49" charset="0"/>
              </a:endParaRPr>
            </a:p>
            <a:p>
              <a:pPr>
                <a:lnSpc>
                  <a:spcPts val="1400"/>
                </a:lnSpc>
                <a:buNone/>
              </a:pPr>
              <a:r>
                <a:rPr lang="zh-CN" altLang="zh-CN" sz="1600" b="1" kern="100" dirty="0">
                  <a:solidFill>
                    <a:srgbClr val="041ABC"/>
                  </a:solidFill>
                  <a:effectLst>
                    <a:outerShdw blurRad="38100" dist="38100" dir="2700000" algn="tl">
                      <a:srgbClr val="000000">
                        <a:alpha val="43137"/>
                      </a:srgbClr>
                    </a:outerShdw>
                  </a:effectLst>
                  <a:latin typeface="Courier New" panose="02070309020205020404" pitchFamily="49" charset="0"/>
                  <a:ea typeface="等线" panose="02010600030101010101" pitchFamily="2" charset="-122"/>
                  <a:cs typeface="Courier New" panose="02070309020205020404" pitchFamily="49" charset="0"/>
                </a:rPr>
                <a:t>下标</a:t>
              </a:r>
              <a:r>
                <a:rPr lang="en-US" altLang="zh-CN" sz="1100" b="1" kern="100" dirty="0">
                  <a:solidFill>
                    <a:srgbClr val="041ABC"/>
                  </a:solidFill>
                  <a:effectLst>
                    <a:outerShdw blurRad="38100" dist="38100" dir="2700000" algn="tl">
                      <a:srgbClr val="000000">
                        <a:alpha val="43137"/>
                      </a:srgbClr>
                    </a:outerShdw>
                  </a:effectLst>
                  <a:latin typeface="Courier New" panose="02070309020205020404" pitchFamily="49" charset="0"/>
                  <a:ea typeface="等线" panose="02010600030101010101" pitchFamily="2" charset="-122"/>
                  <a:cs typeface="Courier New" panose="02070309020205020404" pitchFamily="49" charset="0"/>
                </a:rPr>
                <a:t> </a:t>
              </a:r>
              <a:r>
                <a:rPr lang="zh-CN" altLang="zh-CN" sz="1800" b="1" kern="100" dirty="0">
                  <a:effectLst/>
                  <a:latin typeface="Courier New" panose="02070309020205020404" pitchFamily="49" charset="0"/>
                  <a:ea typeface="等线" panose="02010600030101010101" pitchFamily="2" charset="-122"/>
                  <a:cs typeface="Courier New" panose="02070309020205020404" pitchFamily="49" charset="0"/>
                </a:rPr>
                <a:t>————</a:t>
              </a:r>
              <a:r>
                <a:rPr lang="zh-CN" altLang="zh-CN" b="1" kern="100" dirty="0">
                  <a:latin typeface="Courier New" panose="02070309020205020404" pitchFamily="49" charset="0"/>
                  <a:ea typeface="等线" panose="02010600030101010101" pitchFamily="2" charset="-122"/>
                  <a:cs typeface="Courier New" panose="02070309020205020404" pitchFamily="49" charset="0"/>
                </a:rPr>
                <a:t>——</a:t>
              </a:r>
              <a:r>
                <a:rPr lang="zh-CN" altLang="zh-CN" sz="1800" b="1" kern="100" dirty="0">
                  <a:effectLst/>
                  <a:latin typeface="Courier New" panose="02070309020205020404" pitchFamily="49" charset="0"/>
                  <a:ea typeface="等线" panose="02010600030101010101" pitchFamily="2" charset="-122"/>
                  <a:cs typeface="Courier New" panose="02070309020205020404" pitchFamily="49" charset="0"/>
                </a:rPr>
                <a:t>——</a:t>
              </a:r>
              <a:endParaRPr lang="zh-CN" altLang="zh-CN" sz="2400" b="1" kern="100" dirty="0">
                <a:effectLst/>
                <a:latin typeface="Courier New" panose="02070309020205020404" pitchFamily="49" charset="0"/>
                <a:ea typeface="等线" panose="02010600030101010101" pitchFamily="2" charset="-122"/>
                <a:cs typeface="Courier New" panose="02070309020205020404" pitchFamily="49" charset="0"/>
              </a:endParaRPr>
            </a:p>
            <a:p>
              <a:pPr>
                <a:lnSpc>
                  <a:spcPts val="1800"/>
                </a:lnSpc>
                <a:buNone/>
              </a:pPr>
              <a:r>
                <a:rPr lang="en-US" altLang="zh-CN" sz="1800" b="1" kern="100" dirty="0">
                  <a:effectLst/>
                  <a:latin typeface="Courier New" panose="02070309020205020404" pitchFamily="49" charset="0"/>
                  <a:ea typeface="等线" panose="02010600030101010101" pitchFamily="2" charset="-122"/>
                  <a:cs typeface="Courier New" panose="02070309020205020404" pitchFamily="49" charset="0"/>
                </a:rPr>
                <a:t> </a:t>
              </a:r>
              <a:r>
                <a:rPr lang="en-US" altLang="zh-CN" sz="1600" b="1" kern="100" dirty="0">
                  <a:solidFill>
                    <a:srgbClr val="0070C0"/>
                  </a:solidFill>
                  <a:latin typeface="Courier New" panose="02070309020205020404" pitchFamily="49" charset="0"/>
                  <a:ea typeface="等线" panose="02010600030101010101" pitchFamily="2" charset="-122"/>
                  <a:cs typeface="Courier New" panose="02070309020205020404" pitchFamily="49" charset="0"/>
                </a:rPr>
                <a:t>1</a:t>
              </a:r>
              <a:endParaRPr lang="en-US" altLang="zh-CN" sz="1800" b="1" kern="100" dirty="0">
                <a:effectLst/>
                <a:latin typeface="Courier New" panose="02070309020205020404" pitchFamily="49" charset="0"/>
                <a:ea typeface="等线" panose="02010600030101010101" pitchFamily="2" charset="-122"/>
                <a:cs typeface="Courier New" panose="02070309020205020404" pitchFamily="49" charset="0"/>
              </a:endParaRPr>
            </a:p>
            <a:p>
              <a:pPr>
                <a:lnSpc>
                  <a:spcPts val="1800"/>
                </a:lnSpc>
                <a:buNone/>
              </a:pPr>
              <a:r>
                <a:rPr lang="en-US" altLang="zh-CN" b="1" kern="100" dirty="0">
                  <a:solidFill>
                    <a:srgbClr val="0070C0"/>
                  </a:solidFill>
                  <a:latin typeface="Courier New" panose="02070309020205020404" pitchFamily="49" charset="0"/>
                  <a:ea typeface="等线" panose="02010600030101010101" pitchFamily="2" charset="-122"/>
                  <a:cs typeface="Courier New" panose="02070309020205020404" pitchFamily="49" charset="0"/>
                </a:rPr>
                <a:t> </a:t>
              </a:r>
              <a:r>
                <a:rPr lang="en-US" altLang="zh-CN" sz="1600" b="1" kern="100" dirty="0">
                  <a:solidFill>
                    <a:srgbClr val="0070C0"/>
                  </a:solidFill>
                  <a:latin typeface="Courier New" panose="02070309020205020404" pitchFamily="49" charset="0"/>
                  <a:ea typeface="等线" panose="02010600030101010101" pitchFamily="2" charset="-122"/>
                  <a:cs typeface="Courier New" panose="02070309020205020404" pitchFamily="49" charset="0"/>
                </a:rPr>
                <a:t>2</a:t>
              </a:r>
              <a:endParaRPr lang="zh-CN" altLang="zh-CN" sz="2400" b="1" kern="100" dirty="0">
                <a:effectLst/>
                <a:latin typeface="Courier New" panose="02070309020205020404" pitchFamily="49" charset="0"/>
                <a:ea typeface="等线" panose="02010600030101010101" pitchFamily="2" charset="-122"/>
                <a:cs typeface="Courier New" panose="02070309020205020404" pitchFamily="49" charset="0"/>
              </a:endParaRPr>
            </a:p>
            <a:p>
              <a:pPr>
                <a:lnSpc>
                  <a:spcPts val="1800"/>
                </a:lnSpc>
                <a:buNone/>
              </a:pPr>
              <a:r>
                <a:rPr lang="en-US" altLang="zh-CN" sz="1800" b="1" kern="100" dirty="0">
                  <a:effectLst/>
                  <a:latin typeface="Courier New" panose="02070309020205020404" pitchFamily="49" charset="0"/>
                  <a:ea typeface="等线" panose="02010600030101010101" pitchFamily="2" charset="-122"/>
                  <a:cs typeface="Courier New" panose="02070309020205020404" pitchFamily="49" charset="0"/>
                </a:rPr>
                <a:t> </a:t>
              </a:r>
              <a:r>
                <a:rPr lang="en-US" altLang="zh-CN" sz="1600" b="1" kern="100" dirty="0">
                  <a:solidFill>
                    <a:srgbClr val="0070C0"/>
                  </a:solidFill>
                  <a:latin typeface="Courier New" panose="02070309020205020404" pitchFamily="49" charset="0"/>
                  <a:ea typeface="等线" panose="02010600030101010101" pitchFamily="2" charset="-122"/>
                  <a:cs typeface="Courier New" panose="02070309020205020404" pitchFamily="49" charset="0"/>
                </a:rPr>
                <a:t>3</a:t>
              </a:r>
              <a:endParaRPr lang="zh-CN" altLang="zh-CN" sz="2400" b="1" kern="100" dirty="0">
                <a:effectLst/>
                <a:latin typeface="Courier New" panose="02070309020205020404" pitchFamily="49" charset="0"/>
                <a:ea typeface="等线" panose="02010600030101010101" pitchFamily="2" charset="-122"/>
                <a:cs typeface="Courier New" panose="02070309020205020404" pitchFamily="49" charset="0"/>
              </a:endParaRPr>
            </a:p>
            <a:p>
              <a:pPr>
                <a:lnSpc>
                  <a:spcPts val="1800"/>
                </a:lnSpc>
                <a:buNone/>
              </a:pPr>
              <a:r>
                <a:rPr lang="en-US" altLang="zh-CN" sz="1800" b="1" kern="100" dirty="0">
                  <a:effectLst/>
                  <a:latin typeface="Courier New" panose="02070309020205020404" pitchFamily="49" charset="0"/>
                  <a:ea typeface="等线" panose="02010600030101010101" pitchFamily="2" charset="-122"/>
                  <a:cs typeface="Courier New" panose="02070309020205020404" pitchFamily="49" charset="0"/>
                </a:rPr>
                <a:t> </a:t>
              </a:r>
              <a:r>
                <a:rPr lang="en-US" altLang="zh-CN" sz="1600" b="1" kern="100" dirty="0">
                  <a:solidFill>
                    <a:srgbClr val="0070C0"/>
                  </a:solidFill>
                  <a:latin typeface="Courier New" panose="02070309020205020404" pitchFamily="49" charset="0"/>
                  <a:ea typeface="等线" panose="02010600030101010101" pitchFamily="2" charset="-122"/>
                  <a:cs typeface="Courier New" panose="02070309020205020404" pitchFamily="49" charset="0"/>
                </a:rPr>
                <a:t>4</a:t>
              </a:r>
              <a:endParaRPr lang="zh-CN" altLang="zh-CN" sz="2400" b="1" kern="100" dirty="0">
                <a:effectLst/>
                <a:latin typeface="Courier New" panose="02070309020205020404" pitchFamily="49" charset="0"/>
                <a:ea typeface="等线" panose="02010600030101010101" pitchFamily="2" charset="-122"/>
                <a:cs typeface="Courier New" panose="02070309020205020404" pitchFamily="49" charset="0"/>
              </a:endParaRPr>
            </a:p>
            <a:p>
              <a:pPr>
                <a:lnSpc>
                  <a:spcPts val="1800"/>
                </a:lnSpc>
                <a:buNone/>
              </a:pPr>
              <a:r>
                <a:rPr lang="en-US" altLang="zh-CN" sz="1800" b="1" kern="100" dirty="0">
                  <a:effectLst/>
                  <a:latin typeface="Courier New" panose="02070309020205020404" pitchFamily="49" charset="0"/>
                  <a:ea typeface="等线" panose="02010600030101010101" pitchFamily="2" charset="-122"/>
                  <a:cs typeface="Courier New" panose="02070309020205020404" pitchFamily="49" charset="0"/>
                </a:rPr>
                <a:t> </a:t>
              </a:r>
              <a:r>
                <a:rPr lang="en-US" altLang="zh-CN" sz="1600" b="1" kern="100" dirty="0">
                  <a:solidFill>
                    <a:srgbClr val="0070C0"/>
                  </a:solidFill>
                  <a:latin typeface="Courier New" panose="02070309020205020404" pitchFamily="49" charset="0"/>
                  <a:ea typeface="等线" panose="02010600030101010101" pitchFamily="2" charset="-122"/>
                  <a:cs typeface="Courier New" panose="02070309020205020404" pitchFamily="49" charset="0"/>
                </a:rPr>
                <a:t>5</a:t>
              </a:r>
              <a:r>
                <a:rPr lang="en-US" altLang="zh-CN" sz="1800" b="1" kern="100" dirty="0">
                  <a:effectLst/>
                  <a:latin typeface="Courier New" panose="02070309020205020404" pitchFamily="49" charset="0"/>
                  <a:ea typeface="等线" panose="02010600030101010101" pitchFamily="2" charset="-122"/>
                  <a:cs typeface="Courier New" panose="02070309020205020404" pitchFamily="49" charset="0"/>
                </a:rPr>
                <a:t> </a:t>
              </a:r>
              <a:endParaRPr lang="zh-CN" altLang="zh-CN" sz="2400" b="1" kern="100" dirty="0">
                <a:effectLst/>
                <a:latin typeface="Courier New" panose="02070309020205020404" pitchFamily="49" charset="0"/>
                <a:ea typeface="等线" panose="02010600030101010101" pitchFamily="2" charset="-122"/>
                <a:cs typeface="Courier New" panose="02070309020205020404" pitchFamily="49" charset="0"/>
              </a:endParaRPr>
            </a:p>
            <a:p>
              <a:pPr>
                <a:lnSpc>
                  <a:spcPts val="1800"/>
                </a:lnSpc>
                <a:buNone/>
              </a:pPr>
              <a:r>
                <a:rPr lang="en-US" altLang="zh-CN" sz="1800" b="1" kern="100" dirty="0">
                  <a:effectLst/>
                  <a:latin typeface="Courier New" panose="02070309020205020404" pitchFamily="49" charset="0"/>
                  <a:ea typeface="等线" panose="02010600030101010101" pitchFamily="2" charset="-122"/>
                  <a:cs typeface="Courier New" panose="02070309020205020404" pitchFamily="49" charset="0"/>
                </a:rPr>
                <a:t> </a:t>
              </a:r>
              <a:r>
                <a:rPr lang="en-US" altLang="zh-CN" sz="1600" b="1" kern="100" dirty="0">
                  <a:solidFill>
                    <a:srgbClr val="0070C0"/>
                  </a:solidFill>
                  <a:latin typeface="Courier New" panose="02070309020205020404" pitchFamily="49" charset="0"/>
                  <a:ea typeface="等线" panose="02010600030101010101" pitchFamily="2" charset="-122"/>
                  <a:cs typeface="Courier New" panose="02070309020205020404" pitchFamily="49" charset="0"/>
                </a:rPr>
                <a:t>6</a:t>
              </a:r>
              <a:r>
                <a:rPr lang="en-US" altLang="zh-CN" sz="1800" b="1" kern="100" dirty="0">
                  <a:effectLst/>
                  <a:latin typeface="Courier New" panose="02070309020205020404" pitchFamily="49" charset="0"/>
                  <a:ea typeface="等线" panose="02010600030101010101" pitchFamily="2" charset="-122"/>
                  <a:cs typeface="Courier New" panose="02070309020205020404" pitchFamily="49" charset="0"/>
                </a:rPr>
                <a:t> </a:t>
              </a:r>
              <a:endParaRPr lang="zh-CN" altLang="zh-CN" sz="2400" b="1" kern="100" dirty="0">
                <a:effectLst/>
                <a:latin typeface="Courier New" panose="02070309020205020404" pitchFamily="49" charset="0"/>
                <a:ea typeface="等线" panose="02010600030101010101" pitchFamily="2" charset="-122"/>
                <a:cs typeface="Courier New" panose="02070309020205020404" pitchFamily="49" charset="0"/>
              </a:endParaRPr>
            </a:p>
            <a:p>
              <a:pPr>
                <a:lnSpc>
                  <a:spcPts val="1800"/>
                </a:lnSpc>
                <a:buNone/>
              </a:pPr>
              <a:r>
                <a:rPr lang="en-US" altLang="zh-CN" sz="1800" b="1" kern="100" dirty="0">
                  <a:effectLst/>
                  <a:latin typeface="Courier New" panose="02070309020205020404" pitchFamily="49" charset="0"/>
                  <a:ea typeface="等线" panose="02010600030101010101" pitchFamily="2" charset="-122"/>
                  <a:cs typeface="Courier New" panose="02070309020205020404" pitchFamily="49" charset="0"/>
                </a:rPr>
                <a:t> </a:t>
              </a:r>
              <a:r>
                <a:rPr lang="en-US" altLang="zh-CN" sz="1600" b="1" kern="100" dirty="0">
                  <a:solidFill>
                    <a:srgbClr val="0070C0"/>
                  </a:solidFill>
                  <a:latin typeface="Courier New" panose="02070309020205020404" pitchFamily="49" charset="0"/>
                  <a:ea typeface="等线" panose="02010600030101010101" pitchFamily="2" charset="-122"/>
                  <a:cs typeface="Courier New" panose="02070309020205020404" pitchFamily="49" charset="0"/>
                </a:rPr>
                <a:t>7</a:t>
              </a:r>
              <a:r>
                <a:rPr lang="en-US" altLang="zh-CN" sz="1800" b="1" kern="100" dirty="0">
                  <a:effectLst/>
                  <a:latin typeface="Courier New" panose="02070309020205020404" pitchFamily="49" charset="0"/>
                  <a:ea typeface="等线" panose="02010600030101010101" pitchFamily="2" charset="-122"/>
                  <a:cs typeface="Courier New" panose="02070309020205020404" pitchFamily="49" charset="0"/>
                </a:rPr>
                <a:t> </a:t>
              </a:r>
              <a:endParaRPr lang="zh-CN" altLang="zh-CN" sz="2400" b="1" kern="100" dirty="0">
                <a:effectLst/>
                <a:latin typeface="Courier New" panose="02070309020205020404" pitchFamily="49" charset="0"/>
                <a:ea typeface="等线" panose="02010600030101010101" pitchFamily="2" charset="-122"/>
                <a:cs typeface="Courier New" panose="02070309020205020404" pitchFamily="49" charset="0"/>
              </a:endParaRPr>
            </a:p>
            <a:p>
              <a:pPr>
                <a:lnSpc>
                  <a:spcPts val="1800"/>
                </a:lnSpc>
                <a:buNone/>
              </a:pPr>
              <a:r>
                <a:rPr lang="en-US" altLang="zh-CN" sz="1800" b="1" kern="100" dirty="0">
                  <a:effectLst/>
                  <a:latin typeface="Courier New" panose="02070309020205020404" pitchFamily="49" charset="0"/>
                  <a:ea typeface="等线" panose="02010600030101010101" pitchFamily="2" charset="-122"/>
                  <a:cs typeface="Courier New" panose="02070309020205020404" pitchFamily="49" charset="0"/>
                </a:rPr>
                <a:t> </a:t>
              </a:r>
              <a:r>
                <a:rPr lang="en-US" altLang="zh-CN" sz="1600" b="1" kern="100" dirty="0">
                  <a:solidFill>
                    <a:srgbClr val="0070C0"/>
                  </a:solidFill>
                  <a:latin typeface="Courier New" panose="02070309020205020404" pitchFamily="49" charset="0"/>
                  <a:ea typeface="等线" panose="02010600030101010101" pitchFamily="2" charset="-122"/>
                  <a:cs typeface="Courier New" panose="02070309020205020404" pitchFamily="49" charset="0"/>
                </a:rPr>
                <a:t>8</a:t>
              </a:r>
              <a:r>
                <a:rPr lang="en-US" altLang="zh-CN" sz="1800" b="1" kern="100" dirty="0">
                  <a:effectLst/>
                  <a:latin typeface="Courier New" panose="02070309020205020404" pitchFamily="49" charset="0"/>
                  <a:ea typeface="等线" panose="02010600030101010101" pitchFamily="2" charset="-122"/>
                  <a:cs typeface="Courier New" panose="02070309020205020404" pitchFamily="49" charset="0"/>
                </a:rPr>
                <a:t> </a:t>
              </a:r>
              <a:endParaRPr lang="zh-CN" altLang="zh-CN" sz="2400" b="1" kern="100" dirty="0">
                <a:effectLst/>
                <a:latin typeface="Courier New" panose="02070309020205020404" pitchFamily="49" charset="0"/>
                <a:ea typeface="等线" panose="02010600030101010101" pitchFamily="2" charset="-122"/>
                <a:cs typeface="Courier New" panose="02070309020205020404" pitchFamily="49" charset="0"/>
              </a:endParaRPr>
            </a:p>
            <a:p>
              <a:pPr>
                <a:lnSpc>
                  <a:spcPts val="1400"/>
                </a:lnSpc>
                <a:buNone/>
              </a:pPr>
              <a:r>
                <a:rPr lang="en-US" altLang="zh-CN" sz="1800" b="1" kern="100" dirty="0">
                  <a:effectLst/>
                  <a:latin typeface="Courier New" panose="02070309020205020404" pitchFamily="49" charset="0"/>
                  <a:ea typeface="等线" panose="02010600030101010101" pitchFamily="2" charset="-122"/>
                  <a:cs typeface="Courier New" panose="02070309020205020404" pitchFamily="49" charset="0"/>
                </a:rPr>
                <a:t>  </a:t>
              </a:r>
              <a:r>
                <a:rPr lang="en-US" altLang="zh-CN" sz="1100" b="1" kern="100" dirty="0">
                  <a:effectLst/>
                  <a:latin typeface="Courier New" panose="02070309020205020404" pitchFamily="49" charset="0"/>
                  <a:ea typeface="等线" panose="02010600030101010101" pitchFamily="2" charset="-122"/>
                  <a:cs typeface="Courier New" panose="02070309020205020404" pitchFamily="49" charset="0"/>
                </a:rPr>
                <a:t> </a:t>
              </a:r>
              <a:r>
                <a:rPr lang="en-US" altLang="zh-CN" sz="1800" b="1" kern="100" dirty="0">
                  <a:effectLst/>
                  <a:latin typeface="Courier New" panose="02070309020205020404" pitchFamily="49" charset="0"/>
                  <a:ea typeface="等线" panose="02010600030101010101" pitchFamily="2" charset="-122"/>
                  <a:cs typeface="Courier New" panose="02070309020205020404" pitchFamily="49" charset="0"/>
                </a:rPr>
                <a:t> </a:t>
              </a:r>
              <a:r>
                <a:rPr lang="zh-CN" altLang="zh-CN" sz="1800" b="1" kern="100" dirty="0">
                  <a:effectLst/>
                  <a:latin typeface="Courier New" panose="02070309020205020404" pitchFamily="49" charset="0"/>
                  <a:ea typeface="等线" panose="02010600030101010101" pitchFamily="2" charset="-122"/>
                  <a:cs typeface="Courier New" panose="02070309020205020404" pitchFamily="49" charset="0"/>
                </a:rPr>
                <a:t>————————</a:t>
              </a:r>
              <a:endParaRPr lang="zh-CN" altLang="zh-CN" sz="2400" b="1" kern="100" dirty="0">
                <a:effectLst/>
                <a:latin typeface="Courier New" panose="02070309020205020404" pitchFamily="49" charset="0"/>
                <a:ea typeface="等线" panose="02010600030101010101" pitchFamily="2" charset="-122"/>
                <a:cs typeface="Courier New" panose="02070309020205020404" pitchFamily="49" charset="0"/>
              </a:endParaRPr>
            </a:p>
            <a:p>
              <a:pPr>
                <a:lnSpc>
                  <a:spcPts val="1800"/>
                </a:lnSpc>
                <a:spcAft>
                  <a:spcPts val="360"/>
                </a:spcAft>
                <a:buNone/>
              </a:pPr>
              <a:r>
                <a:rPr lang="en-US" altLang="zh-CN" sz="1800" b="1" kern="100" dirty="0">
                  <a:effectLst/>
                  <a:latin typeface="Courier New" panose="02070309020205020404" pitchFamily="49" charset="0"/>
                  <a:ea typeface="等线" panose="02010600030101010101" pitchFamily="2" charset="-122"/>
                  <a:cs typeface="Courier New" panose="02070309020205020404" pitchFamily="49" charset="0"/>
                </a:rPr>
                <a:t>  </a:t>
              </a:r>
              <a:r>
                <a:rPr lang="en-US" altLang="zh-CN" sz="1800" b="1" kern="100" dirty="0">
                  <a:solidFill>
                    <a:srgbClr val="C00000"/>
                  </a:solidFill>
                  <a:effectLst>
                    <a:outerShdw blurRad="38100" dist="38100" dir="2700000" algn="tl">
                      <a:srgbClr val="000000">
                        <a:alpha val="43137"/>
                      </a:srgbClr>
                    </a:outerShdw>
                  </a:effectLst>
                  <a:latin typeface="Courier New" panose="02070309020205020404" pitchFamily="49" charset="0"/>
                  <a:ea typeface="等线" panose="02010600030101010101" pitchFamily="2" charset="-122"/>
                  <a:cs typeface="Courier New" panose="02070309020205020404" pitchFamily="49" charset="0"/>
                </a:rPr>
                <a:t> b-&gt;</a:t>
              </a:r>
              <a:r>
                <a:rPr lang="en-US" altLang="zh-CN" sz="1800" b="1" kern="100" dirty="0" err="1">
                  <a:solidFill>
                    <a:srgbClr val="C00000"/>
                  </a:solidFill>
                  <a:effectLst>
                    <a:outerShdw blurRad="38100" dist="38100" dir="2700000" algn="tl">
                      <a:srgbClr val="000000">
                        <a:alpha val="43137"/>
                      </a:srgbClr>
                    </a:outerShdw>
                  </a:effectLst>
                  <a:latin typeface="Courier New" panose="02070309020205020404" pitchFamily="49" charset="0"/>
                  <a:ea typeface="等线" panose="02010600030101010101" pitchFamily="2" charset="-122"/>
                  <a:cs typeface="Courier New" panose="02070309020205020404" pitchFamily="49" charset="0"/>
                </a:rPr>
                <a:t>nzElem</a:t>
              </a:r>
              <a:endParaRPr lang="zh-CN" altLang="zh-CN" sz="2400" b="1" kern="100" dirty="0">
                <a:solidFill>
                  <a:srgbClr val="C00000"/>
                </a:solidFill>
                <a:effectLst>
                  <a:outerShdw blurRad="38100" dist="38100" dir="2700000" algn="tl">
                    <a:srgbClr val="000000">
                      <a:alpha val="43137"/>
                    </a:srgbClr>
                  </a:outerShdw>
                </a:effectLst>
                <a:latin typeface="Courier New" panose="02070309020205020404" pitchFamily="49" charset="0"/>
                <a:ea typeface="等线" panose="02010600030101010101" pitchFamily="2" charset="-122"/>
                <a:cs typeface="Courier New" panose="02070309020205020404" pitchFamily="49" charset="0"/>
              </a:endParaRPr>
            </a:p>
          </p:txBody>
        </p:sp>
      </p:grpSp>
      <p:sp>
        <p:nvSpPr>
          <p:cNvPr id="17" name="文本框 16">
            <a:extLst>
              <a:ext uri="{FF2B5EF4-FFF2-40B4-BE49-F238E27FC236}">
                <a16:creationId xmlns:a16="http://schemas.microsoft.com/office/drawing/2014/main" id="{A7426414-FC02-0338-6325-6549F3346162}"/>
              </a:ext>
            </a:extLst>
          </p:cNvPr>
          <p:cNvSpPr txBox="1"/>
          <p:nvPr/>
        </p:nvSpPr>
        <p:spPr>
          <a:xfrm>
            <a:off x="8665987" y="4300821"/>
            <a:ext cx="210561" cy="276999"/>
          </a:xfrm>
          <a:prstGeom prst="rect">
            <a:avLst/>
          </a:prstGeom>
          <a:noFill/>
        </p:spPr>
        <p:txBody>
          <a:bodyPr wrap="none" lIns="36000" tIns="0" rIns="36000" bIns="0" rtlCol="0" anchor="ctr" anchorCtr="0">
            <a:spAutoFit/>
          </a:bodyPr>
          <a:lstStyle/>
          <a:p>
            <a:r>
              <a:rPr lang="en-US" altLang="zh-CN" b="1" dirty="0">
                <a:solidFill>
                  <a:srgbClr val="8E0000"/>
                </a:solidFill>
                <a:latin typeface="Courier New" panose="02070309020205020404" pitchFamily="49" charset="0"/>
                <a:cs typeface="Courier New" panose="02070309020205020404" pitchFamily="49" charset="0"/>
              </a:rPr>
              <a:t>1</a:t>
            </a:r>
            <a:endParaRPr lang="zh-CN" altLang="en-US" b="1" dirty="0">
              <a:solidFill>
                <a:srgbClr val="8E0000"/>
              </a:solidFill>
              <a:latin typeface="Courier New" panose="02070309020205020404" pitchFamily="49" charset="0"/>
              <a:cs typeface="Courier New" panose="02070309020205020404" pitchFamily="49" charset="0"/>
            </a:endParaRPr>
          </a:p>
        </p:txBody>
      </p:sp>
      <p:sp>
        <p:nvSpPr>
          <p:cNvPr id="18" name="文本框 17">
            <a:extLst>
              <a:ext uri="{FF2B5EF4-FFF2-40B4-BE49-F238E27FC236}">
                <a16:creationId xmlns:a16="http://schemas.microsoft.com/office/drawing/2014/main" id="{5EA026ED-F7DD-D54C-B58E-F85993394947}"/>
              </a:ext>
            </a:extLst>
          </p:cNvPr>
          <p:cNvSpPr txBox="1"/>
          <p:nvPr/>
        </p:nvSpPr>
        <p:spPr>
          <a:xfrm>
            <a:off x="8254251" y="4300821"/>
            <a:ext cx="210561" cy="276999"/>
          </a:xfrm>
          <a:prstGeom prst="rect">
            <a:avLst/>
          </a:prstGeom>
          <a:noFill/>
        </p:spPr>
        <p:txBody>
          <a:bodyPr wrap="none" lIns="36000" tIns="0" rIns="36000" bIns="0" rtlCol="0" anchor="ctr" anchorCtr="0">
            <a:spAutoFit/>
          </a:bodyPr>
          <a:lstStyle/>
          <a:p>
            <a:r>
              <a:rPr lang="en-US" altLang="zh-CN" b="1" dirty="0">
                <a:latin typeface="Courier New" panose="02070309020205020404" pitchFamily="49" charset="0"/>
                <a:cs typeface="Courier New" panose="02070309020205020404" pitchFamily="49" charset="0"/>
              </a:rPr>
              <a:t>3</a:t>
            </a:r>
            <a:endParaRPr lang="zh-CN" altLang="en-US" b="1" dirty="0">
              <a:latin typeface="Courier New" panose="02070309020205020404" pitchFamily="49" charset="0"/>
              <a:cs typeface="Courier New" panose="02070309020205020404" pitchFamily="49" charset="0"/>
            </a:endParaRPr>
          </a:p>
        </p:txBody>
      </p:sp>
      <p:sp>
        <p:nvSpPr>
          <p:cNvPr id="19" name="文本框 16">
            <a:extLst>
              <a:ext uri="{FF2B5EF4-FFF2-40B4-BE49-F238E27FC236}">
                <a16:creationId xmlns:a16="http://schemas.microsoft.com/office/drawing/2014/main" id="{A7426414-FC02-0338-6325-6549F3346162}"/>
              </a:ext>
            </a:extLst>
          </p:cNvPr>
          <p:cNvSpPr txBox="1"/>
          <p:nvPr/>
        </p:nvSpPr>
        <p:spPr>
          <a:xfrm>
            <a:off x="9075259" y="4300821"/>
            <a:ext cx="348420" cy="276999"/>
          </a:xfrm>
          <a:prstGeom prst="rect">
            <a:avLst/>
          </a:prstGeom>
          <a:noFill/>
        </p:spPr>
        <p:txBody>
          <a:bodyPr wrap="none" lIns="36000" tIns="0" rIns="36000" bIns="0" rtlCol="0" anchor="ctr" anchorCtr="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latin typeface="Courier New" panose="02070309020205020404" pitchFamily="49" charset="0"/>
                <a:cs typeface="Courier New" panose="02070309020205020404" pitchFamily="49" charset="0"/>
              </a:rPr>
              <a:t>-3</a:t>
            </a:r>
            <a:endParaRPr lang="zh-CN" altLang="en-US" b="1" dirty="0">
              <a:latin typeface="Courier New" panose="02070309020205020404" pitchFamily="49" charset="0"/>
              <a:cs typeface="Courier New" panose="02070309020205020404" pitchFamily="49" charset="0"/>
            </a:endParaRPr>
          </a:p>
        </p:txBody>
      </p:sp>
      <p:sp>
        <p:nvSpPr>
          <p:cNvPr id="20" name="矩形: 圆角 19">
            <a:extLst>
              <a:ext uri="{FF2B5EF4-FFF2-40B4-BE49-F238E27FC236}">
                <a16:creationId xmlns:a16="http://schemas.microsoft.com/office/drawing/2014/main" id="{1888CD6D-6A8E-FFAD-2FF2-2674B310426A}"/>
              </a:ext>
            </a:extLst>
          </p:cNvPr>
          <p:cNvSpPr/>
          <p:nvPr/>
        </p:nvSpPr>
        <p:spPr>
          <a:xfrm>
            <a:off x="8616774" y="3830916"/>
            <a:ext cx="285179" cy="265639"/>
          </a:xfrm>
          <a:prstGeom prst="roundRect">
            <a:avLst/>
          </a:prstGeom>
          <a:noFill/>
          <a:ln w="28575">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a:extLst>
              <a:ext uri="{FF2B5EF4-FFF2-40B4-BE49-F238E27FC236}">
                <a16:creationId xmlns:a16="http://schemas.microsoft.com/office/drawing/2014/main" id="{A902DCFB-CF18-5C9B-100D-FD8AD1C70842}"/>
              </a:ext>
            </a:extLst>
          </p:cNvPr>
          <p:cNvSpPr txBox="1"/>
          <p:nvPr/>
        </p:nvSpPr>
        <p:spPr>
          <a:xfrm>
            <a:off x="8665987" y="5215221"/>
            <a:ext cx="210561" cy="276999"/>
          </a:xfrm>
          <a:prstGeom prst="rect">
            <a:avLst/>
          </a:prstGeom>
          <a:noFill/>
        </p:spPr>
        <p:txBody>
          <a:bodyPr wrap="none" lIns="36000" tIns="0" rIns="36000" bIns="0" rtlCol="0" anchor="ctr" anchorCtr="0">
            <a:spAutoFit/>
          </a:bodyPr>
          <a:lstStyle/>
          <a:p>
            <a:r>
              <a:rPr lang="en-US" altLang="zh-CN" b="1" dirty="0">
                <a:solidFill>
                  <a:srgbClr val="8E0000"/>
                </a:solidFill>
                <a:latin typeface="Courier New" panose="02070309020205020404" pitchFamily="49" charset="0"/>
                <a:cs typeface="Courier New" panose="02070309020205020404" pitchFamily="49" charset="0"/>
              </a:rPr>
              <a:t>1</a:t>
            </a:r>
            <a:endParaRPr lang="zh-CN" altLang="en-US" b="1" dirty="0">
              <a:solidFill>
                <a:srgbClr val="8E0000"/>
              </a:solidFill>
              <a:latin typeface="Courier New" panose="02070309020205020404" pitchFamily="49" charset="0"/>
              <a:cs typeface="Courier New" panose="02070309020205020404" pitchFamily="49" charset="0"/>
            </a:endParaRPr>
          </a:p>
        </p:txBody>
      </p:sp>
      <p:sp>
        <p:nvSpPr>
          <p:cNvPr id="22" name="文本框 21">
            <a:extLst>
              <a:ext uri="{FF2B5EF4-FFF2-40B4-BE49-F238E27FC236}">
                <a16:creationId xmlns:a16="http://schemas.microsoft.com/office/drawing/2014/main" id="{14C81CBB-778B-B414-4BA0-264D2A196255}"/>
              </a:ext>
            </a:extLst>
          </p:cNvPr>
          <p:cNvSpPr txBox="1"/>
          <p:nvPr/>
        </p:nvSpPr>
        <p:spPr>
          <a:xfrm>
            <a:off x="8254251" y="5215221"/>
            <a:ext cx="210561" cy="276999"/>
          </a:xfrm>
          <a:prstGeom prst="rect">
            <a:avLst/>
          </a:prstGeom>
          <a:noFill/>
        </p:spPr>
        <p:txBody>
          <a:bodyPr wrap="none" lIns="36000" tIns="0" rIns="36000" bIns="0" rtlCol="0" anchor="ctr" anchorCtr="0">
            <a:spAutoFit/>
          </a:bodyPr>
          <a:lstStyle/>
          <a:p>
            <a:r>
              <a:rPr lang="en-US" altLang="zh-CN" b="1" dirty="0">
                <a:latin typeface="Courier New" panose="02070309020205020404" pitchFamily="49" charset="0"/>
                <a:cs typeface="Courier New" panose="02070309020205020404" pitchFamily="49" charset="0"/>
              </a:rPr>
              <a:t>6</a:t>
            </a:r>
            <a:endParaRPr lang="zh-CN" altLang="en-US" b="1" dirty="0">
              <a:latin typeface="Courier New" panose="02070309020205020404" pitchFamily="49" charset="0"/>
              <a:cs typeface="Courier New" panose="02070309020205020404" pitchFamily="49" charset="0"/>
            </a:endParaRPr>
          </a:p>
        </p:txBody>
      </p:sp>
      <p:sp>
        <p:nvSpPr>
          <p:cNvPr id="23" name="文本框 16">
            <a:extLst>
              <a:ext uri="{FF2B5EF4-FFF2-40B4-BE49-F238E27FC236}">
                <a16:creationId xmlns:a16="http://schemas.microsoft.com/office/drawing/2014/main" id="{912BB6A8-F518-59DE-E5EF-53B1A963C041}"/>
              </a:ext>
            </a:extLst>
          </p:cNvPr>
          <p:cNvSpPr txBox="1"/>
          <p:nvPr/>
        </p:nvSpPr>
        <p:spPr>
          <a:xfrm>
            <a:off x="9075259" y="5215221"/>
            <a:ext cx="348420" cy="276999"/>
          </a:xfrm>
          <a:prstGeom prst="rect">
            <a:avLst/>
          </a:prstGeom>
          <a:noFill/>
        </p:spPr>
        <p:txBody>
          <a:bodyPr wrap="none" lIns="36000" tIns="0" rIns="36000" bIns="0" rtlCol="0" anchor="ctr" anchorCtr="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latin typeface="Courier New" panose="02070309020205020404" pitchFamily="49" charset="0"/>
                <a:cs typeface="Courier New" panose="02070309020205020404" pitchFamily="49" charset="0"/>
              </a:rPr>
              <a:t>15</a:t>
            </a:r>
            <a:endParaRPr lang="zh-CN" altLang="en-US" b="1" dirty="0">
              <a:latin typeface="Courier New" panose="02070309020205020404" pitchFamily="49" charset="0"/>
              <a:cs typeface="Courier New" panose="02070309020205020404" pitchFamily="49" charset="0"/>
            </a:endParaRPr>
          </a:p>
        </p:txBody>
      </p:sp>
      <p:sp>
        <p:nvSpPr>
          <p:cNvPr id="24" name="矩形: 圆角 23">
            <a:extLst>
              <a:ext uri="{FF2B5EF4-FFF2-40B4-BE49-F238E27FC236}">
                <a16:creationId xmlns:a16="http://schemas.microsoft.com/office/drawing/2014/main" id="{F027FD3D-8DA9-923F-03C2-FCC68F14D4D7}"/>
              </a:ext>
            </a:extLst>
          </p:cNvPr>
          <p:cNvSpPr/>
          <p:nvPr/>
        </p:nvSpPr>
        <p:spPr>
          <a:xfrm>
            <a:off x="8616773" y="3830916"/>
            <a:ext cx="285179" cy="265639"/>
          </a:xfrm>
          <a:prstGeom prst="roundRect">
            <a:avLst/>
          </a:prstGeom>
          <a:noFill/>
          <a:ln w="28575">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文本框 24">
            <a:extLst>
              <a:ext uri="{FF2B5EF4-FFF2-40B4-BE49-F238E27FC236}">
                <a16:creationId xmlns:a16="http://schemas.microsoft.com/office/drawing/2014/main" id="{0721D649-6652-763D-BF4C-6A3D5D55D662}"/>
              </a:ext>
            </a:extLst>
          </p:cNvPr>
          <p:cNvSpPr txBox="1"/>
          <p:nvPr/>
        </p:nvSpPr>
        <p:spPr>
          <a:xfrm>
            <a:off x="8665987" y="3843621"/>
            <a:ext cx="210561" cy="276999"/>
          </a:xfrm>
          <a:prstGeom prst="rect">
            <a:avLst/>
          </a:prstGeom>
          <a:noFill/>
        </p:spPr>
        <p:txBody>
          <a:bodyPr wrap="none" lIns="36000" tIns="0" rIns="36000" bIns="0" rtlCol="0" anchor="ctr" anchorCtr="0">
            <a:spAutoFit/>
          </a:bodyPr>
          <a:lstStyle/>
          <a:p>
            <a:r>
              <a:rPr lang="en-US" altLang="zh-CN" b="1" dirty="0">
                <a:solidFill>
                  <a:srgbClr val="8E0000"/>
                </a:solidFill>
                <a:latin typeface="Courier New" panose="02070309020205020404" pitchFamily="49" charset="0"/>
                <a:cs typeface="Courier New" panose="02070309020205020404" pitchFamily="49" charset="0"/>
              </a:rPr>
              <a:t>2</a:t>
            </a:r>
            <a:endParaRPr lang="zh-CN" altLang="en-US" b="1" dirty="0">
              <a:solidFill>
                <a:srgbClr val="8E0000"/>
              </a:solidFill>
              <a:latin typeface="Courier New" panose="02070309020205020404" pitchFamily="49" charset="0"/>
              <a:cs typeface="Courier New" panose="02070309020205020404" pitchFamily="49" charset="0"/>
            </a:endParaRPr>
          </a:p>
        </p:txBody>
      </p:sp>
      <p:sp>
        <p:nvSpPr>
          <p:cNvPr id="26" name="文本框 25">
            <a:extLst>
              <a:ext uri="{FF2B5EF4-FFF2-40B4-BE49-F238E27FC236}">
                <a16:creationId xmlns:a16="http://schemas.microsoft.com/office/drawing/2014/main" id="{E588F6FC-CB59-D53F-F91B-95029C027351}"/>
              </a:ext>
            </a:extLst>
          </p:cNvPr>
          <p:cNvSpPr txBox="1"/>
          <p:nvPr/>
        </p:nvSpPr>
        <p:spPr>
          <a:xfrm>
            <a:off x="8254251" y="3843621"/>
            <a:ext cx="210561" cy="276999"/>
          </a:xfrm>
          <a:prstGeom prst="rect">
            <a:avLst/>
          </a:prstGeom>
          <a:noFill/>
        </p:spPr>
        <p:txBody>
          <a:bodyPr wrap="none" lIns="36000" tIns="0" rIns="36000" bIns="0" rtlCol="0" anchor="ctr" anchorCtr="0">
            <a:spAutoFit/>
          </a:bodyPr>
          <a:lstStyle/>
          <a:p>
            <a:r>
              <a:rPr lang="en-US" altLang="zh-CN" b="1" dirty="0">
                <a:latin typeface="Courier New" panose="02070309020205020404" pitchFamily="49" charset="0"/>
                <a:cs typeface="Courier New" panose="02070309020205020404" pitchFamily="49" charset="0"/>
              </a:rPr>
              <a:t>1</a:t>
            </a:r>
            <a:endParaRPr lang="zh-CN" altLang="en-US" b="1" dirty="0">
              <a:latin typeface="Courier New" panose="02070309020205020404" pitchFamily="49" charset="0"/>
              <a:cs typeface="Courier New" panose="02070309020205020404" pitchFamily="49" charset="0"/>
            </a:endParaRPr>
          </a:p>
        </p:txBody>
      </p:sp>
      <p:sp>
        <p:nvSpPr>
          <p:cNvPr id="27" name="文本框 16">
            <a:extLst>
              <a:ext uri="{FF2B5EF4-FFF2-40B4-BE49-F238E27FC236}">
                <a16:creationId xmlns:a16="http://schemas.microsoft.com/office/drawing/2014/main" id="{2D92FFD8-4719-79D0-1531-73EDB54A11E5}"/>
              </a:ext>
            </a:extLst>
          </p:cNvPr>
          <p:cNvSpPr txBox="1"/>
          <p:nvPr/>
        </p:nvSpPr>
        <p:spPr>
          <a:xfrm>
            <a:off x="9075259" y="3843621"/>
            <a:ext cx="348420" cy="276999"/>
          </a:xfrm>
          <a:prstGeom prst="rect">
            <a:avLst/>
          </a:prstGeom>
          <a:noFill/>
        </p:spPr>
        <p:txBody>
          <a:bodyPr wrap="none" lIns="36000" tIns="0" rIns="36000" bIns="0" rtlCol="0" anchor="ctr" anchorCtr="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latin typeface="Courier New" panose="02070309020205020404" pitchFamily="49" charset="0"/>
                <a:cs typeface="Courier New" panose="02070309020205020404" pitchFamily="49" charset="0"/>
              </a:rPr>
              <a:t>12</a:t>
            </a:r>
            <a:endParaRPr lang="zh-CN" altLang="en-US" b="1" dirty="0">
              <a:latin typeface="Courier New" panose="02070309020205020404" pitchFamily="49" charset="0"/>
              <a:cs typeface="Courier New" panose="02070309020205020404" pitchFamily="49" charset="0"/>
            </a:endParaRPr>
          </a:p>
        </p:txBody>
      </p:sp>
      <p:sp>
        <p:nvSpPr>
          <p:cNvPr id="36" name="文本框 35">
            <a:extLst>
              <a:ext uri="{FF2B5EF4-FFF2-40B4-BE49-F238E27FC236}">
                <a16:creationId xmlns:a16="http://schemas.microsoft.com/office/drawing/2014/main" id="{4FFECC71-10B9-62B0-0B7B-3A9D98112E93}"/>
              </a:ext>
            </a:extLst>
          </p:cNvPr>
          <p:cNvSpPr txBox="1"/>
          <p:nvPr/>
        </p:nvSpPr>
        <p:spPr>
          <a:xfrm>
            <a:off x="8665987" y="4984239"/>
            <a:ext cx="210561" cy="276999"/>
          </a:xfrm>
          <a:prstGeom prst="rect">
            <a:avLst/>
          </a:prstGeom>
          <a:noFill/>
        </p:spPr>
        <p:txBody>
          <a:bodyPr wrap="none" lIns="36000" tIns="0" rIns="36000" bIns="0" rtlCol="0" anchor="ctr" anchorCtr="0">
            <a:spAutoFit/>
          </a:bodyPr>
          <a:lstStyle/>
          <a:p>
            <a:r>
              <a:rPr lang="en-US" altLang="zh-CN" b="1" dirty="0">
                <a:solidFill>
                  <a:srgbClr val="8E0000"/>
                </a:solidFill>
                <a:latin typeface="Courier New" panose="02070309020205020404" pitchFamily="49" charset="0"/>
                <a:cs typeface="Courier New" panose="02070309020205020404" pitchFamily="49" charset="0"/>
              </a:rPr>
              <a:t>2</a:t>
            </a:r>
            <a:endParaRPr lang="zh-CN" altLang="en-US" b="1" dirty="0">
              <a:solidFill>
                <a:srgbClr val="8E0000"/>
              </a:solidFill>
              <a:latin typeface="Courier New" panose="02070309020205020404" pitchFamily="49" charset="0"/>
              <a:cs typeface="Courier New" panose="02070309020205020404" pitchFamily="49" charset="0"/>
            </a:endParaRPr>
          </a:p>
        </p:txBody>
      </p:sp>
      <p:sp>
        <p:nvSpPr>
          <p:cNvPr id="37" name="文本框 36">
            <a:extLst>
              <a:ext uri="{FF2B5EF4-FFF2-40B4-BE49-F238E27FC236}">
                <a16:creationId xmlns:a16="http://schemas.microsoft.com/office/drawing/2014/main" id="{F0509E64-CF0A-0350-BD4F-D167F76C7995}"/>
              </a:ext>
            </a:extLst>
          </p:cNvPr>
          <p:cNvSpPr txBox="1"/>
          <p:nvPr/>
        </p:nvSpPr>
        <p:spPr>
          <a:xfrm>
            <a:off x="8254251" y="4984239"/>
            <a:ext cx="210561" cy="276999"/>
          </a:xfrm>
          <a:prstGeom prst="rect">
            <a:avLst/>
          </a:prstGeom>
          <a:noFill/>
        </p:spPr>
        <p:txBody>
          <a:bodyPr wrap="none" lIns="36000" tIns="0" rIns="36000" bIns="0" rtlCol="0" anchor="ctr" anchorCtr="0">
            <a:spAutoFit/>
          </a:bodyPr>
          <a:lstStyle/>
          <a:p>
            <a:r>
              <a:rPr lang="en-US" altLang="zh-CN" b="1" dirty="0">
                <a:latin typeface="Courier New" panose="02070309020205020404" pitchFamily="49" charset="0"/>
                <a:cs typeface="Courier New" panose="02070309020205020404" pitchFamily="49" charset="0"/>
              </a:rPr>
              <a:t>5</a:t>
            </a:r>
            <a:endParaRPr lang="zh-CN" altLang="en-US" b="1" dirty="0">
              <a:latin typeface="Courier New" panose="02070309020205020404" pitchFamily="49" charset="0"/>
              <a:cs typeface="Courier New" panose="02070309020205020404" pitchFamily="49" charset="0"/>
            </a:endParaRPr>
          </a:p>
        </p:txBody>
      </p:sp>
      <p:sp>
        <p:nvSpPr>
          <p:cNvPr id="38" name="文本框 16">
            <a:extLst>
              <a:ext uri="{FF2B5EF4-FFF2-40B4-BE49-F238E27FC236}">
                <a16:creationId xmlns:a16="http://schemas.microsoft.com/office/drawing/2014/main" id="{A75A725C-F5F3-4B71-67AA-936A7C595B79}"/>
              </a:ext>
            </a:extLst>
          </p:cNvPr>
          <p:cNvSpPr txBox="1"/>
          <p:nvPr/>
        </p:nvSpPr>
        <p:spPr>
          <a:xfrm>
            <a:off x="9075259" y="4984239"/>
            <a:ext cx="348420" cy="276999"/>
          </a:xfrm>
          <a:prstGeom prst="rect">
            <a:avLst/>
          </a:prstGeom>
          <a:noFill/>
        </p:spPr>
        <p:txBody>
          <a:bodyPr wrap="none" lIns="36000" tIns="0" rIns="36000" bIns="0" rtlCol="0" anchor="ctr" anchorCtr="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latin typeface="Courier New" panose="02070309020205020404" pitchFamily="49" charset="0"/>
                <a:cs typeface="Courier New" panose="02070309020205020404" pitchFamily="49" charset="0"/>
              </a:rPr>
              <a:t>18</a:t>
            </a:r>
            <a:endParaRPr lang="zh-CN" altLang="en-US" b="1" dirty="0">
              <a:latin typeface="Courier New" panose="02070309020205020404" pitchFamily="49" charset="0"/>
              <a:cs typeface="Courier New" panose="02070309020205020404" pitchFamily="49" charset="0"/>
            </a:endParaRPr>
          </a:p>
        </p:txBody>
      </p:sp>
      <p:sp>
        <p:nvSpPr>
          <p:cNvPr id="39" name="矩形: 圆角 38">
            <a:extLst>
              <a:ext uri="{FF2B5EF4-FFF2-40B4-BE49-F238E27FC236}">
                <a16:creationId xmlns:a16="http://schemas.microsoft.com/office/drawing/2014/main" id="{2DFEE8B7-F2BC-9B8B-AB8A-12474F8A165B}"/>
              </a:ext>
            </a:extLst>
          </p:cNvPr>
          <p:cNvSpPr/>
          <p:nvPr/>
        </p:nvSpPr>
        <p:spPr>
          <a:xfrm>
            <a:off x="8616772" y="3830915"/>
            <a:ext cx="285179" cy="265639"/>
          </a:xfrm>
          <a:prstGeom prst="roundRect">
            <a:avLst/>
          </a:prstGeom>
          <a:noFill/>
          <a:ln w="28575">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文本框 39">
            <a:extLst>
              <a:ext uri="{FF2B5EF4-FFF2-40B4-BE49-F238E27FC236}">
                <a16:creationId xmlns:a16="http://schemas.microsoft.com/office/drawing/2014/main" id="{2DA8BFCD-69BE-1083-CEEE-B8756EA57FF5}"/>
              </a:ext>
            </a:extLst>
          </p:cNvPr>
          <p:cNvSpPr txBox="1"/>
          <p:nvPr/>
        </p:nvSpPr>
        <p:spPr>
          <a:xfrm>
            <a:off x="8665987" y="4072735"/>
            <a:ext cx="210561" cy="276999"/>
          </a:xfrm>
          <a:prstGeom prst="rect">
            <a:avLst/>
          </a:prstGeom>
          <a:noFill/>
        </p:spPr>
        <p:txBody>
          <a:bodyPr wrap="none" lIns="36000" tIns="0" rIns="36000" bIns="0" rtlCol="0" anchor="ctr" anchorCtr="0">
            <a:spAutoFit/>
          </a:bodyPr>
          <a:lstStyle/>
          <a:p>
            <a:r>
              <a:rPr lang="en-US" altLang="zh-CN" b="1" dirty="0">
                <a:solidFill>
                  <a:srgbClr val="8E0000"/>
                </a:solidFill>
                <a:latin typeface="Courier New" panose="02070309020205020404" pitchFamily="49" charset="0"/>
                <a:cs typeface="Courier New" panose="02070309020205020404" pitchFamily="49" charset="0"/>
              </a:rPr>
              <a:t>3</a:t>
            </a:r>
            <a:endParaRPr lang="zh-CN" altLang="en-US" b="1" dirty="0">
              <a:solidFill>
                <a:srgbClr val="8E0000"/>
              </a:solidFill>
              <a:latin typeface="Courier New" panose="02070309020205020404" pitchFamily="49" charset="0"/>
              <a:cs typeface="Courier New" panose="02070309020205020404" pitchFamily="49" charset="0"/>
            </a:endParaRPr>
          </a:p>
        </p:txBody>
      </p:sp>
      <p:sp>
        <p:nvSpPr>
          <p:cNvPr id="41" name="文本框 40">
            <a:extLst>
              <a:ext uri="{FF2B5EF4-FFF2-40B4-BE49-F238E27FC236}">
                <a16:creationId xmlns:a16="http://schemas.microsoft.com/office/drawing/2014/main" id="{53318B10-D012-CC77-6AE7-53427B5A10B9}"/>
              </a:ext>
            </a:extLst>
          </p:cNvPr>
          <p:cNvSpPr txBox="1"/>
          <p:nvPr/>
        </p:nvSpPr>
        <p:spPr>
          <a:xfrm>
            <a:off x="8254251" y="4072735"/>
            <a:ext cx="210561" cy="276999"/>
          </a:xfrm>
          <a:prstGeom prst="rect">
            <a:avLst/>
          </a:prstGeom>
          <a:noFill/>
        </p:spPr>
        <p:txBody>
          <a:bodyPr wrap="none" lIns="36000" tIns="0" rIns="36000" bIns="0" rtlCol="0" anchor="ctr" anchorCtr="0">
            <a:spAutoFit/>
          </a:bodyPr>
          <a:lstStyle/>
          <a:p>
            <a:r>
              <a:rPr lang="en-US" altLang="zh-CN" b="1" dirty="0">
                <a:latin typeface="Courier New" panose="02070309020205020404" pitchFamily="49" charset="0"/>
                <a:cs typeface="Courier New" panose="02070309020205020404" pitchFamily="49" charset="0"/>
              </a:rPr>
              <a:t>1</a:t>
            </a:r>
            <a:endParaRPr lang="zh-CN" altLang="en-US" b="1" dirty="0">
              <a:latin typeface="Courier New" panose="02070309020205020404" pitchFamily="49" charset="0"/>
              <a:cs typeface="Courier New" panose="02070309020205020404" pitchFamily="49" charset="0"/>
            </a:endParaRPr>
          </a:p>
        </p:txBody>
      </p:sp>
      <p:sp>
        <p:nvSpPr>
          <p:cNvPr id="42" name="文本框 16">
            <a:extLst>
              <a:ext uri="{FF2B5EF4-FFF2-40B4-BE49-F238E27FC236}">
                <a16:creationId xmlns:a16="http://schemas.microsoft.com/office/drawing/2014/main" id="{4EF98D17-4C14-244F-3B3A-667055DEE706}"/>
              </a:ext>
            </a:extLst>
          </p:cNvPr>
          <p:cNvSpPr txBox="1"/>
          <p:nvPr/>
        </p:nvSpPr>
        <p:spPr>
          <a:xfrm>
            <a:off x="9075259" y="4072735"/>
            <a:ext cx="348420" cy="276999"/>
          </a:xfrm>
          <a:prstGeom prst="rect">
            <a:avLst/>
          </a:prstGeom>
          <a:noFill/>
        </p:spPr>
        <p:txBody>
          <a:bodyPr wrap="none" lIns="36000" tIns="0" rIns="36000" bIns="0" rtlCol="0" anchor="ctr" anchorCtr="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latin typeface="Courier New" panose="02070309020205020404" pitchFamily="49" charset="0"/>
                <a:cs typeface="Courier New" panose="02070309020205020404" pitchFamily="49" charset="0"/>
              </a:rPr>
              <a:t> 9</a:t>
            </a:r>
            <a:endParaRPr lang="zh-CN" altLang="en-US" b="1" dirty="0">
              <a:latin typeface="Courier New" panose="02070309020205020404" pitchFamily="49" charset="0"/>
              <a:cs typeface="Courier New" panose="02070309020205020404" pitchFamily="49" charset="0"/>
            </a:endParaRPr>
          </a:p>
        </p:txBody>
      </p:sp>
      <p:sp>
        <p:nvSpPr>
          <p:cNvPr id="43" name="文本框 42">
            <a:extLst>
              <a:ext uri="{FF2B5EF4-FFF2-40B4-BE49-F238E27FC236}">
                <a16:creationId xmlns:a16="http://schemas.microsoft.com/office/drawing/2014/main" id="{70591782-4501-5B25-FCA7-8E17196BFC92}"/>
              </a:ext>
            </a:extLst>
          </p:cNvPr>
          <p:cNvSpPr txBox="1"/>
          <p:nvPr/>
        </p:nvSpPr>
        <p:spPr>
          <a:xfrm>
            <a:off x="8665987" y="4753257"/>
            <a:ext cx="210561" cy="276999"/>
          </a:xfrm>
          <a:prstGeom prst="rect">
            <a:avLst/>
          </a:prstGeom>
          <a:noFill/>
        </p:spPr>
        <p:txBody>
          <a:bodyPr wrap="none" lIns="36000" tIns="0" rIns="36000" bIns="0" rtlCol="0" anchor="ctr" anchorCtr="0">
            <a:spAutoFit/>
          </a:bodyPr>
          <a:lstStyle/>
          <a:p>
            <a:r>
              <a:rPr lang="en-US" altLang="zh-CN" b="1" dirty="0">
                <a:solidFill>
                  <a:srgbClr val="8E0000"/>
                </a:solidFill>
                <a:latin typeface="Courier New" panose="02070309020205020404" pitchFamily="49" charset="0"/>
                <a:cs typeface="Courier New" panose="02070309020205020404" pitchFamily="49" charset="0"/>
              </a:rPr>
              <a:t>3</a:t>
            </a:r>
            <a:endParaRPr lang="zh-CN" altLang="en-US" b="1" dirty="0">
              <a:solidFill>
                <a:srgbClr val="8E0000"/>
              </a:solidFill>
              <a:latin typeface="Courier New" panose="02070309020205020404" pitchFamily="49" charset="0"/>
              <a:cs typeface="Courier New" panose="02070309020205020404" pitchFamily="49" charset="0"/>
            </a:endParaRPr>
          </a:p>
        </p:txBody>
      </p:sp>
      <p:sp>
        <p:nvSpPr>
          <p:cNvPr id="44" name="文本框 43">
            <a:extLst>
              <a:ext uri="{FF2B5EF4-FFF2-40B4-BE49-F238E27FC236}">
                <a16:creationId xmlns:a16="http://schemas.microsoft.com/office/drawing/2014/main" id="{18692D7D-8103-DD5C-D672-D8199F7C81B1}"/>
              </a:ext>
            </a:extLst>
          </p:cNvPr>
          <p:cNvSpPr txBox="1"/>
          <p:nvPr/>
        </p:nvSpPr>
        <p:spPr>
          <a:xfrm>
            <a:off x="8254251" y="4753257"/>
            <a:ext cx="210561" cy="276999"/>
          </a:xfrm>
          <a:prstGeom prst="rect">
            <a:avLst/>
          </a:prstGeom>
          <a:noFill/>
        </p:spPr>
        <p:txBody>
          <a:bodyPr wrap="none" lIns="36000" tIns="0" rIns="36000" bIns="0" rtlCol="0" anchor="ctr" anchorCtr="0">
            <a:spAutoFit/>
          </a:bodyPr>
          <a:lstStyle/>
          <a:p>
            <a:r>
              <a:rPr lang="en-US" altLang="zh-CN" b="1" dirty="0">
                <a:latin typeface="Courier New" panose="02070309020205020404" pitchFamily="49" charset="0"/>
                <a:cs typeface="Courier New" panose="02070309020205020404" pitchFamily="49" charset="0"/>
              </a:rPr>
              <a:t>4</a:t>
            </a:r>
            <a:endParaRPr lang="zh-CN" altLang="en-US" b="1" dirty="0">
              <a:latin typeface="Courier New" panose="02070309020205020404" pitchFamily="49" charset="0"/>
              <a:cs typeface="Courier New" panose="02070309020205020404" pitchFamily="49" charset="0"/>
            </a:endParaRPr>
          </a:p>
        </p:txBody>
      </p:sp>
      <p:sp>
        <p:nvSpPr>
          <p:cNvPr id="45" name="文本框 16">
            <a:extLst>
              <a:ext uri="{FF2B5EF4-FFF2-40B4-BE49-F238E27FC236}">
                <a16:creationId xmlns:a16="http://schemas.microsoft.com/office/drawing/2014/main" id="{3B1963CE-7CA8-4850-B290-591007DDDAEB}"/>
              </a:ext>
            </a:extLst>
          </p:cNvPr>
          <p:cNvSpPr txBox="1"/>
          <p:nvPr/>
        </p:nvSpPr>
        <p:spPr>
          <a:xfrm>
            <a:off x="9075259" y="4753257"/>
            <a:ext cx="348420" cy="276999"/>
          </a:xfrm>
          <a:prstGeom prst="rect">
            <a:avLst/>
          </a:prstGeom>
          <a:noFill/>
        </p:spPr>
        <p:txBody>
          <a:bodyPr wrap="none" lIns="36000" tIns="0" rIns="36000" bIns="0" rtlCol="0" anchor="ctr" anchorCtr="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latin typeface="Courier New" panose="02070309020205020404" pitchFamily="49" charset="0"/>
                <a:cs typeface="Courier New" panose="02070309020205020404" pitchFamily="49" charset="0"/>
              </a:rPr>
              <a:t>24</a:t>
            </a:r>
            <a:endParaRPr lang="zh-CN" altLang="en-US" b="1" dirty="0">
              <a:latin typeface="Courier New" panose="02070309020205020404" pitchFamily="49" charset="0"/>
              <a:cs typeface="Courier New" panose="02070309020205020404" pitchFamily="49" charset="0"/>
            </a:endParaRPr>
          </a:p>
        </p:txBody>
      </p:sp>
      <p:sp>
        <p:nvSpPr>
          <p:cNvPr id="46" name="矩形: 圆角 45">
            <a:extLst>
              <a:ext uri="{FF2B5EF4-FFF2-40B4-BE49-F238E27FC236}">
                <a16:creationId xmlns:a16="http://schemas.microsoft.com/office/drawing/2014/main" id="{5FF9BD38-1F2D-7920-0F2C-2D7E1A81D027}"/>
              </a:ext>
            </a:extLst>
          </p:cNvPr>
          <p:cNvSpPr/>
          <p:nvPr/>
        </p:nvSpPr>
        <p:spPr>
          <a:xfrm>
            <a:off x="8616771" y="3829187"/>
            <a:ext cx="285179" cy="265639"/>
          </a:xfrm>
          <a:prstGeom prst="roundRect">
            <a:avLst/>
          </a:prstGeom>
          <a:noFill/>
          <a:ln w="28575">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文本框 46">
            <a:extLst>
              <a:ext uri="{FF2B5EF4-FFF2-40B4-BE49-F238E27FC236}">
                <a16:creationId xmlns:a16="http://schemas.microsoft.com/office/drawing/2014/main" id="{BCA5B0D6-9059-1A1A-ECE8-BCD9C5538C90}"/>
              </a:ext>
            </a:extLst>
          </p:cNvPr>
          <p:cNvSpPr txBox="1"/>
          <p:nvPr/>
        </p:nvSpPr>
        <p:spPr>
          <a:xfrm>
            <a:off x="8665987" y="5446203"/>
            <a:ext cx="210561" cy="276999"/>
          </a:xfrm>
          <a:prstGeom prst="rect">
            <a:avLst/>
          </a:prstGeom>
          <a:noFill/>
        </p:spPr>
        <p:txBody>
          <a:bodyPr wrap="none" lIns="36000" tIns="0" rIns="36000" bIns="0" rtlCol="0" anchor="ctr" anchorCtr="0">
            <a:spAutoFit/>
          </a:bodyPr>
          <a:lstStyle/>
          <a:p>
            <a:r>
              <a:rPr lang="en-US" altLang="zh-CN" b="1" dirty="0">
                <a:solidFill>
                  <a:srgbClr val="8E0000"/>
                </a:solidFill>
                <a:latin typeface="Courier New" panose="02070309020205020404" pitchFamily="49" charset="0"/>
                <a:cs typeface="Courier New" panose="02070309020205020404" pitchFamily="49" charset="0"/>
              </a:rPr>
              <a:t>4</a:t>
            </a:r>
            <a:endParaRPr lang="zh-CN" altLang="en-US" b="1" dirty="0">
              <a:solidFill>
                <a:srgbClr val="8E0000"/>
              </a:solidFill>
              <a:latin typeface="Courier New" panose="02070309020205020404" pitchFamily="49" charset="0"/>
              <a:cs typeface="Courier New" panose="02070309020205020404" pitchFamily="49" charset="0"/>
            </a:endParaRPr>
          </a:p>
        </p:txBody>
      </p:sp>
      <p:sp>
        <p:nvSpPr>
          <p:cNvPr id="48" name="文本框 47">
            <a:extLst>
              <a:ext uri="{FF2B5EF4-FFF2-40B4-BE49-F238E27FC236}">
                <a16:creationId xmlns:a16="http://schemas.microsoft.com/office/drawing/2014/main" id="{C89AB0C7-D21B-A301-6CB5-2D14B5EAB0C5}"/>
              </a:ext>
            </a:extLst>
          </p:cNvPr>
          <p:cNvSpPr txBox="1"/>
          <p:nvPr/>
        </p:nvSpPr>
        <p:spPr>
          <a:xfrm>
            <a:off x="8254251" y="5446203"/>
            <a:ext cx="210561" cy="276999"/>
          </a:xfrm>
          <a:prstGeom prst="rect">
            <a:avLst/>
          </a:prstGeom>
          <a:noFill/>
        </p:spPr>
        <p:txBody>
          <a:bodyPr wrap="none" lIns="36000" tIns="0" rIns="36000" bIns="0" rtlCol="0" anchor="ctr" anchorCtr="0">
            <a:spAutoFit/>
          </a:bodyPr>
          <a:lstStyle/>
          <a:p>
            <a:r>
              <a:rPr lang="en-US" altLang="zh-CN" b="1" dirty="0">
                <a:latin typeface="Courier New" panose="02070309020205020404" pitchFamily="49" charset="0"/>
                <a:cs typeface="Courier New" panose="02070309020205020404" pitchFamily="49" charset="0"/>
              </a:rPr>
              <a:t>6</a:t>
            </a:r>
            <a:endParaRPr lang="zh-CN" altLang="en-US" b="1" dirty="0">
              <a:latin typeface="Courier New" panose="02070309020205020404" pitchFamily="49" charset="0"/>
              <a:cs typeface="Courier New" panose="02070309020205020404" pitchFamily="49" charset="0"/>
            </a:endParaRPr>
          </a:p>
        </p:txBody>
      </p:sp>
      <p:sp>
        <p:nvSpPr>
          <p:cNvPr id="49" name="文本框 16">
            <a:extLst>
              <a:ext uri="{FF2B5EF4-FFF2-40B4-BE49-F238E27FC236}">
                <a16:creationId xmlns:a16="http://schemas.microsoft.com/office/drawing/2014/main" id="{E0E10774-4FEB-6361-4FAB-E3764BE6DB9D}"/>
              </a:ext>
            </a:extLst>
          </p:cNvPr>
          <p:cNvSpPr txBox="1"/>
          <p:nvPr/>
        </p:nvSpPr>
        <p:spPr>
          <a:xfrm>
            <a:off x="9075259" y="5446203"/>
            <a:ext cx="348420" cy="276999"/>
          </a:xfrm>
          <a:prstGeom prst="rect">
            <a:avLst/>
          </a:prstGeom>
          <a:noFill/>
        </p:spPr>
        <p:txBody>
          <a:bodyPr wrap="none" lIns="36000" tIns="0" rIns="36000" bIns="0" rtlCol="0" anchor="ctr" anchorCtr="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latin typeface="Courier New" panose="02070309020205020404" pitchFamily="49" charset="0"/>
                <a:cs typeface="Courier New" panose="02070309020205020404" pitchFamily="49" charset="0"/>
              </a:rPr>
              <a:t>-7</a:t>
            </a:r>
            <a:endParaRPr lang="zh-CN" altLang="en-US" b="1" dirty="0">
              <a:latin typeface="Courier New" panose="02070309020205020404" pitchFamily="49" charset="0"/>
              <a:cs typeface="Courier New" panose="02070309020205020404" pitchFamily="49" charset="0"/>
            </a:endParaRPr>
          </a:p>
        </p:txBody>
      </p:sp>
      <p:sp>
        <p:nvSpPr>
          <p:cNvPr id="50" name="矩形: 圆角 49">
            <a:extLst>
              <a:ext uri="{FF2B5EF4-FFF2-40B4-BE49-F238E27FC236}">
                <a16:creationId xmlns:a16="http://schemas.microsoft.com/office/drawing/2014/main" id="{1C8F197A-7712-5BD0-D9F3-DD5F5F966159}"/>
              </a:ext>
            </a:extLst>
          </p:cNvPr>
          <p:cNvSpPr/>
          <p:nvPr/>
        </p:nvSpPr>
        <p:spPr>
          <a:xfrm>
            <a:off x="8616770" y="3830915"/>
            <a:ext cx="285179" cy="265639"/>
          </a:xfrm>
          <a:prstGeom prst="roundRect">
            <a:avLst/>
          </a:prstGeom>
          <a:noFill/>
          <a:ln w="28575">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矩形: 圆角 50">
            <a:extLst>
              <a:ext uri="{FF2B5EF4-FFF2-40B4-BE49-F238E27FC236}">
                <a16:creationId xmlns:a16="http://schemas.microsoft.com/office/drawing/2014/main" id="{C5DA8A04-89A2-656C-6E88-8DB6121BF7CE}"/>
              </a:ext>
            </a:extLst>
          </p:cNvPr>
          <p:cNvSpPr/>
          <p:nvPr/>
        </p:nvSpPr>
        <p:spPr>
          <a:xfrm>
            <a:off x="8616769" y="3830915"/>
            <a:ext cx="285179" cy="265639"/>
          </a:xfrm>
          <a:prstGeom prst="roundRect">
            <a:avLst/>
          </a:prstGeom>
          <a:noFill/>
          <a:ln w="28575">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文本框 51">
            <a:extLst>
              <a:ext uri="{FF2B5EF4-FFF2-40B4-BE49-F238E27FC236}">
                <a16:creationId xmlns:a16="http://schemas.microsoft.com/office/drawing/2014/main" id="{9A37F901-A84D-8533-C2E2-9C1FAB1C2D09}"/>
              </a:ext>
            </a:extLst>
          </p:cNvPr>
          <p:cNvSpPr txBox="1"/>
          <p:nvPr/>
        </p:nvSpPr>
        <p:spPr>
          <a:xfrm>
            <a:off x="8663606" y="4529935"/>
            <a:ext cx="210561" cy="276999"/>
          </a:xfrm>
          <a:prstGeom prst="rect">
            <a:avLst/>
          </a:prstGeom>
          <a:noFill/>
        </p:spPr>
        <p:txBody>
          <a:bodyPr wrap="none" lIns="36000" tIns="0" rIns="36000" bIns="0" rtlCol="0" anchor="ctr" anchorCtr="0">
            <a:spAutoFit/>
          </a:bodyPr>
          <a:lstStyle/>
          <a:p>
            <a:r>
              <a:rPr lang="en-US" altLang="zh-CN" b="1" dirty="0">
                <a:solidFill>
                  <a:srgbClr val="8E0000"/>
                </a:solidFill>
                <a:latin typeface="Courier New" panose="02070309020205020404" pitchFamily="49" charset="0"/>
                <a:cs typeface="Courier New" panose="02070309020205020404" pitchFamily="49" charset="0"/>
              </a:rPr>
              <a:t>6</a:t>
            </a:r>
            <a:endParaRPr lang="zh-CN" altLang="en-US" b="1" dirty="0">
              <a:solidFill>
                <a:srgbClr val="8E0000"/>
              </a:solidFill>
              <a:latin typeface="Courier New" panose="02070309020205020404" pitchFamily="49" charset="0"/>
              <a:cs typeface="Courier New" panose="02070309020205020404" pitchFamily="49" charset="0"/>
            </a:endParaRPr>
          </a:p>
        </p:txBody>
      </p:sp>
      <p:sp>
        <p:nvSpPr>
          <p:cNvPr id="53" name="文本框 52">
            <a:extLst>
              <a:ext uri="{FF2B5EF4-FFF2-40B4-BE49-F238E27FC236}">
                <a16:creationId xmlns:a16="http://schemas.microsoft.com/office/drawing/2014/main" id="{BC48833B-9258-FF54-4077-55C80A34C8F3}"/>
              </a:ext>
            </a:extLst>
          </p:cNvPr>
          <p:cNvSpPr txBox="1"/>
          <p:nvPr/>
        </p:nvSpPr>
        <p:spPr>
          <a:xfrm>
            <a:off x="8251870" y="4529935"/>
            <a:ext cx="210561" cy="276999"/>
          </a:xfrm>
          <a:prstGeom prst="rect">
            <a:avLst/>
          </a:prstGeom>
          <a:noFill/>
        </p:spPr>
        <p:txBody>
          <a:bodyPr wrap="none" lIns="36000" tIns="0" rIns="36000" bIns="0" rtlCol="0" anchor="ctr" anchorCtr="0">
            <a:spAutoFit/>
          </a:bodyPr>
          <a:lstStyle/>
          <a:p>
            <a:r>
              <a:rPr lang="en-US" altLang="zh-CN" b="1" dirty="0">
                <a:latin typeface="Courier New" panose="02070309020205020404" pitchFamily="49" charset="0"/>
                <a:cs typeface="Courier New" panose="02070309020205020404" pitchFamily="49" charset="0"/>
              </a:rPr>
              <a:t>3</a:t>
            </a:r>
            <a:endParaRPr lang="zh-CN" altLang="en-US" b="1" dirty="0">
              <a:latin typeface="Courier New" panose="02070309020205020404" pitchFamily="49" charset="0"/>
              <a:cs typeface="Courier New" panose="02070309020205020404" pitchFamily="49" charset="0"/>
            </a:endParaRPr>
          </a:p>
        </p:txBody>
      </p:sp>
      <p:sp>
        <p:nvSpPr>
          <p:cNvPr id="54" name="文本框 16">
            <a:extLst>
              <a:ext uri="{FF2B5EF4-FFF2-40B4-BE49-F238E27FC236}">
                <a16:creationId xmlns:a16="http://schemas.microsoft.com/office/drawing/2014/main" id="{6725A1A7-35D8-DB45-780F-2E2B69C96730}"/>
              </a:ext>
            </a:extLst>
          </p:cNvPr>
          <p:cNvSpPr txBox="1"/>
          <p:nvPr/>
        </p:nvSpPr>
        <p:spPr>
          <a:xfrm>
            <a:off x="9072878" y="4529935"/>
            <a:ext cx="348420" cy="276999"/>
          </a:xfrm>
          <a:prstGeom prst="rect">
            <a:avLst/>
          </a:prstGeom>
          <a:noFill/>
        </p:spPr>
        <p:txBody>
          <a:bodyPr wrap="none" lIns="36000" tIns="0" rIns="36000" bIns="0" rtlCol="0" anchor="ctr" anchorCtr="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b="1" dirty="0">
                <a:latin typeface="Courier New" panose="02070309020205020404" pitchFamily="49" charset="0"/>
                <a:cs typeface="Courier New" panose="02070309020205020404" pitchFamily="49" charset="0"/>
              </a:rPr>
              <a:t>14</a:t>
            </a:r>
            <a:endParaRPr lang="zh-CN" altLang="en-US" b="1" dirty="0">
              <a:latin typeface="Courier New" panose="02070309020205020404" pitchFamily="49" charset="0"/>
              <a:cs typeface="Courier New" panose="02070309020205020404" pitchFamily="49" charset="0"/>
            </a:endParaRPr>
          </a:p>
        </p:txBody>
      </p:sp>
      <p:sp>
        <p:nvSpPr>
          <p:cNvPr id="55" name="矩形: 圆角 54">
            <a:extLst>
              <a:ext uri="{FF2B5EF4-FFF2-40B4-BE49-F238E27FC236}">
                <a16:creationId xmlns:a16="http://schemas.microsoft.com/office/drawing/2014/main" id="{3E37F840-9357-2A06-D92F-E956DA9D2616}"/>
              </a:ext>
            </a:extLst>
          </p:cNvPr>
          <p:cNvSpPr/>
          <p:nvPr/>
        </p:nvSpPr>
        <p:spPr>
          <a:xfrm>
            <a:off x="8616766" y="3829186"/>
            <a:ext cx="285179" cy="265639"/>
          </a:xfrm>
          <a:prstGeom prst="roundRect">
            <a:avLst/>
          </a:prstGeom>
          <a:noFill/>
          <a:ln w="28575">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7" name="直接连接符 56">
            <a:extLst>
              <a:ext uri="{FF2B5EF4-FFF2-40B4-BE49-F238E27FC236}">
                <a16:creationId xmlns:a16="http://schemas.microsoft.com/office/drawing/2014/main" id="{28D87882-2D38-DF6E-3767-354936622EA4}"/>
              </a:ext>
            </a:extLst>
          </p:cNvPr>
          <p:cNvCxnSpPr/>
          <p:nvPr/>
        </p:nvCxnSpPr>
        <p:spPr>
          <a:xfrm>
            <a:off x="1296296" y="3184264"/>
            <a:ext cx="4087906" cy="0"/>
          </a:xfrm>
          <a:prstGeom prst="line">
            <a:avLst/>
          </a:prstGeom>
          <a:ln w="28575">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58" name="直接连接符 57">
            <a:extLst>
              <a:ext uri="{FF2B5EF4-FFF2-40B4-BE49-F238E27FC236}">
                <a16:creationId xmlns:a16="http://schemas.microsoft.com/office/drawing/2014/main" id="{B28EAEF3-2C1B-7953-E34E-5C7741A2E48A}"/>
              </a:ext>
            </a:extLst>
          </p:cNvPr>
          <p:cNvCxnSpPr>
            <a:cxnSpLocks/>
          </p:cNvCxnSpPr>
          <p:nvPr/>
        </p:nvCxnSpPr>
        <p:spPr>
          <a:xfrm>
            <a:off x="801444" y="3998257"/>
            <a:ext cx="3528509" cy="0"/>
          </a:xfrm>
          <a:prstGeom prst="line">
            <a:avLst/>
          </a:prstGeom>
          <a:ln w="28575">
            <a:solidFill>
              <a:schemeClr val="accent2"/>
            </a:solidFill>
          </a:ln>
        </p:spPr>
        <p:style>
          <a:lnRef idx="2">
            <a:schemeClr val="accent1"/>
          </a:lnRef>
          <a:fillRef idx="0">
            <a:schemeClr val="accent1"/>
          </a:fillRef>
          <a:effectRef idx="1">
            <a:schemeClr val="accent1"/>
          </a:effectRef>
          <a:fontRef idx="minor">
            <a:schemeClr val="tx1"/>
          </a:fontRef>
        </p:style>
      </p:cxnSp>
      <p:sp>
        <p:nvSpPr>
          <p:cNvPr id="61" name="文本框 60">
            <a:extLst>
              <a:ext uri="{FF2B5EF4-FFF2-40B4-BE49-F238E27FC236}">
                <a16:creationId xmlns:a16="http://schemas.microsoft.com/office/drawing/2014/main" id="{38D79A9D-ED47-3FB0-AC27-C0A4F0067A84}"/>
              </a:ext>
            </a:extLst>
          </p:cNvPr>
          <p:cNvSpPr txBox="1"/>
          <p:nvPr/>
        </p:nvSpPr>
        <p:spPr>
          <a:xfrm>
            <a:off x="1850315" y="3654216"/>
            <a:ext cx="312906" cy="400110"/>
          </a:xfrm>
          <a:prstGeom prst="rect">
            <a:avLst/>
          </a:prstGeom>
          <a:noFill/>
        </p:spPr>
        <p:txBody>
          <a:bodyPr wrap="none" rtlCol="0">
            <a:spAutoFit/>
          </a:bodyPr>
          <a:lstStyle/>
          <a:p>
            <a:r>
              <a:rPr lang="en-US" altLang="zh-CN" sz="2000" b="1" dirty="0">
                <a:solidFill>
                  <a:srgbClr val="C00000"/>
                </a:solidFill>
                <a:effectLst>
                  <a:outerShdw blurRad="38100" dist="38100" dir="2700000" algn="tl">
                    <a:srgbClr val="000000">
                      <a:alpha val="43137"/>
                    </a:srgbClr>
                  </a:outerShdw>
                </a:effectLst>
              </a:rPr>
              <a:t>1</a:t>
            </a:r>
            <a:endParaRPr lang="zh-CN" altLang="en-US" sz="2000" b="1" dirty="0">
              <a:solidFill>
                <a:srgbClr val="C00000"/>
              </a:solidFill>
              <a:effectLst>
                <a:outerShdw blurRad="38100" dist="38100" dir="2700000" algn="tl">
                  <a:srgbClr val="000000">
                    <a:alpha val="43137"/>
                  </a:srgbClr>
                </a:outerShdw>
              </a:effectLst>
            </a:endParaRPr>
          </a:p>
        </p:txBody>
      </p:sp>
      <p:cxnSp>
        <p:nvCxnSpPr>
          <p:cNvPr id="62" name="直接连接符 61">
            <a:extLst>
              <a:ext uri="{FF2B5EF4-FFF2-40B4-BE49-F238E27FC236}">
                <a16:creationId xmlns:a16="http://schemas.microsoft.com/office/drawing/2014/main" id="{04DC32FF-8B52-DD81-4B01-F10FC50B18F6}"/>
              </a:ext>
            </a:extLst>
          </p:cNvPr>
          <p:cNvCxnSpPr>
            <a:cxnSpLocks/>
          </p:cNvCxnSpPr>
          <p:nvPr/>
        </p:nvCxnSpPr>
        <p:spPr>
          <a:xfrm>
            <a:off x="1104451" y="4299026"/>
            <a:ext cx="2752165" cy="1795"/>
          </a:xfrm>
          <a:prstGeom prst="line">
            <a:avLst/>
          </a:prstGeom>
          <a:ln w="28575">
            <a:solidFill>
              <a:schemeClr val="accent2"/>
            </a:solidFill>
          </a:ln>
        </p:spPr>
        <p:style>
          <a:lnRef idx="2">
            <a:schemeClr val="accent1"/>
          </a:lnRef>
          <a:fillRef idx="0">
            <a:schemeClr val="accent1"/>
          </a:fillRef>
          <a:effectRef idx="1">
            <a:schemeClr val="accent1"/>
          </a:effectRef>
          <a:fontRef idx="minor">
            <a:schemeClr val="tx1"/>
          </a:fontRef>
        </p:style>
      </p:cxnSp>
      <p:cxnSp>
        <p:nvCxnSpPr>
          <p:cNvPr id="64" name="直接连接符 63">
            <a:extLst>
              <a:ext uri="{FF2B5EF4-FFF2-40B4-BE49-F238E27FC236}">
                <a16:creationId xmlns:a16="http://schemas.microsoft.com/office/drawing/2014/main" id="{AF094882-D078-499D-077B-388BC4D635DA}"/>
              </a:ext>
            </a:extLst>
          </p:cNvPr>
          <p:cNvCxnSpPr>
            <a:cxnSpLocks/>
          </p:cNvCxnSpPr>
          <p:nvPr/>
        </p:nvCxnSpPr>
        <p:spPr>
          <a:xfrm>
            <a:off x="1301899" y="4532944"/>
            <a:ext cx="3173282" cy="12577"/>
          </a:xfrm>
          <a:prstGeom prst="line">
            <a:avLst/>
          </a:prstGeom>
          <a:ln w="28575">
            <a:solidFill>
              <a:schemeClr val="accent2"/>
            </a:solidFill>
          </a:ln>
        </p:spPr>
        <p:style>
          <a:lnRef idx="2">
            <a:schemeClr val="accent1"/>
          </a:lnRef>
          <a:fillRef idx="0">
            <a:schemeClr val="accent1"/>
          </a:fillRef>
          <a:effectRef idx="1">
            <a:schemeClr val="accent1"/>
          </a:effectRef>
          <a:fontRef idx="minor">
            <a:schemeClr val="tx1"/>
          </a:fontRef>
        </p:style>
      </p:cxnSp>
      <p:sp>
        <p:nvSpPr>
          <p:cNvPr id="66" name="文本框 65">
            <a:extLst>
              <a:ext uri="{FF2B5EF4-FFF2-40B4-BE49-F238E27FC236}">
                <a16:creationId xmlns:a16="http://schemas.microsoft.com/office/drawing/2014/main" id="{BCB758D2-AB12-49E7-3B6C-DDBED8F31F04}"/>
              </a:ext>
            </a:extLst>
          </p:cNvPr>
          <p:cNvSpPr txBox="1"/>
          <p:nvPr/>
        </p:nvSpPr>
        <p:spPr>
          <a:xfrm>
            <a:off x="3753952" y="3566079"/>
            <a:ext cx="312906" cy="400110"/>
          </a:xfrm>
          <a:prstGeom prst="rect">
            <a:avLst/>
          </a:prstGeom>
          <a:noFill/>
        </p:spPr>
        <p:txBody>
          <a:bodyPr wrap="none" rtlCol="0">
            <a:spAutoFit/>
          </a:bodyPr>
          <a:lstStyle/>
          <a:p>
            <a:r>
              <a:rPr lang="en-US" altLang="zh-CN" sz="2000" b="1" dirty="0">
                <a:solidFill>
                  <a:srgbClr val="C00000"/>
                </a:solidFill>
                <a:effectLst>
                  <a:outerShdw blurRad="38100" dist="38100" dir="2700000" algn="tl">
                    <a:srgbClr val="000000">
                      <a:alpha val="43137"/>
                    </a:srgbClr>
                  </a:outerShdw>
                </a:effectLst>
              </a:rPr>
              <a:t>1</a:t>
            </a:r>
            <a:endParaRPr lang="zh-CN" altLang="en-US" sz="2000" b="1" dirty="0">
              <a:solidFill>
                <a:srgbClr val="C00000"/>
              </a:solidFill>
              <a:effectLst>
                <a:outerShdw blurRad="38100" dist="38100" dir="2700000" algn="tl">
                  <a:srgbClr val="000000">
                    <a:alpha val="43137"/>
                  </a:srgbClr>
                </a:outerShdw>
              </a:effectLst>
            </a:endParaRPr>
          </a:p>
        </p:txBody>
      </p:sp>
      <p:sp>
        <p:nvSpPr>
          <p:cNvPr id="67" name="文本框 66">
            <a:extLst>
              <a:ext uri="{FF2B5EF4-FFF2-40B4-BE49-F238E27FC236}">
                <a16:creationId xmlns:a16="http://schemas.microsoft.com/office/drawing/2014/main" id="{7F4DCA7F-6FF0-8751-B8B0-609473349B22}"/>
              </a:ext>
            </a:extLst>
          </p:cNvPr>
          <p:cNvSpPr txBox="1"/>
          <p:nvPr/>
        </p:nvSpPr>
        <p:spPr>
          <a:xfrm>
            <a:off x="3852117" y="4072735"/>
            <a:ext cx="312906" cy="400110"/>
          </a:xfrm>
          <a:prstGeom prst="rect">
            <a:avLst/>
          </a:prstGeom>
          <a:noFill/>
        </p:spPr>
        <p:txBody>
          <a:bodyPr wrap="none" rtlCol="0">
            <a:spAutoFit/>
          </a:bodyPr>
          <a:lstStyle/>
          <a:p>
            <a:r>
              <a:rPr lang="en-US" altLang="zh-CN" sz="2000" b="1" dirty="0">
                <a:solidFill>
                  <a:srgbClr val="C00000"/>
                </a:solidFill>
              </a:rPr>
              <a:t>2</a:t>
            </a:r>
            <a:endParaRPr lang="zh-CN" altLang="en-US" sz="2000" b="1" dirty="0">
              <a:solidFill>
                <a:srgbClr val="C00000"/>
              </a:solidFill>
            </a:endParaRPr>
          </a:p>
        </p:txBody>
      </p:sp>
      <p:sp>
        <p:nvSpPr>
          <p:cNvPr id="68" name="文本框 67">
            <a:extLst>
              <a:ext uri="{FF2B5EF4-FFF2-40B4-BE49-F238E27FC236}">
                <a16:creationId xmlns:a16="http://schemas.microsoft.com/office/drawing/2014/main" id="{5B2BF7E0-37A3-7ECA-0BED-A5C6F225E4F4}"/>
              </a:ext>
            </a:extLst>
          </p:cNvPr>
          <p:cNvSpPr txBox="1"/>
          <p:nvPr/>
        </p:nvSpPr>
        <p:spPr>
          <a:xfrm>
            <a:off x="3753952" y="3561895"/>
            <a:ext cx="312906" cy="400110"/>
          </a:xfrm>
          <a:prstGeom prst="rect">
            <a:avLst/>
          </a:prstGeom>
          <a:noFill/>
        </p:spPr>
        <p:txBody>
          <a:bodyPr wrap="none" rtlCol="0">
            <a:spAutoFit/>
          </a:bodyPr>
          <a:lstStyle/>
          <a:p>
            <a:r>
              <a:rPr lang="en-US" altLang="zh-CN" sz="2000" b="1" dirty="0">
                <a:solidFill>
                  <a:srgbClr val="C00000"/>
                </a:solidFill>
                <a:effectLst>
                  <a:outerShdw blurRad="38100" dist="38100" dir="2700000" algn="tl">
                    <a:srgbClr val="000000">
                      <a:alpha val="43137"/>
                    </a:srgbClr>
                  </a:outerShdw>
                </a:effectLst>
              </a:rPr>
              <a:t>1</a:t>
            </a:r>
            <a:endParaRPr lang="zh-CN" altLang="en-US" sz="2000" b="1" dirty="0">
              <a:solidFill>
                <a:srgbClr val="C00000"/>
              </a:solidFill>
              <a:effectLst>
                <a:outerShdw blurRad="38100" dist="38100" dir="2700000" algn="tl">
                  <a:srgbClr val="000000">
                    <a:alpha val="43137"/>
                  </a:srgbClr>
                </a:outerShdw>
              </a:effectLst>
            </a:endParaRPr>
          </a:p>
        </p:txBody>
      </p:sp>
      <p:sp>
        <p:nvSpPr>
          <p:cNvPr id="69" name="文本框 68">
            <a:extLst>
              <a:ext uri="{FF2B5EF4-FFF2-40B4-BE49-F238E27FC236}">
                <a16:creationId xmlns:a16="http://schemas.microsoft.com/office/drawing/2014/main" id="{CD5DDBF3-739B-BFF8-DE8A-D87867BD22AF}"/>
              </a:ext>
            </a:extLst>
          </p:cNvPr>
          <p:cNvSpPr txBox="1"/>
          <p:nvPr/>
        </p:nvSpPr>
        <p:spPr>
          <a:xfrm>
            <a:off x="3852109" y="4072735"/>
            <a:ext cx="312906" cy="400110"/>
          </a:xfrm>
          <a:prstGeom prst="rect">
            <a:avLst/>
          </a:prstGeom>
          <a:noFill/>
        </p:spPr>
        <p:txBody>
          <a:bodyPr wrap="none" rtlCol="0">
            <a:spAutoFit/>
          </a:bodyPr>
          <a:lstStyle/>
          <a:p>
            <a:r>
              <a:rPr lang="en-US" altLang="zh-CN" sz="2000" b="1" dirty="0">
                <a:solidFill>
                  <a:srgbClr val="C00000"/>
                </a:solidFill>
              </a:rPr>
              <a:t>3</a:t>
            </a:r>
            <a:endParaRPr lang="zh-CN" altLang="en-US" sz="2000" b="1" dirty="0">
              <a:solidFill>
                <a:srgbClr val="C00000"/>
              </a:solidFill>
            </a:endParaRPr>
          </a:p>
        </p:txBody>
      </p:sp>
      <p:sp>
        <p:nvSpPr>
          <p:cNvPr id="70" name="文本框 69">
            <a:extLst>
              <a:ext uri="{FF2B5EF4-FFF2-40B4-BE49-F238E27FC236}">
                <a16:creationId xmlns:a16="http://schemas.microsoft.com/office/drawing/2014/main" id="{969B7290-54F1-297C-232D-10FFDAC9B112}"/>
              </a:ext>
            </a:extLst>
          </p:cNvPr>
          <p:cNvSpPr txBox="1"/>
          <p:nvPr/>
        </p:nvSpPr>
        <p:spPr>
          <a:xfrm>
            <a:off x="3753944" y="3557711"/>
            <a:ext cx="312906" cy="400110"/>
          </a:xfrm>
          <a:prstGeom prst="rect">
            <a:avLst/>
          </a:prstGeom>
          <a:noFill/>
        </p:spPr>
        <p:txBody>
          <a:bodyPr wrap="none" rtlCol="0">
            <a:spAutoFit/>
          </a:bodyPr>
          <a:lstStyle/>
          <a:p>
            <a:r>
              <a:rPr lang="en-US" altLang="zh-CN" sz="2000" b="1" dirty="0">
                <a:solidFill>
                  <a:srgbClr val="C00000"/>
                </a:solidFill>
                <a:effectLst>
                  <a:outerShdw blurRad="38100" dist="38100" dir="2700000" algn="tl">
                    <a:srgbClr val="000000">
                      <a:alpha val="43137"/>
                    </a:srgbClr>
                  </a:outerShdw>
                </a:effectLst>
              </a:rPr>
              <a:t>1</a:t>
            </a:r>
            <a:endParaRPr lang="zh-CN" altLang="en-US" sz="2000" b="1" dirty="0">
              <a:solidFill>
                <a:srgbClr val="C00000"/>
              </a:solidFill>
              <a:effectLst>
                <a:outerShdw blurRad="38100" dist="38100" dir="2700000" algn="tl">
                  <a:srgbClr val="000000">
                    <a:alpha val="43137"/>
                  </a:srgbClr>
                </a:outerShdw>
              </a:effectLst>
            </a:endParaRPr>
          </a:p>
        </p:txBody>
      </p:sp>
      <p:sp>
        <p:nvSpPr>
          <p:cNvPr id="71" name="文本框 70">
            <a:extLst>
              <a:ext uri="{FF2B5EF4-FFF2-40B4-BE49-F238E27FC236}">
                <a16:creationId xmlns:a16="http://schemas.microsoft.com/office/drawing/2014/main" id="{579D2FF8-6A57-30FE-9224-4B2A802191E0}"/>
              </a:ext>
            </a:extLst>
          </p:cNvPr>
          <p:cNvSpPr txBox="1"/>
          <p:nvPr/>
        </p:nvSpPr>
        <p:spPr>
          <a:xfrm>
            <a:off x="3826704" y="4072925"/>
            <a:ext cx="312906" cy="400110"/>
          </a:xfrm>
          <a:prstGeom prst="rect">
            <a:avLst/>
          </a:prstGeom>
          <a:noFill/>
        </p:spPr>
        <p:txBody>
          <a:bodyPr wrap="none" rtlCol="0">
            <a:spAutoFit/>
          </a:bodyPr>
          <a:lstStyle/>
          <a:p>
            <a:r>
              <a:rPr lang="en-US" altLang="zh-CN" sz="2000" b="1" dirty="0">
                <a:solidFill>
                  <a:srgbClr val="C00000"/>
                </a:solidFill>
              </a:rPr>
              <a:t>4</a:t>
            </a:r>
            <a:endParaRPr lang="zh-CN" altLang="en-US" sz="2000" b="1" dirty="0">
              <a:solidFill>
                <a:srgbClr val="C00000"/>
              </a:solidFill>
            </a:endParaRPr>
          </a:p>
        </p:txBody>
      </p:sp>
      <p:sp>
        <p:nvSpPr>
          <p:cNvPr id="72" name="文本框 71">
            <a:extLst>
              <a:ext uri="{FF2B5EF4-FFF2-40B4-BE49-F238E27FC236}">
                <a16:creationId xmlns:a16="http://schemas.microsoft.com/office/drawing/2014/main" id="{95DA74FB-65C5-846F-D4C2-593FAD8CF62C}"/>
              </a:ext>
            </a:extLst>
          </p:cNvPr>
          <p:cNvSpPr txBox="1"/>
          <p:nvPr/>
        </p:nvSpPr>
        <p:spPr>
          <a:xfrm>
            <a:off x="3766643" y="3558306"/>
            <a:ext cx="312906" cy="400110"/>
          </a:xfrm>
          <a:prstGeom prst="rect">
            <a:avLst/>
          </a:prstGeom>
          <a:noFill/>
        </p:spPr>
        <p:txBody>
          <a:bodyPr wrap="none" rtlCol="0">
            <a:spAutoFit/>
          </a:bodyPr>
          <a:lstStyle/>
          <a:p>
            <a:r>
              <a:rPr lang="en-US" altLang="zh-CN" sz="2000" b="1" dirty="0">
                <a:solidFill>
                  <a:srgbClr val="C00000"/>
                </a:solidFill>
                <a:effectLst>
                  <a:outerShdw blurRad="38100" dist="38100" dir="2700000" algn="tl">
                    <a:srgbClr val="000000">
                      <a:alpha val="43137"/>
                    </a:srgbClr>
                  </a:outerShdw>
                </a:effectLst>
              </a:rPr>
              <a:t>1</a:t>
            </a:r>
            <a:endParaRPr lang="zh-CN" altLang="en-US" sz="2000" b="1" dirty="0">
              <a:solidFill>
                <a:srgbClr val="C00000"/>
              </a:solidFill>
              <a:effectLst>
                <a:outerShdw blurRad="38100" dist="38100" dir="2700000" algn="tl">
                  <a:srgbClr val="000000">
                    <a:alpha val="43137"/>
                  </a:srgbClr>
                </a:outerShdw>
              </a:effectLst>
            </a:endParaRPr>
          </a:p>
        </p:txBody>
      </p:sp>
      <p:sp>
        <p:nvSpPr>
          <p:cNvPr id="73" name="文本框 72">
            <a:extLst>
              <a:ext uri="{FF2B5EF4-FFF2-40B4-BE49-F238E27FC236}">
                <a16:creationId xmlns:a16="http://schemas.microsoft.com/office/drawing/2014/main" id="{BC9F1CCA-350C-1ACE-54FC-9729FE5CCBD2}"/>
              </a:ext>
            </a:extLst>
          </p:cNvPr>
          <p:cNvSpPr txBox="1"/>
          <p:nvPr/>
        </p:nvSpPr>
        <p:spPr>
          <a:xfrm>
            <a:off x="3839403" y="4065546"/>
            <a:ext cx="312906" cy="400110"/>
          </a:xfrm>
          <a:prstGeom prst="rect">
            <a:avLst/>
          </a:prstGeom>
          <a:noFill/>
        </p:spPr>
        <p:txBody>
          <a:bodyPr wrap="none" rtlCol="0">
            <a:spAutoFit/>
          </a:bodyPr>
          <a:lstStyle/>
          <a:p>
            <a:r>
              <a:rPr lang="en-US" altLang="zh-CN" sz="2000" b="1" dirty="0">
                <a:solidFill>
                  <a:srgbClr val="C00000"/>
                </a:solidFill>
              </a:rPr>
              <a:t>5</a:t>
            </a:r>
            <a:endParaRPr lang="zh-CN" altLang="en-US" sz="2000" b="1" dirty="0">
              <a:solidFill>
                <a:srgbClr val="C00000"/>
              </a:solidFill>
            </a:endParaRPr>
          </a:p>
        </p:txBody>
      </p:sp>
      <p:sp>
        <p:nvSpPr>
          <p:cNvPr id="74" name="文本框 73">
            <a:extLst>
              <a:ext uri="{FF2B5EF4-FFF2-40B4-BE49-F238E27FC236}">
                <a16:creationId xmlns:a16="http://schemas.microsoft.com/office/drawing/2014/main" id="{373130A4-55E3-B269-F5B9-9608299EDAA9}"/>
              </a:ext>
            </a:extLst>
          </p:cNvPr>
          <p:cNvSpPr txBox="1"/>
          <p:nvPr/>
        </p:nvSpPr>
        <p:spPr>
          <a:xfrm>
            <a:off x="3762618" y="3590751"/>
            <a:ext cx="312906" cy="400110"/>
          </a:xfrm>
          <a:prstGeom prst="rect">
            <a:avLst/>
          </a:prstGeom>
          <a:noFill/>
        </p:spPr>
        <p:txBody>
          <a:bodyPr wrap="none" rtlCol="0">
            <a:spAutoFit/>
          </a:bodyPr>
          <a:lstStyle/>
          <a:p>
            <a:r>
              <a:rPr lang="en-US" altLang="zh-CN" sz="2000" b="1" dirty="0">
                <a:solidFill>
                  <a:srgbClr val="C00000"/>
                </a:solidFill>
                <a:effectLst>
                  <a:outerShdw blurRad="38100" dist="38100" dir="2700000" algn="tl">
                    <a:srgbClr val="000000">
                      <a:alpha val="43137"/>
                    </a:srgbClr>
                  </a:outerShdw>
                </a:effectLst>
              </a:rPr>
              <a:t>1</a:t>
            </a:r>
            <a:endParaRPr lang="zh-CN" altLang="en-US" sz="2000" b="1" dirty="0">
              <a:solidFill>
                <a:srgbClr val="C00000"/>
              </a:solidFill>
              <a:effectLst>
                <a:outerShdw blurRad="38100" dist="38100" dir="2700000" algn="tl">
                  <a:srgbClr val="000000">
                    <a:alpha val="43137"/>
                  </a:srgbClr>
                </a:outerShdw>
              </a:effectLst>
            </a:endParaRPr>
          </a:p>
        </p:txBody>
      </p:sp>
      <p:sp>
        <p:nvSpPr>
          <p:cNvPr id="75" name="文本框 74">
            <a:extLst>
              <a:ext uri="{FF2B5EF4-FFF2-40B4-BE49-F238E27FC236}">
                <a16:creationId xmlns:a16="http://schemas.microsoft.com/office/drawing/2014/main" id="{A959D9A7-0450-6E8C-53C2-B2D63448074B}"/>
              </a:ext>
            </a:extLst>
          </p:cNvPr>
          <p:cNvSpPr txBox="1"/>
          <p:nvPr/>
        </p:nvSpPr>
        <p:spPr>
          <a:xfrm>
            <a:off x="3852101" y="4061593"/>
            <a:ext cx="312906" cy="400110"/>
          </a:xfrm>
          <a:prstGeom prst="rect">
            <a:avLst/>
          </a:prstGeom>
          <a:noFill/>
        </p:spPr>
        <p:txBody>
          <a:bodyPr wrap="none" rtlCol="0">
            <a:spAutoFit/>
          </a:bodyPr>
          <a:lstStyle/>
          <a:p>
            <a:r>
              <a:rPr lang="en-US" altLang="zh-CN" sz="2000" b="1" dirty="0">
                <a:solidFill>
                  <a:srgbClr val="C00000"/>
                </a:solidFill>
              </a:rPr>
              <a:t>6</a:t>
            </a:r>
            <a:endParaRPr lang="zh-CN" altLang="en-US" sz="2000" b="1" dirty="0">
              <a:solidFill>
                <a:srgbClr val="C00000"/>
              </a:solidFill>
            </a:endParaRPr>
          </a:p>
        </p:txBody>
      </p:sp>
      <p:sp>
        <p:nvSpPr>
          <p:cNvPr id="76" name="文本框 75">
            <a:extLst>
              <a:ext uri="{FF2B5EF4-FFF2-40B4-BE49-F238E27FC236}">
                <a16:creationId xmlns:a16="http://schemas.microsoft.com/office/drawing/2014/main" id="{296A143F-75D5-F757-C2D0-F8CC5DC4D503}"/>
              </a:ext>
            </a:extLst>
          </p:cNvPr>
          <p:cNvSpPr txBox="1"/>
          <p:nvPr/>
        </p:nvSpPr>
        <p:spPr>
          <a:xfrm>
            <a:off x="3760294" y="3564900"/>
            <a:ext cx="312906" cy="400110"/>
          </a:xfrm>
          <a:prstGeom prst="rect">
            <a:avLst/>
          </a:prstGeom>
          <a:noFill/>
        </p:spPr>
        <p:txBody>
          <a:bodyPr wrap="none" rtlCol="0">
            <a:spAutoFit/>
          </a:bodyPr>
          <a:lstStyle/>
          <a:p>
            <a:r>
              <a:rPr lang="en-US" altLang="zh-CN" sz="2000" b="1" dirty="0">
                <a:solidFill>
                  <a:srgbClr val="C00000"/>
                </a:solidFill>
                <a:effectLst>
                  <a:outerShdw blurRad="38100" dist="38100" dir="2700000" algn="tl">
                    <a:srgbClr val="000000">
                      <a:alpha val="43137"/>
                    </a:srgbClr>
                  </a:outerShdw>
                </a:effectLst>
              </a:rPr>
              <a:t>1</a:t>
            </a:r>
            <a:endParaRPr lang="zh-CN" altLang="en-US" sz="2000" b="1" dirty="0">
              <a:solidFill>
                <a:srgbClr val="C00000"/>
              </a:solidFill>
              <a:effectLst>
                <a:outerShdw blurRad="38100" dist="38100" dir="2700000" algn="tl">
                  <a:srgbClr val="000000">
                    <a:alpha val="43137"/>
                  </a:srgbClr>
                </a:outerShdw>
              </a:effectLst>
            </a:endParaRPr>
          </a:p>
        </p:txBody>
      </p:sp>
      <p:sp>
        <p:nvSpPr>
          <p:cNvPr id="77" name="文本框 76">
            <a:extLst>
              <a:ext uri="{FF2B5EF4-FFF2-40B4-BE49-F238E27FC236}">
                <a16:creationId xmlns:a16="http://schemas.microsoft.com/office/drawing/2014/main" id="{70292841-F486-CA6B-AE06-1A3422DBE007}"/>
              </a:ext>
            </a:extLst>
          </p:cNvPr>
          <p:cNvSpPr txBox="1"/>
          <p:nvPr/>
        </p:nvSpPr>
        <p:spPr>
          <a:xfrm>
            <a:off x="3836427" y="4077686"/>
            <a:ext cx="312906" cy="400110"/>
          </a:xfrm>
          <a:prstGeom prst="rect">
            <a:avLst/>
          </a:prstGeom>
          <a:noFill/>
        </p:spPr>
        <p:txBody>
          <a:bodyPr wrap="none" rtlCol="0">
            <a:spAutoFit/>
          </a:bodyPr>
          <a:lstStyle/>
          <a:p>
            <a:r>
              <a:rPr lang="en-US" altLang="zh-CN" sz="2000" b="1" dirty="0">
                <a:solidFill>
                  <a:srgbClr val="C00000"/>
                </a:solidFill>
              </a:rPr>
              <a:t>7</a:t>
            </a:r>
            <a:endParaRPr lang="zh-CN" altLang="en-US" sz="2000" b="1" dirty="0">
              <a:solidFill>
                <a:srgbClr val="C00000"/>
              </a:solidFill>
            </a:endParaRPr>
          </a:p>
        </p:txBody>
      </p:sp>
    </p:spTree>
    <p:extLst>
      <p:ext uri="{BB962C8B-B14F-4D97-AF65-F5344CB8AC3E}">
        <p14:creationId xmlns:p14="http://schemas.microsoft.com/office/powerpoint/2010/main" val="20436261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7"/>
                                        </p:tgtEl>
                                        <p:attrNameLst>
                                          <p:attrName>style.visibility</p:attrName>
                                        </p:attrNameLst>
                                      </p:cBhvr>
                                      <p:to>
                                        <p:strVal val="visible"/>
                                      </p:to>
                                    </p:set>
                                    <p:animEffect transition="in" filter="wipe(left)">
                                      <p:cBhvr>
                                        <p:cTn id="7" dur="1000"/>
                                        <p:tgtEl>
                                          <p:spTgt spid="57"/>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1000"/>
                                        <p:tgtEl>
                                          <p:spTgt spid="16"/>
                                        </p:tgtEl>
                                      </p:cBhvr>
                                    </p:animEffect>
                                    <p:anim calcmode="lin" valueType="num">
                                      <p:cBhvr>
                                        <p:cTn id="13" dur="1000" fill="hold"/>
                                        <p:tgtEl>
                                          <p:spTgt spid="16"/>
                                        </p:tgtEl>
                                        <p:attrNameLst>
                                          <p:attrName>ppt_x</p:attrName>
                                        </p:attrNameLst>
                                      </p:cBhvr>
                                      <p:tavLst>
                                        <p:tav tm="0">
                                          <p:val>
                                            <p:strVal val="#ppt_x"/>
                                          </p:val>
                                        </p:tav>
                                        <p:tav tm="100000">
                                          <p:val>
                                            <p:strVal val="#ppt_x"/>
                                          </p:val>
                                        </p:tav>
                                      </p:tavLst>
                                    </p:anim>
                                    <p:anim calcmode="lin" valueType="num">
                                      <p:cBhvr>
                                        <p:cTn id="14" dur="1000" fill="hold"/>
                                        <p:tgtEl>
                                          <p:spTgt spid="16"/>
                                        </p:tgtEl>
                                        <p:attrNameLst>
                                          <p:attrName>ppt_y</p:attrName>
                                        </p:attrNameLst>
                                      </p:cBhvr>
                                      <p:tavLst>
                                        <p:tav tm="0">
                                          <p:val>
                                            <p:strVal val="#ppt_y+.1"/>
                                          </p:val>
                                        </p:tav>
                                        <p:tav tm="100000">
                                          <p:val>
                                            <p:strVal val="#ppt_y"/>
                                          </p:val>
                                        </p:tav>
                                      </p:tavLst>
                                    </p:anim>
                                  </p:childTnLst>
                                </p:cTn>
                              </p:par>
                            </p:childTnLst>
                          </p:cTn>
                        </p:par>
                        <p:par>
                          <p:cTn id="15" fill="hold">
                            <p:stCondLst>
                              <p:cond delay="1000"/>
                            </p:stCondLst>
                            <p:childTnLst>
                              <p:par>
                                <p:cTn id="16" presetID="22" presetClass="exit" presetSubtype="2" fill="hold" nodeType="afterEffect">
                                  <p:stCondLst>
                                    <p:cond delay="0"/>
                                  </p:stCondLst>
                                  <p:childTnLst>
                                    <p:animEffect transition="out" filter="wipe(right)">
                                      <p:cBhvr>
                                        <p:cTn id="17" dur="500"/>
                                        <p:tgtEl>
                                          <p:spTgt spid="57"/>
                                        </p:tgtEl>
                                      </p:cBhvr>
                                    </p:animEffect>
                                    <p:set>
                                      <p:cBhvr>
                                        <p:cTn id="18" dur="1" fill="hold">
                                          <p:stCondLst>
                                            <p:cond delay="499"/>
                                          </p:stCondLst>
                                        </p:cTn>
                                        <p:tgtEl>
                                          <p:spTgt spid="57"/>
                                        </p:tgtEl>
                                        <p:attrNameLst>
                                          <p:attrName>style.visibility</p:attrName>
                                        </p:attrNameLst>
                                      </p:cBhvr>
                                      <p:to>
                                        <p:strVal val="hidden"/>
                                      </p:to>
                                    </p:set>
                                  </p:childTnLst>
                                </p:cTn>
                              </p:par>
                            </p:childTnLst>
                          </p:cTn>
                        </p:par>
                        <p:par>
                          <p:cTn id="19" fill="hold">
                            <p:stCondLst>
                              <p:cond delay="1500"/>
                            </p:stCondLst>
                            <p:childTnLst>
                              <p:par>
                                <p:cTn id="20" presetID="22" presetClass="entr" presetSubtype="8" fill="hold" nodeType="afterEffect">
                                  <p:stCondLst>
                                    <p:cond delay="0"/>
                                  </p:stCondLst>
                                  <p:childTnLst>
                                    <p:set>
                                      <p:cBhvr>
                                        <p:cTn id="21" dur="1" fill="hold">
                                          <p:stCondLst>
                                            <p:cond delay="0"/>
                                          </p:stCondLst>
                                        </p:cTn>
                                        <p:tgtEl>
                                          <p:spTgt spid="58"/>
                                        </p:tgtEl>
                                        <p:attrNameLst>
                                          <p:attrName>style.visibility</p:attrName>
                                        </p:attrNameLst>
                                      </p:cBhvr>
                                      <p:to>
                                        <p:strVal val="visible"/>
                                      </p:to>
                                    </p:set>
                                    <p:animEffect transition="in" filter="wipe(left)">
                                      <p:cBhvr>
                                        <p:cTn id="22" dur="1000"/>
                                        <p:tgtEl>
                                          <p:spTgt spid="58"/>
                                        </p:tgtEl>
                                      </p:cBhvr>
                                    </p:animEffect>
                                  </p:childTnLst>
                                </p:cTn>
                              </p:par>
                            </p:childTnLst>
                          </p:cTn>
                        </p:par>
                      </p:childTnLst>
                    </p:cTn>
                  </p:par>
                  <p:par>
                    <p:cTn id="23" fill="hold">
                      <p:stCondLst>
                        <p:cond delay="indefinite"/>
                      </p:stCondLst>
                      <p:childTnLst>
                        <p:par>
                          <p:cTn id="24" fill="hold">
                            <p:stCondLst>
                              <p:cond delay="0"/>
                            </p:stCondLst>
                            <p:childTnLst>
                              <p:par>
                                <p:cTn id="25" presetID="35" presetClass="entr" presetSubtype="0" fill="hold" grpId="0" nodeType="clickEffect">
                                  <p:stCondLst>
                                    <p:cond delay="0"/>
                                  </p:stCondLst>
                                  <p:childTnLst>
                                    <p:set>
                                      <p:cBhvr>
                                        <p:cTn id="26" dur="1" fill="hold">
                                          <p:stCondLst>
                                            <p:cond delay="0"/>
                                          </p:stCondLst>
                                        </p:cTn>
                                        <p:tgtEl>
                                          <p:spTgt spid="61"/>
                                        </p:tgtEl>
                                        <p:attrNameLst>
                                          <p:attrName>style.visibility</p:attrName>
                                        </p:attrNameLst>
                                      </p:cBhvr>
                                      <p:to>
                                        <p:strVal val="visible"/>
                                      </p:to>
                                    </p:set>
                                    <p:animEffect transition="in" filter="fade">
                                      <p:cBhvr>
                                        <p:cTn id="27" dur="2000"/>
                                        <p:tgtEl>
                                          <p:spTgt spid="61"/>
                                        </p:tgtEl>
                                      </p:cBhvr>
                                    </p:animEffect>
                                    <p:anim calcmode="lin" valueType="num">
                                      <p:cBhvr>
                                        <p:cTn id="28" dur="2000" fill="hold"/>
                                        <p:tgtEl>
                                          <p:spTgt spid="61"/>
                                        </p:tgtEl>
                                        <p:attrNameLst>
                                          <p:attrName>style.rotation</p:attrName>
                                        </p:attrNameLst>
                                      </p:cBhvr>
                                      <p:tavLst>
                                        <p:tav tm="0">
                                          <p:val>
                                            <p:fltVal val="720"/>
                                          </p:val>
                                        </p:tav>
                                        <p:tav tm="100000">
                                          <p:val>
                                            <p:fltVal val="0"/>
                                          </p:val>
                                        </p:tav>
                                      </p:tavLst>
                                    </p:anim>
                                    <p:anim calcmode="lin" valueType="num">
                                      <p:cBhvr>
                                        <p:cTn id="29" dur="2000" fill="hold"/>
                                        <p:tgtEl>
                                          <p:spTgt spid="61"/>
                                        </p:tgtEl>
                                        <p:attrNameLst>
                                          <p:attrName>ppt_h</p:attrName>
                                        </p:attrNameLst>
                                      </p:cBhvr>
                                      <p:tavLst>
                                        <p:tav tm="0">
                                          <p:val>
                                            <p:fltVal val="0"/>
                                          </p:val>
                                        </p:tav>
                                        <p:tav tm="100000">
                                          <p:val>
                                            <p:strVal val="#ppt_h"/>
                                          </p:val>
                                        </p:tav>
                                      </p:tavLst>
                                    </p:anim>
                                    <p:anim calcmode="lin" valueType="num">
                                      <p:cBhvr>
                                        <p:cTn id="30" dur="2000" fill="hold"/>
                                        <p:tgtEl>
                                          <p:spTgt spid="61"/>
                                        </p:tgtEl>
                                        <p:attrNameLst>
                                          <p:attrName>ppt_w</p:attrName>
                                        </p:attrNameLst>
                                      </p:cBhvr>
                                      <p:tavLst>
                                        <p:tav tm="0">
                                          <p:val>
                                            <p:fltVal val="0"/>
                                          </p:val>
                                        </p:tav>
                                        <p:tav tm="100000">
                                          <p:val>
                                            <p:strVal val="#ppt_w"/>
                                          </p:val>
                                        </p:tav>
                                      </p:tavLst>
                                    </p:anim>
                                  </p:childTnLst>
                                </p:cTn>
                              </p:par>
                            </p:childTnLst>
                          </p:cTn>
                        </p:par>
                        <p:par>
                          <p:cTn id="31" fill="hold">
                            <p:stCondLst>
                              <p:cond delay="2000"/>
                            </p:stCondLst>
                            <p:childTnLst>
                              <p:par>
                                <p:cTn id="32" presetID="22" presetClass="exit" presetSubtype="2" fill="hold" nodeType="afterEffect">
                                  <p:stCondLst>
                                    <p:cond delay="0"/>
                                  </p:stCondLst>
                                  <p:childTnLst>
                                    <p:animEffect transition="out" filter="wipe(right)">
                                      <p:cBhvr>
                                        <p:cTn id="33" dur="1000"/>
                                        <p:tgtEl>
                                          <p:spTgt spid="58"/>
                                        </p:tgtEl>
                                      </p:cBhvr>
                                    </p:animEffect>
                                    <p:set>
                                      <p:cBhvr>
                                        <p:cTn id="34" dur="1" fill="hold">
                                          <p:stCondLst>
                                            <p:cond delay="999"/>
                                          </p:stCondLst>
                                        </p:cTn>
                                        <p:tgtEl>
                                          <p:spTgt spid="58"/>
                                        </p:tgtEl>
                                        <p:attrNameLst>
                                          <p:attrName>style.visibility</p:attrName>
                                        </p:attrNameLst>
                                      </p:cBhvr>
                                      <p:to>
                                        <p:strVal val="hidden"/>
                                      </p:to>
                                    </p:set>
                                  </p:childTnLst>
                                </p:cTn>
                              </p:par>
                            </p:childTnLst>
                          </p:cTn>
                        </p:par>
                        <p:par>
                          <p:cTn id="35" fill="hold">
                            <p:stCondLst>
                              <p:cond delay="3000"/>
                            </p:stCondLst>
                            <p:childTnLst>
                              <p:par>
                                <p:cTn id="36" presetID="22" presetClass="entr" presetSubtype="8" fill="hold" nodeType="afterEffect">
                                  <p:stCondLst>
                                    <p:cond delay="0"/>
                                  </p:stCondLst>
                                  <p:childTnLst>
                                    <p:set>
                                      <p:cBhvr>
                                        <p:cTn id="37" dur="1" fill="hold">
                                          <p:stCondLst>
                                            <p:cond delay="0"/>
                                          </p:stCondLst>
                                        </p:cTn>
                                        <p:tgtEl>
                                          <p:spTgt spid="62"/>
                                        </p:tgtEl>
                                        <p:attrNameLst>
                                          <p:attrName>style.visibility</p:attrName>
                                        </p:attrNameLst>
                                      </p:cBhvr>
                                      <p:to>
                                        <p:strVal val="visible"/>
                                      </p:to>
                                    </p:set>
                                    <p:animEffect transition="in" filter="wipe(left)">
                                      <p:cBhvr>
                                        <p:cTn id="38" dur="1000"/>
                                        <p:tgtEl>
                                          <p:spTgt spid="62"/>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xit" presetSubtype="2" fill="hold" nodeType="clickEffect">
                                  <p:stCondLst>
                                    <p:cond delay="0"/>
                                  </p:stCondLst>
                                  <p:childTnLst>
                                    <p:animEffect transition="out" filter="wipe(right)">
                                      <p:cBhvr>
                                        <p:cTn id="42" dur="1000"/>
                                        <p:tgtEl>
                                          <p:spTgt spid="62"/>
                                        </p:tgtEl>
                                      </p:cBhvr>
                                    </p:animEffect>
                                    <p:set>
                                      <p:cBhvr>
                                        <p:cTn id="43" dur="1" fill="hold">
                                          <p:stCondLst>
                                            <p:cond delay="999"/>
                                          </p:stCondLst>
                                        </p:cTn>
                                        <p:tgtEl>
                                          <p:spTgt spid="62"/>
                                        </p:tgtEl>
                                        <p:attrNameLst>
                                          <p:attrName>style.visibility</p:attrName>
                                        </p:attrNameLst>
                                      </p:cBhvr>
                                      <p:to>
                                        <p:strVal val="hidden"/>
                                      </p:to>
                                    </p:set>
                                  </p:childTnLst>
                                </p:cTn>
                              </p:par>
                            </p:childTnLst>
                          </p:cTn>
                        </p:par>
                        <p:par>
                          <p:cTn id="44" fill="hold">
                            <p:stCondLst>
                              <p:cond delay="1000"/>
                            </p:stCondLst>
                            <p:childTnLst>
                              <p:par>
                                <p:cTn id="45" presetID="22" presetClass="entr" presetSubtype="8" fill="hold" nodeType="afterEffect">
                                  <p:stCondLst>
                                    <p:cond delay="0"/>
                                  </p:stCondLst>
                                  <p:childTnLst>
                                    <p:set>
                                      <p:cBhvr>
                                        <p:cTn id="46" dur="1" fill="hold">
                                          <p:stCondLst>
                                            <p:cond delay="0"/>
                                          </p:stCondLst>
                                        </p:cTn>
                                        <p:tgtEl>
                                          <p:spTgt spid="64"/>
                                        </p:tgtEl>
                                        <p:attrNameLst>
                                          <p:attrName>style.visibility</p:attrName>
                                        </p:attrNameLst>
                                      </p:cBhvr>
                                      <p:to>
                                        <p:strVal val="visible"/>
                                      </p:to>
                                    </p:set>
                                    <p:animEffect transition="in" filter="wipe(left)">
                                      <p:cBhvr>
                                        <p:cTn id="47" dur="1000"/>
                                        <p:tgtEl>
                                          <p:spTgt spid="64"/>
                                        </p:tgtEl>
                                      </p:cBhvr>
                                    </p:animEffect>
                                  </p:childTnLst>
                                </p:cTn>
                              </p:par>
                            </p:childTnLst>
                          </p:cTn>
                        </p:par>
                      </p:childTnLst>
                    </p:cTn>
                  </p:par>
                  <p:par>
                    <p:cTn id="48" fill="hold">
                      <p:stCondLst>
                        <p:cond delay="indefinite"/>
                      </p:stCondLst>
                      <p:childTnLst>
                        <p:par>
                          <p:cTn id="49" fill="hold">
                            <p:stCondLst>
                              <p:cond delay="0"/>
                            </p:stCondLst>
                            <p:childTnLst>
                              <p:par>
                                <p:cTn id="50" presetID="47" presetClass="entr" presetSubtype="0" fill="hold" grpId="0" nodeType="click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fade">
                                      <p:cBhvr>
                                        <p:cTn id="52" dur="1000"/>
                                        <p:tgtEl>
                                          <p:spTgt spid="20"/>
                                        </p:tgtEl>
                                      </p:cBhvr>
                                    </p:animEffect>
                                    <p:anim calcmode="lin" valueType="num">
                                      <p:cBhvr>
                                        <p:cTn id="53" dur="1000" fill="hold"/>
                                        <p:tgtEl>
                                          <p:spTgt spid="20"/>
                                        </p:tgtEl>
                                        <p:attrNameLst>
                                          <p:attrName>ppt_x</p:attrName>
                                        </p:attrNameLst>
                                      </p:cBhvr>
                                      <p:tavLst>
                                        <p:tav tm="0">
                                          <p:val>
                                            <p:strVal val="#ppt_x"/>
                                          </p:val>
                                        </p:tav>
                                        <p:tav tm="100000">
                                          <p:val>
                                            <p:strVal val="#ppt_x"/>
                                          </p:val>
                                        </p:tav>
                                      </p:tavLst>
                                    </p:anim>
                                    <p:anim calcmode="lin" valueType="num">
                                      <p:cBhvr>
                                        <p:cTn id="54" dur="1000" fill="hold"/>
                                        <p:tgtEl>
                                          <p:spTgt spid="20"/>
                                        </p:tgtEl>
                                        <p:attrNameLst>
                                          <p:attrName>ppt_y</p:attrName>
                                        </p:attrNameLst>
                                      </p:cBhvr>
                                      <p:tavLst>
                                        <p:tav tm="0">
                                          <p:val>
                                            <p:strVal val="#ppt_y-.1"/>
                                          </p:val>
                                        </p:tav>
                                        <p:tav tm="100000">
                                          <p:val>
                                            <p:strVal val="#ppt_y"/>
                                          </p:val>
                                        </p:tav>
                                      </p:tavLst>
                                    </p:anim>
                                  </p:childTnLst>
                                </p:cTn>
                              </p:par>
                            </p:childTnLst>
                          </p:cTn>
                        </p:par>
                        <p:par>
                          <p:cTn id="55" fill="hold">
                            <p:stCondLst>
                              <p:cond delay="1000"/>
                            </p:stCondLst>
                            <p:childTnLst>
                              <p:par>
                                <p:cTn id="56" presetID="63" presetClass="path" presetSubtype="0" accel="50000" decel="50000" fill="hold" grpId="1" nodeType="afterEffect">
                                  <p:stCondLst>
                                    <p:cond delay="0"/>
                                  </p:stCondLst>
                                  <p:childTnLst>
                                    <p:animMotion origin="layout" path="M -3.33333E-6 2.96296E-6 L 0.1642 0.06458 " pathEditMode="relative" rAng="0" ptsTypes="AA">
                                      <p:cBhvr>
                                        <p:cTn id="57" dur="2000" fill="hold"/>
                                        <p:tgtEl>
                                          <p:spTgt spid="61"/>
                                        </p:tgtEl>
                                        <p:attrNameLst>
                                          <p:attrName>ppt_x</p:attrName>
                                          <p:attrName>ppt_y</p:attrName>
                                        </p:attrNameLst>
                                      </p:cBhvr>
                                      <p:rCtr x="8203" y="3218"/>
                                    </p:animMotion>
                                  </p:childTnLst>
                                </p:cTn>
                              </p:par>
                            </p:childTnLst>
                          </p:cTn>
                        </p:par>
                      </p:childTnLst>
                    </p:cTn>
                  </p:par>
                  <p:par>
                    <p:cTn id="58" fill="hold">
                      <p:stCondLst>
                        <p:cond delay="indefinite"/>
                      </p:stCondLst>
                      <p:childTnLst>
                        <p:par>
                          <p:cTn id="59" fill="hold">
                            <p:stCondLst>
                              <p:cond delay="0"/>
                            </p:stCondLst>
                            <p:childTnLst>
                              <p:par>
                                <p:cTn id="60" presetID="42" presetClass="path" presetSubtype="0" accel="50000" decel="50000" fill="hold" grpId="1" nodeType="clickEffect">
                                  <p:stCondLst>
                                    <p:cond delay="0"/>
                                  </p:stCondLst>
                                  <p:childTnLst>
                                    <p:animMotion origin="layout" path="M 1.45833E-6 -4.07407E-6 L -0.00065 0.03472 " pathEditMode="relative" rAng="0" ptsTypes="AA">
                                      <p:cBhvr>
                                        <p:cTn id="61" dur="1500" fill="hold"/>
                                        <p:tgtEl>
                                          <p:spTgt spid="20"/>
                                        </p:tgtEl>
                                        <p:attrNameLst>
                                          <p:attrName>ppt_x</p:attrName>
                                          <p:attrName>ppt_y</p:attrName>
                                        </p:attrNameLst>
                                      </p:cBhvr>
                                      <p:rCtr x="0" y="1620"/>
                                    </p:animMotion>
                                  </p:childTnLst>
                                </p:cTn>
                              </p:par>
                            </p:childTnLst>
                          </p:cTn>
                        </p:par>
                      </p:childTnLst>
                    </p:cTn>
                  </p:par>
                  <p:par>
                    <p:cTn id="62" fill="hold">
                      <p:stCondLst>
                        <p:cond delay="indefinite"/>
                      </p:stCondLst>
                      <p:childTnLst>
                        <p:par>
                          <p:cTn id="63" fill="hold">
                            <p:stCondLst>
                              <p:cond delay="0"/>
                            </p:stCondLst>
                            <p:childTnLst>
                              <p:par>
                                <p:cTn id="64" presetID="42" presetClass="path" presetSubtype="0" accel="50000" decel="50000" fill="hold" grpId="2" nodeType="clickEffect">
                                  <p:stCondLst>
                                    <p:cond delay="0"/>
                                  </p:stCondLst>
                                  <p:childTnLst>
                                    <p:animMotion origin="layout" path="M -0.00013 0.03472 L -0.00039 0.06667 " pathEditMode="relative" rAng="0" ptsTypes="AA">
                                      <p:cBhvr>
                                        <p:cTn id="65" dur="1500" fill="hold"/>
                                        <p:tgtEl>
                                          <p:spTgt spid="20"/>
                                        </p:tgtEl>
                                        <p:attrNameLst>
                                          <p:attrName>ppt_x</p:attrName>
                                          <p:attrName>ppt_y</p:attrName>
                                        </p:attrNameLst>
                                      </p:cBhvr>
                                      <p:rCtr x="-13" y="1597"/>
                                    </p:animMotion>
                                  </p:childTnLst>
                                </p:cTn>
                              </p:par>
                            </p:childTnLst>
                          </p:cTn>
                        </p:par>
                      </p:childTnLst>
                    </p:cTn>
                  </p:par>
                  <p:par>
                    <p:cTn id="66" fill="hold">
                      <p:stCondLst>
                        <p:cond delay="indefinite"/>
                      </p:stCondLst>
                      <p:childTnLst>
                        <p:par>
                          <p:cTn id="67" fill="hold">
                            <p:stCondLst>
                              <p:cond delay="0"/>
                            </p:stCondLst>
                            <p:childTnLst>
                              <p:par>
                                <p:cTn id="68" presetID="35" presetClass="entr" presetSubtype="0" fill="hold" grpId="0" nodeType="clickEffect">
                                  <p:stCondLst>
                                    <p:cond delay="0"/>
                                  </p:stCondLst>
                                  <p:childTnLst>
                                    <p:set>
                                      <p:cBhvr>
                                        <p:cTn id="69" dur="1" fill="hold">
                                          <p:stCondLst>
                                            <p:cond delay="0"/>
                                          </p:stCondLst>
                                        </p:cTn>
                                        <p:tgtEl>
                                          <p:spTgt spid="17"/>
                                        </p:tgtEl>
                                        <p:attrNameLst>
                                          <p:attrName>style.visibility</p:attrName>
                                        </p:attrNameLst>
                                      </p:cBhvr>
                                      <p:to>
                                        <p:strVal val="visible"/>
                                      </p:to>
                                    </p:set>
                                    <p:animEffect transition="in" filter="fade">
                                      <p:cBhvr>
                                        <p:cTn id="70" dur="2000"/>
                                        <p:tgtEl>
                                          <p:spTgt spid="17"/>
                                        </p:tgtEl>
                                      </p:cBhvr>
                                    </p:animEffect>
                                    <p:anim calcmode="lin" valueType="num">
                                      <p:cBhvr>
                                        <p:cTn id="71" dur="2000" fill="hold"/>
                                        <p:tgtEl>
                                          <p:spTgt spid="17"/>
                                        </p:tgtEl>
                                        <p:attrNameLst>
                                          <p:attrName>style.rotation</p:attrName>
                                        </p:attrNameLst>
                                      </p:cBhvr>
                                      <p:tavLst>
                                        <p:tav tm="0">
                                          <p:val>
                                            <p:fltVal val="720"/>
                                          </p:val>
                                        </p:tav>
                                        <p:tav tm="100000">
                                          <p:val>
                                            <p:fltVal val="0"/>
                                          </p:val>
                                        </p:tav>
                                      </p:tavLst>
                                    </p:anim>
                                    <p:anim calcmode="lin" valueType="num">
                                      <p:cBhvr>
                                        <p:cTn id="72" dur="2000" fill="hold"/>
                                        <p:tgtEl>
                                          <p:spTgt spid="17"/>
                                        </p:tgtEl>
                                        <p:attrNameLst>
                                          <p:attrName>ppt_h</p:attrName>
                                        </p:attrNameLst>
                                      </p:cBhvr>
                                      <p:tavLst>
                                        <p:tav tm="0">
                                          <p:val>
                                            <p:fltVal val="0"/>
                                          </p:val>
                                        </p:tav>
                                        <p:tav tm="100000">
                                          <p:val>
                                            <p:strVal val="#ppt_h"/>
                                          </p:val>
                                        </p:tav>
                                      </p:tavLst>
                                    </p:anim>
                                    <p:anim calcmode="lin" valueType="num">
                                      <p:cBhvr>
                                        <p:cTn id="73" dur="2000" fill="hold"/>
                                        <p:tgtEl>
                                          <p:spTgt spid="17"/>
                                        </p:tgtEl>
                                        <p:attrNameLst>
                                          <p:attrName>ppt_w</p:attrName>
                                        </p:attrNameLst>
                                      </p:cBhvr>
                                      <p:tavLst>
                                        <p:tav tm="0">
                                          <p:val>
                                            <p:fltVal val="0"/>
                                          </p:val>
                                        </p:tav>
                                        <p:tav tm="100000">
                                          <p:val>
                                            <p:strVal val="#ppt_w"/>
                                          </p:val>
                                        </p:tav>
                                      </p:tavLst>
                                    </p:anim>
                                  </p:childTnLst>
                                </p:cTn>
                              </p:par>
                              <p:par>
                                <p:cTn id="74" presetID="35" presetClass="entr" presetSubtype="0" fill="hold" grpId="0" nodeType="withEffect">
                                  <p:stCondLst>
                                    <p:cond delay="0"/>
                                  </p:stCondLst>
                                  <p:childTnLst>
                                    <p:set>
                                      <p:cBhvr>
                                        <p:cTn id="75" dur="1" fill="hold">
                                          <p:stCondLst>
                                            <p:cond delay="0"/>
                                          </p:stCondLst>
                                        </p:cTn>
                                        <p:tgtEl>
                                          <p:spTgt spid="18"/>
                                        </p:tgtEl>
                                        <p:attrNameLst>
                                          <p:attrName>style.visibility</p:attrName>
                                        </p:attrNameLst>
                                      </p:cBhvr>
                                      <p:to>
                                        <p:strVal val="visible"/>
                                      </p:to>
                                    </p:set>
                                    <p:animEffect transition="in" filter="fade">
                                      <p:cBhvr>
                                        <p:cTn id="76" dur="2000"/>
                                        <p:tgtEl>
                                          <p:spTgt spid="18"/>
                                        </p:tgtEl>
                                      </p:cBhvr>
                                    </p:animEffect>
                                    <p:anim calcmode="lin" valueType="num">
                                      <p:cBhvr>
                                        <p:cTn id="77" dur="2000" fill="hold"/>
                                        <p:tgtEl>
                                          <p:spTgt spid="18"/>
                                        </p:tgtEl>
                                        <p:attrNameLst>
                                          <p:attrName>style.rotation</p:attrName>
                                        </p:attrNameLst>
                                      </p:cBhvr>
                                      <p:tavLst>
                                        <p:tav tm="0">
                                          <p:val>
                                            <p:fltVal val="720"/>
                                          </p:val>
                                        </p:tav>
                                        <p:tav tm="100000">
                                          <p:val>
                                            <p:fltVal val="0"/>
                                          </p:val>
                                        </p:tav>
                                      </p:tavLst>
                                    </p:anim>
                                    <p:anim calcmode="lin" valueType="num">
                                      <p:cBhvr>
                                        <p:cTn id="78" dur="2000" fill="hold"/>
                                        <p:tgtEl>
                                          <p:spTgt spid="18"/>
                                        </p:tgtEl>
                                        <p:attrNameLst>
                                          <p:attrName>ppt_h</p:attrName>
                                        </p:attrNameLst>
                                      </p:cBhvr>
                                      <p:tavLst>
                                        <p:tav tm="0">
                                          <p:val>
                                            <p:fltVal val="0"/>
                                          </p:val>
                                        </p:tav>
                                        <p:tav tm="100000">
                                          <p:val>
                                            <p:strVal val="#ppt_h"/>
                                          </p:val>
                                        </p:tav>
                                      </p:tavLst>
                                    </p:anim>
                                    <p:anim calcmode="lin" valueType="num">
                                      <p:cBhvr>
                                        <p:cTn id="79" dur="2000" fill="hold"/>
                                        <p:tgtEl>
                                          <p:spTgt spid="18"/>
                                        </p:tgtEl>
                                        <p:attrNameLst>
                                          <p:attrName>ppt_w</p:attrName>
                                        </p:attrNameLst>
                                      </p:cBhvr>
                                      <p:tavLst>
                                        <p:tav tm="0">
                                          <p:val>
                                            <p:fltVal val="0"/>
                                          </p:val>
                                        </p:tav>
                                        <p:tav tm="100000">
                                          <p:val>
                                            <p:strVal val="#ppt_w"/>
                                          </p:val>
                                        </p:tav>
                                      </p:tavLst>
                                    </p:anim>
                                  </p:childTnLst>
                                </p:cTn>
                              </p:par>
                              <p:par>
                                <p:cTn id="80" presetID="35" presetClass="entr" presetSubtype="0" fill="hold" grpId="0" nodeType="withEffect">
                                  <p:stCondLst>
                                    <p:cond delay="0"/>
                                  </p:stCondLst>
                                  <p:childTnLst>
                                    <p:set>
                                      <p:cBhvr>
                                        <p:cTn id="81" dur="1" fill="hold">
                                          <p:stCondLst>
                                            <p:cond delay="0"/>
                                          </p:stCondLst>
                                        </p:cTn>
                                        <p:tgtEl>
                                          <p:spTgt spid="19"/>
                                        </p:tgtEl>
                                        <p:attrNameLst>
                                          <p:attrName>style.visibility</p:attrName>
                                        </p:attrNameLst>
                                      </p:cBhvr>
                                      <p:to>
                                        <p:strVal val="visible"/>
                                      </p:to>
                                    </p:set>
                                    <p:animEffect transition="in" filter="fade">
                                      <p:cBhvr>
                                        <p:cTn id="82" dur="2000"/>
                                        <p:tgtEl>
                                          <p:spTgt spid="19"/>
                                        </p:tgtEl>
                                      </p:cBhvr>
                                    </p:animEffect>
                                    <p:anim calcmode="lin" valueType="num">
                                      <p:cBhvr>
                                        <p:cTn id="83" dur="2000" fill="hold"/>
                                        <p:tgtEl>
                                          <p:spTgt spid="19"/>
                                        </p:tgtEl>
                                        <p:attrNameLst>
                                          <p:attrName>style.rotation</p:attrName>
                                        </p:attrNameLst>
                                      </p:cBhvr>
                                      <p:tavLst>
                                        <p:tav tm="0">
                                          <p:val>
                                            <p:fltVal val="720"/>
                                          </p:val>
                                        </p:tav>
                                        <p:tav tm="100000">
                                          <p:val>
                                            <p:fltVal val="0"/>
                                          </p:val>
                                        </p:tav>
                                      </p:tavLst>
                                    </p:anim>
                                    <p:anim calcmode="lin" valueType="num">
                                      <p:cBhvr>
                                        <p:cTn id="84" dur="2000" fill="hold"/>
                                        <p:tgtEl>
                                          <p:spTgt spid="19"/>
                                        </p:tgtEl>
                                        <p:attrNameLst>
                                          <p:attrName>ppt_h</p:attrName>
                                        </p:attrNameLst>
                                      </p:cBhvr>
                                      <p:tavLst>
                                        <p:tav tm="0">
                                          <p:val>
                                            <p:fltVal val="0"/>
                                          </p:val>
                                        </p:tav>
                                        <p:tav tm="100000">
                                          <p:val>
                                            <p:strVal val="#ppt_h"/>
                                          </p:val>
                                        </p:tav>
                                      </p:tavLst>
                                    </p:anim>
                                    <p:anim calcmode="lin" valueType="num">
                                      <p:cBhvr>
                                        <p:cTn id="85" dur="2000" fill="hold"/>
                                        <p:tgtEl>
                                          <p:spTgt spid="19"/>
                                        </p:tgtEl>
                                        <p:attrNameLst>
                                          <p:attrName>ppt_w</p:attrName>
                                        </p:attrNameLst>
                                      </p:cBhvr>
                                      <p:tavLst>
                                        <p:tav tm="0">
                                          <p:val>
                                            <p:fltVal val="0"/>
                                          </p:val>
                                        </p:tav>
                                        <p:tav tm="100000">
                                          <p:val>
                                            <p:strVal val="#ppt_w"/>
                                          </p:val>
                                        </p:tav>
                                      </p:tavLst>
                                    </p:anim>
                                  </p:childTnLst>
                                </p:cTn>
                              </p:par>
                            </p:childTnLst>
                          </p:cTn>
                        </p:par>
                        <p:par>
                          <p:cTn id="86" fill="hold">
                            <p:stCondLst>
                              <p:cond delay="2000"/>
                            </p:stCondLst>
                            <p:childTnLst>
                              <p:par>
                                <p:cTn id="87" presetID="56" presetClass="path" presetSubtype="0" accel="50000" decel="50000" fill="hold" grpId="1" nodeType="afterEffect">
                                  <p:stCondLst>
                                    <p:cond delay="0"/>
                                  </p:stCondLst>
                                  <p:childTnLst>
                                    <p:animMotion origin="layout" path="M -1.04167E-6 -2.22222E-6 L 0.14662 -0.06921 " pathEditMode="relative" rAng="0" ptsTypes="AA">
                                      <p:cBhvr>
                                        <p:cTn id="88" dur="2000" fill="hold"/>
                                        <p:tgtEl>
                                          <p:spTgt spid="17"/>
                                        </p:tgtEl>
                                        <p:attrNameLst>
                                          <p:attrName>ppt_x</p:attrName>
                                          <p:attrName>ppt_y</p:attrName>
                                        </p:attrNameLst>
                                      </p:cBhvr>
                                      <p:rCtr x="7331" y="-3472"/>
                                    </p:animMotion>
                                  </p:childTnLst>
                                </p:cTn>
                              </p:par>
                              <p:par>
                                <p:cTn id="89" presetID="63" presetClass="path" presetSubtype="0" accel="50000" decel="50000" fill="hold" grpId="1" nodeType="withEffect">
                                  <p:stCondLst>
                                    <p:cond delay="0"/>
                                  </p:stCondLst>
                                  <p:childTnLst>
                                    <p:animMotion origin="layout" path="M 2.91667E-6 -2.22222E-6 L 0.21276 -0.06944 " pathEditMode="relative" rAng="0" ptsTypes="AA">
                                      <p:cBhvr>
                                        <p:cTn id="90" dur="2000" fill="hold"/>
                                        <p:tgtEl>
                                          <p:spTgt spid="18"/>
                                        </p:tgtEl>
                                        <p:attrNameLst>
                                          <p:attrName>ppt_x</p:attrName>
                                          <p:attrName>ppt_y</p:attrName>
                                        </p:attrNameLst>
                                      </p:cBhvr>
                                      <p:rCtr x="10638" y="-3472"/>
                                    </p:animMotion>
                                  </p:childTnLst>
                                </p:cTn>
                              </p:par>
                              <p:par>
                                <p:cTn id="91" presetID="63" presetClass="path" presetSubtype="0" accel="50000" decel="50000" fill="hold" grpId="1" nodeType="withEffect">
                                  <p:stCondLst>
                                    <p:cond delay="0"/>
                                  </p:stCondLst>
                                  <p:childTnLst>
                                    <p:animMotion origin="layout" path="M -3.75E-6 -2.22222E-6 L 0.17032 -0.06967 " pathEditMode="relative" rAng="0" ptsTypes="AA">
                                      <p:cBhvr>
                                        <p:cTn id="92" dur="2000" fill="hold"/>
                                        <p:tgtEl>
                                          <p:spTgt spid="19"/>
                                        </p:tgtEl>
                                        <p:attrNameLst>
                                          <p:attrName>ppt_x</p:attrName>
                                          <p:attrName>ppt_y</p:attrName>
                                        </p:attrNameLst>
                                      </p:cBhvr>
                                      <p:rCtr x="8516" y="-3495"/>
                                    </p:animMotion>
                                  </p:childTnLst>
                                </p:cTn>
                              </p:par>
                            </p:childTnLst>
                          </p:cTn>
                        </p:par>
                      </p:childTnLst>
                    </p:cTn>
                  </p:par>
                  <p:par>
                    <p:cTn id="93" fill="hold">
                      <p:stCondLst>
                        <p:cond delay="indefinite"/>
                      </p:stCondLst>
                      <p:childTnLst>
                        <p:par>
                          <p:cTn id="94" fill="hold">
                            <p:stCondLst>
                              <p:cond delay="0"/>
                            </p:stCondLst>
                            <p:childTnLst>
                              <p:par>
                                <p:cTn id="95" presetID="42" presetClass="path" presetSubtype="0" accel="50000" decel="50000" fill="hold" grpId="3" nodeType="clickEffect">
                                  <p:stCondLst>
                                    <p:cond delay="0"/>
                                  </p:stCondLst>
                                  <p:childTnLst>
                                    <p:animMotion origin="layout" path="M 0.00039 0.06852 L 0.00065 0.10185 " pathEditMode="relative" rAng="0" ptsTypes="AA">
                                      <p:cBhvr>
                                        <p:cTn id="96" dur="1500" fill="hold"/>
                                        <p:tgtEl>
                                          <p:spTgt spid="20"/>
                                        </p:tgtEl>
                                        <p:attrNameLst>
                                          <p:attrName>ppt_x</p:attrName>
                                          <p:attrName>ppt_y</p:attrName>
                                        </p:attrNameLst>
                                      </p:cBhvr>
                                      <p:rCtr x="13" y="1667"/>
                                    </p:animMotion>
                                  </p:childTnLst>
                                </p:cTn>
                              </p:par>
                            </p:childTnLst>
                          </p:cTn>
                        </p:par>
                      </p:childTnLst>
                    </p:cTn>
                  </p:par>
                  <p:par>
                    <p:cTn id="97" fill="hold">
                      <p:stCondLst>
                        <p:cond delay="indefinite"/>
                      </p:stCondLst>
                      <p:childTnLst>
                        <p:par>
                          <p:cTn id="98" fill="hold">
                            <p:stCondLst>
                              <p:cond delay="0"/>
                            </p:stCondLst>
                            <p:childTnLst>
                              <p:par>
                                <p:cTn id="99" presetID="42" presetClass="path" presetSubtype="0" accel="50000" decel="50000" fill="hold" grpId="4" nodeType="clickEffect">
                                  <p:stCondLst>
                                    <p:cond delay="0"/>
                                  </p:stCondLst>
                                  <p:childTnLst>
                                    <p:animMotion origin="layout" path="M 0.00065 0.10185 L 0.00039 0.13518 " pathEditMode="relative" rAng="0" ptsTypes="AA">
                                      <p:cBhvr>
                                        <p:cTn id="100" dur="1500" fill="hold"/>
                                        <p:tgtEl>
                                          <p:spTgt spid="20"/>
                                        </p:tgtEl>
                                        <p:attrNameLst>
                                          <p:attrName>ppt_x</p:attrName>
                                          <p:attrName>ppt_y</p:attrName>
                                        </p:attrNameLst>
                                      </p:cBhvr>
                                      <p:rCtr x="-13" y="1667"/>
                                    </p:animMotion>
                                  </p:childTnLst>
                                </p:cTn>
                              </p:par>
                            </p:childTnLst>
                          </p:cTn>
                        </p:par>
                      </p:childTnLst>
                    </p:cTn>
                  </p:par>
                  <p:par>
                    <p:cTn id="101" fill="hold">
                      <p:stCondLst>
                        <p:cond delay="indefinite"/>
                      </p:stCondLst>
                      <p:childTnLst>
                        <p:par>
                          <p:cTn id="102" fill="hold">
                            <p:stCondLst>
                              <p:cond delay="0"/>
                            </p:stCondLst>
                            <p:childTnLst>
                              <p:par>
                                <p:cTn id="103" presetID="42" presetClass="path" presetSubtype="0" accel="50000" decel="50000" fill="hold" grpId="5" nodeType="clickEffect">
                                  <p:stCondLst>
                                    <p:cond delay="0"/>
                                  </p:stCondLst>
                                  <p:childTnLst>
                                    <p:animMotion origin="layout" path="M 0.00039 0.13519 L 0.00052 0.16875 " pathEditMode="relative" rAng="0" ptsTypes="AA">
                                      <p:cBhvr>
                                        <p:cTn id="104" dur="1500" fill="hold"/>
                                        <p:tgtEl>
                                          <p:spTgt spid="20"/>
                                        </p:tgtEl>
                                        <p:attrNameLst>
                                          <p:attrName>ppt_x</p:attrName>
                                          <p:attrName>ppt_y</p:attrName>
                                        </p:attrNameLst>
                                      </p:cBhvr>
                                      <p:rCtr x="0" y="1667"/>
                                    </p:animMotion>
                                  </p:childTnLst>
                                </p:cTn>
                              </p:par>
                            </p:childTnLst>
                          </p:cTn>
                        </p:par>
                      </p:childTnLst>
                    </p:cTn>
                  </p:par>
                  <p:par>
                    <p:cTn id="105" fill="hold">
                      <p:stCondLst>
                        <p:cond delay="indefinite"/>
                      </p:stCondLst>
                      <p:childTnLst>
                        <p:par>
                          <p:cTn id="106" fill="hold">
                            <p:stCondLst>
                              <p:cond delay="0"/>
                            </p:stCondLst>
                            <p:childTnLst>
                              <p:par>
                                <p:cTn id="107" presetID="42" presetClass="path" presetSubtype="0" accel="50000" decel="50000" fill="hold" grpId="6" nodeType="clickEffect">
                                  <p:stCondLst>
                                    <p:cond delay="0"/>
                                  </p:stCondLst>
                                  <p:childTnLst>
                                    <p:animMotion origin="layout" path="M 0.00052 0.16875 L 0.00026 0.20232 " pathEditMode="relative" rAng="0" ptsTypes="AA">
                                      <p:cBhvr>
                                        <p:cTn id="108" dur="1500" fill="hold"/>
                                        <p:tgtEl>
                                          <p:spTgt spid="20"/>
                                        </p:tgtEl>
                                        <p:attrNameLst>
                                          <p:attrName>ppt_x</p:attrName>
                                          <p:attrName>ppt_y</p:attrName>
                                        </p:attrNameLst>
                                      </p:cBhvr>
                                      <p:rCtr x="-13" y="1667"/>
                                    </p:animMotion>
                                  </p:childTnLst>
                                </p:cTn>
                              </p:par>
                            </p:childTnLst>
                          </p:cTn>
                        </p:par>
                      </p:childTnLst>
                    </p:cTn>
                  </p:par>
                  <p:par>
                    <p:cTn id="109" fill="hold">
                      <p:stCondLst>
                        <p:cond delay="indefinite"/>
                      </p:stCondLst>
                      <p:childTnLst>
                        <p:par>
                          <p:cTn id="110" fill="hold">
                            <p:stCondLst>
                              <p:cond delay="0"/>
                            </p:stCondLst>
                            <p:childTnLst>
                              <p:par>
                                <p:cTn id="111" presetID="35" presetClass="entr" presetSubtype="0" fill="hold" grpId="0" nodeType="clickEffect">
                                  <p:stCondLst>
                                    <p:cond delay="0"/>
                                  </p:stCondLst>
                                  <p:childTnLst>
                                    <p:set>
                                      <p:cBhvr>
                                        <p:cTn id="112" dur="1" fill="hold">
                                          <p:stCondLst>
                                            <p:cond delay="0"/>
                                          </p:stCondLst>
                                        </p:cTn>
                                        <p:tgtEl>
                                          <p:spTgt spid="21"/>
                                        </p:tgtEl>
                                        <p:attrNameLst>
                                          <p:attrName>style.visibility</p:attrName>
                                        </p:attrNameLst>
                                      </p:cBhvr>
                                      <p:to>
                                        <p:strVal val="visible"/>
                                      </p:to>
                                    </p:set>
                                    <p:animEffect transition="in" filter="fade">
                                      <p:cBhvr>
                                        <p:cTn id="113" dur="2000"/>
                                        <p:tgtEl>
                                          <p:spTgt spid="21"/>
                                        </p:tgtEl>
                                      </p:cBhvr>
                                    </p:animEffect>
                                    <p:anim calcmode="lin" valueType="num">
                                      <p:cBhvr>
                                        <p:cTn id="114" dur="2000" fill="hold"/>
                                        <p:tgtEl>
                                          <p:spTgt spid="21"/>
                                        </p:tgtEl>
                                        <p:attrNameLst>
                                          <p:attrName>style.rotation</p:attrName>
                                        </p:attrNameLst>
                                      </p:cBhvr>
                                      <p:tavLst>
                                        <p:tav tm="0">
                                          <p:val>
                                            <p:fltVal val="720"/>
                                          </p:val>
                                        </p:tav>
                                        <p:tav tm="100000">
                                          <p:val>
                                            <p:fltVal val="0"/>
                                          </p:val>
                                        </p:tav>
                                      </p:tavLst>
                                    </p:anim>
                                    <p:anim calcmode="lin" valueType="num">
                                      <p:cBhvr>
                                        <p:cTn id="115" dur="2000" fill="hold"/>
                                        <p:tgtEl>
                                          <p:spTgt spid="21"/>
                                        </p:tgtEl>
                                        <p:attrNameLst>
                                          <p:attrName>ppt_h</p:attrName>
                                        </p:attrNameLst>
                                      </p:cBhvr>
                                      <p:tavLst>
                                        <p:tav tm="0">
                                          <p:val>
                                            <p:fltVal val="0"/>
                                          </p:val>
                                        </p:tav>
                                        <p:tav tm="100000">
                                          <p:val>
                                            <p:strVal val="#ppt_h"/>
                                          </p:val>
                                        </p:tav>
                                      </p:tavLst>
                                    </p:anim>
                                    <p:anim calcmode="lin" valueType="num">
                                      <p:cBhvr>
                                        <p:cTn id="116" dur="2000" fill="hold"/>
                                        <p:tgtEl>
                                          <p:spTgt spid="21"/>
                                        </p:tgtEl>
                                        <p:attrNameLst>
                                          <p:attrName>ppt_w</p:attrName>
                                        </p:attrNameLst>
                                      </p:cBhvr>
                                      <p:tavLst>
                                        <p:tav tm="0">
                                          <p:val>
                                            <p:fltVal val="0"/>
                                          </p:val>
                                        </p:tav>
                                        <p:tav tm="100000">
                                          <p:val>
                                            <p:strVal val="#ppt_w"/>
                                          </p:val>
                                        </p:tav>
                                      </p:tavLst>
                                    </p:anim>
                                  </p:childTnLst>
                                </p:cTn>
                              </p:par>
                              <p:par>
                                <p:cTn id="117" presetID="35" presetClass="entr" presetSubtype="0" fill="hold" grpId="0" nodeType="withEffect">
                                  <p:stCondLst>
                                    <p:cond delay="0"/>
                                  </p:stCondLst>
                                  <p:childTnLst>
                                    <p:set>
                                      <p:cBhvr>
                                        <p:cTn id="118" dur="1" fill="hold">
                                          <p:stCondLst>
                                            <p:cond delay="0"/>
                                          </p:stCondLst>
                                        </p:cTn>
                                        <p:tgtEl>
                                          <p:spTgt spid="22"/>
                                        </p:tgtEl>
                                        <p:attrNameLst>
                                          <p:attrName>style.visibility</p:attrName>
                                        </p:attrNameLst>
                                      </p:cBhvr>
                                      <p:to>
                                        <p:strVal val="visible"/>
                                      </p:to>
                                    </p:set>
                                    <p:animEffect transition="in" filter="fade">
                                      <p:cBhvr>
                                        <p:cTn id="119" dur="2000"/>
                                        <p:tgtEl>
                                          <p:spTgt spid="22"/>
                                        </p:tgtEl>
                                      </p:cBhvr>
                                    </p:animEffect>
                                    <p:anim calcmode="lin" valueType="num">
                                      <p:cBhvr>
                                        <p:cTn id="120" dur="2000" fill="hold"/>
                                        <p:tgtEl>
                                          <p:spTgt spid="22"/>
                                        </p:tgtEl>
                                        <p:attrNameLst>
                                          <p:attrName>style.rotation</p:attrName>
                                        </p:attrNameLst>
                                      </p:cBhvr>
                                      <p:tavLst>
                                        <p:tav tm="0">
                                          <p:val>
                                            <p:fltVal val="720"/>
                                          </p:val>
                                        </p:tav>
                                        <p:tav tm="100000">
                                          <p:val>
                                            <p:fltVal val="0"/>
                                          </p:val>
                                        </p:tav>
                                      </p:tavLst>
                                    </p:anim>
                                    <p:anim calcmode="lin" valueType="num">
                                      <p:cBhvr>
                                        <p:cTn id="121" dur="2000" fill="hold"/>
                                        <p:tgtEl>
                                          <p:spTgt spid="22"/>
                                        </p:tgtEl>
                                        <p:attrNameLst>
                                          <p:attrName>ppt_h</p:attrName>
                                        </p:attrNameLst>
                                      </p:cBhvr>
                                      <p:tavLst>
                                        <p:tav tm="0">
                                          <p:val>
                                            <p:fltVal val="0"/>
                                          </p:val>
                                        </p:tav>
                                        <p:tav tm="100000">
                                          <p:val>
                                            <p:strVal val="#ppt_h"/>
                                          </p:val>
                                        </p:tav>
                                      </p:tavLst>
                                    </p:anim>
                                    <p:anim calcmode="lin" valueType="num">
                                      <p:cBhvr>
                                        <p:cTn id="122" dur="2000" fill="hold"/>
                                        <p:tgtEl>
                                          <p:spTgt spid="22"/>
                                        </p:tgtEl>
                                        <p:attrNameLst>
                                          <p:attrName>ppt_w</p:attrName>
                                        </p:attrNameLst>
                                      </p:cBhvr>
                                      <p:tavLst>
                                        <p:tav tm="0">
                                          <p:val>
                                            <p:fltVal val="0"/>
                                          </p:val>
                                        </p:tav>
                                        <p:tav tm="100000">
                                          <p:val>
                                            <p:strVal val="#ppt_w"/>
                                          </p:val>
                                        </p:tav>
                                      </p:tavLst>
                                    </p:anim>
                                  </p:childTnLst>
                                </p:cTn>
                              </p:par>
                              <p:par>
                                <p:cTn id="123" presetID="35" presetClass="entr" presetSubtype="0" fill="hold" grpId="0" nodeType="withEffect">
                                  <p:stCondLst>
                                    <p:cond delay="0"/>
                                  </p:stCondLst>
                                  <p:childTnLst>
                                    <p:set>
                                      <p:cBhvr>
                                        <p:cTn id="124" dur="1" fill="hold">
                                          <p:stCondLst>
                                            <p:cond delay="0"/>
                                          </p:stCondLst>
                                        </p:cTn>
                                        <p:tgtEl>
                                          <p:spTgt spid="23"/>
                                        </p:tgtEl>
                                        <p:attrNameLst>
                                          <p:attrName>style.visibility</p:attrName>
                                        </p:attrNameLst>
                                      </p:cBhvr>
                                      <p:to>
                                        <p:strVal val="visible"/>
                                      </p:to>
                                    </p:set>
                                    <p:animEffect transition="in" filter="fade">
                                      <p:cBhvr>
                                        <p:cTn id="125" dur="2000"/>
                                        <p:tgtEl>
                                          <p:spTgt spid="23"/>
                                        </p:tgtEl>
                                      </p:cBhvr>
                                    </p:animEffect>
                                    <p:anim calcmode="lin" valueType="num">
                                      <p:cBhvr>
                                        <p:cTn id="126" dur="2000" fill="hold"/>
                                        <p:tgtEl>
                                          <p:spTgt spid="23"/>
                                        </p:tgtEl>
                                        <p:attrNameLst>
                                          <p:attrName>style.rotation</p:attrName>
                                        </p:attrNameLst>
                                      </p:cBhvr>
                                      <p:tavLst>
                                        <p:tav tm="0">
                                          <p:val>
                                            <p:fltVal val="720"/>
                                          </p:val>
                                        </p:tav>
                                        <p:tav tm="100000">
                                          <p:val>
                                            <p:fltVal val="0"/>
                                          </p:val>
                                        </p:tav>
                                      </p:tavLst>
                                    </p:anim>
                                    <p:anim calcmode="lin" valueType="num">
                                      <p:cBhvr>
                                        <p:cTn id="127" dur="2000" fill="hold"/>
                                        <p:tgtEl>
                                          <p:spTgt spid="23"/>
                                        </p:tgtEl>
                                        <p:attrNameLst>
                                          <p:attrName>ppt_h</p:attrName>
                                        </p:attrNameLst>
                                      </p:cBhvr>
                                      <p:tavLst>
                                        <p:tav tm="0">
                                          <p:val>
                                            <p:fltVal val="0"/>
                                          </p:val>
                                        </p:tav>
                                        <p:tav tm="100000">
                                          <p:val>
                                            <p:strVal val="#ppt_h"/>
                                          </p:val>
                                        </p:tav>
                                      </p:tavLst>
                                    </p:anim>
                                    <p:anim calcmode="lin" valueType="num">
                                      <p:cBhvr>
                                        <p:cTn id="128" dur="2000" fill="hold"/>
                                        <p:tgtEl>
                                          <p:spTgt spid="23"/>
                                        </p:tgtEl>
                                        <p:attrNameLst>
                                          <p:attrName>ppt_w</p:attrName>
                                        </p:attrNameLst>
                                      </p:cBhvr>
                                      <p:tavLst>
                                        <p:tav tm="0">
                                          <p:val>
                                            <p:fltVal val="0"/>
                                          </p:val>
                                        </p:tav>
                                        <p:tav tm="100000">
                                          <p:val>
                                            <p:strVal val="#ppt_w"/>
                                          </p:val>
                                        </p:tav>
                                      </p:tavLst>
                                    </p:anim>
                                  </p:childTnLst>
                                </p:cTn>
                              </p:par>
                            </p:childTnLst>
                          </p:cTn>
                        </p:par>
                        <p:par>
                          <p:cTn id="129" fill="hold">
                            <p:stCondLst>
                              <p:cond delay="2000"/>
                            </p:stCondLst>
                            <p:childTnLst>
                              <p:par>
                                <p:cTn id="130" presetID="56" presetClass="path" presetSubtype="0" accel="50000" decel="50000" fill="hold" grpId="1" nodeType="afterEffect">
                                  <p:stCondLst>
                                    <p:cond delay="0"/>
                                  </p:stCondLst>
                                  <p:childTnLst>
                                    <p:animMotion origin="layout" path="M -1.04167E-6 4.44444E-6 L 0.14636 -0.16667 " pathEditMode="relative" rAng="0" ptsTypes="AA">
                                      <p:cBhvr>
                                        <p:cTn id="131" dur="2000" fill="hold"/>
                                        <p:tgtEl>
                                          <p:spTgt spid="21"/>
                                        </p:tgtEl>
                                        <p:attrNameLst>
                                          <p:attrName>ppt_x</p:attrName>
                                          <p:attrName>ppt_y</p:attrName>
                                        </p:attrNameLst>
                                      </p:cBhvr>
                                      <p:rCtr x="7318" y="-8333"/>
                                    </p:animMotion>
                                  </p:childTnLst>
                                </p:cTn>
                              </p:par>
                              <p:par>
                                <p:cTn id="132" presetID="63" presetClass="path" presetSubtype="0" accel="50000" decel="50000" fill="hold" grpId="1" nodeType="withEffect">
                                  <p:stCondLst>
                                    <p:cond delay="0"/>
                                  </p:stCondLst>
                                  <p:childTnLst>
                                    <p:animMotion origin="layout" path="M 2.91667E-6 4.44444E-6 L 0.21263 -0.16667 " pathEditMode="relative" rAng="0" ptsTypes="AA">
                                      <p:cBhvr>
                                        <p:cTn id="133" dur="2000" fill="hold"/>
                                        <p:tgtEl>
                                          <p:spTgt spid="22"/>
                                        </p:tgtEl>
                                        <p:attrNameLst>
                                          <p:attrName>ppt_x</p:attrName>
                                          <p:attrName>ppt_y</p:attrName>
                                        </p:attrNameLst>
                                      </p:cBhvr>
                                      <p:rCtr x="10625" y="-8333"/>
                                    </p:animMotion>
                                  </p:childTnLst>
                                </p:cTn>
                              </p:par>
                              <p:par>
                                <p:cTn id="134" presetID="63" presetClass="path" presetSubtype="0" accel="50000" decel="50000" fill="hold" grpId="1" nodeType="withEffect">
                                  <p:stCondLst>
                                    <p:cond delay="0"/>
                                  </p:stCondLst>
                                  <p:childTnLst>
                                    <p:animMotion origin="layout" path="M -3.75E-6 4.44444E-6 L 0.17032 -0.16713 " pathEditMode="relative" rAng="0" ptsTypes="AA">
                                      <p:cBhvr>
                                        <p:cTn id="135" dur="2000" fill="hold"/>
                                        <p:tgtEl>
                                          <p:spTgt spid="23"/>
                                        </p:tgtEl>
                                        <p:attrNameLst>
                                          <p:attrName>ppt_x</p:attrName>
                                          <p:attrName>ppt_y</p:attrName>
                                        </p:attrNameLst>
                                      </p:cBhvr>
                                      <p:rCtr x="8516" y="-8356"/>
                                    </p:animMotion>
                                  </p:childTnLst>
                                </p:cTn>
                              </p:par>
                            </p:childTnLst>
                          </p:cTn>
                        </p:par>
                      </p:childTnLst>
                    </p:cTn>
                  </p:par>
                  <p:par>
                    <p:cTn id="136" fill="hold">
                      <p:stCondLst>
                        <p:cond delay="indefinite"/>
                      </p:stCondLst>
                      <p:childTnLst>
                        <p:par>
                          <p:cTn id="137" fill="hold">
                            <p:stCondLst>
                              <p:cond delay="0"/>
                            </p:stCondLst>
                            <p:childTnLst>
                              <p:par>
                                <p:cTn id="138" presetID="42" presetClass="path" presetSubtype="0" accel="50000" decel="50000" fill="hold" grpId="7" nodeType="clickEffect">
                                  <p:stCondLst>
                                    <p:cond delay="0"/>
                                  </p:stCondLst>
                                  <p:childTnLst>
                                    <p:animMotion origin="layout" path="M 0.00026 0.20231 L -2.08333E-7 0.23588 " pathEditMode="relative" rAng="0" ptsTypes="AA">
                                      <p:cBhvr>
                                        <p:cTn id="139" dur="2000" fill="hold"/>
                                        <p:tgtEl>
                                          <p:spTgt spid="20"/>
                                        </p:tgtEl>
                                        <p:attrNameLst>
                                          <p:attrName>ppt_x</p:attrName>
                                          <p:attrName>ppt_y</p:attrName>
                                        </p:attrNameLst>
                                      </p:cBhvr>
                                      <p:rCtr x="-13" y="1667"/>
                                    </p:animMotion>
                                  </p:childTnLst>
                                </p:cTn>
                              </p:par>
                            </p:childTnLst>
                          </p:cTn>
                        </p:par>
                        <p:par>
                          <p:cTn id="140" fill="hold">
                            <p:stCondLst>
                              <p:cond delay="2000"/>
                            </p:stCondLst>
                            <p:childTnLst>
                              <p:par>
                                <p:cTn id="141" presetID="22" presetClass="exit" presetSubtype="2" fill="hold" nodeType="afterEffect">
                                  <p:stCondLst>
                                    <p:cond delay="0"/>
                                  </p:stCondLst>
                                  <p:childTnLst>
                                    <p:animEffect transition="out" filter="wipe(right)">
                                      <p:cBhvr>
                                        <p:cTn id="142" dur="1000"/>
                                        <p:tgtEl>
                                          <p:spTgt spid="64"/>
                                        </p:tgtEl>
                                      </p:cBhvr>
                                    </p:animEffect>
                                    <p:set>
                                      <p:cBhvr>
                                        <p:cTn id="143" dur="1" fill="hold">
                                          <p:stCondLst>
                                            <p:cond delay="999"/>
                                          </p:stCondLst>
                                        </p:cTn>
                                        <p:tgtEl>
                                          <p:spTgt spid="64"/>
                                        </p:tgtEl>
                                        <p:attrNameLst>
                                          <p:attrName>style.visibility</p:attrName>
                                        </p:attrNameLst>
                                      </p:cBhvr>
                                      <p:to>
                                        <p:strVal val="hidden"/>
                                      </p:to>
                                    </p:set>
                                  </p:childTnLst>
                                </p:cTn>
                              </p:par>
                            </p:childTnLst>
                          </p:cTn>
                        </p:par>
                        <p:par>
                          <p:cTn id="144" fill="hold">
                            <p:stCondLst>
                              <p:cond delay="3000"/>
                            </p:stCondLst>
                            <p:childTnLst>
                              <p:par>
                                <p:cTn id="145" presetID="16" presetClass="exit" presetSubtype="21" fill="hold" grpId="8" nodeType="afterEffect">
                                  <p:stCondLst>
                                    <p:cond delay="0"/>
                                  </p:stCondLst>
                                  <p:childTnLst>
                                    <p:animEffect transition="out" filter="barn(inVertical)">
                                      <p:cBhvr>
                                        <p:cTn id="146" dur="500"/>
                                        <p:tgtEl>
                                          <p:spTgt spid="20"/>
                                        </p:tgtEl>
                                      </p:cBhvr>
                                    </p:animEffect>
                                    <p:set>
                                      <p:cBhvr>
                                        <p:cTn id="147" dur="1" fill="hold">
                                          <p:stCondLst>
                                            <p:cond delay="499"/>
                                          </p:stCondLst>
                                        </p:cTn>
                                        <p:tgtEl>
                                          <p:spTgt spid="20"/>
                                        </p:tgtEl>
                                        <p:attrNameLst>
                                          <p:attrName>style.visibility</p:attrName>
                                        </p:attrNameLst>
                                      </p:cBhvr>
                                      <p:to>
                                        <p:strVal val="hidden"/>
                                      </p:to>
                                    </p:set>
                                  </p:childTnLst>
                                </p:cTn>
                              </p:par>
                            </p:childTnLst>
                          </p:cTn>
                        </p:par>
                      </p:childTnLst>
                    </p:cTn>
                  </p:par>
                  <p:par>
                    <p:cTn id="148" fill="hold">
                      <p:stCondLst>
                        <p:cond delay="indefinite"/>
                      </p:stCondLst>
                      <p:childTnLst>
                        <p:par>
                          <p:cTn id="149" fill="hold">
                            <p:stCondLst>
                              <p:cond delay="0"/>
                            </p:stCondLst>
                            <p:childTnLst>
                              <p:par>
                                <p:cTn id="150" presetID="22" presetClass="entr" presetSubtype="8" fill="hold" nodeType="clickEffect">
                                  <p:stCondLst>
                                    <p:cond delay="0"/>
                                  </p:stCondLst>
                                  <p:childTnLst>
                                    <p:set>
                                      <p:cBhvr>
                                        <p:cTn id="151" dur="1" fill="hold">
                                          <p:stCondLst>
                                            <p:cond delay="0"/>
                                          </p:stCondLst>
                                        </p:cTn>
                                        <p:tgtEl>
                                          <p:spTgt spid="58"/>
                                        </p:tgtEl>
                                        <p:attrNameLst>
                                          <p:attrName>style.visibility</p:attrName>
                                        </p:attrNameLst>
                                      </p:cBhvr>
                                      <p:to>
                                        <p:strVal val="visible"/>
                                      </p:to>
                                    </p:set>
                                    <p:animEffect transition="in" filter="wipe(left)">
                                      <p:cBhvr>
                                        <p:cTn id="152" dur="1000"/>
                                        <p:tgtEl>
                                          <p:spTgt spid="58"/>
                                        </p:tgtEl>
                                      </p:cBhvr>
                                    </p:animEffect>
                                  </p:childTnLst>
                                </p:cTn>
                              </p:par>
                            </p:childTnLst>
                          </p:cTn>
                        </p:par>
                      </p:childTnLst>
                    </p:cTn>
                  </p:par>
                  <p:par>
                    <p:cTn id="153" fill="hold">
                      <p:stCondLst>
                        <p:cond delay="indefinite"/>
                      </p:stCondLst>
                      <p:childTnLst>
                        <p:par>
                          <p:cTn id="154" fill="hold">
                            <p:stCondLst>
                              <p:cond delay="0"/>
                            </p:stCondLst>
                            <p:childTnLst>
                              <p:par>
                                <p:cTn id="155" presetID="35" presetClass="entr" presetSubtype="0" fill="hold" grpId="0" nodeType="clickEffect">
                                  <p:stCondLst>
                                    <p:cond delay="0"/>
                                  </p:stCondLst>
                                  <p:childTnLst>
                                    <p:set>
                                      <p:cBhvr>
                                        <p:cTn id="156" dur="1" fill="hold">
                                          <p:stCondLst>
                                            <p:cond delay="0"/>
                                          </p:stCondLst>
                                        </p:cTn>
                                        <p:tgtEl>
                                          <p:spTgt spid="66"/>
                                        </p:tgtEl>
                                        <p:attrNameLst>
                                          <p:attrName>style.visibility</p:attrName>
                                        </p:attrNameLst>
                                      </p:cBhvr>
                                      <p:to>
                                        <p:strVal val="visible"/>
                                      </p:to>
                                    </p:set>
                                    <p:animEffect transition="in" filter="fade">
                                      <p:cBhvr>
                                        <p:cTn id="157" dur="2000"/>
                                        <p:tgtEl>
                                          <p:spTgt spid="66"/>
                                        </p:tgtEl>
                                      </p:cBhvr>
                                    </p:animEffect>
                                    <p:anim calcmode="lin" valueType="num">
                                      <p:cBhvr>
                                        <p:cTn id="158" dur="2000" fill="hold"/>
                                        <p:tgtEl>
                                          <p:spTgt spid="66"/>
                                        </p:tgtEl>
                                        <p:attrNameLst>
                                          <p:attrName>style.rotation</p:attrName>
                                        </p:attrNameLst>
                                      </p:cBhvr>
                                      <p:tavLst>
                                        <p:tav tm="0">
                                          <p:val>
                                            <p:fltVal val="720"/>
                                          </p:val>
                                        </p:tav>
                                        <p:tav tm="100000">
                                          <p:val>
                                            <p:fltVal val="0"/>
                                          </p:val>
                                        </p:tav>
                                      </p:tavLst>
                                    </p:anim>
                                    <p:anim calcmode="lin" valueType="num">
                                      <p:cBhvr>
                                        <p:cTn id="159" dur="2000" fill="hold"/>
                                        <p:tgtEl>
                                          <p:spTgt spid="66"/>
                                        </p:tgtEl>
                                        <p:attrNameLst>
                                          <p:attrName>ppt_h</p:attrName>
                                        </p:attrNameLst>
                                      </p:cBhvr>
                                      <p:tavLst>
                                        <p:tav tm="0">
                                          <p:val>
                                            <p:fltVal val="0"/>
                                          </p:val>
                                        </p:tav>
                                        <p:tav tm="100000">
                                          <p:val>
                                            <p:strVal val="#ppt_h"/>
                                          </p:val>
                                        </p:tav>
                                      </p:tavLst>
                                    </p:anim>
                                    <p:anim calcmode="lin" valueType="num">
                                      <p:cBhvr>
                                        <p:cTn id="160" dur="2000" fill="hold"/>
                                        <p:tgtEl>
                                          <p:spTgt spid="66"/>
                                        </p:tgtEl>
                                        <p:attrNameLst>
                                          <p:attrName>ppt_w</p:attrName>
                                        </p:attrNameLst>
                                      </p:cBhvr>
                                      <p:tavLst>
                                        <p:tav tm="0">
                                          <p:val>
                                            <p:fltVal val="0"/>
                                          </p:val>
                                        </p:tav>
                                        <p:tav tm="100000">
                                          <p:val>
                                            <p:strVal val="#ppt_w"/>
                                          </p:val>
                                        </p:tav>
                                      </p:tavLst>
                                    </p:anim>
                                  </p:childTnLst>
                                </p:cTn>
                              </p:par>
                            </p:childTnLst>
                          </p:cTn>
                        </p:par>
                        <p:par>
                          <p:cTn id="161" fill="hold">
                            <p:stCondLst>
                              <p:cond delay="2000"/>
                            </p:stCondLst>
                            <p:childTnLst>
                              <p:par>
                                <p:cTn id="162" presetID="63" presetClass="path" presetSubtype="0" accel="50000" decel="50000" fill="hold" grpId="1" nodeType="afterEffect">
                                  <p:stCondLst>
                                    <p:cond delay="0"/>
                                  </p:stCondLst>
                                  <p:childTnLst>
                                    <p:animMotion origin="layout" path="M -3.125E-6 -4.07407E-6 L 0.00795 0.0713 " pathEditMode="relative" rAng="0" ptsTypes="AA">
                                      <p:cBhvr>
                                        <p:cTn id="163" dur="2000" fill="hold"/>
                                        <p:tgtEl>
                                          <p:spTgt spid="66"/>
                                        </p:tgtEl>
                                        <p:attrNameLst>
                                          <p:attrName>ppt_x</p:attrName>
                                          <p:attrName>ppt_y</p:attrName>
                                        </p:attrNameLst>
                                      </p:cBhvr>
                                      <p:rCtr x="391" y="3565"/>
                                    </p:animMotion>
                                  </p:childTnLst>
                                </p:cTn>
                              </p:par>
                            </p:childTnLst>
                          </p:cTn>
                        </p:par>
                      </p:childTnLst>
                    </p:cTn>
                  </p:par>
                  <p:par>
                    <p:cTn id="164" fill="hold">
                      <p:stCondLst>
                        <p:cond delay="indefinite"/>
                      </p:stCondLst>
                      <p:childTnLst>
                        <p:par>
                          <p:cTn id="165" fill="hold">
                            <p:stCondLst>
                              <p:cond delay="0"/>
                            </p:stCondLst>
                            <p:childTnLst>
                              <p:par>
                                <p:cTn id="166" presetID="16" presetClass="exit" presetSubtype="21" fill="hold" grpId="2" nodeType="clickEffect">
                                  <p:stCondLst>
                                    <p:cond delay="0"/>
                                  </p:stCondLst>
                                  <p:childTnLst>
                                    <p:animEffect transition="out" filter="barn(inVertical)">
                                      <p:cBhvr>
                                        <p:cTn id="167" dur="500"/>
                                        <p:tgtEl>
                                          <p:spTgt spid="66"/>
                                        </p:tgtEl>
                                      </p:cBhvr>
                                    </p:animEffect>
                                    <p:set>
                                      <p:cBhvr>
                                        <p:cTn id="168" dur="1" fill="hold">
                                          <p:stCondLst>
                                            <p:cond delay="499"/>
                                          </p:stCondLst>
                                        </p:cTn>
                                        <p:tgtEl>
                                          <p:spTgt spid="66"/>
                                        </p:tgtEl>
                                        <p:attrNameLst>
                                          <p:attrName>style.visibility</p:attrName>
                                        </p:attrNameLst>
                                      </p:cBhvr>
                                      <p:to>
                                        <p:strVal val="hidden"/>
                                      </p:to>
                                    </p:set>
                                  </p:childTnLst>
                                </p:cTn>
                              </p:par>
                            </p:childTnLst>
                          </p:cTn>
                        </p:par>
                        <p:par>
                          <p:cTn id="169" fill="hold">
                            <p:stCondLst>
                              <p:cond delay="500"/>
                            </p:stCondLst>
                            <p:childTnLst>
                              <p:par>
                                <p:cTn id="170" presetID="16" presetClass="exit" presetSubtype="21" fill="hold" grpId="2" nodeType="afterEffect">
                                  <p:stCondLst>
                                    <p:cond delay="0"/>
                                  </p:stCondLst>
                                  <p:childTnLst>
                                    <p:animEffect transition="out" filter="barn(inVertical)">
                                      <p:cBhvr>
                                        <p:cTn id="171" dur="500"/>
                                        <p:tgtEl>
                                          <p:spTgt spid="61"/>
                                        </p:tgtEl>
                                      </p:cBhvr>
                                    </p:animEffect>
                                    <p:set>
                                      <p:cBhvr>
                                        <p:cTn id="172" dur="1" fill="hold">
                                          <p:stCondLst>
                                            <p:cond delay="499"/>
                                          </p:stCondLst>
                                        </p:cTn>
                                        <p:tgtEl>
                                          <p:spTgt spid="61"/>
                                        </p:tgtEl>
                                        <p:attrNameLst>
                                          <p:attrName>style.visibility</p:attrName>
                                        </p:attrNameLst>
                                      </p:cBhvr>
                                      <p:to>
                                        <p:strVal val="hidden"/>
                                      </p:to>
                                    </p:set>
                                  </p:childTnLst>
                                </p:cTn>
                              </p:par>
                            </p:childTnLst>
                          </p:cTn>
                        </p:par>
                        <p:par>
                          <p:cTn id="173" fill="hold">
                            <p:stCondLst>
                              <p:cond delay="1000"/>
                            </p:stCondLst>
                            <p:childTnLst>
                              <p:par>
                                <p:cTn id="174" presetID="35" presetClass="entr" presetSubtype="0" fill="hold" grpId="0" nodeType="afterEffect">
                                  <p:stCondLst>
                                    <p:cond delay="0"/>
                                  </p:stCondLst>
                                  <p:childTnLst>
                                    <p:set>
                                      <p:cBhvr>
                                        <p:cTn id="175" dur="1" fill="hold">
                                          <p:stCondLst>
                                            <p:cond delay="0"/>
                                          </p:stCondLst>
                                        </p:cTn>
                                        <p:tgtEl>
                                          <p:spTgt spid="67"/>
                                        </p:tgtEl>
                                        <p:attrNameLst>
                                          <p:attrName>style.visibility</p:attrName>
                                        </p:attrNameLst>
                                      </p:cBhvr>
                                      <p:to>
                                        <p:strVal val="visible"/>
                                      </p:to>
                                    </p:set>
                                    <p:animEffect transition="in" filter="fade">
                                      <p:cBhvr>
                                        <p:cTn id="176" dur="2000"/>
                                        <p:tgtEl>
                                          <p:spTgt spid="67"/>
                                        </p:tgtEl>
                                      </p:cBhvr>
                                    </p:animEffect>
                                    <p:anim calcmode="lin" valueType="num">
                                      <p:cBhvr>
                                        <p:cTn id="177" dur="2000" fill="hold"/>
                                        <p:tgtEl>
                                          <p:spTgt spid="67"/>
                                        </p:tgtEl>
                                        <p:attrNameLst>
                                          <p:attrName>style.rotation</p:attrName>
                                        </p:attrNameLst>
                                      </p:cBhvr>
                                      <p:tavLst>
                                        <p:tav tm="0">
                                          <p:val>
                                            <p:fltVal val="720"/>
                                          </p:val>
                                        </p:tav>
                                        <p:tav tm="100000">
                                          <p:val>
                                            <p:fltVal val="0"/>
                                          </p:val>
                                        </p:tav>
                                      </p:tavLst>
                                    </p:anim>
                                    <p:anim calcmode="lin" valueType="num">
                                      <p:cBhvr>
                                        <p:cTn id="178" dur="2000" fill="hold"/>
                                        <p:tgtEl>
                                          <p:spTgt spid="67"/>
                                        </p:tgtEl>
                                        <p:attrNameLst>
                                          <p:attrName>ppt_h</p:attrName>
                                        </p:attrNameLst>
                                      </p:cBhvr>
                                      <p:tavLst>
                                        <p:tav tm="0">
                                          <p:val>
                                            <p:fltVal val="0"/>
                                          </p:val>
                                        </p:tav>
                                        <p:tav tm="100000">
                                          <p:val>
                                            <p:strVal val="#ppt_h"/>
                                          </p:val>
                                        </p:tav>
                                      </p:tavLst>
                                    </p:anim>
                                    <p:anim calcmode="lin" valueType="num">
                                      <p:cBhvr>
                                        <p:cTn id="179" dur="2000" fill="hold"/>
                                        <p:tgtEl>
                                          <p:spTgt spid="67"/>
                                        </p:tgtEl>
                                        <p:attrNameLst>
                                          <p:attrName>ppt_w</p:attrName>
                                        </p:attrNameLst>
                                      </p:cBhvr>
                                      <p:tavLst>
                                        <p:tav tm="0">
                                          <p:val>
                                            <p:fltVal val="0"/>
                                          </p:val>
                                        </p:tav>
                                        <p:tav tm="100000">
                                          <p:val>
                                            <p:strVal val="#ppt_w"/>
                                          </p:val>
                                        </p:tav>
                                      </p:tavLst>
                                    </p:anim>
                                  </p:childTnLst>
                                </p:cTn>
                              </p:par>
                            </p:childTnLst>
                          </p:cTn>
                        </p:par>
                      </p:childTnLst>
                    </p:cTn>
                  </p:par>
                  <p:par>
                    <p:cTn id="180" fill="hold">
                      <p:stCondLst>
                        <p:cond delay="indefinite"/>
                      </p:stCondLst>
                      <p:childTnLst>
                        <p:par>
                          <p:cTn id="181" fill="hold">
                            <p:stCondLst>
                              <p:cond delay="0"/>
                            </p:stCondLst>
                            <p:childTnLst>
                              <p:par>
                                <p:cTn id="182" presetID="22" presetClass="exit" presetSubtype="2" fill="hold" nodeType="clickEffect">
                                  <p:stCondLst>
                                    <p:cond delay="0"/>
                                  </p:stCondLst>
                                  <p:childTnLst>
                                    <p:animEffect transition="out" filter="wipe(right)">
                                      <p:cBhvr>
                                        <p:cTn id="183" dur="500"/>
                                        <p:tgtEl>
                                          <p:spTgt spid="58"/>
                                        </p:tgtEl>
                                      </p:cBhvr>
                                    </p:animEffect>
                                    <p:set>
                                      <p:cBhvr>
                                        <p:cTn id="184" dur="1" fill="hold">
                                          <p:stCondLst>
                                            <p:cond delay="499"/>
                                          </p:stCondLst>
                                        </p:cTn>
                                        <p:tgtEl>
                                          <p:spTgt spid="58"/>
                                        </p:tgtEl>
                                        <p:attrNameLst>
                                          <p:attrName>style.visibility</p:attrName>
                                        </p:attrNameLst>
                                      </p:cBhvr>
                                      <p:to>
                                        <p:strVal val="hidden"/>
                                      </p:to>
                                    </p:set>
                                  </p:childTnLst>
                                </p:cTn>
                              </p:par>
                            </p:childTnLst>
                          </p:cTn>
                        </p:par>
                      </p:childTnLst>
                    </p:cTn>
                  </p:par>
                  <p:par>
                    <p:cTn id="185" fill="hold">
                      <p:stCondLst>
                        <p:cond delay="indefinite"/>
                      </p:stCondLst>
                      <p:childTnLst>
                        <p:par>
                          <p:cTn id="186" fill="hold">
                            <p:stCondLst>
                              <p:cond delay="0"/>
                            </p:stCondLst>
                            <p:childTnLst>
                              <p:par>
                                <p:cTn id="187" presetID="47" presetClass="entr" presetSubtype="0" fill="hold" grpId="0" nodeType="clickEffect">
                                  <p:stCondLst>
                                    <p:cond delay="0"/>
                                  </p:stCondLst>
                                  <p:childTnLst>
                                    <p:set>
                                      <p:cBhvr>
                                        <p:cTn id="188" dur="1" fill="hold">
                                          <p:stCondLst>
                                            <p:cond delay="0"/>
                                          </p:stCondLst>
                                        </p:cTn>
                                        <p:tgtEl>
                                          <p:spTgt spid="24"/>
                                        </p:tgtEl>
                                        <p:attrNameLst>
                                          <p:attrName>style.visibility</p:attrName>
                                        </p:attrNameLst>
                                      </p:cBhvr>
                                      <p:to>
                                        <p:strVal val="visible"/>
                                      </p:to>
                                    </p:set>
                                    <p:animEffect transition="in" filter="fade">
                                      <p:cBhvr>
                                        <p:cTn id="189" dur="1000"/>
                                        <p:tgtEl>
                                          <p:spTgt spid="24"/>
                                        </p:tgtEl>
                                      </p:cBhvr>
                                    </p:animEffect>
                                    <p:anim calcmode="lin" valueType="num">
                                      <p:cBhvr>
                                        <p:cTn id="190" dur="1000" fill="hold"/>
                                        <p:tgtEl>
                                          <p:spTgt spid="24"/>
                                        </p:tgtEl>
                                        <p:attrNameLst>
                                          <p:attrName>ppt_x</p:attrName>
                                        </p:attrNameLst>
                                      </p:cBhvr>
                                      <p:tavLst>
                                        <p:tav tm="0">
                                          <p:val>
                                            <p:strVal val="#ppt_x"/>
                                          </p:val>
                                        </p:tav>
                                        <p:tav tm="100000">
                                          <p:val>
                                            <p:strVal val="#ppt_x"/>
                                          </p:val>
                                        </p:tav>
                                      </p:tavLst>
                                    </p:anim>
                                    <p:anim calcmode="lin" valueType="num">
                                      <p:cBhvr>
                                        <p:cTn id="191" dur="1000" fill="hold"/>
                                        <p:tgtEl>
                                          <p:spTgt spid="24"/>
                                        </p:tgtEl>
                                        <p:attrNameLst>
                                          <p:attrName>ppt_y</p:attrName>
                                        </p:attrNameLst>
                                      </p:cBhvr>
                                      <p:tavLst>
                                        <p:tav tm="0">
                                          <p:val>
                                            <p:strVal val="#ppt_y-.1"/>
                                          </p:val>
                                        </p:tav>
                                        <p:tav tm="100000">
                                          <p:val>
                                            <p:strVal val="#ppt_y"/>
                                          </p:val>
                                        </p:tav>
                                      </p:tavLst>
                                    </p:anim>
                                  </p:childTnLst>
                                </p:cTn>
                              </p:par>
                            </p:childTnLst>
                          </p:cTn>
                        </p:par>
                      </p:childTnLst>
                    </p:cTn>
                  </p:par>
                  <p:par>
                    <p:cTn id="192" fill="hold">
                      <p:stCondLst>
                        <p:cond delay="indefinite"/>
                      </p:stCondLst>
                      <p:childTnLst>
                        <p:par>
                          <p:cTn id="193" fill="hold">
                            <p:stCondLst>
                              <p:cond delay="0"/>
                            </p:stCondLst>
                            <p:childTnLst>
                              <p:par>
                                <p:cTn id="194" presetID="35" presetClass="entr" presetSubtype="0" fill="hold" grpId="0" nodeType="clickEffect">
                                  <p:stCondLst>
                                    <p:cond delay="0"/>
                                  </p:stCondLst>
                                  <p:childTnLst>
                                    <p:set>
                                      <p:cBhvr>
                                        <p:cTn id="195" dur="1" fill="hold">
                                          <p:stCondLst>
                                            <p:cond delay="0"/>
                                          </p:stCondLst>
                                        </p:cTn>
                                        <p:tgtEl>
                                          <p:spTgt spid="25"/>
                                        </p:tgtEl>
                                        <p:attrNameLst>
                                          <p:attrName>style.visibility</p:attrName>
                                        </p:attrNameLst>
                                      </p:cBhvr>
                                      <p:to>
                                        <p:strVal val="visible"/>
                                      </p:to>
                                    </p:set>
                                    <p:animEffect transition="in" filter="fade">
                                      <p:cBhvr>
                                        <p:cTn id="196" dur="2000"/>
                                        <p:tgtEl>
                                          <p:spTgt spid="25"/>
                                        </p:tgtEl>
                                      </p:cBhvr>
                                    </p:animEffect>
                                    <p:anim calcmode="lin" valueType="num">
                                      <p:cBhvr>
                                        <p:cTn id="197" dur="2000" fill="hold"/>
                                        <p:tgtEl>
                                          <p:spTgt spid="25"/>
                                        </p:tgtEl>
                                        <p:attrNameLst>
                                          <p:attrName>style.rotation</p:attrName>
                                        </p:attrNameLst>
                                      </p:cBhvr>
                                      <p:tavLst>
                                        <p:tav tm="0">
                                          <p:val>
                                            <p:fltVal val="720"/>
                                          </p:val>
                                        </p:tav>
                                        <p:tav tm="100000">
                                          <p:val>
                                            <p:fltVal val="0"/>
                                          </p:val>
                                        </p:tav>
                                      </p:tavLst>
                                    </p:anim>
                                    <p:anim calcmode="lin" valueType="num">
                                      <p:cBhvr>
                                        <p:cTn id="198" dur="2000" fill="hold"/>
                                        <p:tgtEl>
                                          <p:spTgt spid="25"/>
                                        </p:tgtEl>
                                        <p:attrNameLst>
                                          <p:attrName>ppt_h</p:attrName>
                                        </p:attrNameLst>
                                      </p:cBhvr>
                                      <p:tavLst>
                                        <p:tav tm="0">
                                          <p:val>
                                            <p:fltVal val="0"/>
                                          </p:val>
                                        </p:tav>
                                        <p:tav tm="100000">
                                          <p:val>
                                            <p:strVal val="#ppt_h"/>
                                          </p:val>
                                        </p:tav>
                                      </p:tavLst>
                                    </p:anim>
                                    <p:anim calcmode="lin" valueType="num">
                                      <p:cBhvr>
                                        <p:cTn id="199" dur="2000" fill="hold"/>
                                        <p:tgtEl>
                                          <p:spTgt spid="25"/>
                                        </p:tgtEl>
                                        <p:attrNameLst>
                                          <p:attrName>ppt_w</p:attrName>
                                        </p:attrNameLst>
                                      </p:cBhvr>
                                      <p:tavLst>
                                        <p:tav tm="0">
                                          <p:val>
                                            <p:fltVal val="0"/>
                                          </p:val>
                                        </p:tav>
                                        <p:tav tm="100000">
                                          <p:val>
                                            <p:strVal val="#ppt_w"/>
                                          </p:val>
                                        </p:tav>
                                      </p:tavLst>
                                    </p:anim>
                                  </p:childTnLst>
                                </p:cTn>
                              </p:par>
                              <p:par>
                                <p:cTn id="200" presetID="35" presetClass="entr" presetSubtype="0" fill="hold" grpId="0" nodeType="withEffect">
                                  <p:stCondLst>
                                    <p:cond delay="0"/>
                                  </p:stCondLst>
                                  <p:childTnLst>
                                    <p:set>
                                      <p:cBhvr>
                                        <p:cTn id="201" dur="1" fill="hold">
                                          <p:stCondLst>
                                            <p:cond delay="0"/>
                                          </p:stCondLst>
                                        </p:cTn>
                                        <p:tgtEl>
                                          <p:spTgt spid="26"/>
                                        </p:tgtEl>
                                        <p:attrNameLst>
                                          <p:attrName>style.visibility</p:attrName>
                                        </p:attrNameLst>
                                      </p:cBhvr>
                                      <p:to>
                                        <p:strVal val="visible"/>
                                      </p:to>
                                    </p:set>
                                    <p:animEffect transition="in" filter="fade">
                                      <p:cBhvr>
                                        <p:cTn id="202" dur="2000"/>
                                        <p:tgtEl>
                                          <p:spTgt spid="26"/>
                                        </p:tgtEl>
                                      </p:cBhvr>
                                    </p:animEffect>
                                    <p:anim calcmode="lin" valueType="num">
                                      <p:cBhvr>
                                        <p:cTn id="203" dur="2000" fill="hold"/>
                                        <p:tgtEl>
                                          <p:spTgt spid="26"/>
                                        </p:tgtEl>
                                        <p:attrNameLst>
                                          <p:attrName>style.rotation</p:attrName>
                                        </p:attrNameLst>
                                      </p:cBhvr>
                                      <p:tavLst>
                                        <p:tav tm="0">
                                          <p:val>
                                            <p:fltVal val="720"/>
                                          </p:val>
                                        </p:tav>
                                        <p:tav tm="100000">
                                          <p:val>
                                            <p:fltVal val="0"/>
                                          </p:val>
                                        </p:tav>
                                      </p:tavLst>
                                    </p:anim>
                                    <p:anim calcmode="lin" valueType="num">
                                      <p:cBhvr>
                                        <p:cTn id="204" dur="2000" fill="hold"/>
                                        <p:tgtEl>
                                          <p:spTgt spid="26"/>
                                        </p:tgtEl>
                                        <p:attrNameLst>
                                          <p:attrName>ppt_h</p:attrName>
                                        </p:attrNameLst>
                                      </p:cBhvr>
                                      <p:tavLst>
                                        <p:tav tm="0">
                                          <p:val>
                                            <p:fltVal val="0"/>
                                          </p:val>
                                        </p:tav>
                                        <p:tav tm="100000">
                                          <p:val>
                                            <p:strVal val="#ppt_h"/>
                                          </p:val>
                                        </p:tav>
                                      </p:tavLst>
                                    </p:anim>
                                    <p:anim calcmode="lin" valueType="num">
                                      <p:cBhvr>
                                        <p:cTn id="205" dur="2000" fill="hold"/>
                                        <p:tgtEl>
                                          <p:spTgt spid="26"/>
                                        </p:tgtEl>
                                        <p:attrNameLst>
                                          <p:attrName>ppt_w</p:attrName>
                                        </p:attrNameLst>
                                      </p:cBhvr>
                                      <p:tavLst>
                                        <p:tav tm="0">
                                          <p:val>
                                            <p:fltVal val="0"/>
                                          </p:val>
                                        </p:tav>
                                        <p:tav tm="100000">
                                          <p:val>
                                            <p:strVal val="#ppt_w"/>
                                          </p:val>
                                        </p:tav>
                                      </p:tavLst>
                                    </p:anim>
                                  </p:childTnLst>
                                </p:cTn>
                              </p:par>
                              <p:par>
                                <p:cTn id="206" presetID="35" presetClass="entr" presetSubtype="0" fill="hold" grpId="0" nodeType="withEffect">
                                  <p:stCondLst>
                                    <p:cond delay="0"/>
                                  </p:stCondLst>
                                  <p:childTnLst>
                                    <p:set>
                                      <p:cBhvr>
                                        <p:cTn id="207" dur="1" fill="hold">
                                          <p:stCondLst>
                                            <p:cond delay="0"/>
                                          </p:stCondLst>
                                        </p:cTn>
                                        <p:tgtEl>
                                          <p:spTgt spid="27"/>
                                        </p:tgtEl>
                                        <p:attrNameLst>
                                          <p:attrName>style.visibility</p:attrName>
                                        </p:attrNameLst>
                                      </p:cBhvr>
                                      <p:to>
                                        <p:strVal val="visible"/>
                                      </p:to>
                                    </p:set>
                                    <p:animEffect transition="in" filter="fade">
                                      <p:cBhvr>
                                        <p:cTn id="208" dur="2000"/>
                                        <p:tgtEl>
                                          <p:spTgt spid="27"/>
                                        </p:tgtEl>
                                      </p:cBhvr>
                                    </p:animEffect>
                                    <p:anim calcmode="lin" valueType="num">
                                      <p:cBhvr>
                                        <p:cTn id="209" dur="2000" fill="hold"/>
                                        <p:tgtEl>
                                          <p:spTgt spid="27"/>
                                        </p:tgtEl>
                                        <p:attrNameLst>
                                          <p:attrName>style.rotation</p:attrName>
                                        </p:attrNameLst>
                                      </p:cBhvr>
                                      <p:tavLst>
                                        <p:tav tm="0">
                                          <p:val>
                                            <p:fltVal val="720"/>
                                          </p:val>
                                        </p:tav>
                                        <p:tav tm="100000">
                                          <p:val>
                                            <p:fltVal val="0"/>
                                          </p:val>
                                        </p:tav>
                                      </p:tavLst>
                                    </p:anim>
                                    <p:anim calcmode="lin" valueType="num">
                                      <p:cBhvr>
                                        <p:cTn id="210" dur="2000" fill="hold"/>
                                        <p:tgtEl>
                                          <p:spTgt spid="27"/>
                                        </p:tgtEl>
                                        <p:attrNameLst>
                                          <p:attrName>ppt_h</p:attrName>
                                        </p:attrNameLst>
                                      </p:cBhvr>
                                      <p:tavLst>
                                        <p:tav tm="0">
                                          <p:val>
                                            <p:fltVal val="0"/>
                                          </p:val>
                                        </p:tav>
                                        <p:tav tm="100000">
                                          <p:val>
                                            <p:strVal val="#ppt_h"/>
                                          </p:val>
                                        </p:tav>
                                      </p:tavLst>
                                    </p:anim>
                                    <p:anim calcmode="lin" valueType="num">
                                      <p:cBhvr>
                                        <p:cTn id="211" dur="2000" fill="hold"/>
                                        <p:tgtEl>
                                          <p:spTgt spid="27"/>
                                        </p:tgtEl>
                                        <p:attrNameLst>
                                          <p:attrName>ppt_w</p:attrName>
                                        </p:attrNameLst>
                                      </p:cBhvr>
                                      <p:tavLst>
                                        <p:tav tm="0">
                                          <p:val>
                                            <p:fltVal val="0"/>
                                          </p:val>
                                        </p:tav>
                                        <p:tav tm="100000">
                                          <p:val>
                                            <p:strVal val="#ppt_w"/>
                                          </p:val>
                                        </p:tav>
                                      </p:tavLst>
                                    </p:anim>
                                  </p:childTnLst>
                                </p:cTn>
                              </p:par>
                            </p:childTnLst>
                          </p:cTn>
                        </p:par>
                        <p:par>
                          <p:cTn id="212" fill="hold">
                            <p:stCondLst>
                              <p:cond delay="2000"/>
                            </p:stCondLst>
                            <p:childTnLst>
                              <p:par>
                                <p:cTn id="213" presetID="56" presetClass="path" presetSubtype="0" accel="50000" decel="50000" fill="hold" grpId="1" nodeType="afterEffect">
                                  <p:stCondLst>
                                    <p:cond delay="0"/>
                                  </p:stCondLst>
                                  <p:childTnLst>
                                    <p:animMotion origin="layout" path="M -1.04167E-6 4.44444E-6 L 0.14662 0.06967 " pathEditMode="relative" rAng="0" ptsTypes="AA">
                                      <p:cBhvr>
                                        <p:cTn id="214" dur="2000" fill="hold"/>
                                        <p:tgtEl>
                                          <p:spTgt spid="25"/>
                                        </p:tgtEl>
                                        <p:attrNameLst>
                                          <p:attrName>ppt_x</p:attrName>
                                          <p:attrName>ppt_y</p:attrName>
                                        </p:attrNameLst>
                                      </p:cBhvr>
                                      <p:rCtr x="7331" y="3472"/>
                                    </p:animMotion>
                                  </p:childTnLst>
                                </p:cTn>
                              </p:par>
                              <p:par>
                                <p:cTn id="215" presetID="63" presetClass="path" presetSubtype="0" accel="50000" decel="50000" fill="hold" grpId="1" nodeType="withEffect">
                                  <p:stCondLst>
                                    <p:cond delay="0"/>
                                  </p:stCondLst>
                                  <p:childTnLst>
                                    <p:animMotion origin="layout" path="M 2.91667E-6 4.44444E-6 L 0.21276 0.06967 " pathEditMode="relative" rAng="0" ptsTypes="AA">
                                      <p:cBhvr>
                                        <p:cTn id="216" dur="2000" fill="hold"/>
                                        <p:tgtEl>
                                          <p:spTgt spid="26"/>
                                        </p:tgtEl>
                                        <p:attrNameLst>
                                          <p:attrName>ppt_x</p:attrName>
                                          <p:attrName>ppt_y</p:attrName>
                                        </p:attrNameLst>
                                      </p:cBhvr>
                                      <p:rCtr x="10638" y="3472"/>
                                    </p:animMotion>
                                  </p:childTnLst>
                                </p:cTn>
                              </p:par>
                              <p:par>
                                <p:cTn id="217" presetID="63" presetClass="path" presetSubtype="0" accel="50000" decel="50000" fill="hold" grpId="1" nodeType="withEffect">
                                  <p:stCondLst>
                                    <p:cond delay="0"/>
                                  </p:stCondLst>
                                  <p:childTnLst>
                                    <p:animMotion origin="layout" path="M -3.75E-6 4.44444E-6 L 0.17045 0.06967 " pathEditMode="relative" rAng="0" ptsTypes="AA">
                                      <p:cBhvr>
                                        <p:cTn id="218" dur="2000" fill="hold"/>
                                        <p:tgtEl>
                                          <p:spTgt spid="27"/>
                                        </p:tgtEl>
                                        <p:attrNameLst>
                                          <p:attrName>ppt_x</p:attrName>
                                          <p:attrName>ppt_y</p:attrName>
                                        </p:attrNameLst>
                                      </p:cBhvr>
                                      <p:rCtr x="8516" y="3472"/>
                                    </p:animMotion>
                                  </p:childTnLst>
                                </p:cTn>
                              </p:par>
                            </p:childTnLst>
                          </p:cTn>
                        </p:par>
                      </p:childTnLst>
                    </p:cTn>
                  </p:par>
                  <p:par>
                    <p:cTn id="219" fill="hold">
                      <p:stCondLst>
                        <p:cond delay="indefinite"/>
                      </p:stCondLst>
                      <p:childTnLst>
                        <p:par>
                          <p:cTn id="220" fill="hold">
                            <p:stCondLst>
                              <p:cond delay="0"/>
                            </p:stCondLst>
                            <p:childTnLst>
                              <p:par>
                                <p:cTn id="221" presetID="42" presetClass="path" presetSubtype="0" accel="50000" decel="50000" fill="hold" grpId="1" nodeType="clickEffect">
                                  <p:stCondLst>
                                    <p:cond delay="0"/>
                                  </p:stCondLst>
                                  <p:childTnLst>
                                    <p:animMotion origin="layout" path="M 4.16667E-7 7.40741E-7 L -0.00065 0.03472 " pathEditMode="relative" rAng="0" ptsTypes="AA">
                                      <p:cBhvr>
                                        <p:cTn id="222" dur="1500" fill="hold"/>
                                        <p:tgtEl>
                                          <p:spTgt spid="24"/>
                                        </p:tgtEl>
                                        <p:attrNameLst>
                                          <p:attrName>ppt_x</p:attrName>
                                          <p:attrName>ppt_y</p:attrName>
                                        </p:attrNameLst>
                                      </p:cBhvr>
                                      <p:rCtr x="-39" y="1736"/>
                                    </p:animMotion>
                                  </p:childTnLst>
                                </p:cTn>
                              </p:par>
                            </p:childTnLst>
                          </p:cTn>
                        </p:par>
                      </p:childTnLst>
                    </p:cTn>
                  </p:par>
                  <p:par>
                    <p:cTn id="223" fill="hold">
                      <p:stCondLst>
                        <p:cond delay="indefinite"/>
                      </p:stCondLst>
                      <p:childTnLst>
                        <p:par>
                          <p:cTn id="224" fill="hold">
                            <p:stCondLst>
                              <p:cond delay="0"/>
                            </p:stCondLst>
                            <p:childTnLst>
                              <p:par>
                                <p:cTn id="225" presetID="42" presetClass="path" presetSubtype="0" accel="50000" decel="50000" fill="hold" grpId="2" nodeType="clickEffect">
                                  <p:stCondLst>
                                    <p:cond delay="0"/>
                                  </p:stCondLst>
                                  <p:childTnLst>
                                    <p:animMotion origin="layout" path="M -0.00013 0.03472 L -0.00039 0.06667 " pathEditMode="relative" rAng="0" ptsTypes="AA">
                                      <p:cBhvr>
                                        <p:cTn id="226" dur="1500" fill="hold"/>
                                        <p:tgtEl>
                                          <p:spTgt spid="24"/>
                                        </p:tgtEl>
                                        <p:attrNameLst>
                                          <p:attrName>ppt_x</p:attrName>
                                          <p:attrName>ppt_y</p:attrName>
                                        </p:attrNameLst>
                                      </p:cBhvr>
                                      <p:rCtr x="-13" y="1597"/>
                                    </p:animMotion>
                                  </p:childTnLst>
                                </p:cTn>
                              </p:par>
                            </p:childTnLst>
                          </p:cTn>
                        </p:par>
                      </p:childTnLst>
                    </p:cTn>
                  </p:par>
                  <p:par>
                    <p:cTn id="227" fill="hold">
                      <p:stCondLst>
                        <p:cond delay="indefinite"/>
                      </p:stCondLst>
                      <p:childTnLst>
                        <p:par>
                          <p:cTn id="228" fill="hold">
                            <p:stCondLst>
                              <p:cond delay="0"/>
                            </p:stCondLst>
                            <p:childTnLst>
                              <p:par>
                                <p:cTn id="229" presetID="42" presetClass="path" presetSubtype="0" accel="50000" decel="50000" fill="hold" grpId="3" nodeType="clickEffect">
                                  <p:stCondLst>
                                    <p:cond delay="0"/>
                                  </p:stCondLst>
                                  <p:childTnLst>
                                    <p:animMotion origin="layout" path="M 0.00039 0.06852 L 0.00065 0.10185 " pathEditMode="relative" rAng="0" ptsTypes="AA">
                                      <p:cBhvr>
                                        <p:cTn id="230" dur="1500" fill="hold"/>
                                        <p:tgtEl>
                                          <p:spTgt spid="24"/>
                                        </p:tgtEl>
                                        <p:attrNameLst>
                                          <p:attrName>ppt_x</p:attrName>
                                          <p:attrName>ppt_y</p:attrName>
                                        </p:attrNameLst>
                                      </p:cBhvr>
                                      <p:rCtr x="13" y="1667"/>
                                    </p:animMotion>
                                  </p:childTnLst>
                                </p:cTn>
                              </p:par>
                            </p:childTnLst>
                          </p:cTn>
                        </p:par>
                      </p:childTnLst>
                    </p:cTn>
                  </p:par>
                  <p:par>
                    <p:cTn id="231" fill="hold">
                      <p:stCondLst>
                        <p:cond delay="indefinite"/>
                      </p:stCondLst>
                      <p:childTnLst>
                        <p:par>
                          <p:cTn id="232" fill="hold">
                            <p:stCondLst>
                              <p:cond delay="0"/>
                            </p:stCondLst>
                            <p:childTnLst>
                              <p:par>
                                <p:cTn id="233" presetID="42" presetClass="path" presetSubtype="0" accel="50000" decel="50000" fill="hold" grpId="4" nodeType="clickEffect">
                                  <p:stCondLst>
                                    <p:cond delay="0"/>
                                  </p:stCondLst>
                                  <p:childTnLst>
                                    <p:animMotion origin="layout" path="M 0.00065 0.10185 L 0.00039 0.13518 " pathEditMode="relative" rAng="0" ptsTypes="AA">
                                      <p:cBhvr>
                                        <p:cTn id="234" dur="1500" fill="hold"/>
                                        <p:tgtEl>
                                          <p:spTgt spid="24"/>
                                        </p:tgtEl>
                                        <p:attrNameLst>
                                          <p:attrName>ppt_x</p:attrName>
                                          <p:attrName>ppt_y</p:attrName>
                                        </p:attrNameLst>
                                      </p:cBhvr>
                                      <p:rCtr x="-13" y="1667"/>
                                    </p:animMotion>
                                  </p:childTnLst>
                                </p:cTn>
                              </p:par>
                            </p:childTnLst>
                          </p:cTn>
                        </p:par>
                      </p:childTnLst>
                    </p:cTn>
                  </p:par>
                  <p:par>
                    <p:cTn id="235" fill="hold">
                      <p:stCondLst>
                        <p:cond delay="indefinite"/>
                      </p:stCondLst>
                      <p:childTnLst>
                        <p:par>
                          <p:cTn id="236" fill="hold">
                            <p:stCondLst>
                              <p:cond delay="0"/>
                            </p:stCondLst>
                            <p:childTnLst>
                              <p:par>
                                <p:cTn id="237" presetID="42" presetClass="path" presetSubtype="0" accel="50000" decel="50000" fill="hold" grpId="5" nodeType="clickEffect">
                                  <p:stCondLst>
                                    <p:cond delay="0"/>
                                  </p:stCondLst>
                                  <p:childTnLst>
                                    <p:animMotion origin="layout" path="M 0.00039 0.13518 L 0.00052 0.16875 " pathEditMode="relative" rAng="0" ptsTypes="AA">
                                      <p:cBhvr>
                                        <p:cTn id="238" dur="1500" fill="hold"/>
                                        <p:tgtEl>
                                          <p:spTgt spid="24"/>
                                        </p:tgtEl>
                                        <p:attrNameLst>
                                          <p:attrName>ppt_x</p:attrName>
                                          <p:attrName>ppt_y</p:attrName>
                                        </p:attrNameLst>
                                      </p:cBhvr>
                                      <p:rCtr x="0" y="1667"/>
                                    </p:animMotion>
                                  </p:childTnLst>
                                </p:cTn>
                              </p:par>
                            </p:childTnLst>
                          </p:cTn>
                        </p:par>
                      </p:childTnLst>
                    </p:cTn>
                  </p:par>
                  <p:par>
                    <p:cTn id="239" fill="hold">
                      <p:stCondLst>
                        <p:cond delay="indefinite"/>
                      </p:stCondLst>
                      <p:childTnLst>
                        <p:par>
                          <p:cTn id="240" fill="hold">
                            <p:stCondLst>
                              <p:cond delay="0"/>
                            </p:stCondLst>
                            <p:childTnLst>
                              <p:par>
                                <p:cTn id="241" presetID="35" presetClass="entr" presetSubtype="0" fill="hold" grpId="0" nodeType="clickEffect">
                                  <p:stCondLst>
                                    <p:cond delay="0"/>
                                  </p:stCondLst>
                                  <p:childTnLst>
                                    <p:set>
                                      <p:cBhvr>
                                        <p:cTn id="242" dur="1" fill="hold">
                                          <p:stCondLst>
                                            <p:cond delay="0"/>
                                          </p:stCondLst>
                                        </p:cTn>
                                        <p:tgtEl>
                                          <p:spTgt spid="36"/>
                                        </p:tgtEl>
                                        <p:attrNameLst>
                                          <p:attrName>style.visibility</p:attrName>
                                        </p:attrNameLst>
                                      </p:cBhvr>
                                      <p:to>
                                        <p:strVal val="visible"/>
                                      </p:to>
                                    </p:set>
                                    <p:animEffect transition="in" filter="fade">
                                      <p:cBhvr>
                                        <p:cTn id="243" dur="2000"/>
                                        <p:tgtEl>
                                          <p:spTgt spid="36"/>
                                        </p:tgtEl>
                                      </p:cBhvr>
                                    </p:animEffect>
                                    <p:anim calcmode="lin" valueType="num">
                                      <p:cBhvr>
                                        <p:cTn id="244" dur="2000" fill="hold"/>
                                        <p:tgtEl>
                                          <p:spTgt spid="36"/>
                                        </p:tgtEl>
                                        <p:attrNameLst>
                                          <p:attrName>style.rotation</p:attrName>
                                        </p:attrNameLst>
                                      </p:cBhvr>
                                      <p:tavLst>
                                        <p:tav tm="0">
                                          <p:val>
                                            <p:fltVal val="720"/>
                                          </p:val>
                                        </p:tav>
                                        <p:tav tm="100000">
                                          <p:val>
                                            <p:fltVal val="0"/>
                                          </p:val>
                                        </p:tav>
                                      </p:tavLst>
                                    </p:anim>
                                    <p:anim calcmode="lin" valueType="num">
                                      <p:cBhvr>
                                        <p:cTn id="245" dur="2000" fill="hold"/>
                                        <p:tgtEl>
                                          <p:spTgt spid="36"/>
                                        </p:tgtEl>
                                        <p:attrNameLst>
                                          <p:attrName>ppt_h</p:attrName>
                                        </p:attrNameLst>
                                      </p:cBhvr>
                                      <p:tavLst>
                                        <p:tav tm="0">
                                          <p:val>
                                            <p:fltVal val="0"/>
                                          </p:val>
                                        </p:tav>
                                        <p:tav tm="100000">
                                          <p:val>
                                            <p:strVal val="#ppt_h"/>
                                          </p:val>
                                        </p:tav>
                                      </p:tavLst>
                                    </p:anim>
                                    <p:anim calcmode="lin" valueType="num">
                                      <p:cBhvr>
                                        <p:cTn id="246" dur="2000" fill="hold"/>
                                        <p:tgtEl>
                                          <p:spTgt spid="36"/>
                                        </p:tgtEl>
                                        <p:attrNameLst>
                                          <p:attrName>ppt_w</p:attrName>
                                        </p:attrNameLst>
                                      </p:cBhvr>
                                      <p:tavLst>
                                        <p:tav tm="0">
                                          <p:val>
                                            <p:fltVal val="0"/>
                                          </p:val>
                                        </p:tav>
                                        <p:tav tm="100000">
                                          <p:val>
                                            <p:strVal val="#ppt_w"/>
                                          </p:val>
                                        </p:tav>
                                      </p:tavLst>
                                    </p:anim>
                                  </p:childTnLst>
                                </p:cTn>
                              </p:par>
                              <p:par>
                                <p:cTn id="247" presetID="35" presetClass="entr" presetSubtype="0" fill="hold" grpId="0" nodeType="withEffect">
                                  <p:stCondLst>
                                    <p:cond delay="0"/>
                                  </p:stCondLst>
                                  <p:childTnLst>
                                    <p:set>
                                      <p:cBhvr>
                                        <p:cTn id="248" dur="1" fill="hold">
                                          <p:stCondLst>
                                            <p:cond delay="0"/>
                                          </p:stCondLst>
                                        </p:cTn>
                                        <p:tgtEl>
                                          <p:spTgt spid="37"/>
                                        </p:tgtEl>
                                        <p:attrNameLst>
                                          <p:attrName>style.visibility</p:attrName>
                                        </p:attrNameLst>
                                      </p:cBhvr>
                                      <p:to>
                                        <p:strVal val="visible"/>
                                      </p:to>
                                    </p:set>
                                    <p:animEffect transition="in" filter="fade">
                                      <p:cBhvr>
                                        <p:cTn id="249" dur="2000"/>
                                        <p:tgtEl>
                                          <p:spTgt spid="37"/>
                                        </p:tgtEl>
                                      </p:cBhvr>
                                    </p:animEffect>
                                    <p:anim calcmode="lin" valueType="num">
                                      <p:cBhvr>
                                        <p:cTn id="250" dur="2000" fill="hold"/>
                                        <p:tgtEl>
                                          <p:spTgt spid="37"/>
                                        </p:tgtEl>
                                        <p:attrNameLst>
                                          <p:attrName>style.rotation</p:attrName>
                                        </p:attrNameLst>
                                      </p:cBhvr>
                                      <p:tavLst>
                                        <p:tav tm="0">
                                          <p:val>
                                            <p:fltVal val="720"/>
                                          </p:val>
                                        </p:tav>
                                        <p:tav tm="100000">
                                          <p:val>
                                            <p:fltVal val="0"/>
                                          </p:val>
                                        </p:tav>
                                      </p:tavLst>
                                    </p:anim>
                                    <p:anim calcmode="lin" valueType="num">
                                      <p:cBhvr>
                                        <p:cTn id="251" dur="2000" fill="hold"/>
                                        <p:tgtEl>
                                          <p:spTgt spid="37"/>
                                        </p:tgtEl>
                                        <p:attrNameLst>
                                          <p:attrName>ppt_h</p:attrName>
                                        </p:attrNameLst>
                                      </p:cBhvr>
                                      <p:tavLst>
                                        <p:tav tm="0">
                                          <p:val>
                                            <p:fltVal val="0"/>
                                          </p:val>
                                        </p:tav>
                                        <p:tav tm="100000">
                                          <p:val>
                                            <p:strVal val="#ppt_h"/>
                                          </p:val>
                                        </p:tav>
                                      </p:tavLst>
                                    </p:anim>
                                    <p:anim calcmode="lin" valueType="num">
                                      <p:cBhvr>
                                        <p:cTn id="252" dur="2000" fill="hold"/>
                                        <p:tgtEl>
                                          <p:spTgt spid="37"/>
                                        </p:tgtEl>
                                        <p:attrNameLst>
                                          <p:attrName>ppt_w</p:attrName>
                                        </p:attrNameLst>
                                      </p:cBhvr>
                                      <p:tavLst>
                                        <p:tav tm="0">
                                          <p:val>
                                            <p:fltVal val="0"/>
                                          </p:val>
                                        </p:tav>
                                        <p:tav tm="100000">
                                          <p:val>
                                            <p:strVal val="#ppt_w"/>
                                          </p:val>
                                        </p:tav>
                                      </p:tavLst>
                                    </p:anim>
                                  </p:childTnLst>
                                </p:cTn>
                              </p:par>
                              <p:par>
                                <p:cTn id="253" presetID="35" presetClass="entr" presetSubtype="0" fill="hold" grpId="0" nodeType="withEffect">
                                  <p:stCondLst>
                                    <p:cond delay="0"/>
                                  </p:stCondLst>
                                  <p:childTnLst>
                                    <p:set>
                                      <p:cBhvr>
                                        <p:cTn id="254" dur="1" fill="hold">
                                          <p:stCondLst>
                                            <p:cond delay="0"/>
                                          </p:stCondLst>
                                        </p:cTn>
                                        <p:tgtEl>
                                          <p:spTgt spid="38"/>
                                        </p:tgtEl>
                                        <p:attrNameLst>
                                          <p:attrName>style.visibility</p:attrName>
                                        </p:attrNameLst>
                                      </p:cBhvr>
                                      <p:to>
                                        <p:strVal val="visible"/>
                                      </p:to>
                                    </p:set>
                                    <p:animEffect transition="in" filter="fade">
                                      <p:cBhvr>
                                        <p:cTn id="255" dur="2000"/>
                                        <p:tgtEl>
                                          <p:spTgt spid="38"/>
                                        </p:tgtEl>
                                      </p:cBhvr>
                                    </p:animEffect>
                                    <p:anim calcmode="lin" valueType="num">
                                      <p:cBhvr>
                                        <p:cTn id="256" dur="2000" fill="hold"/>
                                        <p:tgtEl>
                                          <p:spTgt spid="38"/>
                                        </p:tgtEl>
                                        <p:attrNameLst>
                                          <p:attrName>style.rotation</p:attrName>
                                        </p:attrNameLst>
                                      </p:cBhvr>
                                      <p:tavLst>
                                        <p:tav tm="0">
                                          <p:val>
                                            <p:fltVal val="720"/>
                                          </p:val>
                                        </p:tav>
                                        <p:tav tm="100000">
                                          <p:val>
                                            <p:fltVal val="0"/>
                                          </p:val>
                                        </p:tav>
                                      </p:tavLst>
                                    </p:anim>
                                    <p:anim calcmode="lin" valueType="num">
                                      <p:cBhvr>
                                        <p:cTn id="257" dur="2000" fill="hold"/>
                                        <p:tgtEl>
                                          <p:spTgt spid="38"/>
                                        </p:tgtEl>
                                        <p:attrNameLst>
                                          <p:attrName>ppt_h</p:attrName>
                                        </p:attrNameLst>
                                      </p:cBhvr>
                                      <p:tavLst>
                                        <p:tav tm="0">
                                          <p:val>
                                            <p:fltVal val="0"/>
                                          </p:val>
                                        </p:tav>
                                        <p:tav tm="100000">
                                          <p:val>
                                            <p:strVal val="#ppt_h"/>
                                          </p:val>
                                        </p:tav>
                                      </p:tavLst>
                                    </p:anim>
                                    <p:anim calcmode="lin" valueType="num">
                                      <p:cBhvr>
                                        <p:cTn id="258" dur="2000" fill="hold"/>
                                        <p:tgtEl>
                                          <p:spTgt spid="38"/>
                                        </p:tgtEl>
                                        <p:attrNameLst>
                                          <p:attrName>ppt_w</p:attrName>
                                        </p:attrNameLst>
                                      </p:cBhvr>
                                      <p:tavLst>
                                        <p:tav tm="0">
                                          <p:val>
                                            <p:fltVal val="0"/>
                                          </p:val>
                                        </p:tav>
                                        <p:tav tm="100000">
                                          <p:val>
                                            <p:strVal val="#ppt_w"/>
                                          </p:val>
                                        </p:tav>
                                      </p:tavLst>
                                    </p:anim>
                                  </p:childTnLst>
                                </p:cTn>
                              </p:par>
                            </p:childTnLst>
                          </p:cTn>
                        </p:par>
                        <p:par>
                          <p:cTn id="259" fill="hold">
                            <p:stCondLst>
                              <p:cond delay="2000"/>
                            </p:stCondLst>
                            <p:childTnLst>
                              <p:par>
                                <p:cTn id="260" presetID="56" presetClass="path" presetSubtype="0" accel="50000" decel="50000" fill="hold" grpId="1" nodeType="afterEffect">
                                  <p:stCondLst>
                                    <p:cond delay="0"/>
                                  </p:stCondLst>
                                  <p:childTnLst>
                                    <p:animMotion origin="layout" path="M -1.04167E-6 -7.40741E-7 L 0.14662 -0.0662 " pathEditMode="relative" rAng="0" ptsTypes="AA">
                                      <p:cBhvr>
                                        <p:cTn id="261" dur="2000" fill="hold"/>
                                        <p:tgtEl>
                                          <p:spTgt spid="36"/>
                                        </p:tgtEl>
                                        <p:attrNameLst>
                                          <p:attrName>ppt_x</p:attrName>
                                          <p:attrName>ppt_y</p:attrName>
                                        </p:attrNameLst>
                                      </p:cBhvr>
                                      <p:rCtr x="7331" y="-3310"/>
                                    </p:animMotion>
                                  </p:childTnLst>
                                </p:cTn>
                              </p:par>
                              <p:par>
                                <p:cTn id="262" presetID="63" presetClass="path" presetSubtype="0" accel="50000" decel="50000" fill="hold" grpId="1" nodeType="withEffect">
                                  <p:stCondLst>
                                    <p:cond delay="0"/>
                                  </p:stCondLst>
                                  <p:childTnLst>
                                    <p:animMotion origin="layout" path="M 2.91667E-6 -7.40741E-7 L 0.21263 -0.06852 " pathEditMode="relative" rAng="0" ptsTypes="AA">
                                      <p:cBhvr>
                                        <p:cTn id="263" dur="2000" fill="hold"/>
                                        <p:tgtEl>
                                          <p:spTgt spid="37"/>
                                        </p:tgtEl>
                                        <p:attrNameLst>
                                          <p:attrName>ppt_x</p:attrName>
                                          <p:attrName>ppt_y</p:attrName>
                                        </p:attrNameLst>
                                      </p:cBhvr>
                                      <p:rCtr x="10625" y="-3426"/>
                                    </p:animMotion>
                                  </p:childTnLst>
                                </p:cTn>
                              </p:par>
                              <p:par>
                                <p:cTn id="264" presetID="63" presetClass="path" presetSubtype="0" accel="50000" decel="50000" fill="hold" grpId="1" nodeType="withEffect">
                                  <p:stCondLst>
                                    <p:cond delay="0"/>
                                  </p:stCondLst>
                                  <p:childTnLst>
                                    <p:animMotion origin="layout" path="M -3.75E-6 -7.40741E-7 L 0.17032 -0.06898 " pathEditMode="relative" rAng="0" ptsTypes="AA">
                                      <p:cBhvr>
                                        <p:cTn id="265" dur="2000" fill="hold"/>
                                        <p:tgtEl>
                                          <p:spTgt spid="38"/>
                                        </p:tgtEl>
                                        <p:attrNameLst>
                                          <p:attrName>ppt_x</p:attrName>
                                          <p:attrName>ppt_y</p:attrName>
                                        </p:attrNameLst>
                                      </p:cBhvr>
                                      <p:rCtr x="8516" y="-3449"/>
                                    </p:animMotion>
                                  </p:childTnLst>
                                </p:cTn>
                              </p:par>
                            </p:childTnLst>
                          </p:cTn>
                        </p:par>
                        <p:par>
                          <p:cTn id="266" fill="hold">
                            <p:stCondLst>
                              <p:cond delay="4000"/>
                            </p:stCondLst>
                            <p:childTnLst>
                              <p:par>
                                <p:cTn id="267" presetID="42" presetClass="path" presetSubtype="0" accel="50000" decel="50000" fill="hold" grpId="6" nodeType="afterEffect">
                                  <p:stCondLst>
                                    <p:cond delay="0"/>
                                  </p:stCondLst>
                                  <p:childTnLst>
                                    <p:animMotion origin="layout" path="M 0.00052 0.16875 L 0.00026 0.20231 " pathEditMode="relative" rAng="0" ptsTypes="AA">
                                      <p:cBhvr>
                                        <p:cTn id="268" dur="1500" fill="hold"/>
                                        <p:tgtEl>
                                          <p:spTgt spid="24"/>
                                        </p:tgtEl>
                                        <p:attrNameLst>
                                          <p:attrName>ppt_x</p:attrName>
                                          <p:attrName>ppt_y</p:attrName>
                                        </p:attrNameLst>
                                      </p:cBhvr>
                                      <p:rCtr x="-13" y="1667"/>
                                    </p:animMotion>
                                  </p:childTnLst>
                                </p:cTn>
                              </p:par>
                            </p:childTnLst>
                          </p:cTn>
                        </p:par>
                        <p:par>
                          <p:cTn id="269" fill="hold">
                            <p:stCondLst>
                              <p:cond delay="5500"/>
                            </p:stCondLst>
                            <p:childTnLst>
                              <p:par>
                                <p:cTn id="270" presetID="42" presetClass="path" presetSubtype="0" accel="50000" decel="50000" fill="hold" grpId="7" nodeType="afterEffect">
                                  <p:stCondLst>
                                    <p:cond delay="0"/>
                                  </p:stCondLst>
                                  <p:childTnLst>
                                    <p:animMotion origin="layout" path="M 0.00026 0.20231 L 4.16667E-7 0.23588 " pathEditMode="relative" rAng="0" ptsTypes="AA">
                                      <p:cBhvr>
                                        <p:cTn id="271" dur="1500" fill="hold"/>
                                        <p:tgtEl>
                                          <p:spTgt spid="24"/>
                                        </p:tgtEl>
                                        <p:attrNameLst>
                                          <p:attrName>ppt_x</p:attrName>
                                          <p:attrName>ppt_y</p:attrName>
                                        </p:attrNameLst>
                                      </p:cBhvr>
                                      <p:rCtr x="-13" y="1667"/>
                                    </p:animMotion>
                                  </p:childTnLst>
                                </p:cTn>
                              </p:par>
                            </p:childTnLst>
                          </p:cTn>
                        </p:par>
                        <p:par>
                          <p:cTn id="272" fill="hold">
                            <p:stCondLst>
                              <p:cond delay="7000"/>
                            </p:stCondLst>
                            <p:childTnLst>
                              <p:par>
                                <p:cTn id="273" presetID="16" presetClass="exit" presetSubtype="21" fill="hold" grpId="8" nodeType="afterEffect">
                                  <p:stCondLst>
                                    <p:cond delay="0"/>
                                  </p:stCondLst>
                                  <p:childTnLst>
                                    <p:animEffect transition="out" filter="barn(inVertical)">
                                      <p:cBhvr>
                                        <p:cTn id="274" dur="500"/>
                                        <p:tgtEl>
                                          <p:spTgt spid="24"/>
                                        </p:tgtEl>
                                      </p:cBhvr>
                                    </p:animEffect>
                                    <p:set>
                                      <p:cBhvr>
                                        <p:cTn id="275" dur="1" fill="hold">
                                          <p:stCondLst>
                                            <p:cond delay="499"/>
                                          </p:stCondLst>
                                        </p:cTn>
                                        <p:tgtEl>
                                          <p:spTgt spid="24"/>
                                        </p:tgtEl>
                                        <p:attrNameLst>
                                          <p:attrName>style.visibility</p:attrName>
                                        </p:attrNameLst>
                                      </p:cBhvr>
                                      <p:to>
                                        <p:strVal val="hidden"/>
                                      </p:to>
                                    </p:set>
                                  </p:childTnLst>
                                </p:cTn>
                              </p:par>
                            </p:childTnLst>
                          </p:cTn>
                        </p:par>
                      </p:childTnLst>
                    </p:cTn>
                  </p:par>
                  <p:par>
                    <p:cTn id="276" fill="hold">
                      <p:stCondLst>
                        <p:cond delay="indefinite"/>
                      </p:stCondLst>
                      <p:childTnLst>
                        <p:par>
                          <p:cTn id="277" fill="hold">
                            <p:stCondLst>
                              <p:cond delay="0"/>
                            </p:stCondLst>
                            <p:childTnLst>
                              <p:par>
                                <p:cTn id="278" presetID="35" presetClass="entr" presetSubtype="0" fill="hold" grpId="0" nodeType="clickEffect">
                                  <p:stCondLst>
                                    <p:cond delay="0"/>
                                  </p:stCondLst>
                                  <p:childTnLst>
                                    <p:set>
                                      <p:cBhvr>
                                        <p:cTn id="279" dur="1" fill="hold">
                                          <p:stCondLst>
                                            <p:cond delay="0"/>
                                          </p:stCondLst>
                                        </p:cTn>
                                        <p:tgtEl>
                                          <p:spTgt spid="68"/>
                                        </p:tgtEl>
                                        <p:attrNameLst>
                                          <p:attrName>style.visibility</p:attrName>
                                        </p:attrNameLst>
                                      </p:cBhvr>
                                      <p:to>
                                        <p:strVal val="visible"/>
                                      </p:to>
                                    </p:set>
                                    <p:animEffect transition="in" filter="fade">
                                      <p:cBhvr>
                                        <p:cTn id="280" dur="2000"/>
                                        <p:tgtEl>
                                          <p:spTgt spid="68"/>
                                        </p:tgtEl>
                                      </p:cBhvr>
                                    </p:animEffect>
                                    <p:anim calcmode="lin" valueType="num">
                                      <p:cBhvr>
                                        <p:cTn id="281" dur="2000" fill="hold"/>
                                        <p:tgtEl>
                                          <p:spTgt spid="68"/>
                                        </p:tgtEl>
                                        <p:attrNameLst>
                                          <p:attrName>style.rotation</p:attrName>
                                        </p:attrNameLst>
                                      </p:cBhvr>
                                      <p:tavLst>
                                        <p:tav tm="0">
                                          <p:val>
                                            <p:fltVal val="720"/>
                                          </p:val>
                                        </p:tav>
                                        <p:tav tm="100000">
                                          <p:val>
                                            <p:fltVal val="0"/>
                                          </p:val>
                                        </p:tav>
                                      </p:tavLst>
                                    </p:anim>
                                    <p:anim calcmode="lin" valueType="num">
                                      <p:cBhvr>
                                        <p:cTn id="282" dur="2000" fill="hold"/>
                                        <p:tgtEl>
                                          <p:spTgt spid="68"/>
                                        </p:tgtEl>
                                        <p:attrNameLst>
                                          <p:attrName>ppt_h</p:attrName>
                                        </p:attrNameLst>
                                      </p:cBhvr>
                                      <p:tavLst>
                                        <p:tav tm="0">
                                          <p:val>
                                            <p:fltVal val="0"/>
                                          </p:val>
                                        </p:tav>
                                        <p:tav tm="100000">
                                          <p:val>
                                            <p:strVal val="#ppt_h"/>
                                          </p:val>
                                        </p:tav>
                                      </p:tavLst>
                                    </p:anim>
                                    <p:anim calcmode="lin" valueType="num">
                                      <p:cBhvr>
                                        <p:cTn id="283" dur="2000" fill="hold"/>
                                        <p:tgtEl>
                                          <p:spTgt spid="68"/>
                                        </p:tgtEl>
                                        <p:attrNameLst>
                                          <p:attrName>ppt_w</p:attrName>
                                        </p:attrNameLst>
                                      </p:cBhvr>
                                      <p:tavLst>
                                        <p:tav tm="0">
                                          <p:val>
                                            <p:fltVal val="0"/>
                                          </p:val>
                                        </p:tav>
                                        <p:tav tm="100000">
                                          <p:val>
                                            <p:strVal val="#ppt_w"/>
                                          </p:val>
                                        </p:tav>
                                      </p:tavLst>
                                    </p:anim>
                                  </p:childTnLst>
                                </p:cTn>
                              </p:par>
                            </p:childTnLst>
                          </p:cTn>
                        </p:par>
                        <p:par>
                          <p:cTn id="284" fill="hold">
                            <p:stCondLst>
                              <p:cond delay="2000"/>
                            </p:stCondLst>
                            <p:childTnLst>
                              <p:par>
                                <p:cTn id="285" presetID="63" presetClass="path" presetSubtype="0" accel="50000" decel="50000" fill="hold" grpId="1" nodeType="afterEffect">
                                  <p:stCondLst>
                                    <p:cond delay="0"/>
                                  </p:stCondLst>
                                  <p:childTnLst>
                                    <p:animMotion origin="layout" path="M -3.125E-6 -1.11111E-6 L 0.00795 0.0713 " pathEditMode="relative" rAng="0" ptsTypes="AA">
                                      <p:cBhvr>
                                        <p:cTn id="286" dur="2000" fill="hold"/>
                                        <p:tgtEl>
                                          <p:spTgt spid="68"/>
                                        </p:tgtEl>
                                        <p:attrNameLst>
                                          <p:attrName>ppt_x</p:attrName>
                                          <p:attrName>ppt_y</p:attrName>
                                        </p:attrNameLst>
                                      </p:cBhvr>
                                      <p:rCtr x="391" y="3565"/>
                                    </p:animMotion>
                                  </p:childTnLst>
                                </p:cTn>
                              </p:par>
                            </p:childTnLst>
                          </p:cTn>
                        </p:par>
                        <p:par>
                          <p:cTn id="287" fill="hold">
                            <p:stCondLst>
                              <p:cond delay="4000"/>
                            </p:stCondLst>
                            <p:childTnLst>
                              <p:par>
                                <p:cTn id="288" presetID="16" presetClass="exit" presetSubtype="21" fill="hold" grpId="2" nodeType="afterEffect">
                                  <p:stCondLst>
                                    <p:cond delay="0"/>
                                  </p:stCondLst>
                                  <p:childTnLst>
                                    <p:animEffect transition="out" filter="barn(inVertical)">
                                      <p:cBhvr>
                                        <p:cTn id="289" dur="500"/>
                                        <p:tgtEl>
                                          <p:spTgt spid="68"/>
                                        </p:tgtEl>
                                      </p:cBhvr>
                                    </p:animEffect>
                                    <p:set>
                                      <p:cBhvr>
                                        <p:cTn id="290" dur="1" fill="hold">
                                          <p:stCondLst>
                                            <p:cond delay="499"/>
                                          </p:stCondLst>
                                        </p:cTn>
                                        <p:tgtEl>
                                          <p:spTgt spid="68"/>
                                        </p:tgtEl>
                                        <p:attrNameLst>
                                          <p:attrName>style.visibility</p:attrName>
                                        </p:attrNameLst>
                                      </p:cBhvr>
                                      <p:to>
                                        <p:strVal val="hidden"/>
                                      </p:to>
                                    </p:set>
                                  </p:childTnLst>
                                </p:cTn>
                              </p:par>
                            </p:childTnLst>
                          </p:cTn>
                        </p:par>
                        <p:par>
                          <p:cTn id="291" fill="hold">
                            <p:stCondLst>
                              <p:cond delay="4500"/>
                            </p:stCondLst>
                            <p:childTnLst>
                              <p:par>
                                <p:cTn id="292" presetID="16" presetClass="exit" presetSubtype="21" fill="hold" grpId="1" nodeType="afterEffect">
                                  <p:stCondLst>
                                    <p:cond delay="0"/>
                                  </p:stCondLst>
                                  <p:childTnLst>
                                    <p:animEffect transition="out" filter="barn(inVertical)">
                                      <p:cBhvr>
                                        <p:cTn id="293" dur="500"/>
                                        <p:tgtEl>
                                          <p:spTgt spid="67"/>
                                        </p:tgtEl>
                                      </p:cBhvr>
                                    </p:animEffect>
                                    <p:set>
                                      <p:cBhvr>
                                        <p:cTn id="294" dur="1" fill="hold">
                                          <p:stCondLst>
                                            <p:cond delay="499"/>
                                          </p:stCondLst>
                                        </p:cTn>
                                        <p:tgtEl>
                                          <p:spTgt spid="67"/>
                                        </p:tgtEl>
                                        <p:attrNameLst>
                                          <p:attrName>style.visibility</p:attrName>
                                        </p:attrNameLst>
                                      </p:cBhvr>
                                      <p:to>
                                        <p:strVal val="hidden"/>
                                      </p:to>
                                    </p:set>
                                  </p:childTnLst>
                                </p:cTn>
                              </p:par>
                            </p:childTnLst>
                          </p:cTn>
                        </p:par>
                        <p:par>
                          <p:cTn id="295" fill="hold">
                            <p:stCondLst>
                              <p:cond delay="5000"/>
                            </p:stCondLst>
                            <p:childTnLst>
                              <p:par>
                                <p:cTn id="296" presetID="35" presetClass="entr" presetSubtype="0" fill="hold" grpId="0" nodeType="afterEffect">
                                  <p:stCondLst>
                                    <p:cond delay="0"/>
                                  </p:stCondLst>
                                  <p:childTnLst>
                                    <p:set>
                                      <p:cBhvr>
                                        <p:cTn id="297" dur="1" fill="hold">
                                          <p:stCondLst>
                                            <p:cond delay="0"/>
                                          </p:stCondLst>
                                        </p:cTn>
                                        <p:tgtEl>
                                          <p:spTgt spid="69"/>
                                        </p:tgtEl>
                                        <p:attrNameLst>
                                          <p:attrName>style.visibility</p:attrName>
                                        </p:attrNameLst>
                                      </p:cBhvr>
                                      <p:to>
                                        <p:strVal val="visible"/>
                                      </p:to>
                                    </p:set>
                                    <p:animEffect transition="in" filter="fade">
                                      <p:cBhvr>
                                        <p:cTn id="298" dur="2000"/>
                                        <p:tgtEl>
                                          <p:spTgt spid="69"/>
                                        </p:tgtEl>
                                      </p:cBhvr>
                                    </p:animEffect>
                                    <p:anim calcmode="lin" valueType="num">
                                      <p:cBhvr>
                                        <p:cTn id="299" dur="2000" fill="hold"/>
                                        <p:tgtEl>
                                          <p:spTgt spid="69"/>
                                        </p:tgtEl>
                                        <p:attrNameLst>
                                          <p:attrName>style.rotation</p:attrName>
                                        </p:attrNameLst>
                                      </p:cBhvr>
                                      <p:tavLst>
                                        <p:tav tm="0">
                                          <p:val>
                                            <p:fltVal val="720"/>
                                          </p:val>
                                        </p:tav>
                                        <p:tav tm="100000">
                                          <p:val>
                                            <p:fltVal val="0"/>
                                          </p:val>
                                        </p:tav>
                                      </p:tavLst>
                                    </p:anim>
                                    <p:anim calcmode="lin" valueType="num">
                                      <p:cBhvr>
                                        <p:cTn id="300" dur="2000" fill="hold"/>
                                        <p:tgtEl>
                                          <p:spTgt spid="69"/>
                                        </p:tgtEl>
                                        <p:attrNameLst>
                                          <p:attrName>ppt_h</p:attrName>
                                        </p:attrNameLst>
                                      </p:cBhvr>
                                      <p:tavLst>
                                        <p:tav tm="0">
                                          <p:val>
                                            <p:fltVal val="0"/>
                                          </p:val>
                                        </p:tav>
                                        <p:tav tm="100000">
                                          <p:val>
                                            <p:strVal val="#ppt_h"/>
                                          </p:val>
                                        </p:tav>
                                      </p:tavLst>
                                    </p:anim>
                                    <p:anim calcmode="lin" valueType="num">
                                      <p:cBhvr>
                                        <p:cTn id="301" dur="2000" fill="hold"/>
                                        <p:tgtEl>
                                          <p:spTgt spid="69"/>
                                        </p:tgtEl>
                                        <p:attrNameLst>
                                          <p:attrName>ppt_w</p:attrName>
                                        </p:attrNameLst>
                                      </p:cBhvr>
                                      <p:tavLst>
                                        <p:tav tm="0">
                                          <p:val>
                                            <p:fltVal val="0"/>
                                          </p:val>
                                        </p:tav>
                                        <p:tav tm="100000">
                                          <p:val>
                                            <p:strVal val="#ppt_w"/>
                                          </p:val>
                                        </p:tav>
                                      </p:tavLst>
                                    </p:anim>
                                  </p:childTnLst>
                                </p:cTn>
                              </p:par>
                            </p:childTnLst>
                          </p:cTn>
                        </p:par>
                      </p:childTnLst>
                    </p:cTn>
                  </p:par>
                  <p:par>
                    <p:cTn id="302" fill="hold">
                      <p:stCondLst>
                        <p:cond delay="indefinite"/>
                      </p:stCondLst>
                      <p:childTnLst>
                        <p:par>
                          <p:cTn id="303" fill="hold">
                            <p:stCondLst>
                              <p:cond delay="0"/>
                            </p:stCondLst>
                            <p:childTnLst>
                              <p:par>
                                <p:cTn id="304" presetID="47" presetClass="entr" presetSubtype="0" fill="hold" grpId="0" nodeType="clickEffect">
                                  <p:stCondLst>
                                    <p:cond delay="0"/>
                                  </p:stCondLst>
                                  <p:childTnLst>
                                    <p:set>
                                      <p:cBhvr>
                                        <p:cTn id="305" dur="1" fill="hold">
                                          <p:stCondLst>
                                            <p:cond delay="0"/>
                                          </p:stCondLst>
                                        </p:cTn>
                                        <p:tgtEl>
                                          <p:spTgt spid="39"/>
                                        </p:tgtEl>
                                        <p:attrNameLst>
                                          <p:attrName>style.visibility</p:attrName>
                                        </p:attrNameLst>
                                      </p:cBhvr>
                                      <p:to>
                                        <p:strVal val="visible"/>
                                      </p:to>
                                    </p:set>
                                    <p:animEffect transition="in" filter="fade">
                                      <p:cBhvr>
                                        <p:cTn id="306" dur="1000"/>
                                        <p:tgtEl>
                                          <p:spTgt spid="39"/>
                                        </p:tgtEl>
                                      </p:cBhvr>
                                    </p:animEffect>
                                    <p:anim calcmode="lin" valueType="num">
                                      <p:cBhvr>
                                        <p:cTn id="307" dur="1000" fill="hold"/>
                                        <p:tgtEl>
                                          <p:spTgt spid="39"/>
                                        </p:tgtEl>
                                        <p:attrNameLst>
                                          <p:attrName>ppt_x</p:attrName>
                                        </p:attrNameLst>
                                      </p:cBhvr>
                                      <p:tavLst>
                                        <p:tav tm="0">
                                          <p:val>
                                            <p:strVal val="#ppt_x"/>
                                          </p:val>
                                        </p:tav>
                                        <p:tav tm="100000">
                                          <p:val>
                                            <p:strVal val="#ppt_x"/>
                                          </p:val>
                                        </p:tav>
                                      </p:tavLst>
                                    </p:anim>
                                    <p:anim calcmode="lin" valueType="num">
                                      <p:cBhvr>
                                        <p:cTn id="308" dur="1000" fill="hold"/>
                                        <p:tgtEl>
                                          <p:spTgt spid="39"/>
                                        </p:tgtEl>
                                        <p:attrNameLst>
                                          <p:attrName>ppt_y</p:attrName>
                                        </p:attrNameLst>
                                      </p:cBhvr>
                                      <p:tavLst>
                                        <p:tav tm="0">
                                          <p:val>
                                            <p:strVal val="#ppt_y-.1"/>
                                          </p:val>
                                        </p:tav>
                                        <p:tav tm="100000">
                                          <p:val>
                                            <p:strVal val="#ppt_y"/>
                                          </p:val>
                                        </p:tav>
                                      </p:tavLst>
                                    </p:anim>
                                  </p:childTnLst>
                                </p:cTn>
                              </p:par>
                            </p:childTnLst>
                          </p:cTn>
                        </p:par>
                        <p:par>
                          <p:cTn id="309" fill="hold">
                            <p:stCondLst>
                              <p:cond delay="1000"/>
                            </p:stCondLst>
                            <p:childTnLst>
                              <p:par>
                                <p:cTn id="310" presetID="42" presetClass="path" presetSubtype="0" accel="50000" decel="50000" fill="hold" grpId="1" nodeType="afterEffect">
                                  <p:stCondLst>
                                    <p:cond delay="0"/>
                                  </p:stCondLst>
                                  <p:childTnLst>
                                    <p:animMotion origin="layout" path="M 4.16667E-7 7.40741E-7 L -0.00065 0.03472 " pathEditMode="relative" rAng="0" ptsTypes="AA">
                                      <p:cBhvr>
                                        <p:cTn id="311" dur="2000" fill="hold"/>
                                        <p:tgtEl>
                                          <p:spTgt spid="39"/>
                                        </p:tgtEl>
                                        <p:attrNameLst>
                                          <p:attrName>ppt_x</p:attrName>
                                          <p:attrName>ppt_y</p:attrName>
                                        </p:attrNameLst>
                                      </p:cBhvr>
                                      <p:rCtr x="-39" y="1736"/>
                                    </p:animMotion>
                                  </p:childTnLst>
                                </p:cTn>
                              </p:par>
                            </p:childTnLst>
                          </p:cTn>
                        </p:par>
                      </p:childTnLst>
                    </p:cTn>
                  </p:par>
                  <p:par>
                    <p:cTn id="312" fill="hold">
                      <p:stCondLst>
                        <p:cond delay="indefinite"/>
                      </p:stCondLst>
                      <p:childTnLst>
                        <p:par>
                          <p:cTn id="313" fill="hold">
                            <p:stCondLst>
                              <p:cond delay="0"/>
                            </p:stCondLst>
                            <p:childTnLst>
                              <p:par>
                                <p:cTn id="314" presetID="35" presetClass="entr" presetSubtype="0" fill="hold" grpId="0" nodeType="clickEffect">
                                  <p:stCondLst>
                                    <p:cond delay="0"/>
                                  </p:stCondLst>
                                  <p:childTnLst>
                                    <p:set>
                                      <p:cBhvr>
                                        <p:cTn id="315" dur="1" fill="hold">
                                          <p:stCondLst>
                                            <p:cond delay="0"/>
                                          </p:stCondLst>
                                        </p:cTn>
                                        <p:tgtEl>
                                          <p:spTgt spid="40"/>
                                        </p:tgtEl>
                                        <p:attrNameLst>
                                          <p:attrName>style.visibility</p:attrName>
                                        </p:attrNameLst>
                                      </p:cBhvr>
                                      <p:to>
                                        <p:strVal val="visible"/>
                                      </p:to>
                                    </p:set>
                                    <p:animEffect transition="in" filter="fade">
                                      <p:cBhvr>
                                        <p:cTn id="316" dur="2000"/>
                                        <p:tgtEl>
                                          <p:spTgt spid="40"/>
                                        </p:tgtEl>
                                      </p:cBhvr>
                                    </p:animEffect>
                                    <p:anim calcmode="lin" valueType="num">
                                      <p:cBhvr>
                                        <p:cTn id="317" dur="2000" fill="hold"/>
                                        <p:tgtEl>
                                          <p:spTgt spid="40"/>
                                        </p:tgtEl>
                                        <p:attrNameLst>
                                          <p:attrName>style.rotation</p:attrName>
                                        </p:attrNameLst>
                                      </p:cBhvr>
                                      <p:tavLst>
                                        <p:tav tm="0">
                                          <p:val>
                                            <p:fltVal val="720"/>
                                          </p:val>
                                        </p:tav>
                                        <p:tav tm="100000">
                                          <p:val>
                                            <p:fltVal val="0"/>
                                          </p:val>
                                        </p:tav>
                                      </p:tavLst>
                                    </p:anim>
                                    <p:anim calcmode="lin" valueType="num">
                                      <p:cBhvr>
                                        <p:cTn id="318" dur="2000" fill="hold"/>
                                        <p:tgtEl>
                                          <p:spTgt spid="40"/>
                                        </p:tgtEl>
                                        <p:attrNameLst>
                                          <p:attrName>ppt_h</p:attrName>
                                        </p:attrNameLst>
                                      </p:cBhvr>
                                      <p:tavLst>
                                        <p:tav tm="0">
                                          <p:val>
                                            <p:fltVal val="0"/>
                                          </p:val>
                                        </p:tav>
                                        <p:tav tm="100000">
                                          <p:val>
                                            <p:strVal val="#ppt_h"/>
                                          </p:val>
                                        </p:tav>
                                      </p:tavLst>
                                    </p:anim>
                                    <p:anim calcmode="lin" valueType="num">
                                      <p:cBhvr>
                                        <p:cTn id="319" dur="2000" fill="hold"/>
                                        <p:tgtEl>
                                          <p:spTgt spid="40"/>
                                        </p:tgtEl>
                                        <p:attrNameLst>
                                          <p:attrName>ppt_w</p:attrName>
                                        </p:attrNameLst>
                                      </p:cBhvr>
                                      <p:tavLst>
                                        <p:tav tm="0">
                                          <p:val>
                                            <p:fltVal val="0"/>
                                          </p:val>
                                        </p:tav>
                                        <p:tav tm="100000">
                                          <p:val>
                                            <p:strVal val="#ppt_w"/>
                                          </p:val>
                                        </p:tav>
                                      </p:tavLst>
                                    </p:anim>
                                  </p:childTnLst>
                                </p:cTn>
                              </p:par>
                              <p:par>
                                <p:cTn id="320" presetID="35" presetClass="entr" presetSubtype="0" fill="hold" grpId="0" nodeType="withEffect">
                                  <p:stCondLst>
                                    <p:cond delay="0"/>
                                  </p:stCondLst>
                                  <p:childTnLst>
                                    <p:set>
                                      <p:cBhvr>
                                        <p:cTn id="321" dur="1" fill="hold">
                                          <p:stCondLst>
                                            <p:cond delay="0"/>
                                          </p:stCondLst>
                                        </p:cTn>
                                        <p:tgtEl>
                                          <p:spTgt spid="41"/>
                                        </p:tgtEl>
                                        <p:attrNameLst>
                                          <p:attrName>style.visibility</p:attrName>
                                        </p:attrNameLst>
                                      </p:cBhvr>
                                      <p:to>
                                        <p:strVal val="visible"/>
                                      </p:to>
                                    </p:set>
                                    <p:animEffect transition="in" filter="fade">
                                      <p:cBhvr>
                                        <p:cTn id="322" dur="2000"/>
                                        <p:tgtEl>
                                          <p:spTgt spid="41"/>
                                        </p:tgtEl>
                                      </p:cBhvr>
                                    </p:animEffect>
                                    <p:anim calcmode="lin" valueType="num">
                                      <p:cBhvr>
                                        <p:cTn id="323" dur="2000" fill="hold"/>
                                        <p:tgtEl>
                                          <p:spTgt spid="41"/>
                                        </p:tgtEl>
                                        <p:attrNameLst>
                                          <p:attrName>style.rotation</p:attrName>
                                        </p:attrNameLst>
                                      </p:cBhvr>
                                      <p:tavLst>
                                        <p:tav tm="0">
                                          <p:val>
                                            <p:fltVal val="720"/>
                                          </p:val>
                                        </p:tav>
                                        <p:tav tm="100000">
                                          <p:val>
                                            <p:fltVal val="0"/>
                                          </p:val>
                                        </p:tav>
                                      </p:tavLst>
                                    </p:anim>
                                    <p:anim calcmode="lin" valueType="num">
                                      <p:cBhvr>
                                        <p:cTn id="324" dur="2000" fill="hold"/>
                                        <p:tgtEl>
                                          <p:spTgt spid="41"/>
                                        </p:tgtEl>
                                        <p:attrNameLst>
                                          <p:attrName>ppt_h</p:attrName>
                                        </p:attrNameLst>
                                      </p:cBhvr>
                                      <p:tavLst>
                                        <p:tav tm="0">
                                          <p:val>
                                            <p:fltVal val="0"/>
                                          </p:val>
                                        </p:tav>
                                        <p:tav tm="100000">
                                          <p:val>
                                            <p:strVal val="#ppt_h"/>
                                          </p:val>
                                        </p:tav>
                                      </p:tavLst>
                                    </p:anim>
                                    <p:anim calcmode="lin" valueType="num">
                                      <p:cBhvr>
                                        <p:cTn id="325" dur="2000" fill="hold"/>
                                        <p:tgtEl>
                                          <p:spTgt spid="41"/>
                                        </p:tgtEl>
                                        <p:attrNameLst>
                                          <p:attrName>ppt_w</p:attrName>
                                        </p:attrNameLst>
                                      </p:cBhvr>
                                      <p:tavLst>
                                        <p:tav tm="0">
                                          <p:val>
                                            <p:fltVal val="0"/>
                                          </p:val>
                                        </p:tav>
                                        <p:tav tm="100000">
                                          <p:val>
                                            <p:strVal val="#ppt_w"/>
                                          </p:val>
                                        </p:tav>
                                      </p:tavLst>
                                    </p:anim>
                                  </p:childTnLst>
                                </p:cTn>
                              </p:par>
                              <p:par>
                                <p:cTn id="326" presetID="35" presetClass="entr" presetSubtype="0" fill="hold" grpId="0" nodeType="withEffect">
                                  <p:stCondLst>
                                    <p:cond delay="0"/>
                                  </p:stCondLst>
                                  <p:childTnLst>
                                    <p:set>
                                      <p:cBhvr>
                                        <p:cTn id="327" dur="1" fill="hold">
                                          <p:stCondLst>
                                            <p:cond delay="0"/>
                                          </p:stCondLst>
                                        </p:cTn>
                                        <p:tgtEl>
                                          <p:spTgt spid="42"/>
                                        </p:tgtEl>
                                        <p:attrNameLst>
                                          <p:attrName>style.visibility</p:attrName>
                                        </p:attrNameLst>
                                      </p:cBhvr>
                                      <p:to>
                                        <p:strVal val="visible"/>
                                      </p:to>
                                    </p:set>
                                    <p:animEffect transition="in" filter="fade">
                                      <p:cBhvr>
                                        <p:cTn id="328" dur="2000"/>
                                        <p:tgtEl>
                                          <p:spTgt spid="42"/>
                                        </p:tgtEl>
                                      </p:cBhvr>
                                    </p:animEffect>
                                    <p:anim calcmode="lin" valueType="num">
                                      <p:cBhvr>
                                        <p:cTn id="329" dur="2000" fill="hold"/>
                                        <p:tgtEl>
                                          <p:spTgt spid="42"/>
                                        </p:tgtEl>
                                        <p:attrNameLst>
                                          <p:attrName>style.rotation</p:attrName>
                                        </p:attrNameLst>
                                      </p:cBhvr>
                                      <p:tavLst>
                                        <p:tav tm="0">
                                          <p:val>
                                            <p:fltVal val="720"/>
                                          </p:val>
                                        </p:tav>
                                        <p:tav tm="100000">
                                          <p:val>
                                            <p:fltVal val="0"/>
                                          </p:val>
                                        </p:tav>
                                      </p:tavLst>
                                    </p:anim>
                                    <p:anim calcmode="lin" valueType="num">
                                      <p:cBhvr>
                                        <p:cTn id="330" dur="2000" fill="hold"/>
                                        <p:tgtEl>
                                          <p:spTgt spid="42"/>
                                        </p:tgtEl>
                                        <p:attrNameLst>
                                          <p:attrName>ppt_h</p:attrName>
                                        </p:attrNameLst>
                                      </p:cBhvr>
                                      <p:tavLst>
                                        <p:tav tm="0">
                                          <p:val>
                                            <p:fltVal val="0"/>
                                          </p:val>
                                        </p:tav>
                                        <p:tav tm="100000">
                                          <p:val>
                                            <p:strVal val="#ppt_h"/>
                                          </p:val>
                                        </p:tav>
                                      </p:tavLst>
                                    </p:anim>
                                    <p:anim calcmode="lin" valueType="num">
                                      <p:cBhvr>
                                        <p:cTn id="331" dur="2000" fill="hold"/>
                                        <p:tgtEl>
                                          <p:spTgt spid="42"/>
                                        </p:tgtEl>
                                        <p:attrNameLst>
                                          <p:attrName>ppt_w</p:attrName>
                                        </p:attrNameLst>
                                      </p:cBhvr>
                                      <p:tavLst>
                                        <p:tav tm="0">
                                          <p:val>
                                            <p:fltVal val="0"/>
                                          </p:val>
                                        </p:tav>
                                        <p:tav tm="100000">
                                          <p:val>
                                            <p:strVal val="#ppt_w"/>
                                          </p:val>
                                        </p:tav>
                                      </p:tavLst>
                                    </p:anim>
                                  </p:childTnLst>
                                </p:cTn>
                              </p:par>
                            </p:childTnLst>
                          </p:cTn>
                        </p:par>
                        <p:par>
                          <p:cTn id="332" fill="hold">
                            <p:stCondLst>
                              <p:cond delay="2000"/>
                            </p:stCondLst>
                            <p:childTnLst>
                              <p:par>
                                <p:cTn id="333" presetID="56" presetClass="path" presetSubtype="0" accel="50000" decel="50000" fill="hold" grpId="1" nodeType="afterEffect">
                                  <p:stCondLst>
                                    <p:cond delay="0"/>
                                  </p:stCondLst>
                                  <p:childTnLst>
                                    <p:animMotion origin="layout" path="M -1.04167E-6 -3.7037E-7 L 0.14714 0.1 " pathEditMode="relative" rAng="0" ptsTypes="AA">
                                      <p:cBhvr>
                                        <p:cTn id="334" dur="2000" fill="hold"/>
                                        <p:tgtEl>
                                          <p:spTgt spid="40"/>
                                        </p:tgtEl>
                                        <p:attrNameLst>
                                          <p:attrName>ppt_x</p:attrName>
                                          <p:attrName>ppt_y</p:attrName>
                                        </p:attrNameLst>
                                      </p:cBhvr>
                                      <p:rCtr x="7357" y="5000"/>
                                    </p:animMotion>
                                  </p:childTnLst>
                                </p:cTn>
                              </p:par>
                              <p:par>
                                <p:cTn id="335" presetID="63" presetClass="path" presetSubtype="0" accel="50000" decel="50000" fill="hold" grpId="1" nodeType="withEffect">
                                  <p:stCondLst>
                                    <p:cond delay="0"/>
                                  </p:stCondLst>
                                  <p:childTnLst>
                                    <p:animMotion origin="layout" path="M 2.91667E-6 -3.7037E-7 L 0.21354 0.09977 " pathEditMode="relative" rAng="0" ptsTypes="AA">
                                      <p:cBhvr>
                                        <p:cTn id="336" dur="2000" fill="hold"/>
                                        <p:tgtEl>
                                          <p:spTgt spid="41"/>
                                        </p:tgtEl>
                                        <p:attrNameLst>
                                          <p:attrName>ppt_x</p:attrName>
                                          <p:attrName>ppt_y</p:attrName>
                                        </p:attrNameLst>
                                      </p:cBhvr>
                                      <p:rCtr x="10677" y="4977"/>
                                    </p:animMotion>
                                  </p:childTnLst>
                                </p:cTn>
                              </p:par>
                              <p:par>
                                <p:cTn id="337" presetID="63" presetClass="path" presetSubtype="0" accel="50000" decel="50000" fill="hold" grpId="1" nodeType="withEffect">
                                  <p:stCondLst>
                                    <p:cond delay="0"/>
                                  </p:stCondLst>
                                  <p:childTnLst>
                                    <p:animMotion origin="layout" path="M -3.75E-6 -3.7037E-7 L 0.16954 0.1 " pathEditMode="relative" rAng="0" ptsTypes="AA">
                                      <p:cBhvr>
                                        <p:cTn id="338" dur="2000" fill="hold"/>
                                        <p:tgtEl>
                                          <p:spTgt spid="42"/>
                                        </p:tgtEl>
                                        <p:attrNameLst>
                                          <p:attrName>ppt_x</p:attrName>
                                          <p:attrName>ppt_y</p:attrName>
                                        </p:attrNameLst>
                                      </p:cBhvr>
                                      <p:rCtr x="8477" y="5000"/>
                                    </p:animMotion>
                                  </p:childTnLst>
                                </p:cTn>
                              </p:par>
                            </p:childTnLst>
                          </p:cTn>
                        </p:par>
                        <p:par>
                          <p:cTn id="339" fill="hold">
                            <p:stCondLst>
                              <p:cond delay="4000"/>
                            </p:stCondLst>
                            <p:childTnLst>
                              <p:par>
                                <p:cTn id="340" presetID="42" presetClass="path" presetSubtype="0" accel="50000" decel="50000" fill="hold" grpId="2" nodeType="afterEffect">
                                  <p:stCondLst>
                                    <p:cond delay="0"/>
                                  </p:stCondLst>
                                  <p:childTnLst>
                                    <p:animMotion origin="layout" path="M -0.00013 0.03472 L -0.00039 0.06667 " pathEditMode="relative" rAng="0" ptsTypes="AA">
                                      <p:cBhvr>
                                        <p:cTn id="341" dur="1500" fill="hold"/>
                                        <p:tgtEl>
                                          <p:spTgt spid="39"/>
                                        </p:tgtEl>
                                        <p:attrNameLst>
                                          <p:attrName>ppt_x</p:attrName>
                                          <p:attrName>ppt_y</p:attrName>
                                        </p:attrNameLst>
                                      </p:cBhvr>
                                      <p:rCtr x="-13" y="1597"/>
                                    </p:animMotion>
                                  </p:childTnLst>
                                </p:cTn>
                              </p:par>
                            </p:childTnLst>
                          </p:cTn>
                        </p:par>
                        <p:par>
                          <p:cTn id="342" fill="hold">
                            <p:stCondLst>
                              <p:cond delay="5500"/>
                            </p:stCondLst>
                            <p:childTnLst>
                              <p:par>
                                <p:cTn id="343" presetID="42" presetClass="path" presetSubtype="0" accel="50000" decel="50000" fill="hold" grpId="3" nodeType="afterEffect">
                                  <p:stCondLst>
                                    <p:cond delay="0"/>
                                  </p:stCondLst>
                                  <p:childTnLst>
                                    <p:animMotion origin="layout" path="M 0.00039 0.06852 L 0.00065 0.10185 " pathEditMode="relative" rAng="0" ptsTypes="AA">
                                      <p:cBhvr>
                                        <p:cTn id="344" dur="1500" fill="hold"/>
                                        <p:tgtEl>
                                          <p:spTgt spid="39"/>
                                        </p:tgtEl>
                                        <p:attrNameLst>
                                          <p:attrName>ppt_x</p:attrName>
                                          <p:attrName>ppt_y</p:attrName>
                                        </p:attrNameLst>
                                      </p:cBhvr>
                                      <p:rCtr x="13" y="1667"/>
                                    </p:animMotion>
                                  </p:childTnLst>
                                </p:cTn>
                              </p:par>
                            </p:childTnLst>
                          </p:cTn>
                        </p:par>
                        <p:par>
                          <p:cTn id="345" fill="hold">
                            <p:stCondLst>
                              <p:cond delay="7000"/>
                            </p:stCondLst>
                            <p:childTnLst>
                              <p:par>
                                <p:cTn id="346" presetID="42" presetClass="path" presetSubtype="0" accel="50000" decel="50000" fill="hold" grpId="4" nodeType="afterEffect">
                                  <p:stCondLst>
                                    <p:cond delay="0"/>
                                  </p:stCondLst>
                                  <p:childTnLst>
                                    <p:animMotion origin="layout" path="M 0.00065 0.10185 L 0.00039 0.13518 " pathEditMode="relative" rAng="0" ptsTypes="AA">
                                      <p:cBhvr>
                                        <p:cTn id="347" dur="1500" fill="hold"/>
                                        <p:tgtEl>
                                          <p:spTgt spid="39"/>
                                        </p:tgtEl>
                                        <p:attrNameLst>
                                          <p:attrName>ppt_x</p:attrName>
                                          <p:attrName>ppt_y</p:attrName>
                                        </p:attrNameLst>
                                      </p:cBhvr>
                                      <p:rCtr x="-13" y="1667"/>
                                    </p:animMotion>
                                  </p:childTnLst>
                                </p:cTn>
                              </p:par>
                            </p:childTnLst>
                          </p:cTn>
                        </p:par>
                      </p:childTnLst>
                    </p:cTn>
                  </p:par>
                  <p:par>
                    <p:cTn id="348" fill="hold">
                      <p:stCondLst>
                        <p:cond delay="indefinite"/>
                      </p:stCondLst>
                      <p:childTnLst>
                        <p:par>
                          <p:cTn id="349" fill="hold">
                            <p:stCondLst>
                              <p:cond delay="0"/>
                            </p:stCondLst>
                            <p:childTnLst>
                              <p:par>
                                <p:cTn id="350" presetID="35" presetClass="entr" presetSubtype="0" fill="hold" grpId="0" nodeType="clickEffect">
                                  <p:stCondLst>
                                    <p:cond delay="0"/>
                                  </p:stCondLst>
                                  <p:childTnLst>
                                    <p:set>
                                      <p:cBhvr>
                                        <p:cTn id="351" dur="1" fill="hold">
                                          <p:stCondLst>
                                            <p:cond delay="0"/>
                                          </p:stCondLst>
                                        </p:cTn>
                                        <p:tgtEl>
                                          <p:spTgt spid="43"/>
                                        </p:tgtEl>
                                        <p:attrNameLst>
                                          <p:attrName>style.visibility</p:attrName>
                                        </p:attrNameLst>
                                      </p:cBhvr>
                                      <p:to>
                                        <p:strVal val="visible"/>
                                      </p:to>
                                    </p:set>
                                    <p:animEffect transition="in" filter="fade">
                                      <p:cBhvr>
                                        <p:cTn id="352" dur="2000"/>
                                        <p:tgtEl>
                                          <p:spTgt spid="43"/>
                                        </p:tgtEl>
                                      </p:cBhvr>
                                    </p:animEffect>
                                    <p:anim calcmode="lin" valueType="num">
                                      <p:cBhvr>
                                        <p:cTn id="353" dur="2000" fill="hold"/>
                                        <p:tgtEl>
                                          <p:spTgt spid="43"/>
                                        </p:tgtEl>
                                        <p:attrNameLst>
                                          <p:attrName>style.rotation</p:attrName>
                                        </p:attrNameLst>
                                      </p:cBhvr>
                                      <p:tavLst>
                                        <p:tav tm="0">
                                          <p:val>
                                            <p:fltVal val="720"/>
                                          </p:val>
                                        </p:tav>
                                        <p:tav tm="100000">
                                          <p:val>
                                            <p:fltVal val="0"/>
                                          </p:val>
                                        </p:tav>
                                      </p:tavLst>
                                    </p:anim>
                                    <p:anim calcmode="lin" valueType="num">
                                      <p:cBhvr>
                                        <p:cTn id="354" dur="2000" fill="hold"/>
                                        <p:tgtEl>
                                          <p:spTgt spid="43"/>
                                        </p:tgtEl>
                                        <p:attrNameLst>
                                          <p:attrName>ppt_h</p:attrName>
                                        </p:attrNameLst>
                                      </p:cBhvr>
                                      <p:tavLst>
                                        <p:tav tm="0">
                                          <p:val>
                                            <p:fltVal val="0"/>
                                          </p:val>
                                        </p:tav>
                                        <p:tav tm="100000">
                                          <p:val>
                                            <p:strVal val="#ppt_h"/>
                                          </p:val>
                                        </p:tav>
                                      </p:tavLst>
                                    </p:anim>
                                    <p:anim calcmode="lin" valueType="num">
                                      <p:cBhvr>
                                        <p:cTn id="355" dur="2000" fill="hold"/>
                                        <p:tgtEl>
                                          <p:spTgt spid="43"/>
                                        </p:tgtEl>
                                        <p:attrNameLst>
                                          <p:attrName>ppt_w</p:attrName>
                                        </p:attrNameLst>
                                      </p:cBhvr>
                                      <p:tavLst>
                                        <p:tav tm="0">
                                          <p:val>
                                            <p:fltVal val="0"/>
                                          </p:val>
                                        </p:tav>
                                        <p:tav tm="100000">
                                          <p:val>
                                            <p:strVal val="#ppt_w"/>
                                          </p:val>
                                        </p:tav>
                                      </p:tavLst>
                                    </p:anim>
                                  </p:childTnLst>
                                </p:cTn>
                              </p:par>
                              <p:par>
                                <p:cTn id="356" presetID="35" presetClass="entr" presetSubtype="0" fill="hold" grpId="0" nodeType="withEffect">
                                  <p:stCondLst>
                                    <p:cond delay="0"/>
                                  </p:stCondLst>
                                  <p:childTnLst>
                                    <p:set>
                                      <p:cBhvr>
                                        <p:cTn id="357" dur="1" fill="hold">
                                          <p:stCondLst>
                                            <p:cond delay="0"/>
                                          </p:stCondLst>
                                        </p:cTn>
                                        <p:tgtEl>
                                          <p:spTgt spid="44"/>
                                        </p:tgtEl>
                                        <p:attrNameLst>
                                          <p:attrName>style.visibility</p:attrName>
                                        </p:attrNameLst>
                                      </p:cBhvr>
                                      <p:to>
                                        <p:strVal val="visible"/>
                                      </p:to>
                                    </p:set>
                                    <p:animEffect transition="in" filter="fade">
                                      <p:cBhvr>
                                        <p:cTn id="358" dur="2000"/>
                                        <p:tgtEl>
                                          <p:spTgt spid="44"/>
                                        </p:tgtEl>
                                      </p:cBhvr>
                                    </p:animEffect>
                                    <p:anim calcmode="lin" valueType="num">
                                      <p:cBhvr>
                                        <p:cTn id="359" dur="2000" fill="hold"/>
                                        <p:tgtEl>
                                          <p:spTgt spid="44"/>
                                        </p:tgtEl>
                                        <p:attrNameLst>
                                          <p:attrName>style.rotation</p:attrName>
                                        </p:attrNameLst>
                                      </p:cBhvr>
                                      <p:tavLst>
                                        <p:tav tm="0">
                                          <p:val>
                                            <p:fltVal val="720"/>
                                          </p:val>
                                        </p:tav>
                                        <p:tav tm="100000">
                                          <p:val>
                                            <p:fltVal val="0"/>
                                          </p:val>
                                        </p:tav>
                                      </p:tavLst>
                                    </p:anim>
                                    <p:anim calcmode="lin" valueType="num">
                                      <p:cBhvr>
                                        <p:cTn id="360" dur="2000" fill="hold"/>
                                        <p:tgtEl>
                                          <p:spTgt spid="44"/>
                                        </p:tgtEl>
                                        <p:attrNameLst>
                                          <p:attrName>ppt_h</p:attrName>
                                        </p:attrNameLst>
                                      </p:cBhvr>
                                      <p:tavLst>
                                        <p:tav tm="0">
                                          <p:val>
                                            <p:fltVal val="0"/>
                                          </p:val>
                                        </p:tav>
                                        <p:tav tm="100000">
                                          <p:val>
                                            <p:strVal val="#ppt_h"/>
                                          </p:val>
                                        </p:tav>
                                      </p:tavLst>
                                    </p:anim>
                                    <p:anim calcmode="lin" valueType="num">
                                      <p:cBhvr>
                                        <p:cTn id="361" dur="2000" fill="hold"/>
                                        <p:tgtEl>
                                          <p:spTgt spid="44"/>
                                        </p:tgtEl>
                                        <p:attrNameLst>
                                          <p:attrName>ppt_w</p:attrName>
                                        </p:attrNameLst>
                                      </p:cBhvr>
                                      <p:tavLst>
                                        <p:tav tm="0">
                                          <p:val>
                                            <p:fltVal val="0"/>
                                          </p:val>
                                        </p:tav>
                                        <p:tav tm="100000">
                                          <p:val>
                                            <p:strVal val="#ppt_w"/>
                                          </p:val>
                                        </p:tav>
                                      </p:tavLst>
                                    </p:anim>
                                  </p:childTnLst>
                                </p:cTn>
                              </p:par>
                              <p:par>
                                <p:cTn id="362" presetID="35" presetClass="entr" presetSubtype="0" fill="hold" grpId="0" nodeType="withEffect">
                                  <p:stCondLst>
                                    <p:cond delay="0"/>
                                  </p:stCondLst>
                                  <p:childTnLst>
                                    <p:set>
                                      <p:cBhvr>
                                        <p:cTn id="363" dur="1" fill="hold">
                                          <p:stCondLst>
                                            <p:cond delay="0"/>
                                          </p:stCondLst>
                                        </p:cTn>
                                        <p:tgtEl>
                                          <p:spTgt spid="45"/>
                                        </p:tgtEl>
                                        <p:attrNameLst>
                                          <p:attrName>style.visibility</p:attrName>
                                        </p:attrNameLst>
                                      </p:cBhvr>
                                      <p:to>
                                        <p:strVal val="visible"/>
                                      </p:to>
                                    </p:set>
                                    <p:animEffect transition="in" filter="fade">
                                      <p:cBhvr>
                                        <p:cTn id="364" dur="2000"/>
                                        <p:tgtEl>
                                          <p:spTgt spid="45"/>
                                        </p:tgtEl>
                                      </p:cBhvr>
                                    </p:animEffect>
                                    <p:anim calcmode="lin" valueType="num">
                                      <p:cBhvr>
                                        <p:cTn id="365" dur="2000" fill="hold"/>
                                        <p:tgtEl>
                                          <p:spTgt spid="45"/>
                                        </p:tgtEl>
                                        <p:attrNameLst>
                                          <p:attrName>style.rotation</p:attrName>
                                        </p:attrNameLst>
                                      </p:cBhvr>
                                      <p:tavLst>
                                        <p:tav tm="0">
                                          <p:val>
                                            <p:fltVal val="720"/>
                                          </p:val>
                                        </p:tav>
                                        <p:tav tm="100000">
                                          <p:val>
                                            <p:fltVal val="0"/>
                                          </p:val>
                                        </p:tav>
                                      </p:tavLst>
                                    </p:anim>
                                    <p:anim calcmode="lin" valueType="num">
                                      <p:cBhvr>
                                        <p:cTn id="366" dur="2000" fill="hold"/>
                                        <p:tgtEl>
                                          <p:spTgt spid="45"/>
                                        </p:tgtEl>
                                        <p:attrNameLst>
                                          <p:attrName>ppt_h</p:attrName>
                                        </p:attrNameLst>
                                      </p:cBhvr>
                                      <p:tavLst>
                                        <p:tav tm="0">
                                          <p:val>
                                            <p:fltVal val="0"/>
                                          </p:val>
                                        </p:tav>
                                        <p:tav tm="100000">
                                          <p:val>
                                            <p:strVal val="#ppt_h"/>
                                          </p:val>
                                        </p:tav>
                                      </p:tavLst>
                                    </p:anim>
                                    <p:anim calcmode="lin" valueType="num">
                                      <p:cBhvr>
                                        <p:cTn id="367" dur="2000" fill="hold"/>
                                        <p:tgtEl>
                                          <p:spTgt spid="45"/>
                                        </p:tgtEl>
                                        <p:attrNameLst>
                                          <p:attrName>ppt_w</p:attrName>
                                        </p:attrNameLst>
                                      </p:cBhvr>
                                      <p:tavLst>
                                        <p:tav tm="0">
                                          <p:val>
                                            <p:fltVal val="0"/>
                                          </p:val>
                                        </p:tav>
                                        <p:tav tm="100000">
                                          <p:val>
                                            <p:strVal val="#ppt_w"/>
                                          </p:val>
                                        </p:tav>
                                      </p:tavLst>
                                    </p:anim>
                                  </p:childTnLst>
                                </p:cTn>
                              </p:par>
                            </p:childTnLst>
                          </p:cTn>
                        </p:par>
                        <p:par>
                          <p:cTn id="368" fill="hold">
                            <p:stCondLst>
                              <p:cond delay="2000"/>
                            </p:stCondLst>
                            <p:childTnLst>
                              <p:par>
                                <p:cTn id="369" presetID="56" presetClass="path" presetSubtype="0" accel="50000" decel="50000" fill="hold" grpId="1" nodeType="afterEffect">
                                  <p:stCondLst>
                                    <p:cond delay="0"/>
                                  </p:stCondLst>
                                  <p:childTnLst>
                                    <p:animMotion origin="layout" path="M -1.04167E-6 -4.44444E-6 L 0.14714 0.03519 " pathEditMode="relative" rAng="0" ptsTypes="AA">
                                      <p:cBhvr>
                                        <p:cTn id="370" dur="2000" fill="hold"/>
                                        <p:tgtEl>
                                          <p:spTgt spid="43"/>
                                        </p:tgtEl>
                                        <p:attrNameLst>
                                          <p:attrName>ppt_x</p:attrName>
                                          <p:attrName>ppt_y</p:attrName>
                                        </p:attrNameLst>
                                      </p:cBhvr>
                                      <p:rCtr x="7357" y="1759"/>
                                    </p:animMotion>
                                  </p:childTnLst>
                                </p:cTn>
                              </p:par>
                              <p:par>
                                <p:cTn id="371" presetID="63" presetClass="path" presetSubtype="0" accel="50000" decel="50000" fill="hold" grpId="1" nodeType="withEffect">
                                  <p:stCondLst>
                                    <p:cond delay="0"/>
                                  </p:stCondLst>
                                  <p:childTnLst>
                                    <p:animMotion origin="layout" path="M 2.91667E-6 -4.44444E-6 L 0.21341 0.03403 " pathEditMode="relative" rAng="0" ptsTypes="AA">
                                      <p:cBhvr>
                                        <p:cTn id="372" dur="2000" fill="hold"/>
                                        <p:tgtEl>
                                          <p:spTgt spid="44"/>
                                        </p:tgtEl>
                                        <p:attrNameLst>
                                          <p:attrName>ppt_x</p:attrName>
                                          <p:attrName>ppt_y</p:attrName>
                                        </p:attrNameLst>
                                      </p:cBhvr>
                                      <p:rCtr x="10664" y="1690"/>
                                    </p:animMotion>
                                  </p:childTnLst>
                                </p:cTn>
                              </p:par>
                              <p:par>
                                <p:cTn id="373" presetID="63" presetClass="path" presetSubtype="0" accel="50000" decel="50000" fill="hold" grpId="1" nodeType="withEffect">
                                  <p:stCondLst>
                                    <p:cond delay="0"/>
                                  </p:stCondLst>
                                  <p:childTnLst>
                                    <p:animMotion origin="layout" path="M -3.75E-6 -4.44444E-6 L 0.16954 0.0338 " pathEditMode="relative" rAng="0" ptsTypes="AA">
                                      <p:cBhvr>
                                        <p:cTn id="374" dur="2000" fill="hold"/>
                                        <p:tgtEl>
                                          <p:spTgt spid="45"/>
                                        </p:tgtEl>
                                        <p:attrNameLst>
                                          <p:attrName>ppt_x</p:attrName>
                                          <p:attrName>ppt_y</p:attrName>
                                        </p:attrNameLst>
                                      </p:cBhvr>
                                      <p:rCtr x="8477" y="1690"/>
                                    </p:animMotion>
                                  </p:childTnLst>
                                </p:cTn>
                              </p:par>
                            </p:childTnLst>
                          </p:cTn>
                        </p:par>
                        <p:par>
                          <p:cTn id="375" fill="hold">
                            <p:stCondLst>
                              <p:cond delay="4000"/>
                            </p:stCondLst>
                            <p:childTnLst>
                              <p:par>
                                <p:cTn id="376" presetID="42" presetClass="path" presetSubtype="0" accel="50000" decel="50000" fill="hold" grpId="5" nodeType="afterEffect">
                                  <p:stCondLst>
                                    <p:cond delay="0"/>
                                  </p:stCondLst>
                                  <p:childTnLst>
                                    <p:animMotion origin="layout" path="M 0.00039 0.13518 L 0.00052 0.16875 " pathEditMode="relative" rAng="0" ptsTypes="AA">
                                      <p:cBhvr>
                                        <p:cTn id="377" dur="1500" fill="hold"/>
                                        <p:tgtEl>
                                          <p:spTgt spid="39"/>
                                        </p:tgtEl>
                                        <p:attrNameLst>
                                          <p:attrName>ppt_x</p:attrName>
                                          <p:attrName>ppt_y</p:attrName>
                                        </p:attrNameLst>
                                      </p:cBhvr>
                                      <p:rCtr x="0" y="1667"/>
                                    </p:animMotion>
                                  </p:childTnLst>
                                </p:cTn>
                              </p:par>
                            </p:childTnLst>
                          </p:cTn>
                        </p:par>
                        <p:par>
                          <p:cTn id="378" fill="hold">
                            <p:stCondLst>
                              <p:cond delay="5500"/>
                            </p:stCondLst>
                            <p:childTnLst>
                              <p:par>
                                <p:cTn id="379" presetID="42" presetClass="path" presetSubtype="0" accel="50000" decel="50000" fill="hold" grpId="6" nodeType="afterEffect">
                                  <p:stCondLst>
                                    <p:cond delay="0"/>
                                  </p:stCondLst>
                                  <p:childTnLst>
                                    <p:animMotion origin="layout" path="M 0.00052 0.16875 L 0.00026 0.20231 " pathEditMode="relative" rAng="0" ptsTypes="AA">
                                      <p:cBhvr>
                                        <p:cTn id="380" dur="1500" fill="hold"/>
                                        <p:tgtEl>
                                          <p:spTgt spid="39"/>
                                        </p:tgtEl>
                                        <p:attrNameLst>
                                          <p:attrName>ppt_x</p:attrName>
                                          <p:attrName>ppt_y</p:attrName>
                                        </p:attrNameLst>
                                      </p:cBhvr>
                                      <p:rCtr x="-13" y="1667"/>
                                    </p:animMotion>
                                  </p:childTnLst>
                                </p:cTn>
                              </p:par>
                            </p:childTnLst>
                          </p:cTn>
                        </p:par>
                        <p:par>
                          <p:cTn id="381" fill="hold">
                            <p:stCondLst>
                              <p:cond delay="7000"/>
                            </p:stCondLst>
                            <p:childTnLst>
                              <p:par>
                                <p:cTn id="382" presetID="42" presetClass="path" presetSubtype="0" accel="50000" decel="50000" fill="hold" grpId="7" nodeType="afterEffect">
                                  <p:stCondLst>
                                    <p:cond delay="0"/>
                                  </p:stCondLst>
                                  <p:childTnLst>
                                    <p:animMotion origin="layout" path="M 0.00026 0.20231 L 4.16667E-7 0.23588 " pathEditMode="relative" rAng="0" ptsTypes="AA">
                                      <p:cBhvr>
                                        <p:cTn id="383" dur="1500" fill="hold"/>
                                        <p:tgtEl>
                                          <p:spTgt spid="39"/>
                                        </p:tgtEl>
                                        <p:attrNameLst>
                                          <p:attrName>ppt_x</p:attrName>
                                          <p:attrName>ppt_y</p:attrName>
                                        </p:attrNameLst>
                                      </p:cBhvr>
                                      <p:rCtr x="-13" y="1667"/>
                                    </p:animMotion>
                                  </p:childTnLst>
                                </p:cTn>
                              </p:par>
                            </p:childTnLst>
                          </p:cTn>
                        </p:par>
                        <p:par>
                          <p:cTn id="384" fill="hold">
                            <p:stCondLst>
                              <p:cond delay="8500"/>
                            </p:stCondLst>
                            <p:childTnLst>
                              <p:par>
                                <p:cTn id="385" presetID="16" presetClass="exit" presetSubtype="21" fill="hold" grpId="8" nodeType="afterEffect">
                                  <p:stCondLst>
                                    <p:cond delay="0"/>
                                  </p:stCondLst>
                                  <p:childTnLst>
                                    <p:animEffect transition="out" filter="barn(inVertical)">
                                      <p:cBhvr>
                                        <p:cTn id="386" dur="500"/>
                                        <p:tgtEl>
                                          <p:spTgt spid="39"/>
                                        </p:tgtEl>
                                      </p:cBhvr>
                                    </p:animEffect>
                                    <p:set>
                                      <p:cBhvr>
                                        <p:cTn id="387" dur="1" fill="hold">
                                          <p:stCondLst>
                                            <p:cond delay="499"/>
                                          </p:stCondLst>
                                        </p:cTn>
                                        <p:tgtEl>
                                          <p:spTgt spid="39"/>
                                        </p:tgtEl>
                                        <p:attrNameLst>
                                          <p:attrName>style.visibility</p:attrName>
                                        </p:attrNameLst>
                                      </p:cBhvr>
                                      <p:to>
                                        <p:strVal val="hidden"/>
                                      </p:to>
                                    </p:set>
                                  </p:childTnLst>
                                </p:cTn>
                              </p:par>
                            </p:childTnLst>
                          </p:cTn>
                        </p:par>
                      </p:childTnLst>
                    </p:cTn>
                  </p:par>
                  <p:par>
                    <p:cTn id="388" fill="hold">
                      <p:stCondLst>
                        <p:cond delay="indefinite"/>
                      </p:stCondLst>
                      <p:childTnLst>
                        <p:par>
                          <p:cTn id="389" fill="hold">
                            <p:stCondLst>
                              <p:cond delay="0"/>
                            </p:stCondLst>
                            <p:childTnLst>
                              <p:par>
                                <p:cTn id="390" presetID="35" presetClass="entr" presetSubtype="0" fill="hold" grpId="0" nodeType="clickEffect">
                                  <p:stCondLst>
                                    <p:cond delay="0"/>
                                  </p:stCondLst>
                                  <p:childTnLst>
                                    <p:set>
                                      <p:cBhvr>
                                        <p:cTn id="391" dur="1" fill="hold">
                                          <p:stCondLst>
                                            <p:cond delay="0"/>
                                          </p:stCondLst>
                                        </p:cTn>
                                        <p:tgtEl>
                                          <p:spTgt spid="70"/>
                                        </p:tgtEl>
                                        <p:attrNameLst>
                                          <p:attrName>style.visibility</p:attrName>
                                        </p:attrNameLst>
                                      </p:cBhvr>
                                      <p:to>
                                        <p:strVal val="visible"/>
                                      </p:to>
                                    </p:set>
                                    <p:animEffect transition="in" filter="fade">
                                      <p:cBhvr>
                                        <p:cTn id="392" dur="2000"/>
                                        <p:tgtEl>
                                          <p:spTgt spid="70"/>
                                        </p:tgtEl>
                                      </p:cBhvr>
                                    </p:animEffect>
                                    <p:anim calcmode="lin" valueType="num">
                                      <p:cBhvr>
                                        <p:cTn id="393" dur="2000" fill="hold"/>
                                        <p:tgtEl>
                                          <p:spTgt spid="70"/>
                                        </p:tgtEl>
                                        <p:attrNameLst>
                                          <p:attrName>style.rotation</p:attrName>
                                        </p:attrNameLst>
                                      </p:cBhvr>
                                      <p:tavLst>
                                        <p:tav tm="0">
                                          <p:val>
                                            <p:fltVal val="720"/>
                                          </p:val>
                                        </p:tav>
                                        <p:tav tm="100000">
                                          <p:val>
                                            <p:fltVal val="0"/>
                                          </p:val>
                                        </p:tav>
                                      </p:tavLst>
                                    </p:anim>
                                    <p:anim calcmode="lin" valueType="num">
                                      <p:cBhvr>
                                        <p:cTn id="394" dur="2000" fill="hold"/>
                                        <p:tgtEl>
                                          <p:spTgt spid="70"/>
                                        </p:tgtEl>
                                        <p:attrNameLst>
                                          <p:attrName>ppt_h</p:attrName>
                                        </p:attrNameLst>
                                      </p:cBhvr>
                                      <p:tavLst>
                                        <p:tav tm="0">
                                          <p:val>
                                            <p:fltVal val="0"/>
                                          </p:val>
                                        </p:tav>
                                        <p:tav tm="100000">
                                          <p:val>
                                            <p:strVal val="#ppt_h"/>
                                          </p:val>
                                        </p:tav>
                                      </p:tavLst>
                                    </p:anim>
                                    <p:anim calcmode="lin" valueType="num">
                                      <p:cBhvr>
                                        <p:cTn id="395" dur="2000" fill="hold"/>
                                        <p:tgtEl>
                                          <p:spTgt spid="70"/>
                                        </p:tgtEl>
                                        <p:attrNameLst>
                                          <p:attrName>ppt_w</p:attrName>
                                        </p:attrNameLst>
                                      </p:cBhvr>
                                      <p:tavLst>
                                        <p:tav tm="0">
                                          <p:val>
                                            <p:fltVal val="0"/>
                                          </p:val>
                                        </p:tav>
                                        <p:tav tm="100000">
                                          <p:val>
                                            <p:strVal val="#ppt_w"/>
                                          </p:val>
                                        </p:tav>
                                      </p:tavLst>
                                    </p:anim>
                                  </p:childTnLst>
                                </p:cTn>
                              </p:par>
                            </p:childTnLst>
                          </p:cTn>
                        </p:par>
                        <p:par>
                          <p:cTn id="396" fill="hold">
                            <p:stCondLst>
                              <p:cond delay="2000"/>
                            </p:stCondLst>
                            <p:childTnLst>
                              <p:par>
                                <p:cTn id="397" presetID="63" presetClass="path" presetSubtype="0" accel="50000" decel="50000" fill="hold" grpId="1" nodeType="afterEffect">
                                  <p:stCondLst>
                                    <p:cond delay="0"/>
                                  </p:stCondLst>
                                  <p:childTnLst>
                                    <p:animMotion origin="layout" path="M -3.125E-6 3.33333E-6 L 0.00795 0.07129 " pathEditMode="relative" rAng="0" ptsTypes="AA">
                                      <p:cBhvr>
                                        <p:cTn id="398" dur="2000" fill="hold"/>
                                        <p:tgtEl>
                                          <p:spTgt spid="70"/>
                                        </p:tgtEl>
                                        <p:attrNameLst>
                                          <p:attrName>ppt_x</p:attrName>
                                          <p:attrName>ppt_y</p:attrName>
                                        </p:attrNameLst>
                                      </p:cBhvr>
                                      <p:rCtr x="391" y="3565"/>
                                    </p:animMotion>
                                  </p:childTnLst>
                                </p:cTn>
                              </p:par>
                            </p:childTnLst>
                          </p:cTn>
                        </p:par>
                        <p:par>
                          <p:cTn id="399" fill="hold">
                            <p:stCondLst>
                              <p:cond delay="4000"/>
                            </p:stCondLst>
                            <p:childTnLst>
                              <p:par>
                                <p:cTn id="400" presetID="16" presetClass="exit" presetSubtype="21" fill="hold" grpId="2" nodeType="afterEffect">
                                  <p:stCondLst>
                                    <p:cond delay="0"/>
                                  </p:stCondLst>
                                  <p:childTnLst>
                                    <p:animEffect transition="out" filter="barn(inVertical)">
                                      <p:cBhvr>
                                        <p:cTn id="401" dur="500"/>
                                        <p:tgtEl>
                                          <p:spTgt spid="70"/>
                                        </p:tgtEl>
                                      </p:cBhvr>
                                    </p:animEffect>
                                    <p:set>
                                      <p:cBhvr>
                                        <p:cTn id="402" dur="1" fill="hold">
                                          <p:stCondLst>
                                            <p:cond delay="499"/>
                                          </p:stCondLst>
                                        </p:cTn>
                                        <p:tgtEl>
                                          <p:spTgt spid="70"/>
                                        </p:tgtEl>
                                        <p:attrNameLst>
                                          <p:attrName>style.visibility</p:attrName>
                                        </p:attrNameLst>
                                      </p:cBhvr>
                                      <p:to>
                                        <p:strVal val="hidden"/>
                                      </p:to>
                                    </p:set>
                                  </p:childTnLst>
                                </p:cTn>
                              </p:par>
                            </p:childTnLst>
                          </p:cTn>
                        </p:par>
                        <p:par>
                          <p:cTn id="403" fill="hold">
                            <p:stCondLst>
                              <p:cond delay="4500"/>
                            </p:stCondLst>
                            <p:childTnLst>
                              <p:par>
                                <p:cTn id="404" presetID="16" presetClass="exit" presetSubtype="21" fill="hold" grpId="1" nodeType="afterEffect">
                                  <p:stCondLst>
                                    <p:cond delay="0"/>
                                  </p:stCondLst>
                                  <p:childTnLst>
                                    <p:animEffect transition="out" filter="barn(inVertical)">
                                      <p:cBhvr>
                                        <p:cTn id="405" dur="500"/>
                                        <p:tgtEl>
                                          <p:spTgt spid="69"/>
                                        </p:tgtEl>
                                      </p:cBhvr>
                                    </p:animEffect>
                                    <p:set>
                                      <p:cBhvr>
                                        <p:cTn id="406" dur="1" fill="hold">
                                          <p:stCondLst>
                                            <p:cond delay="499"/>
                                          </p:stCondLst>
                                        </p:cTn>
                                        <p:tgtEl>
                                          <p:spTgt spid="69"/>
                                        </p:tgtEl>
                                        <p:attrNameLst>
                                          <p:attrName>style.visibility</p:attrName>
                                        </p:attrNameLst>
                                      </p:cBhvr>
                                      <p:to>
                                        <p:strVal val="hidden"/>
                                      </p:to>
                                    </p:set>
                                  </p:childTnLst>
                                </p:cTn>
                              </p:par>
                            </p:childTnLst>
                          </p:cTn>
                        </p:par>
                        <p:par>
                          <p:cTn id="407" fill="hold">
                            <p:stCondLst>
                              <p:cond delay="5000"/>
                            </p:stCondLst>
                            <p:childTnLst>
                              <p:par>
                                <p:cTn id="408" presetID="35" presetClass="entr" presetSubtype="0" fill="hold" grpId="0" nodeType="afterEffect">
                                  <p:stCondLst>
                                    <p:cond delay="0"/>
                                  </p:stCondLst>
                                  <p:childTnLst>
                                    <p:set>
                                      <p:cBhvr>
                                        <p:cTn id="409" dur="1" fill="hold">
                                          <p:stCondLst>
                                            <p:cond delay="0"/>
                                          </p:stCondLst>
                                        </p:cTn>
                                        <p:tgtEl>
                                          <p:spTgt spid="71"/>
                                        </p:tgtEl>
                                        <p:attrNameLst>
                                          <p:attrName>style.visibility</p:attrName>
                                        </p:attrNameLst>
                                      </p:cBhvr>
                                      <p:to>
                                        <p:strVal val="visible"/>
                                      </p:to>
                                    </p:set>
                                    <p:animEffect transition="in" filter="fade">
                                      <p:cBhvr>
                                        <p:cTn id="410" dur="2000"/>
                                        <p:tgtEl>
                                          <p:spTgt spid="71"/>
                                        </p:tgtEl>
                                      </p:cBhvr>
                                    </p:animEffect>
                                    <p:anim calcmode="lin" valueType="num">
                                      <p:cBhvr>
                                        <p:cTn id="411" dur="2000" fill="hold"/>
                                        <p:tgtEl>
                                          <p:spTgt spid="71"/>
                                        </p:tgtEl>
                                        <p:attrNameLst>
                                          <p:attrName>style.rotation</p:attrName>
                                        </p:attrNameLst>
                                      </p:cBhvr>
                                      <p:tavLst>
                                        <p:tav tm="0">
                                          <p:val>
                                            <p:fltVal val="720"/>
                                          </p:val>
                                        </p:tav>
                                        <p:tav tm="100000">
                                          <p:val>
                                            <p:fltVal val="0"/>
                                          </p:val>
                                        </p:tav>
                                      </p:tavLst>
                                    </p:anim>
                                    <p:anim calcmode="lin" valueType="num">
                                      <p:cBhvr>
                                        <p:cTn id="412" dur="2000" fill="hold"/>
                                        <p:tgtEl>
                                          <p:spTgt spid="71"/>
                                        </p:tgtEl>
                                        <p:attrNameLst>
                                          <p:attrName>ppt_h</p:attrName>
                                        </p:attrNameLst>
                                      </p:cBhvr>
                                      <p:tavLst>
                                        <p:tav tm="0">
                                          <p:val>
                                            <p:fltVal val="0"/>
                                          </p:val>
                                        </p:tav>
                                        <p:tav tm="100000">
                                          <p:val>
                                            <p:strVal val="#ppt_h"/>
                                          </p:val>
                                        </p:tav>
                                      </p:tavLst>
                                    </p:anim>
                                    <p:anim calcmode="lin" valueType="num">
                                      <p:cBhvr>
                                        <p:cTn id="413" dur="2000" fill="hold"/>
                                        <p:tgtEl>
                                          <p:spTgt spid="71"/>
                                        </p:tgtEl>
                                        <p:attrNameLst>
                                          <p:attrName>ppt_w</p:attrName>
                                        </p:attrNameLst>
                                      </p:cBhvr>
                                      <p:tavLst>
                                        <p:tav tm="0">
                                          <p:val>
                                            <p:fltVal val="0"/>
                                          </p:val>
                                        </p:tav>
                                        <p:tav tm="100000">
                                          <p:val>
                                            <p:strVal val="#ppt_w"/>
                                          </p:val>
                                        </p:tav>
                                      </p:tavLst>
                                    </p:anim>
                                  </p:childTnLst>
                                </p:cTn>
                              </p:par>
                            </p:childTnLst>
                          </p:cTn>
                        </p:par>
                      </p:childTnLst>
                    </p:cTn>
                  </p:par>
                  <p:par>
                    <p:cTn id="414" fill="hold">
                      <p:stCondLst>
                        <p:cond delay="indefinite"/>
                      </p:stCondLst>
                      <p:childTnLst>
                        <p:par>
                          <p:cTn id="415" fill="hold">
                            <p:stCondLst>
                              <p:cond delay="0"/>
                            </p:stCondLst>
                            <p:childTnLst>
                              <p:par>
                                <p:cTn id="416" presetID="47" presetClass="entr" presetSubtype="0" fill="hold" grpId="0" nodeType="clickEffect">
                                  <p:stCondLst>
                                    <p:cond delay="0"/>
                                  </p:stCondLst>
                                  <p:childTnLst>
                                    <p:set>
                                      <p:cBhvr>
                                        <p:cTn id="417" dur="1" fill="hold">
                                          <p:stCondLst>
                                            <p:cond delay="0"/>
                                          </p:stCondLst>
                                        </p:cTn>
                                        <p:tgtEl>
                                          <p:spTgt spid="46"/>
                                        </p:tgtEl>
                                        <p:attrNameLst>
                                          <p:attrName>style.visibility</p:attrName>
                                        </p:attrNameLst>
                                      </p:cBhvr>
                                      <p:to>
                                        <p:strVal val="visible"/>
                                      </p:to>
                                    </p:set>
                                    <p:animEffect transition="in" filter="fade">
                                      <p:cBhvr>
                                        <p:cTn id="418" dur="1000"/>
                                        <p:tgtEl>
                                          <p:spTgt spid="46"/>
                                        </p:tgtEl>
                                      </p:cBhvr>
                                    </p:animEffect>
                                    <p:anim calcmode="lin" valueType="num">
                                      <p:cBhvr>
                                        <p:cTn id="419" dur="1000" fill="hold"/>
                                        <p:tgtEl>
                                          <p:spTgt spid="46"/>
                                        </p:tgtEl>
                                        <p:attrNameLst>
                                          <p:attrName>ppt_x</p:attrName>
                                        </p:attrNameLst>
                                      </p:cBhvr>
                                      <p:tavLst>
                                        <p:tav tm="0">
                                          <p:val>
                                            <p:strVal val="#ppt_x"/>
                                          </p:val>
                                        </p:tav>
                                        <p:tav tm="100000">
                                          <p:val>
                                            <p:strVal val="#ppt_x"/>
                                          </p:val>
                                        </p:tav>
                                      </p:tavLst>
                                    </p:anim>
                                    <p:anim calcmode="lin" valueType="num">
                                      <p:cBhvr>
                                        <p:cTn id="420" dur="1000" fill="hold"/>
                                        <p:tgtEl>
                                          <p:spTgt spid="46"/>
                                        </p:tgtEl>
                                        <p:attrNameLst>
                                          <p:attrName>ppt_y</p:attrName>
                                        </p:attrNameLst>
                                      </p:cBhvr>
                                      <p:tavLst>
                                        <p:tav tm="0">
                                          <p:val>
                                            <p:strVal val="#ppt_y-.1"/>
                                          </p:val>
                                        </p:tav>
                                        <p:tav tm="100000">
                                          <p:val>
                                            <p:strVal val="#ppt_y"/>
                                          </p:val>
                                        </p:tav>
                                      </p:tavLst>
                                    </p:anim>
                                  </p:childTnLst>
                                </p:cTn>
                              </p:par>
                            </p:childTnLst>
                          </p:cTn>
                        </p:par>
                        <p:par>
                          <p:cTn id="421" fill="hold">
                            <p:stCondLst>
                              <p:cond delay="1000"/>
                            </p:stCondLst>
                            <p:childTnLst>
                              <p:par>
                                <p:cTn id="422" presetID="42" presetClass="path" presetSubtype="0" accel="50000" decel="50000" fill="hold" grpId="1" nodeType="afterEffect">
                                  <p:stCondLst>
                                    <p:cond delay="0"/>
                                  </p:stCondLst>
                                  <p:childTnLst>
                                    <p:animMotion origin="layout" path="M 4.16667E-7 3.7037E-6 L -0.00065 0.03472 " pathEditMode="relative" rAng="0" ptsTypes="AA">
                                      <p:cBhvr>
                                        <p:cTn id="423" dur="1500" fill="hold"/>
                                        <p:tgtEl>
                                          <p:spTgt spid="46"/>
                                        </p:tgtEl>
                                        <p:attrNameLst>
                                          <p:attrName>ppt_x</p:attrName>
                                          <p:attrName>ppt_y</p:attrName>
                                        </p:attrNameLst>
                                      </p:cBhvr>
                                      <p:rCtr x="-39" y="1736"/>
                                    </p:animMotion>
                                  </p:childTnLst>
                                </p:cTn>
                              </p:par>
                            </p:childTnLst>
                          </p:cTn>
                        </p:par>
                        <p:par>
                          <p:cTn id="424" fill="hold">
                            <p:stCondLst>
                              <p:cond delay="2500"/>
                            </p:stCondLst>
                            <p:childTnLst>
                              <p:par>
                                <p:cTn id="425" presetID="42" presetClass="path" presetSubtype="0" accel="50000" decel="50000" fill="hold" grpId="2" nodeType="afterEffect">
                                  <p:stCondLst>
                                    <p:cond delay="0"/>
                                  </p:stCondLst>
                                  <p:childTnLst>
                                    <p:animMotion origin="layout" path="M -0.00013 0.03472 L -0.00039 0.06666 " pathEditMode="relative" rAng="0" ptsTypes="AA">
                                      <p:cBhvr>
                                        <p:cTn id="426" dur="1500" fill="hold"/>
                                        <p:tgtEl>
                                          <p:spTgt spid="46"/>
                                        </p:tgtEl>
                                        <p:attrNameLst>
                                          <p:attrName>ppt_x</p:attrName>
                                          <p:attrName>ppt_y</p:attrName>
                                        </p:attrNameLst>
                                      </p:cBhvr>
                                      <p:rCtr x="-13" y="1597"/>
                                    </p:animMotion>
                                  </p:childTnLst>
                                </p:cTn>
                              </p:par>
                            </p:childTnLst>
                          </p:cTn>
                        </p:par>
                        <p:par>
                          <p:cTn id="427" fill="hold">
                            <p:stCondLst>
                              <p:cond delay="4000"/>
                            </p:stCondLst>
                            <p:childTnLst>
                              <p:par>
                                <p:cTn id="428" presetID="42" presetClass="path" presetSubtype="0" accel="50000" decel="50000" fill="hold" grpId="3" nodeType="afterEffect">
                                  <p:stCondLst>
                                    <p:cond delay="0"/>
                                  </p:stCondLst>
                                  <p:childTnLst>
                                    <p:animMotion origin="layout" path="M 0.00039 0.06851 L 0.00065 0.10185 " pathEditMode="relative" rAng="0" ptsTypes="AA">
                                      <p:cBhvr>
                                        <p:cTn id="429" dur="1500" fill="hold"/>
                                        <p:tgtEl>
                                          <p:spTgt spid="46"/>
                                        </p:tgtEl>
                                        <p:attrNameLst>
                                          <p:attrName>ppt_x</p:attrName>
                                          <p:attrName>ppt_y</p:attrName>
                                        </p:attrNameLst>
                                      </p:cBhvr>
                                      <p:rCtr x="13" y="1667"/>
                                    </p:animMotion>
                                  </p:childTnLst>
                                </p:cTn>
                              </p:par>
                            </p:childTnLst>
                          </p:cTn>
                        </p:par>
                        <p:par>
                          <p:cTn id="430" fill="hold">
                            <p:stCondLst>
                              <p:cond delay="5500"/>
                            </p:stCondLst>
                            <p:childTnLst>
                              <p:par>
                                <p:cTn id="431" presetID="42" presetClass="path" presetSubtype="0" accel="50000" decel="50000" fill="hold" grpId="4" nodeType="afterEffect">
                                  <p:stCondLst>
                                    <p:cond delay="0"/>
                                  </p:stCondLst>
                                  <p:childTnLst>
                                    <p:animMotion origin="layout" path="M 0.00065 0.10185 L 0.00039 0.13518 " pathEditMode="relative" rAng="0" ptsTypes="AA">
                                      <p:cBhvr>
                                        <p:cTn id="432" dur="1500" fill="hold"/>
                                        <p:tgtEl>
                                          <p:spTgt spid="46"/>
                                        </p:tgtEl>
                                        <p:attrNameLst>
                                          <p:attrName>ppt_x</p:attrName>
                                          <p:attrName>ppt_y</p:attrName>
                                        </p:attrNameLst>
                                      </p:cBhvr>
                                      <p:rCtr x="-13" y="1667"/>
                                    </p:animMotion>
                                  </p:childTnLst>
                                </p:cTn>
                              </p:par>
                            </p:childTnLst>
                          </p:cTn>
                        </p:par>
                        <p:par>
                          <p:cTn id="433" fill="hold">
                            <p:stCondLst>
                              <p:cond delay="7000"/>
                            </p:stCondLst>
                            <p:childTnLst>
                              <p:par>
                                <p:cTn id="434" presetID="42" presetClass="path" presetSubtype="0" accel="50000" decel="50000" fill="hold" grpId="5" nodeType="afterEffect">
                                  <p:stCondLst>
                                    <p:cond delay="0"/>
                                  </p:stCondLst>
                                  <p:childTnLst>
                                    <p:animMotion origin="layout" path="M 0.00039 0.13518 L 0.00052 0.16875 " pathEditMode="relative" rAng="0" ptsTypes="AA">
                                      <p:cBhvr>
                                        <p:cTn id="435" dur="1500" fill="hold"/>
                                        <p:tgtEl>
                                          <p:spTgt spid="46"/>
                                        </p:tgtEl>
                                        <p:attrNameLst>
                                          <p:attrName>ppt_x</p:attrName>
                                          <p:attrName>ppt_y</p:attrName>
                                        </p:attrNameLst>
                                      </p:cBhvr>
                                      <p:rCtr x="0" y="1667"/>
                                    </p:animMotion>
                                  </p:childTnLst>
                                </p:cTn>
                              </p:par>
                            </p:childTnLst>
                          </p:cTn>
                        </p:par>
                        <p:par>
                          <p:cTn id="436" fill="hold">
                            <p:stCondLst>
                              <p:cond delay="8500"/>
                            </p:stCondLst>
                            <p:childTnLst>
                              <p:par>
                                <p:cTn id="437" presetID="42" presetClass="path" presetSubtype="0" accel="50000" decel="50000" fill="hold" grpId="6" nodeType="afterEffect">
                                  <p:stCondLst>
                                    <p:cond delay="0"/>
                                  </p:stCondLst>
                                  <p:childTnLst>
                                    <p:animMotion origin="layout" path="M 0.00052 0.16875 L 0.00026 0.20231 " pathEditMode="relative" rAng="0" ptsTypes="AA">
                                      <p:cBhvr>
                                        <p:cTn id="438" dur="1500" fill="hold"/>
                                        <p:tgtEl>
                                          <p:spTgt spid="46"/>
                                        </p:tgtEl>
                                        <p:attrNameLst>
                                          <p:attrName>ppt_x</p:attrName>
                                          <p:attrName>ppt_y</p:attrName>
                                        </p:attrNameLst>
                                      </p:cBhvr>
                                      <p:rCtr x="-13" y="1667"/>
                                    </p:animMotion>
                                  </p:childTnLst>
                                </p:cTn>
                              </p:par>
                            </p:childTnLst>
                          </p:cTn>
                        </p:par>
                        <p:par>
                          <p:cTn id="439" fill="hold">
                            <p:stCondLst>
                              <p:cond delay="10000"/>
                            </p:stCondLst>
                            <p:childTnLst>
                              <p:par>
                                <p:cTn id="440" presetID="42" presetClass="path" presetSubtype="0" accel="50000" decel="50000" fill="hold" grpId="7" nodeType="afterEffect">
                                  <p:stCondLst>
                                    <p:cond delay="0"/>
                                  </p:stCondLst>
                                  <p:childTnLst>
                                    <p:animMotion origin="layout" path="M 0.00026 0.20231 L 4.16667E-7 0.23588 " pathEditMode="relative" rAng="0" ptsTypes="AA">
                                      <p:cBhvr>
                                        <p:cTn id="441" dur="1500" fill="hold"/>
                                        <p:tgtEl>
                                          <p:spTgt spid="46"/>
                                        </p:tgtEl>
                                        <p:attrNameLst>
                                          <p:attrName>ppt_x</p:attrName>
                                          <p:attrName>ppt_y</p:attrName>
                                        </p:attrNameLst>
                                      </p:cBhvr>
                                      <p:rCtr x="-13" y="1667"/>
                                    </p:animMotion>
                                  </p:childTnLst>
                                </p:cTn>
                              </p:par>
                            </p:childTnLst>
                          </p:cTn>
                        </p:par>
                      </p:childTnLst>
                    </p:cTn>
                  </p:par>
                  <p:par>
                    <p:cTn id="442" fill="hold">
                      <p:stCondLst>
                        <p:cond delay="indefinite"/>
                      </p:stCondLst>
                      <p:childTnLst>
                        <p:par>
                          <p:cTn id="443" fill="hold">
                            <p:stCondLst>
                              <p:cond delay="0"/>
                            </p:stCondLst>
                            <p:childTnLst>
                              <p:par>
                                <p:cTn id="444" presetID="35" presetClass="entr" presetSubtype="0" fill="hold" grpId="0" nodeType="clickEffect">
                                  <p:stCondLst>
                                    <p:cond delay="0"/>
                                  </p:stCondLst>
                                  <p:childTnLst>
                                    <p:set>
                                      <p:cBhvr>
                                        <p:cTn id="445" dur="1" fill="hold">
                                          <p:stCondLst>
                                            <p:cond delay="0"/>
                                          </p:stCondLst>
                                        </p:cTn>
                                        <p:tgtEl>
                                          <p:spTgt spid="47"/>
                                        </p:tgtEl>
                                        <p:attrNameLst>
                                          <p:attrName>style.visibility</p:attrName>
                                        </p:attrNameLst>
                                      </p:cBhvr>
                                      <p:to>
                                        <p:strVal val="visible"/>
                                      </p:to>
                                    </p:set>
                                    <p:animEffect transition="in" filter="fade">
                                      <p:cBhvr>
                                        <p:cTn id="446" dur="2000"/>
                                        <p:tgtEl>
                                          <p:spTgt spid="47"/>
                                        </p:tgtEl>
                                      </p:cBhvr>
                                    </p:animEffect>
                                    <p:anim calcmode="lin" valueType="num">
                                      <p:cBhvr>
                                        <p:cTn id="447" dur="2000" fill="hold"/>
                                        <p:tgtEl>
                                          <p:spTgt spid="47"/>
                                        </p:tgtEl>
                                        <p:attrNameLst>
                                          <p:attrName>style.rotation</p:attrName>
                                        </p:attrNameLst>
                                      </p:cBhvr>
                                      <p:tavLst>
                                        <p:tav tm="0">
                                          <p:val>
                                            <p:fltVal val="720"/>
                                          </p:val>
                                        </p:tav>
                                        <p:tav tm="100000">
                                          <p:val>
                                            <p:fltVal val="0"/>
                                          </p:val>
                                        </p:tav>
                                      </p:tavLst>
                                    </p:anim>
                                    <p:anim calcmode="lin" valueType="num">
                                      <p:cBhvr>
                                        <p:cTn id="448" dur="2000" fill="hold"/>
                                        <p:tgtEl>
                                          <p:spTgt spid="47"/>
                                        </p:tgtEl>
                                        <p:attrNameLst>
                                          <p:attrName>ppt_h</p:attrName>
                                        </p:attrNameLst>
                                      </p:cBhvr>
                                      <p:tavLst>
                                        <p:tav tm="0">
                                          <p:val>
                                            <p:fltVal val="0"/>
                                          </p:val>
                                        </p:tav>
                                        <p:tav tm="100000">
                                          <p:val>
                                            <p:strVal val="#ppt_h"/>
                                          </p:val>
                                        </p:tav>
                                      </p:tavLst>
                                    </p:anim>
                                    <p:anim calcmode="lin" valueType="num">
                                      <p:cBhvr>
                                        <p:cTn id="449" dur="2000" fill="hold"/>
                                        <p:tgtEl>
                                          <p:spTgt spid="47"/>
                                        </p:tgtEl>
                                        <p:attrNameLst>
                                          <p:attrName>ppt_w</p:attrName>
                                        </p:attrNameLst>
                                      </p:cBhvr>
                                      <p:tavLst>
                                        <p:tav tm="0">
                                          <p:val>
                                            <p:fltVal val="0"/>
                                          </p:val>
                                        </p:tav>
                                        <p:tav tm="100000">
                                          <p:val>
                                            <p:strVal val="#ppt_w"/>
                                          </p:val>
                                        </p:tav>
                                      </p:tavLst>
                                    </p:anim>
                                  </p:childTnLst>
                                </p:cTn>
                              </p:par>
                              <p:par>
                                <p:cTn id="450" presetID="35" presetClass="entr" presetSubtype="0" fill="hold" grpId="0" nodeType="withEffect">
                                  <p:stCondLst>
                                    <p:cond delay="0"/>
                                  </p:stCondLst>
                                  <p:childTnLst>
                                    <p:set>
                                      <p:cBhvr>
                                        <p:cTn id="451" dur="1" fill="hold">
                                          <p:stCondLst>
                                            <p:cond delay="0"/>
                                          </p:stCondLst>
                                        </p:cTn>
                                        <p:tgtEl>
                                          <p:spTgt spid="48"/>
                                        </p:tgtEl>
                                        <p:attrNameLst>
                                          <p:attrName>style.visibility</p:attrName>
                                        </p:attrNameLst>
                                      </p:cBhvr>
                                      <p:to>
                                        <p:strVal val="visible"/>
                                      </p:to>
                                    </p:set>
                                    <p:animEffect transition="in" filter="fade">
                                      <p:cBhvr>
                                        <p:cTn id="452" dur="2000"/>
                                        <p:tgtEl>
                                          <p:spTgt spid="48"/>
                                        </p:tgtEl>
                                      </p:cBhvr>
                                    </p:animEffect>
                                    <p:anim calcmode="lin" valueType="num">
                                      <p:cBhvr>
                                        <p:cTn id="453" dur="2000" fill="hold"/>
                                        <p:tgtEl>
                                          <p:spTgt spid="48"/>
                                        </p:tgtEl>
                                        <p:attrNameLst>
                                          <p:attrName>style.rotation</p:attrName>
                                        </p:attrNameLst>
                                      </p:cBhvr>
                                      <p:tavLst>
                                        <p:tav tm="0">
                                          <p:val>
                                            <p:fltVal val="720"/>
                                          </p:val>
                                        </p:tav>
                                        <p:tav tm="100000">
                                          <p:val>
                                            <p:fltVal val="0"/>
                                          </p:val>
                                        </p:tav>
                                      </p:tavLst>
                                    </p:anim>
                                    <p:anim calcmode="lin" valueType="num">
                                      <p:cBhvr>
                                        <p:cTn id="454" dur="2000" fill="hold"/>
                                        <p:tgtEl>
                                          <p:spTgt spid="48"/>
                                        </p:tgtEl>
                                        <p:attrNameLst>
                                          <p:attrName>ppt_h</p:attrName>
                                        </p:attrNameLst>
                                      </p:cBhvr>
                                      <p:tavLst>
                                        <p:tav tm="0">
                                          <p:val>
                                            <p:fltVal val="0"/>
                                          </p:val>
                                        </p:tav>
                                        <p:tav tm="100000">
                                          <p:val>
                                            <p:strVal val="#ppt_h"/>
                                          </p:val>
                                        </p:tav>
                                      </p:tavLst>
                                    </p:anim>
                                    <p:anim calcmode="lin" valueType="num">
                                      <p:cBhvr>
                                        <p:cTn id="455" dur="2000" fill="hold"/>
                                        <p:tgtEl>
                                          <p:spTgt spid="48"/>
                                        </p:tgtEl>
                                        <p:attrNameLst>
                                          <p:attrName>ppt_w</p:attrName>
                                        </p:attrNameLst>
                                      </p:cBhvr>
                                      <p:tavLst>
                                        <p:tav tm="0">
                                          <p:val>
                                            <p:fltVal val="0"/>
                                          </p:val>
                                        </p:tav>
                                        <p:tav tm="100000">
                                          <p:val>
                                            <p:strVal val="#ppt_w"/>
                                          </p:val>
                                        </p:tav>
                                      </p:tavLst>
                                    </p:anim>
                                  </p:childTnLst>
                                </p:cTn>
                              </p:par>
                              <p:par>
                                <p:cTn id="456" presetID="35" presetClass="entr" presetSubtype="0" fill="hold" grpId="0" nodeType="withEffect">
                                  <p:stCondLst>
                                    <p:cond delay="0"/>
                                  </p:stCondLst>
                                  <p:childTnLst>
                                    <p:set>
                                      <p:cBhvr>
                                        <p:cTn id="457" dur="1" fill="hold">
                                          <p:stCondLst>
                                            <p:cond delay="0"/>
                                          </p:stCondLst>
                                        </p:cTn>
                                        <p:tgtEl>
                                          <p:spTgt spid="49"/>
                                        </p:tgtEl>
                                        <p:attrNameLst>
                                          <p:attrName>style.visibility</p:attrName>
                                        </p:attrNameLst>
                                      </p:cBhvr>
                                      <p:to>
                                        <p:strVal val="visible"/>
                                      </p:to>
                                    </p:set>
                                    <p:animEffect transition="in" filter="fade">
                                      <p:cBhvr>
                                        <p:cTn id="458" dur="2000"/>
                                        <p:tgtEl>
                                          <p:spTgt spid="49"/>
                                        </p:tgtEl>
                                      </p:cBhvr>
                                    </p:animEffect>
                                    <p:anim calcmode="lin" valueType="num">
                                      <p:cBhvr>
                                        <p:cTn id="459" dur="2000" fill="hold"/>
                                        <p:tgtEl>
                                          <p:spTgt spid="49"/>
                                        </p:tgtEl>
                                        <p:attrNameLst>
                                          <p:attrName>style.rotation</p:attrName>
                                        </p:attrNameLst>
                                      </p:cBhvr>
                                      <p:tavLst>
                                        <p:tav tm="0">
                                          <p:val>
                                            <p:fltVal val="720"/>
                                          </p:val>
                                        </p:tav>
                                        <p:tav tm="100000">
                                          <p:val>
                                            <p:fltVal val="0"/>
                                          </p:val>
                                        </p:tav>
                                      </p:tavLst>
                                    </p:anim>
                                    <p:anim calcmode="lin" valueType="num">
                                      <p:cBhvr>
                                        <p:cTn id="460" dur="2000" fill="hold"/>
                                        <p:tgtEl>
                                          <p:spTgt spid="49"/>
                                        </p:tgtEl>
                                        <p:attrNameLst>
                                          <p:attrName>ppt_h</p:attrName>
                                        </p:attrNameLst>
                                      </p:cBhvr>
                                      <p:tavLst>
                                        <p:tav tm="0">
                                          <p:val>
                                            <p:fltVal val="0"/>
                                          </p:val>
                                        </p:tav>
                                        <p:tav tm="100000">
                                          <p:val>
                                            <p:strVal val="#ppt_h"/>
                                          </p:val>
                                        </p:tav>
                                      </p:tavLst>
                                    </p:anim>
                                    <p:anim calcmode="lin" valueType="num">
                                      <p:cBhvr>
                                        <p:cTn id="461" dur="2000" fill="hold"/>
                                        <p:tgtEl>
                                          <p:spTgt spid="49"/>
                                        </p:tgtEl>
                                        <p:attrNameLst>
                                          <p:attrName>ppt_w</p:attrName>
                                        </p:attrNameLst>
                                      </p:cBhvr>
                                      <p:tavLst>
                                        <p:tav tm="0">
                                          <p:val>
                                            <p:fltVal val="0"/>
                                          </p:val>
                                        </p:tav>
                                        <p:tav tm="100000">
                                          <p:val>
                                            <p:strVal val="#ppt_w"/>
                                          </p:val>
                                        </p:tav>
                                      </p:tavLst>
                                    </p:anim>
                                  </p:childTnLst>
                                </p:cTn>
                              </p:par>
                            </p:childTnLst>
                          </p:cTn>
                        </p:par>
                        <p:par>
                          <p:cTn id="462" fill="hold">
                            <p:stCondLst>
                              <p:cond delay="2000"/>
                            </p:stCondLst>
                            <p:childTnLst>
                              <p:par>
                                <p:cTn id="463" presetID="56" presetClass="path" presetSubtype="0" accel="50000" decel="50000" fill="hold" grpId="1" nodeType="afterEffect">
                                  <p:stCondLst>
                                    <p:cond delay="0"/>
                                  </p:stCondLst>
                                  <p:childTnLst>
                                    <p:animMotion origin="layout" path="M -1.04167E-6 -1.85185E-6 L 0.14714 -0.03009 " pathEditMode="relative" rAng="0" ptsTypes="AA">
                                      <p:cBhvr>
                                        <p:cTn id="464" dur="2000" fill="hold"/>
                                        <p:tgtEl>
                                          <p:spTgt spid="47"/>
                                        </p:tgtEl>
                                        <p:attrNameLst>
                                          <p:attrName>ppt_x</p:attrName>
                                          <p:attrName>ppt_y</p:attrName>
                                        </p:attrNameLst>
                                      </p:cBhvr>
                                      <p:rCtr x="7357" y="-1505"/>
                                    </p:animMotion>
                                  </p:childTnLst>
                                </p:cTn>
                              </p:par>
                              <p:par>
                                <p:cTn id="465" presetID="63" presetClass="path" presetSubtype="0" accel="50000" decel="50000" fill="hold" grpId="1" nodeType="withEffect">
                                  <p:stCondLst>
                                    <p:cond delay="0"/>
                                  </p:stCondLst>
                                  <p:childTnLst>
                                    <p:animMotion origin="layout" path="M 2.91667E-6 -1.85185E-6 L 0.21185 -0.03009 " pathEditMode="relative" rAng="0" ptsTypes="AA">
                                      <p:cBhvr>
                                        <p:cTn id="466" dur="2000" fill="hold"/>
                                        <p:tgtEl>
                                          <p:spTgt spid="48"/>
                                        </p:tgtEl>
                                        <p:attrNameLst>
                                          <p:attrName>ppt_x</p:attrName>
                                          <p:attrName>ppt_y</p:attrName>
                                        </p:attrNameLst>
                                      </p:cBhvr>
                                      <p:rCtr x="10586" y="-1505"/>
                                    </p:animMotion>
                                  </p:childTnLst>
                                </p:cTn>
                              </p:par>
                              <p:par>
                                <p:cTn id="467" presetID="63" presetClass="path" presetSubtype="0" accel="50000" decel="50000" fill="hold" grpId="1" nodeType="withEffect">
                                  <p:stCondLst>
                                    <p:cond delay="0"/>
                                  </p:stCondLst>
                                  <p:childTnLst>
                                    <p:animMotion origin="layout" path="M -3.75E-6 -1.85185E-6 L 0.16914 -0.03009 " pathEditMode="relative" rAng="0" ptsTypes="AA">
                                      <p:cBhvr>
                                        <p:cTn id="468" dur="2000" fill="hold"/>
                                        <p:tgtEl>
                                          <p:spTgt spid="49"/>
                                        </p:tgtEl>
                                        <p:attrNameLst>
                                          <p:attrName>ppt_x</p:attrName>
                                          <p:attrName>ppt_y</p:attrName>
                                        </p:attrNameLst>
                                      </p:cBhvr>
                                      <p:rCtr x="8451" y="-1505"/>
                                    </p:animMotion>
                                  </p:childTnLst>
                                </p:cTn>
                              </p:par>
                            </p:childTnLst>
                          </p:cTn>
                        </p:par>
                        <p:par>
                          <p:cTn id="469" fill="hold">
                            <p:stCondLst>
                              <p:cond delay="4000"/>
                            </p:stCondLst>
                            <p:childTnLst>
                              <p:par>
                                <p:cTn id="470" presetID="16" presetClass="exit" presetSubtype="21" fill="hold" grpId="8" nodeType="afterEffect">
                                  <p:stCondLst>
                                    <p:cond delay="0"/>
                                  </p:stCondLst>
                                  <p:childTnLst>
                                    <p:animEffect transition="out" filter="barn(inVertical)">
                                      <p:cBhvr>
                                        <p:cTn id="471" dur="500"/>
                                        <p:tgtEl>
                                          <p:spTgt spid="46"/>
                                        </p:tgtEl>
                                      </p:cBhvr>
                                    </p:animEffect>
                                    <p:set>
                                      <p:cBhvr>
                                        <p:cTn id="472" dur="1" fill="hold">
                                          <p:stCondLst>
                                            <p:cond delay="499"/>
                                          </p:stCondLst>
                                        </p:cTn>
                                        <p:tgtEl>
                                          <p:spTgt spid="46"/>
                                        </p:tgtEl>
                                        <p:attrNameLst>
                                          <p:attrName>style.visibility</p:attrName>
                                        </p:attrNameLst>
                                      </p:cBhvr>
                                      <p:to>
                                        <p:strVal val="hidden"/>
                                      </p:to>
                                    </p:set>
                                  </p:childTnLst>
                                </p:cTn>
                              </p:par>
                            </p:childTnLst>
                          </p:cTn>
                        </p:par>
                      </p:childTnLst>
                    </p:cTn>
                  </p:par>
                  <p:par>
                    <p:cTn id="473" fill="hold">
                      <p:stCondLst>
                        <p:cond delay="indefinite"/>
                      </p:stCondLst>
                      <p:childTnLst>
                        <p:par>
                          <p:cTn id="474" fill="hold">
                            <p:stCondLst>
                              <p:cond delay="0"/>
                            </p:stCondLst>
                            <p:childTnLst>
                              <p:par>
                                <p:cTn id="475" presetID="35" presetClass="entr" presetSubtype="0" fill="hold" grpId="0" nodeType="clickEffect">
                                  <p:stCondLst>
                                    <p:cond delay="0"/>
                                  </p:stCondLst>
                                  <p:childTnLst>
                                    <p:set>
                                      <p:cBhvr>
                                        <p:cTn id="476" dur="1" fill="hold">
                                          <p:stCondLst>
                                            <p:cond delay="0"/>
                                          </p:stCondLst>
                                        </p:cTn>
                                        <p:tgtEl>
                                          <p:spTgt spid="72"/>
                                        </p:tgtEl>
                                        <p:attrNameLst>
                                          <p:attrName>style.visibility</p:attrName>
                                        </p:attrNameLst>
                                      </p:cBhvr>
                                      <p:to>
                                        <p:strVal val="visible"/>
                                      </p:to>
                                    </p:set>
                                    <p:animEffect transition="in" filter="fade">
                                      <p:cBhvr>
                                        <p:cTn id="477" dur="2000"/>
                                        <p:tgtEl>
                                          <p:spTgt spid="72"/>
                                        </p:tgtEl>
                                      </p:cBhvr>
                                    </p:animEffect>
                                    <p:anim calcmode="lin" valueType="num">
                                      <p:cBhvr>
                                        <p:cTn id="478" dur="2000" fill="hold"/>
                                        <p:tgtEl>
                                          <p:spTgt spid="72"/>
                                        </p:tgtEl>
                                        <p:attrNameLst>
                                          <p:attrName>style.rotation</p:attrName>
                                        </p:attrNameLst>
                                      </p:cBhvr>
                                      <p:tavLst>
                                        <p:tav tm="0">
                                          <p:val>
                                            <p:fltVal val="720"/>
                                          </p:val>
                                        </p:tav>
                                        <p:tav tm="100000">
                                          <p:val>
                                            <p:fltVal val="0"/>
                                          </p:val>
                                        </p:tav>
                                      </p:tavLst>
                                    </p:anim>
                                    <p:anim calcmode="lin" valueType="num">
                                      <p:cBhvr>
                                        <p:cTn id="479" dur="2000" fill="hold"/>
                                        <p:tgtEl>
                                          <p:spTgt spid="72"/>
                                        </p:tgtEl>
                                        <p:attrNameLst>
                                          <p:attrName>ppt_h</p:attrName>
                                        </p:attrNameLst>
                                      </p:cBhvr>
                                      <p:tavLst>
                                        <p:tav tm="0">
                                          <p:val>
                                            <p:fltVal val="0"/>
                                          </p:val>
                                        </p:tav>
                                        <p:tav tm="100000">
                                          <p:val>
                                            <p:strVal val="#ppt_h"/>
                                          </p:val>
                                        </p:tav>
                                      </p:tavLst>
                                    </p:anim>
                                    <p:anim calcmode="lin" valueType="num">
                                      <p:cBhvr>
                                        <p:cTn id="480" dur="2000" fill="hold"/>
                                        <p:tgtEl>
                                          <p:spTgt spid="72"/>
                                        </p:tgtEl>
                                        <p:attrNameLst>
                                          <p:attrName>ppt_w</p:attrName>
                                        </p:attrNameLst>
                                      </p:cBhvr>
                                      <p:tavLst>
                                        <p:tav tm="0">
                                          <p:val>
                                            <p:fltVal val="0"/>
                                          </p:val>
                                        </p:tav>
                                        <p:tav tm="100000">
                                          <p:val>
                                            <p:strVal val="#ppt_w"/>
                                          </p:val>
                                        </p:tav>
                                      </p:tavLst>
                                    </p:anim>
                                  </p:childTnLst>
                                </p:cTn>
                              </p:par>
                            </p:childTnLst>
                          </p:cTn>
                        </p:par>
                        <p:par>
                          <p:cTn id="481" fill="hold">
                            <p:stCondLst>
                              <p:cond delay="2000"/>
                            </p:stCondLst>
                            <p:childTnLst>
                              <p:par>
                                <p:cTn id="482" presetID="63" presetClass="path" presetSubtype="0" accel="50000" decel="50000" fill="hold" grpId="1" nodeType="afterEffect">
                                  <p:stCondLst>
                                    <p:cond delay="0"/>
                                  </p:stCondLst>
                                  <p:childTnLst>
                                    <p:animMotion origin="layout" path="M -4.79167E-6 3.33333E-6 L 0.00795 0.07129 " pathEditMode="relative" rAng="0" ptsTypes="AA">
                                      <p:cBhvr>
                                        <p:cTn id="483" dur="2000" fill="hold"/>
                                        <p:tgtEl>
                                          <p:spTgt spid="72"/>
                                        </p:tgtEl>
                                        <p:attrNameLst>
                                          <p:attrName>ppt_x</p:attrName>
                                          <p:attrName>ppt_y</p:attrName>
                                        </p:attrNameLst>
                                      </p:cBhvr>
                                      <p:rCtr x="391" y="3565"/>
                                    </p:animMotion>
                                  </p:childTnLst>
                                </p:cTn>
                              </p:par>
                            </p:childTnLst>
                          </p:cTn>
                        </p:par>
                        <p:par>
                          <p:cTn id="484" fill="hold">
                            <p:stCondLst>
                              <p:cond delay="4000"/>
                            </p:stCondLst>
                            <p:childTnLst>
                              <p:par>
                                <p:cTn id="485" presetID="16" presetClass="exit" presetSubtype="21" fill="hold" grpId="2" nodeType="afterEffect">
                                  <p:stCondLst>
                                    <p:cond delay="0"/>
                                  </p:stCondLst>
                                  <p:childTnLst>
                                    <p:animEffect transition="out" filter="barn(inVertical)">
                                      <p:cBhvr>
                                        <p:cTn id="486" dur="500"/>
                                        <p:tgtEl>
                                          <p:spTgt spid="72"/>
                                        </p:tgtEl>
                                      </p:cBhvr>
                                    </p:animEffect>
                                    <p:set>
                                      <p:cBhvr>
                                        <p:cTn id="487" dur="1" fill="hold">
                                          <p:stCondLst>
                                            <p:cond delay="499"/>
                                          </p:stCondLst>
                                        </p:cTn>
                                        <p:tgtEl>
                                          <p:spTgt spid="72"/>
                                        </p:tgtEl>
                                        <p:attrNameLst>
                                          <p:attrName>style.visibility</p:attrName>
                                        </p:attrNameLst>
                                      </p:cBhvr>
                                      <p:to>
                                        <p:strVal val="hidden"/>
                                      </p:to>
                                    </p:set>
                                  </p:childTnLst>
                                </p:cTn>
                              </p:par>
                            </p:childTnLst>
                          </p:cTn>
                        </p:par>
                        <p:par>
                          <p:cTn id="488" fill="hold">
                            <p:stCondLst>
                              <p:cond delay="4500"/>
                            </p:stCondLst>
                            <p:childTnLst>
                              <p:par>
                                <p:cTn id="489" presetID="16" presetClass="exit" presetSubtype="21" fill="hold" grpId="1" nodeType="afterEffect">
                                  <p:stCondLst>
                                    <p:cond delay="0"/>
                                  </p:stCondLst>
                                  <p:childTnLst>
                                    <p:animEffect transition="out" filter="barn(inVertical)">
                                      <p:cBhvr>
                                        <p:cTn id="490" dur="500"/>
                                        <p:tgtEl>
                                          <p:spTgt spid="71"/>
                                        </p:tgtEl>
                                      </p:cBhvr>
                                    </p:animEffect>
                                    <p:set>
                                      <p:cBhvr>
                                        <p:cTn id="491" dur="1" fill="hold">
                                          <p:stCondLst>
                                            <p:cond delay="499"/>
                                          </p:stCondLst>
                                        </p:cTn>
                                        <p:tgtEl>
                                          <p:spTgt spid="71"/>
                                        </p:tgtEl>
                                        <p:attrNameLst>
                                          <p:attrName>style.visibility</p:attrName>
                                        </p:attrNameLst>
                                      </p:cBhvr>
                                      <p:to>
                                        <p:strVal val="hidden"/>
                                      </p:to>
                                    </p:set>
                                  </p:childTnLst>
                                </p:cTn>
                              </p:par>
                            </p:childTnLst>
                          </p:cTn>
                        </p:par>
                        <p:par>
                          <p:cTn id="492" fill="hold">
                            <p:stCondLst>
                              <p:cond delay="5000"/>
                            </p:stCondLst>
                            <p:childTnLst>
                              <p:par>
                                <p:cTn id="493" presetID="35" presetClass="entr" presetSubtype="0" fill="hold" grpId="0" nodeType="afterEffect">
                                  <p:stCondLst>
                                    <p:cond delay="0"/>
                                  </p:stCondLst>
                                  <p:childTnLst>
                                    <p:set>
                                      <p:cBhvr>
                                        <p:cTn id="494" dur="1" fill="hold">
                                          <p:stCondLst>
                                            <p:cond delay="0"/>
                                          </p:stCondLst>
                                        </p:cTn>
                                        <p:tgtEl>
                                          <p:spTgt spid="73"/>
                                        </p:tgtEl>
                                        <p:attrNameLst>
                                          <p:attrName>style.visibility</p:attrName>
                                        </p:attrNameLst>
                                      </p:cBhvr>
                                      <p:to>
                                        <p:strVal val="visible"/>
                                      </p:to>
                                    </p:set>
                                    <p:animEffect transition="in" filter="fade">
                                      <p:cBhvr>
                                        <p:cTn id="495" dur="2000"/>
                                        <p:tgtEl>
                                          <p:spTgt spid="73"/>
                                        </p:tgtEl>
                                      </p:cBhvr>
                                    </p:animEffect>
                                    <p:anim calcmode="lin" valueType="num">
                                      <p:cBhvr>
                                        <p:cTn id="496" dur="2000" fill="hold"/>
                                        <p:tgtEl>
                                          <p:spTgt spid="73"/>
                                        </p:tgtEl>
                                        <p:attrNameLst>
                                          <p:attrName>style.rotation</p:attrName>
                                        </p:attrNameLst>
                                      </p:cBhvr>
                                      <p:tavLst>
                                        <p:tav tm="0">
                                          <p:val>
                                            <p:fltVal val="720"/>
                                          </p:val>
                                        </p:tav>
                                        <p:tav tm="100000">
                                          <p:val>
                                            <p:fltVal val="0"/>
                                          </p:val>
                                        </p:tav>
                                      </p:tavLst>
                                    </p:anim>
                                    <p:anim calcmode="lin" valueType="num">
                                      <p:cBhvr>
                                        <p:cTn id="497" dur="2000" fill="hold"/>
                                        <p:tgtEl>
                                          <p:spTgt spid="73"/>
                                        </p:tgtEl>
                                        <p:attrNameLst>
                                          <p:attrName>ppt_h</p:attrName>
                                        </p:attrNameLst>
                                      </p:cBhvr>
                                      <p:tavLst>
                                        <p:tav tm="0">
                                          <p:val>
                                            <p:fltVal val="0"/>
                                          </p:val>
                                        </p:tav>
                                        <p:tav tm="100000">
                                          <p:val>
                                            <p:strVal val="#ppt_h"/>
                                          </p:val>
                                        </p:tav>
                                      </p:tavLst>
                                    </p:anim>
                                    <p:anim calcmode="lin" valueType="num">
                                      <p:cBhvr>
                                        <p:cTn id="498" dur="2000" fill="hold"/>
                                        <p:tgtEl>
                                          <p:spTgt spid="73"/>
                                        </p:tgtEl>
                                        <p:attrNameLst>
                                          <p:attrName>ppt_w</p:attrName>
                                        </p:attrNameLst>
                                      </p:cBhvr>
                                      <p:tavLst>
                                        <p:tav tm="0">
                                          <p:val>
                                            <p:fltVal val="0"/>
                                          </p:val>
                                        </p:tav>
                                        <p:tav tm="100000">
                                          <p:val>
                                            <p:strVal val="#ppt_w"/>
                                          </p:val>
                                        </p:tav>
                                      </p:tavLst>
                                    </p:anim>
                                  </p:childTnLst>
                                </p:cTn>
                              </p:par>
                            </p:childTnLst>
                          </p:cTn>
                        </p:par>
                      </p:childTnLst>
                    </p:cTn>
                  </p:par>
                  <p:par>
                    <p:cTn id="499" fill="hold">
                      <p:stCondLst>
                        <p:cond delay="indefinite"/>
                      </p:stCondLst>
                      <p:childTnLst>
                        <p:par>
                          <p:cTn id="500" fill="hold">
                            <p:stCondLst>
                              <p:cond delay="0"/>
                            </p:stCondLst>
                            <p:childTnLst>
                              <p:par>
                                <p:cTn id="501" presetID="47" presetClass="entr" presetSubtype="0" fill="hold" grpId="0" nodeType="clickEffect">
                                  <p:stCondLst>
                                    <p:cond delay="0"/>
                                  </p:stCondLst>
                                  <p:childTnLst>
                                    <p:set>
                                      <p:cBhvr>
                                        <p:cTn id="502" dur="1" fill="hold">
                                          <p:stCondLst>
                                            <p:cond delay="0"/>
                                          </p:stCondLst>
                                        </p:cTn>
                                        <p:tgtEl>
                                          <p:spTgt spid="50"/>
                                        </p:tgtEl>
                                        <p:attrNameLst>
                                          <p:attrName>style.visibility</p:attrName>
                                        </p:attrNameLst>
                                      </p:cBhvr>
                                      <p:to>
                                        <p:strVal val="visible"/>
                                      </p:to>
                                    </p:set>
                                    <p:animEffect transition="in" filter="fade">
                                      <p:cBhvr>
                                        <p:cTn id="503" dur="1000"/>
                                        <p:tgtEl>
                                          <p:spTgt spid="50"/>
                                        </p:tgtEl>
                                      </p:cBhvr>
                                    </p:animEffect>
                                    <p:anim calcmode="lin" valueType="num">
                                      <p:cBhvr>
                                        <p:cTn id="504" dur="1000" fill="hold"/>
                                        <p:tgtEl>
                                          <p:spTgt spid="50"/>
                                        </p:tgtEl>
                                        <p:attrNameLst>
                                          <p:attrName>ppt_x</p:attrName>
                                        </p:attrNameLst>
                                      </p:cBhvr>
                                      <p:tavLst>
                                        <p:tav tm="0">
                                          <p:val>
                                            <p:strVal val="#ppt_x"/>
                                          </p:val>
                                        </p:tav>
                                        <p:tav tm="100000">
                                          <p:val>
                                            <p:strVal val="#ppt_x"/>
                                          </p:val>
                                        </p:tav>
                                      </p:tavLst>
                                    </p:anim>
                                    <p:anim calcmode="lin" valueType="num">
                                      <p:cBhvr>
                                        <p:cTn id="505" dur="1000" fill="hold"/>
                                        <p:tgtEl>
                                          <p:spTgt spid="50"/>
                                        </p:tgtEl>
                                        <p:attrNameLst>
                                          <p:attrName>ppt_y</p:attrName>
                                        </p:attrNameLst>
                                      </p:cBhvr>
                                      <p:tavLst>
                                        <p:tav tm="0">
                                          <p:val>
                                            <p:strVal val="#ppt_y-.1"/>
                                          </p:val>
                                        </p:tav>
                                        <p:tav tm="100000">
                                          <p:val>
                                            <p:strVal val="#ppt_y"/>
                                          </p:val>
                                        </p:tav>
                                      </p:tavLst>
                                    </p:anim>
                                  </p:childTnLst>
                                </p:cTn>
                              </p:par>
                            </p:childTnLst>
                          </p:cTn>
                        </p:par>
                        <p:par>
                          <p:cTn id="506" fill="hold">
                            <p:stCondLst>
                              <p:cond delay="1000"/>
                            </p:stCondLst>
                            <p:childTnLst>
                              <p:par>
                                <p:cTn id="507" presetID="42" presetClass="path" presetSubtype="0" accel="50000" decel="50000" fill="hold" grpId="1" nodeType="afterEffect">
                                  <p:stCondLst>
                                    <p:cond delay="0"/>
                                  </p:stCondLst>
                                  <p:childTnLst>
                                    <p:animMotion origin="layout" path="M 4.16667E-7 7.40741E-7 L -0.00065 0.03472 " pathEditMode="relative" rAng="0" ptsTypes="AA">
                                      <p:cBhvr>
                                        <p:cTn id="508" dur="1000" fill="hold"/>
                                        <p:tgtEl>
                                          <p:spTgt spid="50"/>
                                        </p:tgtEl>
                                        <p:attrNameLst>
                                          <p:attrName>ppt_x</p:attrName>
                                          <p:attrName>ppt_y</p:attrName>
                                        </p:attrNameLst>
                                      </p:cBhvr>
                                      <p:rCtr x="-39" y="1736"/>
                                    </p:animMotion>
                                  </p:childTnLst>
                                </p:cTn>
                              </p:par>
                            </p:childTnLst>
                          </p:cTn>
                        </p:par>
                        <p:par>
                          <p:cTn id="509" fill="hold">
                            <p:stCondLst>
                              <p:cond delay="2000"/>
                            </p:stCondLst>
                            <p:childTnLst>
                              <p:par>
                                <p:cTn id="510" presetID="42" presetClass="path" presetSubtype="0" accel="50000" decel="50000" fill="hold" grpId="2" nodeType="afterEffect">
                                  <p:stCondLst>
                                    <p:cond delay="0"/>
                                  </p:stCondLst>
                                  <p:childTnLst>
                                    <p:animMotion origin="layout" path="M -0.00013 0.03472 L -0.00039 0.06667 " pathEditMode="relative" rAng="0" ptsTypes="AA">
                                      <p:cBhvr>
                                        <p:cTn id="511" dur="1000" fill="hold"/>
                                        <p:tgtEl>
                                          <p:spTgt spid="50"/>
                                        </p:tgtEl>
                                        <p:attrNameLst>
                                          <p:attrName>ppt_x</p:attrName>
                                          <p:attrName>ppt_y</p:attrName>
                                        </p:attrNameLst>
                                      </p:cBhvr>
                                      <p:rCtr x="-13" y="1597"/>
                                    </p:animMotion>
                                  </p:childTnLst>
                                </p:cTn>
                              </p:par>
                            </p:childTnLst>
                          </p:cTn>
                        </p:par>
                        <p:par>
                          <p:cTn id="512" fill="hold">
                            <p:stCondLst>
                              <p:cond delay="3000"/>
                            </p:stCondLst>
                            <p:childTnLst>
                              <p:par>
                                <p:cTn id="513" presetID="42" presetClass="path" presetSubtype="0" accel="50000" decel="50000" fill="hold" grpId="3" nodeType="afterEffect">
                                  <p:stCondLst>
                                    <p:cond delay="0"/>
                                  </p:stCondLst>
                                  <p:childTnLst>
                                    <p:animMotion origin="layout" path="M 0.00039 0.06852 L 0.00065 0.10185 " pathEditMode="relative" rAng="0" ptsTypes="AA">
                                      <p:cBhvr>
                                        <p:cTn id="514" dur="1000" fill="hold"/>
                                        <p:tgtEl>
                                          <p:spTgt spid="50"/>
                                        </p:tgtEl>
                                        <p:attrNameLst>
                                          <p:attrName>ppt_x</p:attrName>
                                          <p:attrName>ppt_y</p:attrName>
                                        </p:attrNameLst>
                                      </p:cBhvr>
                                      <p:rCtr x="13" y="1667"/>
                                    </p:animMotion>
                                  </p:childTnLst>
                                </p:cTn>
                              </p:par>
                            </p:childTnLst>
                          </p:cTn>
                        </p:par>
                        <p:par>
                          <p:cTn id="515" fill="hold">
                            <p:stCondLst>
                              <p:cond delay="4000"/>
                            </p:stCondLst>
                            <p:childTnLst>
                              <p:par>
                                <p:cTn id="516" presetID="42" presetClass="path" presetSubtype="0" accel="50000" decel="50000" fill="hold" grpId="4" nodeType="afterEffect">
                                  <p:stCondLst>
                                    <p:cond delay="0"/>
                                  </p:stCondLst>
                                  <p:childTnLst>
                                    <p:animMotion origin="layout" path="M 0.00065 0.10185 L 0.00039 0.13518 " pathEditMode="relative" rAng="0" ptsTypes="AA">
                                      <p:cBhvr>
                                        <p:cTn id="517" dur="1000" fill="hold"/>
                                        <p:tgtEl>
                                          <p:spTgt spid="50"/>
                                        </p:tgtEl>
                                        <p:attrNameLst>
                                          <p:attrName>ppt_x</p:attrName>
                                          <p:attrName>ppt_y</p:attrName>
                                        </p:attrNameLst>
                                      </p:cBhvr>
                                      <p:rCtr x="-13" y="1667"/>
                                    </p:animMotion>
                                  </p:childTnLst>
                                </p:cTn>
                              </p:par>
                            </p:childTnLst>
                          </p:cTn>
                        </p:par>
                        <p:par>
                          <p:cTn id="518" fill="hold">
                            <p:stCondLst>
                              <p:cond delay="5000"/>
                            </p:stCondLst>
                            <p:childTnLst>
                              <p:par>
                                <p:cTn id="519" presetID="42" presetClass="path" presetSubtype="0" accel="50000" decel="50000" fill="hold" grpId="5" nodeType="afterEffect">
                                  <p:stCondLst>
                                    <p:cond delay="0"/>
                                  </p:stCondLst>
                                  <p:childTnLst>
                                    <p:animMotion origin="layout" path="M 0.00039 0.13518 L 0.00052 0.16875 " pathEditMode="relative" rAng="0" ptsTypes="AA">
                                      <p:cBhvr>
                                        <p:cTn id="520" dur="1000" fill="hold"/>
                                        <p:tgtEl>
                                          <p:spTgt spid="50"/>
                                        </p:tgtEl>
                                        <p:attrNameLst>
                                          <p:attrName>ppt_x</p:attrName>
                                          <p:attrName>ppt_y</p:attrName>
                                        </p:attrNameLst>
                                      </p:cBhvr>
                                      <p:rCtr x="0" y="1667"/>
                                    </p:animMotion>
                                  </p:childTnLst>
                                </p:cTn>
                              </p:par>
                            </p:childTnLst>
                          </p:cTn>
                        </p:par>
                        <p:par>
                          <p:cTn id="521" fill="hold">
                            <p:stCondLst>
                              <p:cond delay="6000"/>
                            </p:stCondLst>
                            <p:childTnLst>
                              <p:par>
                                <p:cTn id="522" presetID="42" presetClass="path" presetSubtype="0" accel="50000" decel="50000" fill="hold" grpId="6" nodeType="afterEffect">
                                  <p:stCondLst>
                                    <p:cond delay="0"/>
                                  </p:stCondLst>
                                  <p:childTnLst>
                                    <p:animMotion origin="layout" path="M 0.00052 0.16875 L 0.00026 0.20231 " pathEditMode="relative" rAng="0" ptsTypes="AA">
                                      <p:cBhvr>
                                        <p:cTn id="523" dur="1000" fill="hold"/>
                                        <p:tgtEl>
                                          <p:spTgt spid="50"/>
                                        </p:tgtEl>
                                        <p:attrNameLst>
                                          <p:attrName>ppt_x</p:attrName>
                                          <p:attrName>ppt_y</p:attrName>
                                        </p:attrNameLst>
                                      </p:cBhvr>
                                      <p:rCtr x="-13" y="1667"/>
                                    </p:animMotion>
                                  </p:childTnLst>
                                </p:cTn>
                              </p:par>
                            </p:childTnLst>
                          </p:cTn>
                        </p:par>
                        <p:par>
                          <p:cTn id="524" fill="hold">
                            <p:stCondLst>
                              <p:cond delay="7000"/>
                            </p:stCondLst>
                            <p:childTnLst>
                              <p:par>
                                <p:cTn id="525" presetID="42" presetClass="path" presetSubtype="0" accel="50000" decel="50000" fill="hold" grpId="7" nodeType="afterEffect">
                                  <p:stCondLst>
                                    <p:cond delay="0"/>
                                  </p:stCondLst>
                                  <p:childTnLst>
                                    <p:animMotion origin="layout" path="M 0.00026 0.20231 L 4.16667E-7 0.23588 " pathEditMode="relative" rAng="0" ptsTypes="AA">
                                      <p:cBhvr>
                                        <p:cTn id="526" dur="1000" fill="hold"/>
                                        <p:tgtEl>
                                          <p:spTgt spid="50"/>
                                        </p:tgtEl>
                                        <p:attrNameLst>
                                          <p:attrName>ppt_x</p:attrName>
                                          <p:attrName>ppt_y</p:attrName>
                                        </p:attrNameLst>
                                      </p:cBhvr>
                                      <p:rCtr x="-13" y="1667"/>
                                    </p:animMotion>
                                  </p:childTnLst>
                                </p:cTn>
                              </p:par>
                            </p:childTnLst>
                          </p:cTn>
                        </p:par>
                        <p:par>
                          <p:cTn id="527" fill="hold">
                            <p:stCondLst>
                              <p:cond delay="8000"/>
                            </p:stCondLst>
                            <p:childTnLst>
                              <p:par>
                                <p:cTn id="528" presetID="16" presetClass="exit" presetSubtype="21" fill="hold" grpId="8" nodeType="afterEffect">
                                  <p:stCondLst>
                                    <p:cond delay="0"/>
                                  </p:stCondLst>
                                  <p:childTnLst>
                                    <p:animEffect transition="out" filter="barn(inVertical)">
                                      <p:cBhvr>
                                        <p:cTn id="529" dur="500"/>
                                        <p:tgtEl>
                                          <p:spTgt spid="50"/>
                                        </p:tgtEl>
                                      </p:cBhvr>
                                    </p:animEffect>
                                    <p:set>
                                      <p:cBhvr>
                                        <p:cTn id="530" dur="1" fill="hold">
                                          <p:stCondLst>
                                            <p:cond delay="499"/>
                                          </p:stCondLst>
                                        </p:cTn>
                                        <p:tgtEl>
                                          <p:spTgt spid="50"/>
                                        </p:tgtEl>
                                        <p:attrNameLst>
                                          <p:attrName>style.visibility</p:attrName>
                                        </p:attrNameLst>
                                      </p:cBhvr>
                                      <p:to>
                                        <p:strVal val="hidden"/>
                                      </p:to>
                                    </p:set>
                                  </p:childTnLst>
                                </p:cTn>
                              </p:par>
                            </p:childTnLst>
                          </p:cTn>
                        </p:par>
                      </p:childTnLst>
                    </p:cTn>
                  </p:par>
                  <p:par>
                    <p:cTn id="531" fill="hold">
                      <p:stCondLst>
                        <p:cond delay="indefinite"/>
                      </p:stCondLst>
                      <p:childTnLst>
                        <p:par>
                          <p:cTn id="532" fill="hold">
                            <p:stCondLst>
                              <p:cond delay="0"/>
                            </p:stCondLst>
                            <p:childTnLst>
                              <p:par>
                                <p:cTn id="533" presetID="35" presetClass="entr" presetSubtype="0" fill="hold" grpId="0" nodeType="clickEffect">
                                  <p:stCondLst>
                                    <p:cond delay="0"/>
                                  </p:stCondLst>
                                  <p:childTnLst>
                                    <p:set>
                                      <p:cBhvr>
                                        <p:cTn id="534" dur="1" fill="hold">
                                          <p:stCondLst>
                                            <p:cond delay="0"/>
                                          </p:stCondLst>
                                        </p:cTn>
                                        <p:tgtEl>
                                          <p:spTgt spid="74"/>
                                        </p:tgtEl>
                                        <p:attrNameLst>
                                          <p:attrName>style.visibility</p:attrName>
                                        </p:attrNameLst>
                                      </p:cBhvr>
                                      <p:to>
                                        <p:strVal val="visible"/>
                                      </p:to>
                                    </p:set>
                                    <p:animEffect transition="in" filter="fade">
                                      <p:cBhvr>
                                        <p:cTn id="535" dur="2000"/>
                                        <p:tgtEl>
                                          <p:spTgt spid="74"/>
                                        </p:tgtEl>
                                      </p:cBhvr>
                                    </p:animEffect>
                                    <p:anim calcmode="lin" valueType="num">
                                      <p:cBhvr>
                                        <p:cTn id="536" dur="2000" fill="hold"/>
                                        <p:tgtEl>
                                          <p:spTgt spid="74"/>
                                        </p:tgtEl>
                                        <p:attrNameLst>
                                          <p:attrName>style.rotation</p:attrName>
                                        </p:attrNameLst>
                                      </p:cBhvr>
                                      <p:tavLst>
                                        <p:tav tm="0">
                                          <p:val>
                                            <p:fltVal val="720"/>
                                          </p:val>
                                        </p:tav>
                                        <p:tav tm="100000">
                                          <p:val>
                                            <p:fltVal val="0"/>
                                          </p:val>
                                        </p:tav>
                                      </p:tavLst>
                                    </p:anim>
                                    <p:anim calcmode="lin" valueType="num">
                                      <p:cBhvr>
                                        <p:cTn id="537" dur="2000" fill="hold"/>
                                        <p:tgtEl>
                                          <p:spTgt spid="74"/>
                                        </p:tgtEl>
                                        <p:attrNameLst>
                                          <p:attrName>ppt_h</p:attrName>
                                        </p:attrNameLst>
                                      </p:cBhvr>
                                      <p:tavLst>
                                        <p:tav tm="0">
                                          <p:val>
                                            <p:fltVal val="0"/>
                                          </p:val>
                                        </p:tav>
                                        <p:tav tm="100000">
                                          <p:val>
                                            <p:strVal val="#ppt_h"/>
                                          </p:val>
                                        </p:tav>
                                      </p:tavLst>
                                    </p:anim>
                                    <p:anim calcmode="lin" valueType="num">
                                      <p:cBhvr>
                                        <p:cTn id="538" dur="2000" fill="hold"/>
                                        <p:tgtEl>
                                          <p:spTgt spid="74"/>
                                        </p:tgtEl>
                                        <p:attrNameLst>
                                          <p:attrName>ppt_w</p:attrName>
                                        </p:attrNameLst>
                                      </p:cBhvr>
                                      <p:tavLst>
                                        <p:tav tm="0">
                                          <p:val>
                                            <p:fltVal val="0"/>
                                          </p:val>
                                        </p:tav>
                                        <p:tav tm="100000">
                                          <p:val>
                                            <p:strVal val="#ppt_w"/>
                                          </p:val>
                                        </p:tav>
                                      </p:tavLst>
                                    </p:anim>
                                  </p:childTnLst>
                                </p:cTn>
                              </p:par>
                            </p:childTnLst>
                          </p:cTn>
                        </p:par>
                        <p:par>
                          <p:cTn id="539" fill="hold">
                            <p:stCondLst>
                              <p:cond delay="2000"/>
                            </p:stCondLst>
                            <p:childTnLst>
                              <p:par>
                                <p:cTn id="540" presetID="63" presetClass="path" presetSubtype="0" accel="50000" decel="50000" fill="hold" grpId="1" nodeType="afterEffect">
                                  <p:stCondLst>
                                    <p:cond delay="0"/>
                                  </p:stCondLst>
                                  <p:childTnLst>
                                    <p:animMotion origin="layout" path="M -4.16667E-6 2.22222E-6 L 0.00795 0.07129 " pathEditMode="relative" rAng="0" ptsTypes="AA">
                                      <p:cBhvr>
                                        <p:cTn id="541" dur="2000" fill="hold"/>
                                        <p:tgtEl>
                                          <p:spTgt spid="74"/>
                                        </p:tgtEl>
                                        <p:attrNameLst>
                                          <p:attrName>ppt_x</p:attrName>
                                          <p:attrName>ppt_y</p:attrName>
                                        </p:attrNameLst>
                                      </p:cBhvr>
                                      <p:rCtr x="391" y="3565"/>
                                    </p:animMotion>
                                  </p:childTnLst>
                                </p:cTn>
                              </p:par>
                            </p:childTnLst>
                          </p:cTn>
                        </p:par>
                        <p:par>
                          <p:cTn id="542" fill="hold">
                            <p:stCondLst>
                              <p:cond delay="4000"/>
                            </p:stCondLst>
                            <p:childTnLst>
                              <p:par>
                                <p:cTn id="543" presetID="16" presetClass="exit" presetSubtype="21" fill="hold" grpId="2" nodeType="afterEffect">
                                  <p:stCondLst>
                                    <p:cond delay="0"/>
                                  </p:stCondLst>
                                  <p:childTnLst>
                                    <p:animEffect transition="out" filter="barn(inVertical)">
                                      <p:cBhvr>
                                        <p:cTn id="544" dur="500"/>
                                        <p:tgtEl>
                                          <p:spTgt spid="74"/>
                                        </p:tgtEl>
                                      </p:cBhvr>
                                    </p:animEffect>
                                    <p:set>
                                      <p:cBhvr>
                                        <p:cTn id="545" dur="1" fill="hold">
                                          <p:stCondLst>
                                            <p:cond delay="499"/>
                                          </p:stCondLst>
                                        </p:cTn>
                                        <p:tgtEl>
                                          <p:spTgt spid="74"/>
                                        </p:tgtEl>
                                        <p:attrNameLst>
                                          <p:attrName>style.visibility</p:attrName>
                                        </p:attrNameLst>
                                      </p:cBhvr>
                                      <p:to>
                                        <p:strVal val="hidden"/>
                                      </p:to>
                                    </p:set>
                                  </p:childTnLst>
                                </p:cTn>
                              </p:par>
                            </p:childTnLst>
                          </p:cTn>
                        </p:par>
                        <p:par>
                          <p:cTn id="546" fill="hold">
                            <p:stCondLst>
                              <p:cond delay="4500"/>
                            </p:stCondLst>
                            <p:childTnLst>
                              <p:par>
                                <p:cTn id="547" presetID="16" presetClass="exit" presetSubtype="21" fill="hold" grpId="1" nodeType="afterEffect">
                                  <p:stCondLst>
                                    <p:cond delay="0"/>
                                  </p:stCondLst>
                                  <p:childTnLst>
                                    <p:animEffect transition="out" filter="barn(inVertical)">
                                      <p:cBhvr>
                                        <p:cTn id="548" dur="500"/>
                                        <p:tgtEl>
                                          <p:spTgt spid="73"/>
                                        </p:tgtEl>
                                      </p:cBhvr>
                                    </p:animEffect>
                                    <p:set>
                                      <p:cBhvr>
                                        <p:cTn id="549" dur="1" fill="hold">
                                          <p:stCondLst>
                                            <p:cond delay="499"/>
                                          </p:stCondLst>
                                        </p:cTn>
                                        <p:tgtEl>
                                          <p:spTgt spid="73"/>
                                        </p:tgtEl>
                                        <p:attrNameLst>
                                          <p:attrName>style.visibility</p:attrName>
                                        </p:attrNameLst>
                                      </p:cBhvr>
                                      <p:to>
                                        <p:strVal val="hidden"/>
                                      </p:to>
                                    </p:set>
                                  </p:childTnLst>
                                </p:cTn>
                              </p:par>
                            </p:childTnLst>
                          </p:cTn>
                        </p:par>
                        <p:par>
                          <p:cTn id="550" fill="hold">
                            <p:stCondLst>
                              <p:cond delay="5000"/>
                            </p:stCondLst>
                            <p:childTnLst>
                              <p:par>
                                <p:cTn id="551" presetID="35" presetClass="entr" presetSubtype="0" fill="hold" grpId="0" nodeType="afterEffect">
                                  <p:stCondLst>
                                    <p:cond delay="0"/>
                                  </p:stCondLst>
                                  <p:childTnLst>
                                    <p:set>
                                      <p:cBhvr>
                                        <p:cTn id="552" dur="1" fill="hold">
                                          <p:stCondLst>
                                            <p:cond delay="0"/>
                                          </p:stCondLst>
                                        </p:cTn>
                                        <p:tgtEl>
                                          <p:spTgt spid="75"/>
                                        </p:tgtEl>
                                        <p:attrNameLst>
                                          <p:attrName>style.visibility</p:attrName>
                                        </p:attrNameLst>
                                      </p:cBhvr>
                                      <p:to>
                                        <p:strVal val="visible"/>
                                      </p:to>
                                    </p:set>
                                    <p:animEffect transition="in" filter="fade">
                                      <p:cBhvr>
                                        <p:cTn id="553" dur="2000"/>
                                        <p:tgtEl>
                                          <p:spTgt spid="75"/>
                                        </p:tgtEl>
                                      </p:cBhvr>
                                    </p:animEffect>
                                    <p:anim calcmode="lin" valueType="num">
                                      <p:cBhvr>
                                        <p:cTn id="554" dur="2000" fill="hold"/>
                                        <p:tgtEl>
                                          <p:spTgt spid="75"/>
                                        </p:tgtEl>
                                        <p:attrNameLst>
                                          <p:attrName>style.rotation</p:attrName>
                                        </p:attrNameLst>
                                      </p:cBhvr>
                                      <p:tavLst>
                                        <p:tav tm="0">
                                          <p:val>
                                            <p:fltVal val="720"/>
                                          </p:val>
                                        </p:tav>
                                        <p:tav tm="100000">
                                          <p:val>
                                            <p:fltVal val="0"/>
                                          </p:val>
                                        </p:tav>
                                      </p:tavLst>
                                    </p:anim>
                                    <p:anim calcmode="lin" valueType="num">
                                      <p:cBhvr>
                                        <p:cTn id="555" dur="2000" fill="hold"/>
                                        <p:tgtEl>
                                          <p:spTgt spid="75"/>
                                        </p:tgtEl>
                                        <p:attrNameLst>
                                          <p:attrName>ppt_h</p:attrName>
                                        </p:attrNameLst>
                                      </p:cBhvr>
                                      <p:tavLst>
                                        <p:tav tm="0">
                                          <p:val>
                                            <p:fltVal val="0"/>
                                          </p:val>
                                        </p:tav>
                                        <p:tav tm="100000">
                                          <p:val>
                                            <p:strVal val="#ppt_h"/>
                                          </p:val>
                                        </p:tav>
                                      </p:tavLst>
                                    </p:anim>
                                    <p:anim calcmode="lin" valueType="num">
                                      <p:cBhvr>
                                        <p:cTn id="556" dur="2000" fill="hold"/>
                                        <p:tgtEl>
                                          <p:spTgt spid="75"/>
                                        </p:tgtEl>
                                        <p:attrNameLst>
                                          <p:attrName>ppt_w</p:attrName>
                                        </p:attrNameLst>
                                      </p:cBhvr>
                                      <p:tavLst>
                                        <p:tav tm="0">
                                          <p:val>
                                            <p:fltVal val="0"/>
                                          </p:val>
                                        </p:tav>
                                        <p:tav tm="100000">
                                          <p:val>
                                            <p:strVal val="#ppt_w"/>
                                          </p:val>
                                        </p:tav>
                                      </p:tavLst>
                                    </p:anim>
                                  </p:childTnLst>
                                </p:cTn>
                              </p:par>
                            </p:childTnLst>
                          </p:cTn>
                        </p:par>
                      </p:childTnLst>
                    </p:cTn>
                  </p:par>
                  <p:par>
                    <p:cTn id="557" fill="hold">
                      <p:stCondLst>
                        <p:cond delay="indefinite"/>
                      </p:stCondLst>
                      <p:childTnLst>
                        <p:par>
                          <p:cTn id="558" fill="hold">
                            <p:stCondLst>
                              <p:cond delay="0"/>
                            </p:stCondLst>
                            <p:childTnLst>
                              <p:par>
                                <p:cTn id="559" presetID="47" presetClass="entr" presetSubtype="0" fill="hold" grpId="0" nodeType="clickEffect">
                                  <p:stCondLst>
                                    <p:cond delay="0"/>
                                  </p:stCondLst>
                                  <p:childTnLst>
                                    <p:set>
                                      <p:cBhvr>
                                        <p:cTn id="560" dur="1" fill="hold">
                                          <p:stCondLst>
                                            <p:cond delay="0"/>
                                          </p:stCondLst>
                                        </p:cTn>
                                        <p:tgtEl>
                                          <p:spTgt spid="51"/>
                                        </p:tgtEl>
                                        <p:attrNameLst>
                                          <p:attrName>style.visibility</p:attrName>
                                        </p:attrNameLst>
                                      </p:cBhvr>
                                      <p:to>
                                        <p:strVal val="visible"/>
                                      </p:to>
                                    </p:set>
                                    <p:animEffect transition="in" filter="fade">
                                      <p:cBhvr>
                                        <p:cTn id="561" dur="1000"/>
                                        <p:tgtEl>
                                          <p:spTgt spid="51"/>
                                        </p:tgtEl>
                                      </p:cBhvr>
                                    </p:animEffect>
                                    <p:anim calcmode="lin" valueType="num">
                                      <p:cBhvr>
                                        <p:cTn id="562" dur="1000" fill="hold"/>
                                        <p:tgtEl>
                                          <p:spTgt spid="51"/>
                                        </p:tgtEl>
                                        <p:attrNameLst>
                                          <p:attrName>ppt_x</p:attrName>
                                        </p:attrNameLst>
                                      </p:cBhvr>
                                      <p:tavLst>
                                        <p:tav tm="0">
                                          <p:val>
                                            <p:strVal val="#ppt_x"/>
                                          </p:val>
                                        </p:tav>
                                        <p:tav tm="100000">
                                          <p:val>
                                            <p:strVal val="#ppt_x"/>
                                          </p:val>
                                        </p:tav>
                                      </p:tavLst>
                                    </p:anim>
                                    <p:anim calcmode="lin" valueType="num">
                                      <p:cBhvr>
                                        <p:cTn id="563" dur="1000" fill="hold"/>
                                        <p:tgtEl>
                                          <p:spTgt spid="51"/>
                                        </p:tgtEl>
                                        <p:attrNameLst>
                                          <p:attrName>ppt_y</p:attrName>
                                        </p:attrNameLst>
                                      </p:cBhvr>
                                      <p:tavLst>
                                        <p:tav tm="0">
                                          <p:val>
                                            <p:strVal val="#ppt_y-.1"/>
                                          </p:val>
                                        </p:tav>
                                        <p:tav tm="100000">
                                          <p:val>
                                            <p:strVal val="#ppt_y"/>
                                          </p:val>
                                        </p:tav>
                                      </p:tavLst>
                                    </p:anim>
                                  </p:childTnLst>
                                </p:cTn>
                              </p:par>
                            </p:childTnLst>
                          </p:cTn>
                        </p:par>
                        <p:par>
                          <p:cTn id="564" fill="hold">
                            <p:stCondLst>
                              <p:cond delay="1000"/>
                            </p:stCondLst>
                            <p:childTnLst>
                              <p:par>
                                <p:cTn id="565" presetID="42" presetClass="path" presetSubtype="0" accel="50000" decel="50000" fill="hold" grpId="1" nodeType="afterEffect">
                                  <p:stCondLst>
                                    <p:cond delay="0"/>
                                  </p:stCondLst>
                                  <p:childTnLst>
                                    <p:animMotion origin="layout" path="M 4.16667E-7 7.40741E-7 L -0.00065 0.03472 " pathEditMode="relative" rAng="0" ptsTypes="AA">
                                      <p:cBhvr>
                                        <p:cTn id="566" dur="1000" fill="hold"/>
                                        <p:tgtEl>
                                          <p:spTgt spid="51"/>
                                        </p:tgtEl>
                                        <p:attrNameLst>
                                          <p:attrName>ppt_x</p:attrName>
                                          <p:attrName>ppt_y</p:attrName>
                                        </p:attrNameLst>
                                      </p:cBhvr>
                                      <p:rCtr x="-39" y="1736"/>
                                    </p:animMotion>
                                  </p:childTnLst>
                                </p:cTn>
                              </p:par>
                            </p:childTnLst>
                          </p:cTn>
                        </p:par>
                        <p:par>
                          <p:cTn id="567" fill="hold">
                            <p:stCondLst>
                              <p:cond delay="2000"/>
                            </p:stCondLst>
                            <p:childTnLst>
                              <p:par>
                                <p:cTn id="568" presetID="42" presetClass="path" presetSubtype="0" accel="50000" decel="50000" fill="hold" grpId="2" nodeType="afterEffect">
                                  <p:stCondLst>
                                    <p:cond delay="0"/>
                                  </p:stCondLst>
                                  <p:childTnLst>
                                    <p:animMotion origin="layout" path="M -0.00013 0.03472 L -0.00039 0.06667 " pathEditMode="relative" rAng="0" ptsTypes="AA">
                                      <p:cBhvr>
                                        <p:cTn id="569" dur="1000" fill="hold"/>
                                        <p:tgtEl>
                                          <p:spTgt spid="51"/>
                                        </p:tgtEl>
                                        <p:attrNameLst>
                                          <p:attrName>ppt_x</p:attrName>
                                          <p:attrName>ppt_y</p:attrName>
                                        </p:attrNameLst>
                                      </p:cBhvr>
                                      <p:rCtr x="-13" y="1597"/>
                                    </p:animMotion>
                                  </p:childTnLst>
                                </p:cTn>
                              </p:par>
                            </p:childTnLst>
                          </p:cTn>
                        </p:par>
                        <p:par>
                          <p:cTn id="570" fill="hold">
                            <p:stCondLst>
                              <p:cond delay="3000"/>
                            </p:stCondLst>
                            <p:childTnLst>
                              <p:par>
                                <p:cTn id="571" presetID="42" presetClass="path" presetSubtype="0" accel="50000" decel="50000" fill="hold" grpId="3" nodeType="afterEffect">
                                  <p:stCondLst>
                                    <p:cond delay="0"/>
                                  </p:stCondLst>
                                  <p:childTnLst>
                                    <p:animMotion origin="layout" path="M 0.00039 0.06852 L 0.00065 0.10185 " pathEditMode="relative" rAng="0" ptsTypes="AA">
                                      <p:cBhvr>
                                        <p:cTn id="572" dur="1000" fill="hold"/>
                                        <p:tgtEl>
                                          <p:spTgt spid="51"/>
                                        </p:tgtEl>
                                        <p:attrNameLst>
                                          <p:attrName>ppt_x</p:attrName>
                                          <p:attrName>ppt_y</p:attrName>
                                        </p:attrNameLst>
                                      </p:cBhvr>
                                      <p:rCtr x="13" y="1667"/>
                                    </p:animMotion>
                                  </p:childTnLst>
                                </p:cTn>
                              </p:par>
                            </p:childTnLst>
                          </p:cTn>
                        </p:par>
                      </p:childTnLst>
                    </p:cTn>
                  </p:par>
                  <p:par>
                    <p:cTn id="573" fill="hold">
                      <p:stCondLst>
                        <p:cond delay="indefinite"/>
                      </p:stCondLst>
                      <p:childTnLst>
                        <p:par>
                          <p:cTn id="574" fill="hold">
                            <p:stCondLst>
                              <p:cond delay="0"/>
                            </p:stCondLst>
                            <p:childTnLst>
                              <p:par>
                                <p:cTn id="575" presetID="35" presetClass="entr" presetSubtype="0" fill="hold" grpId="0" nodeType="clickEffect">
                                  <p:stCondLst>
                                    <p:cond delay="0"/>
                                  </p:stCondLst>
                                  <p:childTnLst>
                                    <p:set>
                                      <p:cBhvr>
                                        <p:cTn id="576" dur="1" fill="hold">
                                          <p:stCondLst>
                                            <p:cond delay="0"/>
                                          </p:stCondLst>
                                        </p:cTn>
                                        <p:tgtEl>
                                          <p:spTgt spid="52"/>
                                        </p:tgtEl>
                                        <p:attrNameLst>
                                          <p:attrName>style.visibility</p:attrName>
                                        </p:attrNameLst>
                                      </p:cBhvr>
                                      <p:to>
                                        <p:strVal val="visible"/>
                                      </p:to>
                                    </p:set>
                                    <p:animEffect transition="in" filter="fade">
                                      <p:cBhvr>
                                        <p:cTn id="577" dur="2000"/>
                                        <p:tgtEl>
                                          <p:spTgt spid="52"/>
                                        </p:tgtEl>
                                      </p:cBhvr>
                                    </p:animEffect>
                                    <p:anim calcmode="lin" valueType="num">
                                      <p:cBhvr>
                                        <p:cTn id="578" dur="2000" fill="hold"/>
                                        <p:tgtEl>
                                          <p:spTgt spid="52"/>
                                        </p:tgtEl>
                                        <p:attrNameLst>
                                          <p:attrName>style.rotation</p:attrName>
                                        </p:attrNameLst>
                                      </p:cBhvr>
                                      <p:tavLst>
                                        <p:tav tm="0">
                                          <p:val>
                                            <p:fltVal val="720"/>
                                          </p:val>
                                        </p:tav>
                                        <p:tav tm="100000">
                                          <p:val>
                                            <p:fltVal val="0"/>
                                          </p:val>
                                        </p:tav>
                                      </p:tavLst>
                                    </p:anim>
                                    <p:anim calcmode="lin" valueType="num">
                                      <p:cBhvr>
                                        <p:cTn id="579" dur="2000" fill="hold"/>
                                        <p:tgtEl>
                                          <p:spTgt spid="52"/>
                                        </p:tgtEl>
                                        <p:attrNameLst>
                                          <p:attrName>ppt_h</p:attrName>
                                        </p:attrNameLst>
                                      </p:cBhvr>
                                      <p:tavLst>
                                        <p:tav tm="0">
                                          <p:val>
                                            <p:fltVal val="0"/>
                                          </p:val>
                                        </p:tav>
                                        <p:tav tm="100000">
                                          <p:val>
                                            <p:strVal val="#ppt_h"/>
                                          </p:val>
                                        </p:tav>
                                      </p:tavLst>
                                    </p:anim>
                                    <p:anim calcmode="lin" valueType="num">
                                      <p:cBhvr>
                                        <p:cTn id="580" dur="2000" fill="hold"/>
                                        <p:tgtEl>
                                          <p:spTgt spid="52"/>
                                        </p:tgtEl>
                                        <p:attrNameLst>
                                          <p:attrName>ppt_w</p:attrName>
                                        </p:attrNameLst>
                                      </p:cBhvr>
                                      <p:tavLst>
                                        <p:tav tm="0">
                                          <p:val>
                                            <p:fltVal val="0"/>
                                          </p:val>
                                        </p:tav>
                                        <p:tav tm="100000">
                                          <p:val>
                                            <p:strVal val="#ppt_w"/>
                                          </p:val>
                                        </p:tav>
                                      </p:tavLst>
                                    </p:anim>
                                  </p:childTnLst>
                                </p:cTn>
                              </p:par>
                              <p:par>
                                <p:cTn id="581" presetID="35" presetClass="entr" presetSubtype="0" fill="hold" grpId="0" nodeType="withEffect">
                                  <p:stCondLst>
                                    <p:cond delay="0"/>
                                  </p:stCondLst>
                                  <p:childTnLst>
                                    <p:set>
                                      <p:cBhvr>
                                        <p:cTn id="582" dur="1" fill="hold">
                                          <p:stCondLst>
                                            <p:cond delay="0"/>
                                          </p:stCondLst>
                                        </p:cTn>
                                        <p:tgtEl>
                                          <p:spTgt spid="53"/>
                                        </p:tgtEl>
                                        <p:attrNameLst>
                                          <p:attrName>style.visibility</p:attrName>
                                        </p:attrNameLst>
                                      </p:cBhvr>
                                      <p:to>
                                        <p:strVal val="visible"/>
                                      </p:to>
                                    </p:set>
                                    <p:animEffect transition="in" filter="fade">
                                      <p:cBhvr>
                                        <p:cTn id="583" dur="2000"/>
                                        <p:tgtEl>
                                          <p:spTgt spid="53"/>
                                        </p:tgtEl>
                                      </p:cBhvr>
                                    </p:animEffect>
                                    <p:anim calcmode="lin" valueType="num">
                                      <p:cBhvr>
                                        <p:cTn id="584" dur="2000" fill="hold"/>
                                        <p:tgtEl>
                                          <p:spTgt spid="53"/>
                                        </p:tgtEl>
                                        <p:attrNameLst>
                                          <p:attrName>style.rotation</p:attrName>
                                        </p:attrNameLst>
                                      </p:cBhvr>
                                      <p:tavLst>
                                        <p:tav tm="0">
                                          <p:val>
                                            <p:fltVal val="720"/>
                                          </p:val>
                                        </p:tav>
                                        <p:tav tm="100000">
                                          <p:val>
                                            <p:fltVal val="0"/>
                                          </p:val>
                                        </p:tav>
                                      </p:tavLst>
                                    </p:anim>
                                    <p:anim calcmode="lin" valueType="num">
                                      <p:cBhvr>
                                        <p:cTn id="585" dur="2000" fill="hold"/>
                                        <p:tgtEl>
                                          <p:spTgt spid="53"/>
                                        </p:tgtEl>
                                        <p:attrNameLst>
                                          <p:attrName>ppt_h</p:attrName>
                                        </p:attrNameLst>
                                      </p:cBhvr>
                                      <p:tavLst>
                                        <p:tav tm="0">
                                          <p:val>
                                            <p:fltVal val="0"/>
                                          </p:val>
                                        </p:tav>
                                        <p:tav tm="100000">
                                          <p:val>
                                            <p:strVal val="#ppt_h"/>
                                          </p:val>
                                        </p:tav>
                                      </p:tavLst>
                                    </p:anim>
                                    <p:anim calcmode="lin" valueType="num">
                                      <p:cBhvr>
                                        <p:cTn id="586" dur="2000" fill="hold"/>
                                        <p:tgtEl>
                                          <p:spTgt spid="53"/>
                                        </p:tgtEl>
                                        <p:attrNameLst>
                                          <p:attrName>ppt_w</p:attrName>
                                        </p:attrNameLst>
                                      </p:cBhvr>
                                      <p:tavLst>
                                        <p:tav tm="0">
                                          <p:val>
                                            <p:fltVal val="0"/>
                                          </p:val>
                                        </p:tav>
                                        <p:tav tm="100000">
                                          <p:val>
                                            <p:strVal val="#ppt_w"/>
                                          </p:val>
                                        </p:tav>
                                      </p:tavLst>
                                    </p:anim>
                                  </p:childTnLst>
                                </p:cTn>
                              </p:par>
                              <p:par>
                                <p:cTn id="587" presetID="35" presetClass="entr" presetSubtype="0" fill="hold" grpId="0" nodeType="withEffect">
                                  <p:stCondLst>
                                    <p:cond delay="0"/>
                                  </p:stCondLst>
                                  <p:childTnLst>
                                    <p:set>
                                      <p:cBhvr>
                                        <p:cTn id="588" dur="1" fill="hold">
                                          <p:stCondLst>
                                            <p:cond delay="0"/>
                                          </p:stCondLst>
                                        </p:cTn>
                                        <p:tgtEl>
                                          <p:spTgt spid="54"/>
                                        </p:tgtEl>
                                        <p:attrNameLst>
                                          <p:attrName>style.visibility</p:attrName>
                                        </p:attrNameLst>
                                      </p:cBhvr>
                                      <p:to>
                                        <p:strVal val="visible"/>
                                      </p:to>
                                    </p:set>
                                    <p:animEffect transition="in" filter="fade">
                                      <p:cBhvr>
                                        <p:cTn id="589" dur="2000"/>
                                        <p:tgtEl>
                                          <p:spTgt spid="54"/>
                                        </p:tgtEl>
                                      </p:cBhvr>
                                    </p:animEffect>
                                    <p:anim calcmode="lin" valueType="num">
                                      <p:cBhvr>
                                        <p:cTn id="590" dur="2000" fill="hold"/>
                                        <p:tgtEl>
                                          <p:spTgt spid="54"/>
                                        </p:tgtEl>
                                        <p:attrNameLst>
                                          <p:attrName>style.rotation</p:attrName>
                                        </p:attrNameLst>
                                      </p:cBhvr>
                                      <p:tavLst>
                                        <p:tav tm="0">
                                          <p:val>
                                            <p:fltVal val="720"/>
                                          </p:val>
                                        </p:tav>
                                        <p:tav tm="100000">
                                          <p:val>
                                            <p:fltVal val="0"/>
                                          </p:val>
                                        </p:tav>
                                      </p:tavLst>
                                    </p:anim>
                                    <p:anim calcmode="lin" valueType="num">
                                      <p:cBhvr>
                                        <p:cTn id="591" dur="2000" fill="hold"/>
                                        <p:tgtEl>
                                          <p:spTgt spid="54"/>
                                        </p:tgtEl>
                                        <p:attrNameLst>
                                          <p:attrName>ppt_h</p:attrName>
                                        </p:attrNameLst>
                                      </p:cBhvr>
                                      <p:tavLst>
                                        <p:tav tm="0">
                                          <p:val>
                                            <p:fltVal val="0"/>
                                          </p:val>
                                        </p:tav>
                                        <p:tav tm="100000">
                                          <p:val>
                                            <p:strVal val="#ppt_h"/>
                                          </p:val>
                                        </p:tav>
                                      </p:tavLst>
                                    </p:anim>
                                    <p:anim calcmode="lin" valueType="num">
                                      <p:cBhvr>
                                        <p:cTn id="592" dur="2000" fill="hold"/>
                                        <p:tgtEl>
                                          <p:spTgt spid="54"/>
                                        </p:tgtEl>
                                        <p:attrNameLst>
                                          <p:attrName>ppt_w</p:attrName>
                                        </p:attrNameLst>
                                      </p:cBhvr>
                                      <p:tavLst>
                                        <p:tav tm="0">
                                          <p:val>
                                            <p:fltVal val="0"/>
                                          </p:val>
                                        </p:tav>
                                        <p:tav tm="100000">
                                          <p:val>
                                            <p:strVal val="#ppt_w"/>
                                          </p:val>
                                        </p:tav>
                                      </p:tavLst>
                                    </p:anim>
                                  </p:childTnLst>
                                </p:cTn>
                              </p:par>
                            </p:childTnLst>
                          </p:cTn>
                        </p:par>
                        <p:par>
                          <p:cTn id="593" fill="hold">
                            <p:stCondLst>
                              <p:cond delay="2000"/>
                            </p:stCondLst>
                            <p:childTnLst>
                              <p:par>
                                <p:cTn id="594" presetID="56" presetClass="path" presetSubtype="0" accel="50000" decel="50000" fill="hold" grpId="1" nodeType="afterEffect">
                                  <p:stCondLst>
                                    <p:cond delay="0"/>
                                  </p:stCondLst>
                                  <p:childTnLst>
                                    <p:animMotion origin="layout" path="M -6.25E-7 2.96296E-6 L 0.14714 0.13472 " pathEditMode="relative" rAng="0" ptsTypes="AA">
                                      <p:cBhvr>
                                        <p:cTn id="595" dur="2000" fill="hold"/>
                                        <p:tgtEl>
                                          <p:spTgt spid="52"/>
                                        </p:tgtEl>
                                        <p:attrNameLst>
                                          <p:attrName>ppt_x</p:attrName>
                                          <p:attrName>ppt_y</p:attrName>
                                        </p:attrNameLst>
                                      </p:cBhvr>
                                      <p:rCtr x="7357" y="6736"/>
                                    </p:animMotion>
                                  </p:childTnLst>
                                </p:cTn>
                              </p:par>
                              <p:par>
                                <p:cTn id="596" presetID="63" presetClass="path" presetSubtype="0" accel="50000" decel="50000" fill="hold" grpId="1" nodeType="withEffect">
                                  <p:stCondLst>
                                    <p:cond delay="0"/>
                                  </p:stCondLst>
                                  <p:childTnLst>
                                    <p:animMotion origin="layout" path="M 3.33333E-6 2.96296E-6 L 0.21315 0.13472 " pathEditMode="relative" rAng="0" ptsTypes="AA">
                                      <p:cBhvr>
                                        <p:cTn id="597" dur="2000" fill="hold"/>
                                        <p:tgtEl>
                                          <p:spTgt spid="53"/>
                                        </p:tgtEl>
                                        <p:attrNameLst>
                                          <p:attrName>ppt_x</p:attrName>
                                          <p:attrName>ppt_y</p:attrName>
                                        </p:attrNameLst>
                                      </p:cBhvr>
                                      <p:rCtr x="10651" y="6736"/>
                                    </p:animMotion>
                                  </p:childTnLst>
                                </p:cTn>
                              </p:par>
                              <p:par>
                                <p:cTn id="598" presetID="63" presetClass="path" presetSubtype="0" accel="50000" decel="50000" fill="hold" grpId="1" nodeType="withEffect">
                                  <p:stCondLst>
                                    <p:cond delay="0"/>
                                  </p:stCondLst>
                                  <p:childTnLst>
                                    <p:animMotion origin="layout" path="M -3.54167E-6 2.96296E-6 L 0.17045 0.13472 " pathEditMode="relative" rAng="0" ptsTypes="AA">
                                      <p:cBhvr>
                                        <p:cTn id="599" dur="2000" fill="hold"/>
                                        <p:tgtEl>
                                          <p:spTgt spid="54"/>
                                        </p:tgtEl>
                                        <p:attrNameLst>
                                          <p:attrName>ppt_x</p:attrName>
                                          <p:attrName>ppt_y</p:attrName>
                                        </p:attrNameLst>
                                      </p:cBhvr>
                                      <p:rCtr x="8516" y="6736"/>
                                    </p:animMotion>
                                  </p:childTnLst>
                                </p:cTn>
                              </p:par>
                            </p:childTnLst>
                          </p:cTn>
                        </p:par>
                        <p:par>
                          <p:cTn id="600" fill="hold">
                            <p:stCondLst>
                              <p:cond delay="4000"/>
                            </p:stCondLst>
                            <p:childTnLst>
                              <p:par>
                                <p:cTn id="601" presetID="42" presetClass="path" presetSubtype="0" accel="50000" decel="50000" fill="hold" grpId="4" nodeType="afterEffect">
                                  <p:stCondLst>
                                    <p:cond delay="0"/>
                                  </p:stCondLst>
                                  <p:childTnLst>
                                    <p:animMotion origin="layout" path="M 0.00065 0.10185 L 0.00039 0.13518 " pathEditMode="relative" rAng="0" ptsTypes="AA">
                                      <p:cBhvr>
                                        <p:cTn id="602" dur="1000" fill="hold"/>
                                        <p:tgtEl>
                                          <p:spTgt spid="51"/>
                                        </p:tgtEl>
                                        <p:attrNameLst>
                                          <p:attrName>ppt_x</p:attrName>
                                          <p:attrName>ppt_y</p:attrName>
                                        </p:attrNameLst>
                                      </p:cBhvr>
                                      <p:rCtr x="-13" y="1667"/>
                                    </p:animMotion>
                                  </p:childTnLst>
                                </p:cTn>
                              </p:par>
                            </p:childTnLst>
                          </p:cTn>
                        </p:par>
                        <p:par>
                          <p:cTn id="603" fill="hold">
                            <p:stCondLst>
                              <p:cond delay="5000"/>
                            </p:stCondLst>
                            <p:childTnLst>
                              <p:par>
                                <p:cTn id="604" presetID="42" presetClass="path" presetSubtype="0" accel="50000" decel="50000" fill="hold" grpId="5" nodeType="afterEffect">
                                  <p:stCondLst>
                                    <p:cond delay="0"/>
                                  </p:stCondLst>
                                  <p:childTnLst>
                                    <p:animMotion origin="layout" path="M 0.00039 0.13518 L 0.00052 0.16875 " pathEditMode="relative" rAng="0" ptsTypes="AA">
                                      <p:cBhvr>
                                        <p:cTn id="605" dur="1000" fill="hold"/>
                                        <p:tgtEl>
                                          <p:spTgt spid="51"/>
                                        </p:tgtEl>
                                        <p:attrNameLst>
                                          <p:attrName>ppt_x</p:attrName>
                                          <p:attrName>ppt_y</p:attrName>
                                        </p:attrNameLst>
                                      </p:cBhvr>
                                      <p:rCtr x="0" y="1667"/>
                                    </p:animMotion>
                                  </p:childTnLst>
                                </p:cTn>
                              </p:par>
                            </p:childTnLst>
                          </p:cTn>
                        </p:par>
                        <p:par>
                          <p:cTn id="606" fill="hold">
                            <p:stCondLst>
                              <p:cond delay="6000"/>
                            </p:stCondLst>
                            <p:childTnLst>
                              <p:par>
                                <p:cTn id="607" presetID="42" presetClass="path" presetSubtype="0" accel="50000" decel="50000" fill="hold" grpId="6" nodeType="afterEffect">
                                  <p:stCondLst>
                                    <p:cond delay="0"/>
                                  </p:stCondLst>
                                  <p:childTnLst>
                                    <p:animMotion origin="layout" path="M 0.00052 0.16875 L 0.00026 0.20231 " pathEditMode="relative" rAng="0" ptsTypes="AA">
                                      <p:cBhvr>
                                        <p:cTn id="608" dur="1000" fill="hold"/>
                                        <p:tgtEl>
                                          <p:spTgt spid="51"/>
                                        </p:tgtEl>
                                        <p:attrNameLst>
                                          <p:attrName>ppt_x</p:attrName>
                                          <p:attrName>ppt_y</p:attrName>
                                        </p:attrNameLst>
                                      </p:cBhvr>
                                      <p:rCtr x="-13" y="1667"/>
                                    </p:animMotion>
                                  </p:childTnLst>
                                </p:cTn>
                              </p:par>
                            </p:childTnLst>
                          </p:cTn>
                        </p:par>
                        <p:par>
                          <p:cTn id="609" fill="hold">
                            <p:stCondLst>
                              <p:cond delay="7000"/>
                            </p:stCondLst>
                            <p:childTnLst>
                              <p:par>
                                <p:cTn id="610" presetID="42" presetClass="path" presetSubtype="0" accel="50000" decel="50000" fill="hold" grpId="7" nodeType="afterEffect">
                                  <p:stCondLst>
                                    <p:cond delay="0"/>
                                  </p:stCondLst>
                                  <p:childTnLst>
                                    <p:animMotion origin="layout" path="M 0.00026 0.20231 L 4.16667E-7 0.23588 " pathEditMode="relative" rAng="0" ptsTypes="AA">
                                      <p:cBhvr>
                                        <p:cTn id="611" dur="1000" fill="hold"/>
                                        <p:tgtEl>
                                          <p:spTgt spid="51"/>
                                        </p:tgtEl>
                                        <p:attrNameLst>
                                          <p:attrName>ppt_x</p:attrName>
                                          <p:attrName>ppt_y</p:attrName>
                                        </p:attrNameLst>
                                      </p:cBhvr>
                                      <p:rCtr x="-13" y="1667"/>
                                    </p:animMotion>
                                  </p:childTnLst>
                                </p:cTn>
                              </p:par>
                            </p:childTnLst>
                          </p:cTn>
                        </p:par>
                        <p:par>
                          <p:cTn id="612" fill="hold">
                            <p:stCondLst>
                              <p:cond delay="8000"/>
                            </p:stCondLst>
                            <p:childTnLst>
                              <p:par>
                                <p:cTn id="613" presetID="16" presetClass="exit" presetSubtype="21" fill="hold" grpId="8" nodeType="afterEffect">
                                  <p:stCondLst>
                                    <p:cond delay="0"/>
                                  </p:stCondLst>
                                  <p:childTnLst>
                                    <p:animEffect transition="out" filter="barn(inVertical)">
                                      <p:cBhvr>
                                        <p:cTn id="614" dur="500"/>
                                        <p:tgtEl>
                                          <p:spTgt spid="51"/>
                                        </p:tgtEl>
                                      </p:cBhvr>
                                    </p:animEffect>
                                    <p:set>
                                      <p:cBhvr>
                                        <p:cTn id="615" dur="1" fill="hold">
                                          <p:stCondLst>
                                            <p:cond delay="499"/>
                                          </p:stCondLst>
                                        </p:cTn>
                                        <p:tgtEl>
                                          <p:spTgt spid="51"/>
                                        </p:tgtEl>
                                        <p:attrNameLst>
                                          <p:attrName>style.visibility</p:attrName>
                                        </p:attrNameLst>
                                      </p:cBhvr>
                                      <p:to>
                                        <p:strVal val="hidden"/>
                                      </p:to>
                                    </p:set>
                                  </p:childTnLst>
                                </p:cTn>
                              </p:par>
                            </p:childTnLst>
                          </p:cTn>
                        </p:par>
                      </p:childTnLst>
                    </p:cTn>
                  </p:par>
                  <p:par>
                    <p:cTn id="616" fill="hold">
                      <p:stCondLst>
                        <p:cond delay="indefinite"/>
                      </p:stCondLst>
                      <p:childTnLst>
                        <p:par>
                          <p:cTn id="617" fill="hold">
                            <p:stCondLst>
                              <p:cond delay="0"/>
                            </p:stCondLst>
                            <p:childTnLst>
                              <p:par>
                                <p:cTn id="618" presetID="35" presetClass="entr" presetSubtype="0" fill="hold" grpId="0" nodeType="clickEffect">
                                  <p:stCondLst>
                                    <p:cond delay="0"/>
                                  </p:stCondLst>
                                  <p:childTnLst>
                                    <p:set>
                                      <p:cBhvr>
                                        <p:cTn id="619" dur="1" fill="hold">
                                          <p:stCondLst>
                                            <p:cond delay="0"/>
                                          </p:stCondLst>
                                        </p:cTn>
                                        <p:tgtEl>
                                          <p:spTgt spid="76"/>
                                        </p:tgtEl>
                                        <p:attrNameLst>
                                          <p:attrName>style.visibility</p:attrName>
                                        </p:attrNameLst>
                                      </p:cBhvr>
                                      <p:to>
                                        <p:strVal val="visible"/>
                                      </p:to>
                                    </p:set>
                                    <p:animEffect transition="in" filter="fade">
                                      <p:cBhvr>
                                        <p:cTn id="620" dur="2000"/>
                                        <p:tgtEl>
                                          <p:spTgt spid="76"/>
                                        </p:tgtEl>
                                      </p:cBhvr>
                                    </p:animEffect>
                                    <p:anim calcmode="lin" valueType="num">
                                      <p:cBhvr>
                                        <p:cTn id="621" dur="2000" fill="hold"/>
                                        <p:tgtEl>
                                          <p:spTgt spid="76"/>
                                        </p:tgtEl>
                                        <p:attrNameLst>
                                          <p:attrName>style.rotation</p:attrName>
                                        </p:attrNameLst>
                                      </p:cBhvr>
                                      <p:tavLst>
                                        <p:tav tm="0">
                                          <p:val>
                                            <p:fltVal val="720"/>
                                          </p:val>
                                        </p:tav>
                                        <p:tav tm="100000">
                                          <p:val>
                                            <p:fltVal val="0"/>
                                          </p:val>
                                        </p:tav>
                                      </p:tavLst>
                                    </p:anim>
                                    <p:anim calcmode="lin" valueType="num">
                                      <p:cBhvr>
                                        <p:cTn id="622" dur="2000" fill="hold"/>
                                        <p:tgtEl>
                                          <p:spTgt spid="76"/>
                                        </p:tgtEl>
                                        <p:attrNameLst>
                                          <p:attrName>ppt_h</p:attrName>
                                        </p:attrNameLst>
                                      </p:cBhvr>
                                      <p:tavLst>
                                        <p:tav tm="0">
                                          <p:val>
                                            <p:fltVal val="0"/>
                                          </p:val>
                                        </p:tav>
                                        <p:tav tm="100000">
                                          <p:val>
                                            <p:strVal val="#ppt_h"/>
                                          </p:val>
                                        </p:tav>
                                      </p:tavLst>
                                    </p:anim>
                                    <p:anim calcmode="lin" valueType="num">
                                      <p:cBhvr>
                                        <p:cTn id="623" dur="2000" fill="hold"/>
                                        <p:tgtEl>
                                          <p:spTgt spid="76"/>
                                        </p:tgtEl>
                                        <p:attrNameLst>
                                          <p:attrName>ppt_w</p:attrName>
                                        </p:attrNameLst>
                                      </p:cBhvr>
                                      <p:tavLst>
                                        <p:tav tm="0">
                                          <p:val>
                                            <p:fltVal val="0"/>
                                          </p:val>
                                        </p:tav>
                                        <p:tav tm="100000">
                                          <p:val>
                                            <p:strVal val="#ppt_w"/>
                                          </p:val>
                                        </p:tav>
                                      </p:tavLst>
                                    </p:anim>
                                  </p:childTnLst>
                                </p:cTn>
                              </p:par>
                            </p:childTnLst>
                          </p:cTn>
                        </p:par>
                        <p:par>
                          <p:cTn id="624" fill="hold">
                            <p:stCondLst>
                              <p:cond delay="2000"/>
                            </p:stCondLst>
                            <p:childTnLst>
                              <p:par>
                                <p:cTn id="625" presetID="63" presetClass="path" presetSubtype="0" accel="50000" decel="50000" fill="hold" grpId="1" nodeType="afterEffect">
                                  <p:stCondLst>
                                    <p:cond delay="0"/>
                                  </p:stCondLst>
                                  <p:childTnLst>
                                    <p:animMotion origin="layout" path="M -3.95833E-6 -4.07407E-6 L 0.00795 0.0713 " pathEditMode="relative" rAng="0" ptsTypes="AA">
                                      <p:cBhvr>
                                        <p:cTn id="626" dur="2000" fill="hold"/>
                                        <p:tgtEl>
                                          <p:spTgt spid="76"/>
                                        </p:tgtEl>
                                        <p:attrNameLst>
                                          <p:attrName>ppt_x</p:attrName>
                                          <p:attrName>ppt_y</p:attrName>
                                        </p:attrNameLst>
                                      </p:cBhvr>
                                      <p:rCtr x="391" y="3565"/>
                                    </p:animMotion>
                                  </p:childTnLst>
                                </p:cTn>
                              </p:par>
                            </p:childTnLst>
                          </p:cTn>
                        </p:par>
                        <p:par>
                          <p:cTn id="627" fill="hold">
                            <p:stCondLst>
                              <p:cond delay="4000"/>
                            </p:stCondLst>
                            <p:childTnLst>
                              <p:par>
                                <p:cTn id="628" presetID="16" presetClass="exit" presetSubtype="21" fill="hold" grpId="2" nodeType="afterEffect">
                                  <p:stCondLst>
                                    <p:cond delay="0"/>
                                  </p:stCondLst>
                                  <p:childTnLst>
                                    <p:animEffect transition="out" filter="barn(inVertical)">
                                      <p:cBhvr>
                                        <p:cTn id="629" dur="500"/>
                                        <p:tgtEl>
                                          <p:spTgt spid="76"/>
                                        </p:tgtEl>
                                      </p:cBhvr>
                                    </p:animEffect>
                                    <p:set>
                                      <p:cBhvr>
                                        <p:cTn id="630" dur="1" fill="hold">
                                          <p:stCondLst>
                                            <p:cond delay="499"/>
                                          </p:stCondLst>
                                        </p:cTn>
                                        <p:tgtEl>
                                          <p:spTgt spid="76"/>
                                        </p:tgtEl>
                                        <p:attrNameLst>
                                          <p:attrName>style.visibility</p:attrName>
                                        </p:attrNameLst>
                                      </p:cBhvr>
                                      <p:to>
                                        <p:strVal val="hidden"/>
                                      </p:to>
                                    </p:set>
                                  </p:childTnLst>
                                </p:cTn>
                              </p:par>
                            </p:childTnLst>
                          </p:cTn>
                        </p:par>
                        <p:par>
                          <p:cTn id="631" fill="hold">
                            <p:stCondLst>
                              <p:cond delay="4500"/>
                            </p:stCondLst>
                            <p:childTnLst>
                              <p:par>
                                <p:cTn id="632" presetID="16" presetClass="exit" presetSubtype="21" fill="hold" grpId="1" nodeType="afterEffect">
                                  <p:stCondLst>
                                    <p:cond delay="0"/>
                                  </p:stCondLst>
                                  <p:childTnLst>
                                    <p:animEffect transition="out" filter="barn(inVertical)">
                                      <p:cBhvr>
                                        <p:cTn id="633" dur="500"/>
                                        <p:tgtEl>
                                          <p:spTgt spid="75"/>
                                        </p:tgtEl>
                                      </p:cBhvr>
                                    </p:animEffect>
                                    <p:set>
                                      <p:cBhvr>
                                        <p:cTn id="634" dur="1" fill="hold">
                                          <p:stCondLst>
                                            <p:cond delay="499"/>
                                          </p:stCondLst>
                                        </p:cTn>
                                        <p:tgtEl>
                                          <p:spTgt spid="75"/>
                                        </p:tgtEl>
                                        <p:attrNameLst>
                                          <p:attrName>style.visibility</p:attrName>
                                        </p:attrNameLst>
                                      </p:cBhvr>
                                      <p:to>
                                        <p:strVal val="hidden"/>
                                      </p:to>
                                    </p:set>
                                  </p:childTnLst>
                                </p:cTn>
                              </p:par>
                            </p:childTnLst>
                          </p:cTn>
                        </p:par>
                        <p:par>
                          <p:cTn id="635" fill="hold">
                            <p:stCondLst>
                              <p:cond delay="5000"/>
                            </p:stCondLst>
                            <p:childTnLst>
                              <p:par>
                                <p:cTn id="636" presetID="35" presetClass="entr" presetSubtype="0" fill="hold" grpId="0" nodeType="afterEffect">
                                  <p:stCondLst>
                                    <p:cond delay="0"/>
                                  </p:stCondLst>
                                  <p:childTnLst>
                                    <p:set>
                                      <p:cBhvr>
                                        <p:cTn id="637" dur="1" fill="hold">
                                          <p:stCondLst>
                                            <p:cond delay="0"/>
                                          </p:stCondLst>
                                        </p:cTn>
                                        <p:tgtEl>
                                          <p:spTgt spid="77"/>
                                        </p:tgtEl>
                                        <p:attrNameLst>
                                          <p:attrName>style.visibility</p:attrName>
                                        </p:attrNameLst>
                                      </p:cBhvr>
                                      <p:to>
                                        <p:strVal val="visible"/>
                                      </p:to>
                                    </p:set>
                                    <p:animEffect transition="in" filter="fade">
                                      <p:cBhvr>
                                        <p:cTn id="638" dur="2000"/>
                                        <p:tgtEl>
                                          <p:spTgt spid="77"/>
                                        </p:tgtEl>
                                      </p:cBhvr>
                                    </p:animEffect>
                                    <p:anim calcmode="lin" valueType="num">
                                      <p:cBhvr>
                                        <p:cTn id="639" dur="2000" fill="hold"/>
                                        <p:tgtEl>
                                          <p:spTgt spid="77"/>
                                        </p:tgtEl>
                                        <p:attrNameLst>
                                          <p:attrName>style.rotation</p:attrName>
                                        </p:attrNameLst>
                                      </p:cBhvr>
                                      <p:tavLst>
                                        <p:tav tm="0">
                                          <p:val>
                                            <p:fltVal val="720"/>
                                          </p:val>
                                        </p:tav>
                                        <p:tav tm="100000">
                                          <p:val>
                                            <p:fltVal val="0"/>
                                          </p:val>
                                        </p:tav>
                                      </p:tavLst>
                                    </p:anim>
                                    <p:anim calcmode="lin" valueType="num">
                                      <p:cBhvr>
                                        <p:cTn id="640" dur="2000" fill="hold"/>
                                        <p:tgtEl>
                                          <p:spTgt spid="77"/>
                                        </p:tgtEl>
                                        <p:attrNameLst>
                                          <p:attrName>ppt_h</p:attrName>
                                        </p:attrNameLst>
                                      </p:cBhvr>
                                      <p:tavLst>
                                        <p:tav tm="0">
                                          <p:val>
                                            <p:fltVal val="0"/>
                                          </p:val>
                                        </p:tav>
                                        <p:tav tm="100000">
                                          <p:val>
                                            <p:strVal val="#ppt_h"/>
                                          </p:val>
                                        </p:tav>
                                      </p:tavLst>
                                    </p:anim>
                                    <p:anim calcmode="lin" valueType="num">
                                      <p:cBhvr>
                                        <p:cTn id="641" dur="2000" fill="hold"/>
                                        <p:tgtEl>
                                          <p:spTgt spid="77"/>
                                        </p:tgtEl>
                                        <p:attrNameLst>
                                          <p:attrName>ppt_w</p:attrName>
                                        </p:attrNameLst>
                                      </p:cBhvr>
                                      <p:tavLst>
                                        <p:tav tm="0">
                                          <p:val>
                                            <p:fltVal val="0"/>
                                          </p:val>
                                        </p:tav>
                                        <p:tav tm="100000">
                                          <p:val>
                                            <p:strVal val="#ppt_w"/>
                                          </p:val>
                                        </p:tav>
                                      </p:tavLst>
                                    </p:anim>
                                  </p:childTnLst>
                                </p:cTn>
                              </p:par>
                            </p:childTnLst>
                          </p:cTn>
                        </p:par>
                      </p:childTnLst>
                    </p:cTn>
                  </p:par>
                  <p:par>
                    <p:cTn id="642" fill="hold">
                      <p:stCondLst>
                        <p:cond delay="indefinite"/>
                      </p:stCondLst>
                      <p:childTnLst>
                        <p:par>
                          <p:cTn id="643" fill="hold">
                            <p:stCondLst>
                              <p:cond delay="0"/>
                            </p:stCondLst>
                            <p:childTnLst>
                              <p:par>
                                <p:cTn id="644" presetID="47" presetClass="entr" presetSubtype="0" fill="hold" grpId="0" nodeType="clickEffect">
                                  <p:stCondLst>
                                    <p:cond delay="0"/>
                                  </p:stCondLst>
                                  <p:childTnLst>
                                    <p:set>
                                      <p:cBhvr>
                                        <p:cTn id="645" dur="1" fill="hold">
                                          <p:stCondLst>
                                            <p:cond delay="0"/>
                                          </p:stCondLst>
                                        </p:cTn>
                                        <p:tgtEl>
                                          <p:spTgt spid="55"/>
                                        </p:tgtEl>
                                        <p:attrNameLst>
                                          <p:attrName>style.visibility</p:attrName>
                                        </p:attrNameLst>
                                      </p:cBhvr>
                                      <p:to>
                                        <p:strVal val="visible"/>
                                      </p:to>
                                    </p:set>
                                    <p:animEffect transition="in" filter="fade">
                                      <p:cBhvr>
                                        <p:cTn id="646" dur="1000"/>
                                        <p:tgtEl>
                                          <p:spTgt spid="55"/>
                                        </p:tgtEl>
                                      </p:cBhvr>
                                    </p:animEffect>
                                    <p:anim calcmode="lin" valueType="num">
                                      <p:cBhvr>
                                        <p:cTn id="647" dur="1000" fill="hold"/>
                                        <p:tgtEl>
                                          <p:spTgt spid="55"/>
                                        </p:tgtEl>
                                        <p:attrNameLst>
                                          <p:attrName>ppt_x</p:attrName>
                                        </p:attrNameLst>
                                      </p:cBhvr>
                                      <p:tavLst>
                                        <p:tav tm="0">
                                          <p:val>
                                            <p:strVal val="#ppt_x"/>
                                          </p:val>
                                        </p:tav>
                                        <p:tav tm="100000">
                                          <p:val>
                                            <p:strVal val="#ppt_x"/>
                                          </p:val>
                                        </p:tav>
                                      </p:tavLst>
                                    </p:anim>
                                    <p:anim calcmode="lin" valueType="num">
                                      <p:cBhvr>
                                        <p:cTn id="648" dur="1000" fill="hold"/>
                                        <p:tgtEl>
                                          <p:spTgt spid="55"/>
                                        </p:tgtEl>
                                        <p:attrNameLst>
                                          <p:attrName>ppt_y</p:attrName>
                                        </p:attrNameLst>
                                      </p:cBhvr>
                                      <p:tavLst>
                                        <p:tav tm="0">
                                          <p:val>
                                            <p:strVal val="#ppt_y-.1"/>
                                          </p:val>
                                        </p:tav>
                                        <p:tav tm="100000">
                                          <p:val>
                                            <p:strVal val="#ppt_y"/>
                                          </p:val>
                                        </p:tav>
                                      </p:tavLst>
                                    </p:anim>
                                  </p:childTnLst>
                                </p:cTn>
                              </p:par>
                            </p:childTnLst>
                          </p:cTn>
                        </p:par>
                        <p:par>
                          <p:cTn id="649" fill="hold">
                            <p:stCondLst>
                              <p:cond delay="1000"/>
                            </p:stCondLst>
                            <p:childTnLst>
                              <p:par>
                                <p:cTn id="650" presetID="42" presetClass="path" presetSubtype="0" accel="50000" decel="50000" fill="hold" grpId="1" nodeType="afterEffect">
                                  <p:stCondLst>
                                    <p:cond delay="0"/>
                                  </p:stCondLst>
                                  <p:childTnLst>
                                    <p:animMotion origin="layout" path="M 4.16667E-7 3.7037E-6 L -0.00065 0.03472 " pathEditMode="relative" rAng="0" ptsTypes="AA">
                                      <p:cBhvr>
                                        <p:cTn id="651" dur="1000" fill="hold"/>
                                        <p:tgtEl>
                                          <p:spTgt spid="55"/>
                                        </p:tgtEl>
                                        <p:attrNameLst>
                                          <p:attrName>ppt_x</p:attrName>
                                          <p:attrName>ppt_y</p:attrName>
                                        </p:attrNameLst>
                                      </p:cBhvr>
                                      <p:rCtr x="-39" y="1736"/>
                                    </p:animMotion>
                                  </p:childTnLst>
                                </p:cTn>
                              </p:par>
                            </p:childTnLst>
                          </p:cTn>
                        </p:par>
                        <p:par>
                          <p:cTn id="652" fill="hold">
                            <p:stCondLst>
                              <p:cond delay="2000"/>
                            </p:stCondLst>
                            <p:childTnLst>
                              <p:par>
                                <p:cTn id="653" presetID="42" presetClass="path" presetSubtype="0" accel="50000" decel="50000" fill="hold" grpId="2" nodeType="afterEffect">
                                  <p:stCondLst>
                                    <p:cond delay="0"/>
                                  </p:stCondLst>
                                  <p:childTnLst>
                                    <p:animMotion origin="layout" path="M -0.00013 0.03472 L -0.00039 0.06666 " pathEditMode="relative" rAng="0" ptsTypes="AA">
                                      <p:cBhvr>
                                        <p:cTn id="654" dur="1000" fill="hold"/>
                                        <p:tgtEl>
                                          <p:spTgt spid="55"/>
                                        </p:tgtEl>
                                        <p:attrNameLst>
                                          <p:attrName>ppt_x</p:attrName>
                                          <p:attrName>ppt_y</p:attrName>
                                        </p:attrNameLst>
                                      </p:cBhvr>
                                      <p:rCtr x="-13" y="1597"/>
                                    </p:animMotion>
                                  </p:childTnLst>
                                </p:cTn>
                              </p:par>
                            </p:childTnLst>
                          </p:cTn>
                        </p:par>
                        <p:par>
                          <p:cTn id="655" fill="hold">
                            <p:stCondLst>
                              <p:cond delay="3000"/>
                            </p:stCondLst>
                            <p:childTnLst>
                              <p:par>
                                <p:cTn id="656" presetID="42" presetClass="path" presetSubtype="0" accel="50000" decel="50000" fill="hold" grpId="3" nodeType="afterEffect">
                                  <p:stCondLst>
                                    <p:cond delay="0"/>
                                  </p:stCondLst>
                                  <p:childTnLst>
                                    <p:animMotion origin="layout" path="M 0.00039 0.06851 L 0.00065 0.10185 " pathEditMode="relative" rAng="0" ptsTypes="AA">
                                      <p:cBhvr>
                                        <p:cTn id="657" dur="1000" fill="hold"/>
                                        <p:tgtEl>
                                          <p:spTgt spid="55"/>
                                        </p:tgtEl>
                                        <p:attrNameLst>
                                          <p:attrName>ppt_x</p:attrName>
                                          <p:attrName>ppt_y</p:attrName>
                                        </p:attrNameLst>
                                      </p:cBhvr>
                                      <p:rCtr x="13" y="1667"/>
                                    </p:animMotion>
                                  </p:childTnLst>
                                </p:cTn>
                              </p:par>
                            </p:childTnLst>
                          </p:cTn>
                        </p:par>
                        <p:par>
                          <p:cTn id="658" fill="hold">
                            <p:stCondLst>
                              <p:cond delay="4000"/>
                            </p:stCondLst>
                            <p:childTnLst>
                              <p:par>
                                <p:cTn id="659" presetID="42" presetClass="path" presetSubtype="0" accel="50000" decel="50000" fill="hold" grpId="4" nodeType="afterEffect">
                                  <p:stCondLst>
                                    <p:cond delay="0"/>
                                  </p:stCondLst>
                                  <p:childTnLst>
                                    <p:animMotion origin="layout" path="M 0.00065 0.10185 L 0.00039 0.13518 " pathEditMode="relative" rAng="0" ptsTypes="AA">
                                      <p:cBhvr>
                                        <p:cTn id="660" dur="1000" fill="hold"/>
                                        <p:tgtEl>
                                          <p:spTgt spid="55"/>
                                        </p:tgtEl>
                                        <p:attrNameLst>
                                          <p:attrName>ppt_x</p:attrName>
                                          <p:attrName>ppt_y</p:attrName>
                                        </p:attrNameLst>
                                      </p:cBhvr>
                                      <p:rCtr x="-13" y="1667"/>
                                    </p:animMotion>
                                  </p:childTnLst>
                                </p:cTn>
                              </p:par>
                            </p:childTnLst>
                          </p:cTn>
                        </p:par>
                        <p:par>
                          <p:cTn id="661" fill="hold">
                            <p:stCondLst>
                              <p:cond delay="5000"/>
                            </p:stCondLst>
                            <p:childTnLst>
                              <p:par>
                                <p:cTn id="662" presetID="42" presetClass="path" presetSubtype="0" accel="50000" decel="50000" fill="hold" grpId="5" nodeType="afterEffect">
                                  <p:stCondLst>
                                    <p:cond delay="0"/>
                                  </p:stCondLst>
                                  <p:childTnLst>
                                    <p:animMotion origin="layout" path="M 0.00039 0.13518 L 0.00052 0.16875 " pathEditMode="relative" rAng="0" ptsTypes="AA">
                                      <p:cBhvr>
                                        <p:cTn id="663" dur="1000" fill="hold"/>
                                        <p:tgtEl>
                                          <p:spTgt spid="55"/>
                                        </p:tgtEl>
                                        <p:attrNameLst>
                                          <p:attrName>ppt_x</p:attrName>
                                          <p:attrName>ppt_y</p:attrName>
                                        </p:attrNameLst>
                                      </p:cBhvr>
                                      <p:rCtr x="0" y="1667"/>
                                    </p:animMotion>
                                  </p:childTnLst>
                                </p:cTn>
                              </p:par>
                            </p:childTnLst>
                          </p:cTn>
                        </p:par>
                        <p:par>
                          <p:cTn id="664" fill="hold">
                            <p:stCondLst>
                              <p:cond delay="6000"/>
                            </p:stCondLst>
                            <p:childTnLst>
                              <p:par>
                                <p:cTn id="665" presetID="42" presetClass="path" presetSubtype="0" accel="50000" decel="50000" fill="hold" grpId="6" nodeType="afterEffect">
                                  <p:stCondLst>
                                    <p:cond delay="0"/>
                                  </p:stCondLst>
                                  <p:childTnLst>
                                    <p:animMotion origin="layout" path="M 0.00052 0.16875 L 0.00026 0.20231 " pathEditMode="relative" rAng="0" ptsTypes="AA">
                                      <p:cBhvr>
                                        <p:cTn id="666" dur="1000" fill="hold"/>
                                        <p:tgtEl>
                                          <p:spTgt spid="55"/>
                                        </p:tgtEl>
                                        <p:attrNameLst>
                                          <p:attrName>ppt_x</p:attrName>
                                          <p:attrName>ppt_y</p:attrName>
                                        </p:attrNameLst>
                                      </p:cBhvr>
                                      <p:rCtr x="-13" y="1667"/>
                                    </p:animMotion>
                                  </p:childTnLst>
                                </p:cTn>
                              </p:par>
                            </p:childTnLst>
                          </p:cTn>
                        </p:par>
                        <p:par>
                          <p:cTn id="667" fill="hold">
                            <p:stCondLst>
                              <p:cond delay="7000"/>
                            </p:stCondLst>
                            <p:childTnLst>
                              <p:par>
                                <p:cTn id="668" presetID="42" presetClass="path" presetSubtype="0" accel="50000" decel="50000" fill="hold" grpId="7" nodeType="afterEffect">
                                  <p:stCondLst>
                                    <p:cond delay="0"/>
                                  </p:stCondLst>
                                  <p:childTnLst>
                                    <p:animMotion origin="layout" path="M 0.00026 0.20231 L 4.16667E-7 0.23588 " pathEditMode="relative" rAng="0" ptsTypes="AA">
                                      <p:cBhvr>
                                        <p:cTn id="669" dur="1000" fill="hold"/>
                                        <p:tgtEl>
                                          <p:spTgt spid="55"/>
                                        </p:tgtEl>
                                        <p:attrNameLst>
                                          <p:attrName>ppt_x</p:attrName>
                                          <p:attrName>ppt_y</p:attrName>
                                        </p:attrNameLst>
                                      </p:cBhvr>
                                      <p:rCtr x="-13" y="1667"/>
                                    </p:animMotion>
                                  </p:childTnLst>
                                </p:cTn>
                              </p:par>
                            </p:childTnLst>
                          </p:cTn>
                        </p:par>
                      </p:childTnLst>
                    </p:cTn>
                  </p:par>
                  <p:par>
                    <p:cTn id="670" fill="hold">
                      <p:stCondLst>
                        <p:cond delay="indefinite"/>
                      </p:stCondLst>
                      <p:childTnLst>
                        <p:par>
                          <p:cTn id="671" fill="hold">
                            <p:stCondLst>
                              <p:cond delay="0"/>
                            </p:stCondLst>
                            <p:childTnLst>
                              <p:par>
                                <p:cTn id="672" presetID="16" presetClass="exit" presetSubtype="21" fill="hold" grpId="8" nodeType="clickEffect">
                                  <p:stCondLst>
                                    <p:cond delay="0"/>
                                  </p:stCondLst>
                                  <p:childTnLst>
                                    <p:animEffect transition="out" filter="barn(inVertical)">
                                      <p:cBhvr>
                                        <p:cTn id="673" dur="500"/>
                                        <p:tgtEl>
                                          <p:spTgt spid="55"/>
                                        </p:tgtEl>
                                      </p:cBhvr>
                                    </p:animEffect>
                                    <p:set>
                                      <p:cBhvr>
                                        <p:cTn id="674" dur="1" fill="hold">
                                          <p:stCondLst>
                                            <p:cond delay="499"/>
                                          </p:stCondLst>
                                        </p:cTn>
                                        <p:tgtEl>
                                          <p:spTgt spid="55"/>
                                        </p:tgtEl>
                                        <p:attrNameLst>
                                          <p:attrName>style.visibility</p:attrName>
                                        </p:attrNameLst>
                                      </p:cBhvr>
                                      <p:to>
                                        <p:strVal val="hidden"/>
                                      </p:to>
                                    </p:set>
                                  </p:childTnLst>
                                </p:cTn>
                              </p:par>
                            </p:childTnLst>
                          </p:cTn>
                        </p:par>
                        <p:par>
                          <p:cTn id="675" fill="hold">
                            <p:stCondLst>
                              <p:cond delay="5500"/>
                            </p:stCondLst>
                            <p:childTnLst>
                              <p:par>
                                <p:cTn id="676" presetID="16" presetClass="exit" presetSubtype="21" fill="hold" grpId="1" nodeType="afterEffect">
                                  <p:stCondLst>
                                    <p:cond delay="0"/>
                                  </p:stCondLst>
                                  <p:childTnLst>
                                    <p:animEffect transition="out" filter="barn(inVertical)">
                                      <p:cBhvr>
                                        <p:cTn id="677" dur="500"/>
                                        <p:tgtEl>
                                          <p:spTgt spid="77"/>
                                        </p:tgtEl>
                                      </p:cBhvr>
                                    </p:animEffect>
                                    <p:set>
                                      <p:cBhvr>
                                        <p:cTn id="678" dur="1" fill="hold">
                                          <p:stCondLst>
                                            <p:cond delay="499"/>
                                          </p:stCondLst>
                                        </p:cTn>
                                        <p:tgtEl>
                                          <p:spTgt spid="7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7" grpId="1"/>
      <p:bldP spid="18" grpId="0"/>
      <p:bldP spid="18" grpId="1"/>
      <p:bldP spid="19" grpId="0"/>
      <p:bldP spid="19" grpId="1"/>
      <p:bldP spid="20" grpId="0" animBg="1"/>
      <p:bldP spid="20" grpId="1" animBg="1"/>
      <p:bldP spid="20" grpId="2" animBg="1"/>
      <p:bldP spid="20" grpId="3" animBg="1"/>
      <p:bldP spid="20" grpId="4" animBg="1"/>
      <p:bldP spid="20" grpId="5" animBg="1"/>
      <p:bldP spid="20" grpId="6" animBg="1"/>
      <p:bldP spid="20" grpId="7" animBg="1"/>
      <p:bldP spid="20" grpId="8" animBg="1"/>
      <p:bldP spid="21" grpId="0"/>
      <p:bldP spid="21" grpId="1"/>
      <p:bldP spid="22" grpId="0"/>
      <p:bldP spid="22" grpId="1"/>
      <p:bldP spid="23" grpId="0"/>
      <p:bldP spid="23" grpId="1"/>
      <p:bldP spid="24" grpId="0" animBg="1"/>
      <p:bldP spid="24" grpId="1" animBg="1"/>
      <p:bldP spid="24" grpId="2" animBg="1"/>
      <p:bldP spid="24" grpId="3" animBg="1"/>
      <p:bldP spid="24" grpId="4" animBg="1"/>
      <p:bldP spid="24" grpId="5" animBg="1"/>
      <p:bldP spid="24" grpId="6" animBg="1"/>
      <p:bldP spid="24" grpId="7" animBg="1"/>
      <p:bldP spid="24" grpId="8" animBg="1"/>
      <p:bldP spid="25" grpId="0"/>
      <p:bldP spid="25" grpId="1"/>
      <p:bldP spid="26" grpId="0"/>
      <p:bldP spid="26" grpId="1"/>
      <p:bldP spid="27" grpId="0"/>
      <p:bldP spid="27" grpId="1"/>
      <p:bldP spid="36" grpId="0"/>
      <p:bldP spid="36" grpId="1"/>
      <p:bldP spid="37" grpId="0"/>
      <p:bldP spid="37" grpId="1"/>
      <p:bldP spid="38" grpId="0"/>
      <p:bldP spid="38" grpId="1"/>
      <p:bldP spid="39" grpId="0" animBg="1"/>
      <p:bldP spid="39" grpId="1" animBg="1"/>
      <p:bldP spid="39" grpId="2" animBg="1"/>
      <p:bldP spid="39" grpId="3" animBg="1"/>
      <p:bldP spid="39" grpId="4" animBg="1"/>
      <p:bldP spid="39" grpId="5" animBg="1"/>
      <p:bldP spid="39" grpId="6" animBg="1"/>
      <p:bldP spid="39" grpId="7" animBg="1"/>
      <p:bldP spid="39" grpId="8" animBg="1"/>
      <p:bldP spid="40" grpId="0"/>
      <p:bldP spid="40" grpId="1"/>
      <p:bldP spid="41" grpId="0"/>
      <p:bldP spid="41" grpId="1"/>
      <p:bldP spid="42" grpId="0"/>
      <p:bldP spid="42" grpId="1"/>
      <p:bldP spid="43" grpId="0"/>
      <p:bldP spid="43" grpId="1"/>
      <p:bldP spid="44" grpId="0"/>
      <p:bldP spid="44" grpId="1"/>
      <p:bldP spid="45" grpId="0"/>
      <p:bldP spid="45" grpId="1"/>
      <p:bldP spid="46" grpId="0" animBg="1"/>
      <p:bldP spid="46" grpId="1" animBg="1"/>
      <p:bldP spid="46" grpId="2" animBg="1"/>
      <p:bldP spid="46" grpId="3" animBg="1"/>
      <p:bldP spid="46" grpId="4" animBg="1"/>
      <p:bldP spid="46" grpId="5" animBg="1"/>
      <p:bldP spid="46" grpId="6" animBg="1"/>
      <p:bldP spid="46" grpId="7" animBg="1"/>
      <p:bldP spid="46" grpId="8" animBg="1"/>
      <p:bldP spid="47" grpId="0"/>
      <p:bldP spid="47" grpId="1"/>
      <p:bldP spid="48" grpId="0"/>
      <p:bldP spid="48" grpId="1"/>
      <p:bldP spid="49" grpId="0"/>
      <p:bldP spid="49" grpId="1"/>
      <p:bldP spid="50" grpId="0" animBg="1"/>
      <p:bldP spid="50" grpId="1" animBg="1"/>
      <p:bldP spid="50" grpId="2" animBg="1"/>
      <p:bldP spid="50" grpId="3" animBg="1"/>
      <p:bldP spid="50" grpId="4" animBg="1"/>
      <p:bldP spid="50" grpId="5" animBg="1"/>
      <p:bldP spid="50" grpId="6" animBg="1"/>
      <p:bldP spid="50" grpId="7" animBg="1"/>
      <p:bldP spid="50" grpId="8" animBg="1"/>
      <p:bldP spid="51" grpId="0" animBg="1"/>
      <p:bldP spid="51" grpId="1" animBg="1"/>
      <p:bldP spid="51" grpId="2" animBg="1"/>
      <p:bldP spid="51" grpId="3" animBg="1"/>
      <p:bldP spid="51" grpId="4" animBg="1"/>
      <p:bldP spid="51" grpId="5" animBg="1"/>
      <p:bldP spid="51" grpId="6" animBg="1"/>
      <p:bldP spid="51" grpId="7" animBg="1"/>
      <p:bldP spid="51" grpId="8" animBg="1"/>
      <p:bldP spid="52" grpId="0"/>
      <p:bldP spid="52" grpId="1"/>
      <p:bldP spid="53" grpId="0"/>
      <p:bldP spid="53" grpId="1"/>
      <p:bldP spid="54" grpId="0"/>
      <p:bldP spid="54" grpId="1"/>
      <p:bldP spid="55" grpId="0" animBg="1"/>
      <p:bldP spid="55" grpId="1" animBg="1"/>
      <p:bldP spid="55" grpId="2" animBg="1"/>
      <p:bldP spid="55" grpId="3" animBg="1"/>
      <p:bldP spid="55" grpId="4" animBg="1"/>
      <p:bldP spid="55" grpId="5" animBg="1"/>
      <p:bldP spid="55" grpId="6" animBg="1"/>
      <p:bldP spid="55" grpId="7" animBg="1"/>
      <p:bldP spid="55" grpId="8" animBg="1"/>
      <p:bldP spid="61" grpId="0"/>
      <p:bldP spid="61" grpId="1"/>
      <p:bldP spid="61" grpId="2"/>
      <p:bldP spid="66" grpId="0"/>
      <p:bldP spid="66" grpId="1"/>
      <p:bldP spid="66" grpId="2"/>
      <p:bldP spid="67" grpId="0"/>
      <p:bldP spid="67" grpId="1"/>
      <p:bldP spid="68" grpId="0"/>
      <p:bldP spid="68" grpId="1"/>
      <p:bldP spid="68" grpId="2"/>
      <p:bldP spid="69" grpId="0"/>
      <p:bldP spid="69" grpId="1"/>
      <p:bldP spid="70" grpId="0"/>
      <p:bldP spid="70" grpId="1"/>
      <p:bldP spid="70" grpId="2"/>
      <p:bldP spid="71" grpId="0"/>
      <p:bldP spid="71" grpId="1"/>
      <p:bldP spid="72" grpId="0"/>
      <p:bldP spid="72" grpId="1"/>
      <p:bldP spid="72" grpId="2"/>
      <p:bldP spid="73" grpId="0"/>
      <p:bldP spid="73" grpId="1"/>
      <p:bldP spid="74" grpId="0"/>
      <p:bldP spid="74" grpId="1"/>
      <p:bldP spid="74" grpId="2"/>
      <p:bldP spid="75" grpId="0"/>
      <p:bldP spid="75" grpId="1"/>
      <p:bldP spid="76" grpId="0"/>
      <p:bldP spid="76" grpId="1"/>
      <p:bldP spid="76" grpId="2"/>
      <p:bldP spid="77" grpId="0"/>
      <p:bldP spid="77" grpId="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 name="组合 21">
            <a:extLst>
              <a:ext uri="{FF2B5EF4-FFF2-40B4-BE49-F238E27FC236}">
                <a16:creationId xmlns:a16="http://schemas.microsoft.com/office/drawing/2014/main" id="{08D75304-A514-61CC-DB5F-BF6C2C5E0FC3}"/>
              </a:ext>
            </a:extLst>
          </p:cNvPr>
          <p:cNvGrpSpPr/>
          <p:nvPr/>
        </p:nvGrpSpPr>
        <p:grpSpPr>
          <a:xfrm>
            <a:off x="8354703" y="1107953"/>
            <a:ext cx="1835951" cy="2499402"/>
            <a:chOff x="8346386" y="1107953"/>
            <a:chExt cx="1835951" cy="2499402"/>
          </a:xfrm>
        </p:grpSpPr>
        <p:grpSp>
          <p:nvGrpSpPr>
            <p:cNvPr id="19" name="组合 18">
              <a:extLst>
                <a:ext uri="{FF2B5EF4-FFF2-40B4-BE49-F238E27FC236}">
                  <a16:creationId xmlns:a16="http://schemas.microsoft.com/office/drawing/2014/main" id="{CF1D2260-0208-8C8C-5907-FB3D7F7EC6AB}"/>
                </a:ext>
              </a:extLst>
            </p:cNvPr>
            <p:cNvGrpSpPr/>
            <p:nvPr/>
          </p:nvGrpSpPr>
          <p:grpSpPr>
            <a:xfrm>
              <a:off x="8346386" y="1107953"/>
              <a:ext cx="1835951" cy="2499402"/>
              <a:chOff x="9837360" y="3428999"/>
              <a:chExt cx="1835951" cy="2499402"/>
            </a:xfrm>
          </p:grpSpPr>
          <p:sp>
            <p:nvSpPr>
              <p:cNvPr id="20" name="矩形 19">
                <a:extLst>
                  <a:ext uri="{FF2B5EF4-FFF2-40B4-BE49-F238E27FC236}">
                    <a16:creationId xmlns:a16="http://schemas.microsoft.com/office/drawing/2014/main" id="{632B6F2D-7E21-3D07-130B-8FAFC031DCFF}"/>
                  </a:ext>
                </a:extLst>
              </p:cNvPr>
              <p:cNvSpPr/>
              <p:nvPr/>
            </p:nvSpPr>
            <p:spPr>
              <a:xfrm>
                <a:off x="10395474" y="3768262"/>
                <a:ext cx="1174803" cy="1735652"/>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6">
                      <a:lumMod val="20000"/>
                      <a:lumOff val="80000"/>
                    </a:schemeClr>
                  </a:solidFill>
                </a:endParaRPr>
              </a:p>
            </p:txBody>
          </p:sp>
          <p:sp>
            <p:nvSpPr>
              <p:cNvPr id="21" name="文本框 20">
                <a:extLst>
                  <a:ext uri="{FF2B5EF4-FFF2-40B4-BE49-F238E27FC236}">
                    <a16:creationId xmlns:a16="http://schemas.microsoft.com/office/drawing/2014/main" id="{6F0EDF08-4E77-51E7-6258-51133363BAEE}"/>
                  </a:ext>
                </a:extLst>
              </p:cNvPr>
              <p:cNvSpPr txBox="1"/>
              <p:nvPr/>
            </p:nvSpPr>
            <p:spPr>
              <a:xfrm>
                <a:off x="9837360" y="3428999"/>
                <a:ext cx="1835951" cy="2499402"/>
              </a:xfrm>
              <a:prstGeom prst="rect">
                <a:avLst/>
              </a:prstGeom>
              <a:noFill/>
              <a:ln>
                <a:noFill/>
              </a:ln>
            </p:spPr>
            <p:txBody>
              <a:bodyPr wrap="square">
                <a:spAutoFit/>
              </a:bodyPr>
              <a:lstStyle/>
              <a:p>
                <a:pPr>
                  <a:lnSpc>
                    <a:spcPts val="1800"/>
                  </a:lnSpc>
                  <a:spcBef>
                    <a:spcPts val="360"/>
                  </a:spcBef>
                  <a:buNone/>
                </a:pPr>
                <a:r>
                  <a:rPr lang="en-US" altLang="zh-CN" sz="1800" b="1" kern="100" dirty="0">
                    <a:solidFill>
                      <a:srgbClr val="041ABC"/>
                    </a:solidFill>
                    <a:effectLst>
                      <a:outerShdw blurRad="38100" dist="38100" dir="2700000" algn="tl">
                        <a:srgbClr val="000000">
                          <a:alpha val="43137"/>
                        </a:srgbClr>
                      </a:outerShdw>
                    </a:effectLst>
                    <a:latin typeface="Courier New" panose="02070309020205020404" pitchFamily="49" charset="0"/>
                    <a:ea typeface="Courier New" panose="02070309020205020404" pitchFamily="49" charset="0"/>
                    <a:cs typeface="Courier New" panose="02070309020205020404" pitchFamily="49" charset="0"/>
                  </a:rPr>
                  <a:t>    </a:t>
                </a:r>
                <a:r>
                  <a:rPr lang="en-US" altLang="zh-CN" sz="800" b="1" kern="100" dirty="0">
                    <a:solidFill>
                      <a:srgbClr val="041ABC"/>
                    </a:solidFill>
                    <a:effectLst>
                      <a:outerShdw blurRad="38100" dist="38100" dir="2700000" algn="tl">
                        <a:srgbClr val="000000">
                          <a:alpha val="43137"/>
                        </a:srgbClr>
                      </a:outerShdw>
                    </a:effectLst>
                    <a:latin typeface="Courier New" panose="02070309020205020404" pitchFamily="49" charset="0"/>
                    <a:ea typeface="Courier New" panose="02070309020205020404" pitchFamily="49" charset="0"/>
                    <a:cs typeface="Courier New" panose="02070309020205020404" pitchFamily="49" charset="0"/>
                  </a:rPr>
                  <a:t> </a:t>
                </a:r>
                <a:r>
                  <a:rPr lang="en-US" altLang="zh-CN" sz="1800" b="1" kern="100" dirty="0" err="1">
                    <a:solidFill>
                      <a:srgbClr val="041ABC"/>
                    </a:solidFill>
                    <a:effectLst>
                      <a:outerShdw blurRad="38100" dist="38100" dir="2700000" algn="tl">
                        <a:srgbClr val="000000">
                          <a:alpha val="43137"/>
                        </a:srgbClr>
                      </a:outerShdw>
                    </a:effectLst>
                    <a:latin typeface="Courier New" panose="02070309020205020404" pitchFamily="49" charset="0"/>
                    <a:ea typeface="Courier New" panose="02070309020205020404" pitchFamily="49" charset="0"/>
                    <a:cs typeface="Courier New" panose="02070309020205020404" pitchFamily="49" charset="0"/>
                  </a:rPr>
                  <a:t>i</a:t>
                </a:r>
                <a:r>
                  <a:rPr lang="en-US" altLang="zh-CN" sz="800" b="1" kern="100" dirty="0">
                    <a:solidFill>
                      <a:srgbClr val="041ABC"/>
                    </a:solidFill>
                    <a:effectLst>
                      <a:outerShdw blurRad="38100" dist="38100" dir="2700000" algn="tl">
                        <a:srgbClr val="000000">
                          <a:alpha val="43137"/>
                        </a:srgbClr>
                      </a:outerShdw>
                    </a:effectLst>
                    <a:latin typeface="Courier New" panose="02070309020205020404" pitchFamily="49" charset="0"/>
                    <a:ea typeface="Courier New" panose="02070309020205020404" pitchFamily="49" charset="0"/>
                    <a:cs typeface="Courier New" panose="02070309020205020404" pitchFamily="49" charset="0"/>
                  </a:rPr>
                  <a:t> </a:t>
                </a:r>
                <a:r>
                  <a:rPr lang="en-US" altLang="zh-CN" sz="1800" b="1" kern="100" dirty="0">
                    <a:solidFill>
                      <a:srgbClr val="041ABC"/>
                    </a:solidFill>
                    <a:effectLst>
                      <a:outerShdw blurRad="38100" dist="38100" dir="2700000" algn="tl">
                        <a:srgbClr val="000000">
                          <a:alpha val="43137"/>
                        </a:srgbClr>
                      </a:outerShdw>
                    </a:effectLst>
                    <a:latin typeface="Courier New" panose="02070309020205020404" pitchFamily="49" charset="0"/>
                    <a:ea typeface="Courier New" panose="02070309020205020404" pitchFamily="49" charset="0"/>
                    <a:cs typeface="Courier New" panose="02070309020205020404" pitchFamily="49" charset="0"/>
                  </a:rPr>
                  <a:t> j </a:t>
                </a:r>
                <a:r>
                  <a:rPr lang="en-US" altLang="zh-CN" sz="800" b="1" kern="100" dirty="0">
                    <a:solidFill>
                      <a:srgbClr val="041ABC"/>
                    </a:solidFill>
                    <a:effectLst>
                      <a:outerShdw blurRad="38100" dist="38100" dir="2700000" algn="tl">
                        <a:srgbClr val="000000">
                          <a:alpha val="43137"/>
                        </a:srgbClr>
                      </a:outerShdw>
                    </a:effectLst>
                    <a:latin typeface="Courier New" panose="02070309020205020404" pitchFamily="49" charset="0"/>
                    <a:ea typeface="Courier New" panose="02070309020205020404" pitchFamily="49" charset="0"/>
                    <a:cs typeface="Courier New" panose="02070309020205020404" pitchFamily="49" charset="0"/>
                  </a:rPr>
                  <a:t> </a:t>
                </a:r>
                <a:r>
                  <a:rPr lang="en-US" altLang="zh-CN" sz="1800" b="1" kern="100" dirty="0">
                    <a:solidFill>
                      <a:srgbClr val="041ABC"/>
                    </a:solidFill>
                    <a:effectLst>
                      <a:outerShdw blurRad="38100" dist="38100" dir="2700000" algn="tl">
                        <a:srgbClr val="000000">
                          <a:alpha val="43137"/>
                        </a:srgbClr>
                      </a:outerShdw>
                    </a:effectLst>
                    <a:latin typeface="Courier New" panose="02070309020205020404" pitchFamily="49" charset="0"/>
                    <a:ea typeface="Courier New" panose="02070309020205020404" pitchFamily="49" charset="0"/>
                    <a:cs typeface="Courier New" panose="02070309020205020404" pitchFamily="49" charset="0"/>
                  </a:rPr>
                  <a:t>e </a:t>
                </a:r>
                <a:endParaRPr lang="zh-CN" altLang="zh-CN" sz="2400" b="1" kern="100" dirty="0">
                  <a:solidFill>
                    <a:srgbClr val="041ABC"/>
                  </a:solidFill>
                  <a:effectLst>
                    <a:outerShdw blurRad="38100" dist="38100" dir="2700000" algn="tl">
                      <a:srgbClr val="000000">
                        <a:alpha val="43137"/>
                      </a:srgbClr>
                    </a:outerShdw>
                  </a:effectLst>
                  <a:latin typeface="Courier New" panose="02070309020205020404" pitchFamily="49" charset="0"/>
                  <a:ea typeface="等线" panose="02010600030101010101" pitchFamily="2" charset="-122"/>
                  <a:cs typeface="Courier New" panose="02070309020205020404" pitchFamily="49" charset="0"/>
                </a:endParaRPr>
              </a:p>
              <a:p>
                <a:pPr>
                  <a:lnSpc>
                    <a:spcPts val="1400"/>
                  </a:lnSpc>
                  <a:buNone/>
                </a:pPr>
                <a:r>
                  <a:rPr lang="zh-CN" altLang="zh-CN" sz="1600" b="1" kern="100" dirty="0">
                    <a:solidFill>
                      <a:srgbClr val="041ABC"/>
                    </a:solidFill>
                    <a:effectLst>
                      <a:outerShdw blurRad="38100" dist="38100" dir="2700000" algn="tl">
                        <a:srgbClr val="000000">
                          <a:alpha val="43137"/>
                        </a:srgbClr>
                      </a:outerShdw>
                    </a:effectLst>
                    <a:latin typeface="Courier New" panose="02070309020205020404" pitchFamily="49" charset="0"/>
                    <a:ea typeface="等线" panose="02010600030101010101" pitchFamily="2" charset="-122"/>
                    <a:cs typeface="Courier New" panose="02070309020205020404" pitchFamily="49" charset="0"/>
                  </a:rPr>
                  <a:t>下标</a:t>
                </a:r>
                <a:r>
                  <a:rPr lang="en-US" altLang="zh-CN" sz="1100" b="1" kern="100" dirty="0">
                    <a:solidFill>
                      <a:srgbClr val="041ABC"/>
                    </a:solidFill>
                    <a:effectLst>
                      <a:outerShdw blurRad="38100" dist="38100" dir="2700000" algn="tl">
                        <a:srgbClr val="000000">
                          <a:alpha val="43137"/>
                        </a:srgbClr>
                      </a:outerShdw>
                    </a:effectLst>
                    <a:latin typeface="Courier New" panose="02070309020205020404" pitchFamily="49" charset="0"/>
                    <a:ea typeface="等线" panose="02010600030101010101" pitchFamily="2" charset="-122"/>
                    <a:cs typeface="Courier New" panose="02070309020205020404" pitchFamily="49" charset="0"/>
                  </a:rPr>
                  <a:t> </a:t>
                </a:r>
                <a:r>
                  <a:rPr lang="zh-CN" altLang="zh-CN" sz="1800" b="1" kern="100" dirty="0">
                    <a:effectLst/>
                    <a:latin typeface="Courier New" panose="02070309020205020404" pitchFamily="49" charset="0"/>
                    <a:ea typeface="等线" panose="02010600030101010101" pitchFamily="2" charset="-122"/>
                    <a:cs typeface="Courier New" panose="02070309020205020404" pitchFamily="49" charset="0"/>
                  </a:rPr>
                  <a:t>————</a:t>
                </a:r>
                <a:r>
                  <a:rPr lang="zh-CN" altLang="zh-CN" b="1" kern="100" dirty="0">
                    <a:latin typeface="Courier New" panose="02070309020205020404" pitchFamily="49" charset="0"/>
                    <a:ea typeface="等线" panose="02010600030101010101" pitchFamily="2" charset="-122"/>
                    <a:cs typeface="Courier New" panose="02070309020205020404" pitchFamily="49" charset="0"/>
                  </a:rPr>
                  <a:t>——</a:t>
                </a:r>
                <a:r>
                  <a:rPr lang="zh-CN" altLang="zh-CN" sz="1800" b="1" kern="100" dirty="0">
                    <a:effectLst/>
                    <a:latin typeface="Courier New" panose="02070309020205020404" pitchFamily="49" charset="0"/>
                    <a:ea typeface="等线" panose="02010600030101010101" pitchFamily="2" charset="-122"/>
                    <a:cs typeface="Courier New" panose="02070309020205020404" pitchFamily="49" charset="0"/>
                  </a:rPr>
                  <a:t>——</a:t>
                </a:r>
                <a:endParaRPr lang="zh-CN" altLang="zh-CN" sz="2400" b="1" kern="100" dirty="0">
                  <a:effectLst/>
                  <a:latin typeface="Courier New" panose="02070309020205020404" pitchFamily="49" charset="0"/>
                  <a:ea typeface="等线" panose="02010600030101010101" pitchFamily="2" charset="-122"/>
                  <a:cs typeface="Courier New" panose="02070309020205020404" pitchFamily="49" charset="0"/>
                </a:endParaRPr>
              </a:p>
              <a:p>
                <a:pPr>
                  <a:lnSpc>
                    <a:spcPct val="110000"/>
                  </a:lnSpc>
                  <a:buNone/>
                </a:pPr>
                <a:r>
                  <a:rPr lang="en-US" altLang="zh-CN" sz="1800" b="1" kern="100" dirty="0">
                    <a:effectLst/>
                    <a:latin typeface="Courier New" panose="02070309020205020404" pitchFamily="49" charset="0"/>
                    <a:ea typeface="等线" panose="02010600030101010101" pitchFamily="2" charset="-122"/>
                    <a:cs typeface="Courier New" panose="02070309020205020404" pitchFamily="49" charset="0"/>
                  </a:rPr>
                  <a:t> </a:t>
                </a:r>
                <a:r>
                  <a:rPr lang="en-US" altLang="zh-CN" sz="1600" b="1" kern="100" dirty="0">
                    <a:solidFill>
                      <a:srgbClr val="0070C0"/>
                    </a:solidFill>
                    <a:latin typeface="Courier New" panose="02070309020205020404" pitchFamily="49" charset="0"/>
                    <a:ea typeface="等线" panose="02010600030101010101" pitchFamily="2" charset="-122"/>
                    <a:cs typeface="Courier New" panose="02070309020205020404" pitchFamily="49" charset="0"/>
                  </a:rPr>
                  <a:t>1</a:t>
                </a:r>
                <a:endParaRPr lang="en-US" altLang="zh-CN" sz="1800" b="1" kern="100" dirty="0">
                  <a:effectLst/>
                  <a:latin typeface="Courier New" panose="02070309020205020404" pitchFamily="49" charset="0"/>
                  <a:ea typeface="等线" panose="02010600030101010101" pitchFamily="2" charset="-122"/>
                  <a:cs typeface="Courier New" panose="02070309020205020404" pitchFamily="49" charset="0"/>
                </a:endParaRPr>
              </a:p>
              <a:p>
                <a:pPr>
                  <a:lnSpc>
                    <a:spcPct val="110000"/>
                  </a:lnSpc>
                  <a:buNone/>
                </a:pPr>
                <a:r>
                  <a:rPr lang="en-US" altLang="zh-CN" b="1" kern="100" dirty="0">
                    <a:solidFill>
                      <a:srgbClr val="0070C0"/>
                    </a:solidFill>
                    <a:latin typeface="Courier New" panose="02070309020205020404" pitchFamily="49" charset="0"/>
                    <a:ea typeface="等线" panose="02010600030101010101" pitchFamily="2" charset="-122"/>
                    <a:cs typeface="Courier New" panose="02070309020205020404" pitchFamily="49" charset="0"/>
                  </a:rPr>
                  <a:t> </a:t>
                </a:r>
                <a:r>
                  <a:rPr lang="en-US" altLang="zh-CN" sz="1600" b="1" kern="100" dirty="0">
                    <a:solidFill>
                      <a:srgbClr val="0070C0"/>
                    </a:solidFill>
                    <a:latin typeface="Courier New" panose="02070309020205020404" pitchFamily="49" charset="0"/>
                    <a:ea typeface="等线" panose="02010600030101010101" pitchFamily="2" charset="-122"/>
                    <a:cs typeface="Courier New" panose="02070309020205020404" pitchFamily="49" charset="0"/>
                  </a:rPr>
                  <a:t>2</a:t>
                </a:r>
                <a:endParaRPr lang="zh-CN" altLang="zh-CN" sz="2400" b="1" kern="100" dirty="0">
                  <a:effectLst/>
                  <a:latin typeface="Courier New" panose="02070309020205020404" pitchFamily="49" charset="0"/>
                  <a:ea typeface="等线" panose="02010600030101010101" pitchFamily="2" charset="-122"/>
                  <a:cs typeface="Courier New" panose="02070309020205020404" pitchFamily="49" charset="0"/>
                </a:endParaRPr>
              </a:p>
              <a:p>
                <a:pPr>
                  <a:lnSpc>
                    <a:spcPct val="110000"/>
                  </a:lnSpc>
                  <a:buNone/>
                </a:pPr>
                <a:r>
                  <a:rPr lang="en-US" altLang="zh-CN" sz="1800" b="1" kern="100" dirty="0">
                    <a:effectLst/>
                    <a:latin typeface="Courier New" panose="02070309020205020404" pitchFamily="49" charset="0"/>
                    <a:ea typeface="等线" panose="02010600030101010101" pitchFamily="2" charset="-122"/>
                    <a:cs typeface="Courier New" panose="02070309020205020404" pitchFamily="49" charset="0"/>
                  </a:rPr>
                  <a:t> </a:t>
                </a:r>
                <a:r>
                  <a:rPr lang="en-US" altLang="zh-CN" sz="1600" b="1" kern="100" dirty="0">
                    <a:solidFill>
                      <a:srgbClr val="0070C0"/>
                    </a:solidFill>
                    <a:latin typeface="Courier New" panose="02070309020205020404" pitchFamily="49" charset="0"/>
                    <a:ea typeface="等线" panose="02010600030101010101" pitchFamily="2" charset="-122"/>
                    <a:cs typeface="Courier New" panose="02070309020205020404" pitchFamily="49" charset="0"/>
                  </a:rPr>
                  <a:t>3</a:t>
                </a:r>
                <a:endParaRPr lang="zh-CN" altLang="zh-CN" sz="2400" b="1" kern="100" dirty="0">
                  <a:effectLst/>
                  <a:latin typeface="Courier New" panose="02070309020205020404" pitchFamily="49" charset="0"/>
                  <a:ea typeface="等线" panose="02010600030101010101" pitchFamily="2" charset="-122"/>
                  <a:cs typeface="Courier New" panose="02070309020205020404" pitchFamily="49" charset="0"/>
                </a:endParaRPr>
              </a:p>
              <a:p>
                <a:pPr>
                  <a:lnSpc>
                    <a:spcPct val="110000"/>
                  </a:lnSpc>
                  <a:buNone/>
                </a:pPr>
                <a:r>
                  <a:rPr lang="en-US" altLang="zh-CN" sz="1800" b="1" kern="100" dirty="0">
                    <a:effectLst/>
                    <a:latin typeface="Courier New" panose="02070309020205020404" pitchFamily="49" charset="0"/>
                    <a:ea typeface="等线" panose="02010600030101010101" pitchFamily="2" charset="-122"/>
                    <a:cs typeface="Courier New" panose="02070309020205020404" pitchFamily="49" charset="0"/>
                  </a:rPr>
                  <a:t> </a:t>
                </a:r>
                <a:r>
                  <a:rPr lang="en-US" altLang="zh-CN" sz="1600" b="1" kern="100" dirty="0">
                    <a:solidFill>
                      <a:srgbClr val="0070C0"/>
                    </a:solidFill>
                    <a:latin typeface="Courier New" panose="02070309020205020404" pitchFamily="49" charset="0"/>
                    <a:ea typeface="等线" panose="02010600030101010101" pitchFamily="2" charset="-122"/>
                    <a:cs typeface="Courier New" panose="02070309020205020404" pitchFamily="49" charset="0"/>
                  </a:rPr>
                  <a:t>4</a:t>
                </a:r>
                <a:endParaRPr lang="zh-CN" altLang="zh-CN" sz="2400" b="1" kern="100" dirty="0">
                  <a:effectLst/>
                  <a:latin typeface="Courier New" panose="02070309020205020404" pitchFamily="49" charset="0"/>
                  <a:ea typeface="等线" panose="02010600030101010101" pitchFamily="2" charset="-122"/>
                  <a:cs typeface="Courier New" panose="02070309020205020404" pitchFamily="49" charset="0"/>
                </a:endParaRPr>
              </a:p>
              <a:p>
                <a:pPr>
                  <a:lnSpc>
                    <a:spcPct val="110000"/>
                  </a:lnSpc>
                  <a:buNone/>
                </a:pPr>
                <a:r>
                  <a:rPr lang="en-US" altLang="zh-CN" sz="1800" b="1" kern="100" dirty="0">
                    <a:effectLst/>
                    <a:latin typeface="Courier New" panose="02070309020205020404" pitchFamily="49" charset="0"/>
                    <a:ea typeface="等线" panose="02010600030101010101" pitchFamily="2" charset="-122"/>
                    <a:cs typeface="Courier New" panose="02070309020205020404" pitchFamily="49" charset="0"/>
                  </a:rPr>
                  <a:t> </a:t>
                </a:r>
                <a:r>
                  <a:rPr lang="en-US" altLang="zh-CN" sz="1600" b="1" kern="100" dirty="0">
                    <a:solidFill>
                      <a:srgbClr val="0070C0"/>
                    </a:solidFill>
                    <a:latin typeface="Courier New" panose="02070309020205020404" pitchFamily="49" charset="0"/>
                    <a:ea typeface="等线" panose="02010600030101010101" pitchFamily="2" charset="-122"/>
                    <a:cs typeface="Courier New" panose="02070309020205020404" pitchFamily="49" charset="0"/>
                  </a:rPr>
                  <a:t>5</a:t>
                </a:r>
                <a:r>
                  <a:rPr lang="en-US" altLang="zh-CN" sz="1800" b="1" kern="100" dirty="0">
                    <a:effectLst/>
                    <a:latin typeface="Courier New" panose="02070309020205020404" pitchFamily="49" charset="0"/>
                    <a:ea typeface="等线" panose="02010600030101010101" pitchFamily="2" charset="-122"/>
                    <a:cs typeface="Courier New" panose="02070309020205020404" pitchFamily="49" charset="0"/>
                  </a:rPr>
                  <a:t>  </a:t>
                </a:r>
                <a:endParaRPr lang="zh-CN" altLang="zh-CN" sz="2400" b="1" kern="100" dirty="0">
                  <a:effectLst/>
                  <a:latin typeface="Courier New" panose="02070309020205020404" pitchFamily="49" charset="0"/>
                  <a:ea typeface="等线" panose="02010600030101010101" pitchFamily="2" charset="-122"/>
                  <a:cs typeface="Courier New" panose="02070309020205020404" pitchFamily="49" charset="0"/>
                </a:endParaRPr>
              </a:p>
              <a:p>
                <a:pPr>
                  <a:lnSpc>
                    <a:spcPts val="1800"/>
                  </a:lnSpc>
                  <a:buNone/>
                </a:pPr>
                <a:r>
                  <a:rPr lang="en-US" altLang="zh-CN" sz="1800" b="1" kern="100" dirty="0">
                    <a:effectLst/>
                    <a:latin typeface="Courier New" panose="02070309020205020404" pitchFamily="49" charset="0"/>
                    <a:ea typeface="等线" panose="02010600030101010101" pitchFamily="2" charset="-122"/>
                    <a:cs typeface="Courier New" panose="02070309020205020404" pitchFamily="49" charset="0"/>
                  </a:rPr>
                  <a:t>    </a:t>
                </a:r>
                <a:r>
                  <a:rPr lang="zh-CN" altLang="zh-CN" sz="1800" b="1" kern="100" dirty="0">
                    <a:effectLst/>
                    <a:latin typeface="Courier New" panose="02070309020205020404" pitchFamily="49" charset="0"/>
                    <a:ea typeface="等线" panose="02010600030101010101" pitchFamily="2" charset="-122"/>
                    <a:cs typeface="Courier New" panose="02070309020205020404" pitchFamily="49" charset="0"/>
                  </a:rPr>
                  <a:t>————————</a:t>
                </a:r>
                <a:endParaRPr lang="zh-CN" altLang="zh-CN" sz="2400" b="1" kern="100" dirty="0">
                  <a:effectLst/>
                  <a:latin typeface="Courier New" panose="02070309020205020404" pitchFamily="49" charset="0"/>
                  <a:ea typeface="等线" panose="02010600030101010101" pitchFamily="2" charset="-122"/>
                  <a:cs typeface="Courier New" panose="02070309020205020404" pitchFamily="49" charset="0"/>
                </a:endParaRPr>
              </a:p>
              <a:p>
                <a:pPr>
                  <a:lnSpc>
                    <a:spcPts val="1800"/>
                  </a:lnSpc>
                  <a:spcAft>
                    <a:spcPts val="360"/>
                  </a:spcAft>
                  <a:buNone/>
                </a:pPr>
                <a:r>
                  <a:rPr lang="en-US" altLang="zh-CN" sz="1800" b="1" kern="100" dirty="0">
                    <a:effectLst/>
                    <a:latin typeface="Courier New" panose="02070309020205020404" pitchFamily="49" charset="0"/>
                    <a:ea typeface="等线" panose="02010600030101010101" pitchFamily="2" charset="-122"/>
                    <a:cs typeface="Courier New" panose="02070309020205020404" pitchFamily="49" charset="0"/>
                  </a:rPr>
                  <a:t>  </a:t>
                </a:r>
                <a:r>
                  <a:rPr lang="en-US" altLang="zh-CN" sz="1800" b="1" kern="100" dirty="0">
                    <a:solidFill>
                      <a:srgbClr val="C00000"/>
                    </a:solidFill>
                    <a:effectLst>
                      <a:outerShdw blurRad="38100" dist="38100" dir="2700000" algn="tl">
                        <a:srgbClr val="000000">
                          <a:alpha val="43137"/>
                        </a:srgbClr>
                      </a:outerShdw>
                    </a:effectLst>
                    <a:latin typeface="Courier New" panose="02070309020205020404" pitchFamily="49" charset="0"/>
                    <a:ea typeface="等线" panose="02010600030101010101" pitchFamily="2" charset="-122"/>
                    <a:cs typeface="Courier New" panose="02070309020205020404" pitchFamily="49" charset="0"/>
                  </a:rPr>
                  <a:t> M-&gt;</a:t>
                </a:r>
                <a:r>
                  <a:rPr lang="en-US" altLang="zh-CN" sz="1800" b="1" kern="100" dirty="0" err="1">
                    <a:solidFill>
                      <a:srgbClr val="C00000"/>
                    </a:solidFill>
                    <a:effectLst>
                      <a:outerShdw blurRad="38100" dist="38100" dir="2700000" algn="tl">
                        <a:srgbClr val="000000">
                          <a:alpha val="43137"/>
                        </a:srgbClr>
                      </a:outerShdw>
                    </a:effectLst>
                    <a:latin typeface="Courier New" panose="02070309020205020404" pitchFamily="49" charset="0"/>
                    <a:ea typeface="等线" panose="02010600030101010101" pitchFamily="2" charset="-122"/>
                    <a:cs typeface="Courier New" panose="02070309020205020404" pitchFamily="49" charset="0"/>
                  </a:rPr>
                  <a:t>nzElem</a:t>
                </a:r>
                <a:endParaRPr lang="zh-CN" altLang="zh-CN" sz="2400" b="1" kern="100" dirty="0">
                  <a:solidFill>
                    <a:srgbClr val="C00000"/>
                  </a:solidFill>
                  <a:effectLst>
                    <a:outerShdw blurRad="38100" dist="38100" dir="2700000" algn="tl">
                      <a:srgbClr val="000000">
                        <a:alpha val="43137"/>
                      </a:srgbClr>
                    </a:outerShdw>
                  </a:effectLst>
                  <a:latin typeface="Courier New" panose="02070309020205020404" pitchFamily="49" charset="0"/>
                  <a:ea typeface="等线" panose="02010600030101010101" pitchFamily="2" charset="-122"/>
                  <a:cs typeface="Courier New" panose="02070309020205020404" pitchFamily="49" charset="0"/>
                </a:endParaRPr>
              </a:p>
            </p:txBody>
          </p:sp>
        </p:grpSp>
        <p:sp>
          <p:nvSpPr>
            <p:cNvPr id="18" name="矩形 17">
              <a:extLst>
                <a:ext uri="{FF2B5EF4-FFF2-40B4-BE49-F238E27FC236}">
                  <a16:creationId xmlns:a16="http://schemas.microsoft.com/office/drawing/2014/main" id="{E9A9821B-2B7F-1915-5618-90062CC81C2B}"/>
                </a:ext>
              </a:extLst>
            </p:cNvPr>
            <p:cNvSpPr/>
            <p:nvPr/>
          </p:nvSpPr>
          <p:spPr>
            <a:xfrm>
              <a:off x="8935086" y="1504436"/>
              <a:ext cx="1035490" cy="167124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altLang="zh-CN" sz="2200" b="1" dirty="0">
                  <a:solidFill>
                    <a:schemeClr val="tx1"/>
                  </a:solidFill>
                </a:rPr>
                <a:t>1   </a:t>
              </a:r>
              <a:r>
                <a:rPr lang="en-US" altLang="zh-CN" sz="2200" b="1" dirty="0">
                  <a:solidFill>
                    <a:srgbClr val="C00000"/>
                  </a:solidFill>
                </a:rPr>
                <a:t>1</a:t>
              </a:r>
              <a:r>
                <a:rPr lang="en-US" altLang="zh-CN" sz="2200" b="1" dirty="0">
                  <a:solidFill>
                    <a:schemeClr val="tx1"/>
                  </a:solidFill>
                </a:rPr>
                <a:t>   1</a:t>
              </a:r>
            </a:p>
            <a:p>
              <a:pPr algn="ctr">
                <a:lnSpc>
                  <a:spcPct val="90000"/>
                </a:lnSpc>
              </a:pPr>
              <a:r>
                <a:rPr lang="en-US" altLang="zh-CN" sz="2200" b="1" dirty="0">
                  <a:solidFill>
                    <a:schemeClr val="tx1"/>
                  </a:solidFill>
                </a:rPr>
                <a:t>1   </a:t>
              </a:r>
              <a:r>
                <a:rPr lang="en-US" altLang="zh-CN" sz="2200" b="1" dirty="0">
                  <a:solidFill>
                    <a:srgbClr val="C00000"/>
                  </a:solidFill>
                </a:rPr>
                <a:t>2</a:t>
              </a:r>
              <a:r>
                <a:rPr lang="en-US" altLang="zh-CN" sz="2200" b="1" dirty="0">
                  <a:solidFill>
                    <a:schemeClr val="tx1"/>
                  </a:solidFill>
                </a:rPr>
                <a:t>   9</a:t>
              </a:r>
            </a:p>
            <a:p>
              <a:pPr algn="ctr">
                <a:lnSpc>
                  <a:spcPct val="90000"/>
                </a:lnSpc>
              </a:pPr>
              <a:r>
                <a:rPr lang="en-US" altLang="zh-CN" sz="2200" b="1" dirty="0">
                  <a:solidFill>
                    <a:schemeClr val="tx1"/>
                  </a:solidFill>
                </a:rPr>
                <a:t>3   </a:t>
              </a:r>
              <a:r>
                <a:rPr lang="en-US" altLang="zh-CN" sz="2200" b="1" dirty="0">
                  <a:solidFill>
                    <a:srgbClr val="C00000"/>
                  </a:solidFill>
                </a:rPr>
                <a:t>1</a:t>
              </a:r>
              <a:r>
                <a:rPr lang="en-US" altLang="zh-CN" sz="2200" b="1" dirty="0">
                  <a:solidFill>
                    <a:schemeClr val="tx1"/>
                  </a:solidFill>
                </a:rPr>
                <a:t>   3</a:t>
              </a:r>
            </a:p>
            <a:p>
              <a:pPr algn="ctr">
                <a:lnSpc>
                  <a:spcPct val="90000"/>
                </a:lnSpc>
              </a:pPr>
              <a:r>
                <a:rPr lang="en-US" altLang="zh-CN" sz="2200" b="1" dirty="0">
                  <a:solidFill>
                    <a:schemeClr val="tx1"/>
                  </a:solidFill>
                </a:rPr>
                <a:t>3   </a:t>
              </a:r>
              <a:r>
                <a:rPr lang="en-US" altLang="zh-CN" sz="2200" b="1" dirty="0">
                  <a:solidFill>
                    <a:srgbClr val="C00000"/>
                  </a:solidFill>
                </a:rPr>
                <a:t>6</a:t>
              </a:r>
              <a:r>
                <a:rPr lang="en-US" altLang="zh-CN" sz="2200" b="1" dirty="0">
                  <a:solidFill>
                    <a:schemeClr val="tx1"/>
                  </a:solidFill>
                </a:rPr>
                <a:t>   4</a:t>
              </a:r>
            </a:p>
            <a:p>
              <a:pPr algn="ctr">
                <a:lnSpc>
                  <a:spcPct val="90000"/>
                </a:lnSpc>
              </a:pPr>
              <a:r>
                <a:rPr lang="en-US" altLang="zh-CN" sz="2200" b="1" dirty="0">
                  <a:solidFill>
                    <a:schemeClr val="tx1"/>
                  </a:solidFill>
                </a:rPr>
                <a:t>4   </a:t>
              </a:r>
              <a:r>
                <a:rPr lang="en-US" altLang="zh-CN" sz="2200" b="1" dirty="0">
                  <a:solidFill>
                    <a:srgbClr val="C00000"/>
                  </a:solidFill>
                </a:rPr>
                <a:t>2</a:t>
              </a:r>
              <a:r>
                <a:rPr lang="en-US" altLang="zh-CN" sz="2200" b="1" dirty="0">
                  <a:solidFill>
                    <a:schemeClr val="tx1"/>
                  </a:solidFill>
                </a:rPr>
                <a:t>   6</a:t>
              </a:r>
              <a:endParaRPr lang="zh-CN" altLang="en-US" sz="2200" b="1" dirty="0">
                <a:solidFill>
                  <a:schemeClr val="tx1"/>
                </a:solidFill>
              </a:endParaRPr>
            </a:p>
          </p:txBody>
        </p:sp>
      </p:grpSp>
      <p:grpSp>
        <p:nvGrpSpPr>
          <p:cNvPr id="5" name="组合 4">
            <a:extLst>
              <a:ext uri="{FF2B5EF4-FFF2-40B4-BE49-F238E27FC236}">
                <a16:creationId xmlns:a16="http://schemas.microsoft.com/office/drawing/2014/main" id="{A5360147-6C53-534A-C5FB-4080E9E019CD}"/>
              </a:ext>
            </a:extLst>
          </p:cNvPr>
          <p:cNvGrpSpPr/>
          <p:nvPr/>
        </p:nvGrpSpPr>
        <p:grpSpPr>
          <a:xfrm>
            <a:off x="10106272" y="1093211"/>
            <a:ext cx="1578923" cy="2527102"/>
            <a:chOff x="7124615" y="4286601"/>
            <a:chExt cx="1578923" cy="2527102"/>
          </a:xfrm>
        </p:grpSpPr>
        <p:sp>
          <p:nvSpPr>
            <p:cNvPr id="6" name="矩形 5">
              <a:extLst>
                <a:ext uri="{FF2B5EF4-FFF2-40B4-BE49-F238E27FC236}">
                  <a16:creationId xmlns:a16="http://schemas.microsoft.com/office/drawing/2014/main" id="{9FD60934-8A6C-1A4D-E4A6-CB11F5B612C9}"/>
                </a:ext>
              </a:extLst>
            </p:cNvPr>
            <p:cNvSpPr/>
            <p:nvPr/>
          </p:nvSpPr>
          <p:spPr>
            <a:xfrm>
              <a:off x="7325048" y="4621116"/>
              <a:ext cx="1087789" cy="1776239"/>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6">
                    <a:lumMod val="20000"/>
                    <a:lumOff val="80000"/>
                  </a:schemeClr>
                </a:solidFill>
              </a:endParaRPr>
            </a:p>
          </p:txBody>
        </p:sp>
        <p:sp>
          <p:nvSpPr>
            <p:cNvPr id="15" name="文本框 14">
              <a:extLst>
                <a:ext uri="{FF2B5EF4-FFF2-40B4-BE49-F238E27FC236}">
                  <a16:creationId xmlns:a16="http://schemas.microsoft.com/office/drawing/2014/main" id="{CB2EB8F0-8199-85F0-1DED-082A4D545831}"/>
                </a:ext>
              </a:extLst>
            </p:cNvPr>
            <p:cNvSpPr txBox="1"/>
            <p:nvPr/>
          </p:nvSpPr>
          <p:spPr>
            <a:xfrm>
              <a:off x="7124615" y="4286601"/>
              <a:ext cx="1578923" cy="2527102"/>
            </a:xfrm>
            <a:prstGeom prst="rect">
              <a:avLst/>
            </a:prstGeom>
            <a:noFill/>
            <a:ln>
              <a:noFill/>
            </a:ln>
          </p:spPr>
          <p:txBody>
            <a:bodyPr wrap="square">
              <a:spAutoFit/>
            </a:bodyPr>
            <a:lstStyle/>
            <a:p>
              <a:pPr>
                <a:lnSpc>
                  <a:spcPts val="1800"/>
                </a:lnSpc>
                <a:spcBef>
                  <a:spcPts val="360"/>
                </a:spcBef>
                <a:buNone/>
              </a:pPr>
              <a:r>
                <a:rPr lang="en-US" altLang="zh-CN" sz="1800" b="1" kern="100" dirty="0">
                  <a:solidFill>
                    <a:srgbClr val="041ABC"/>
                  </a:solidFill>
                  <a:effectLst>
                    <a:outerShdw blurRad="38100" dist="38100" dir="2700000" algn="tl">
                      <a:srgbClr val="000000">
                        <a:alpha val="43137"/>
                      </a:srgbClr>
                    </a:outerShdw>
                  </a:effectLst>
                  <a:latin typeface="Courier New" panose="02070309020205020404" pitchFamily="49" charset="0"/>
                  <a:ea typeface="Courier New" panose="02070309020205020404" pitchFamily="49" charset="0"/>
                  <a:cs typeface="Courier New" panose="02070309020205020404" pitchFamily="49" charset="0"/>
                </a:rPr>
                <a:t> </a:t>
              </a:r>
              <a:r>
                <a:rPr lang="en-US" altLang="zh-CN" sz="800" b="1" kern="100" dirty="0">
                  <a:solidFill>
                    <a:srgbClr val="041ABC"/>
                  </a:solidFill>
                  <a:effectLst>
                    <a:outerShdw blurRad="38100" dist="38100" dir="2700000" algn="tl">
                      <a:srgbClr val="000000">
                        <a:alpha val="43137"/>
                      </a:srgbClr>
                    </a:outerShdw>
                  </a:effectLst>
                  <a:latin typeface="Courier New" panose="02070309020205020404" pitchFamily="49" charset="0"/>
                  <a:ea typeface="Courier New" panose="02070309020205020404" pitchFamily="49" charset="0"/>
                  <a:cs typeface="Courier New" panose="02070309020205020404" pitchFamily="49" charset="0"/>
                </a:rPr>
                <a:t> </a:t>
              </a:r>
              <a:r>
                <a:rPr lang="en-US" altLang="zh-CN" sz="1800" b="1" kern="100" dirty="0" err="1">
                  <a:solidFill>
                    <a:srgbClr val="041ABC"/>
                  </a:solidFill>
                  <a:effectLst>
                    <a:outerShdw blurRad="38100" dist="38100" dir="2700000" algn="tl">
                      <a:srgbClr val="000000">
                        <a:alpha val="43137"/>
                      </a:srgbClr>
                    </a:outerShdw>
                  </a:effectLst>
                  <a:latin typeface="Courier New" panose="02070309020205020404" pitchFamily="49" charset="0"/>
                  <a:ea typeface="Courier New" panose="02070309020205020404" pitchFamily="49" charset="0"/>
                  <a:cs typeface="Courier New" panose="02070309020205020404" pitchFamily="49" charset="0"/>
                </a:rPr>
                <a:t>i</a:t>
              </a:r>
              <a:r>
                <a:rPr lang="en-US" altLang="zh-CN" sz="1800" b="1" kern="100" dirty="0">
                  <a:solidFill>
                    <a:srgbClr val="041ABC"/>
                  </a:solidFill>
                  <a:effectLst>
                    <a:outerShdw blurRad="38100" dist="38100" dir="2700000" algn="tl">
                      <a:srgbClr val="000000">
                        <a:alpha val="43137"/>
                      </a:srgbClr>
                    </a:outerShdw>
                  </a:effectLst>
                  <a:latin typeface="Courier New" panose="02070309020205020404" pitchFamily="49" charset="0"/>
                  <a:ea typeface="Courier New" panose="02070309020205020404" pitchFamily="49" charset="0"/>
                  <a:cs typeface="Courier New" panose="02070309020205020404" pitchFamily="49" charset="0"/>
                </a:rPr>
                <a:t>  j  e </a:t>
              </a:r>
              <a:endParaRPr lang="zh-CN" altLang="zh-CN" sz="2400" b="1" kern="100" dirty="0">
                <a:solidFill>
                  <a:srgbClr val="041ABC"/>
                </a:solidFill>
                <a:effectLst>
                  <a:outerShdw blurRad="38100" dist="38100" dir="2700000" algn="tl">
                    <a:srgbClr val="000000">
                      <a:alpha val="43137"/>
                    </a:srgbClr>
                  </a:outerShdw>
                </a:effectLst>
                <a:latin typeface="Courier New" panose="02070309020205020404" pitchFamily="49" charset="0"/>
                <a:ea typeface="等线" panose="02010600030101010101" pitchFamily="2" charset="-122"/>
                <a:cs typeface="Courier New" panose="02070309020205020404" pitchFamily="49" charset="0"/>
              </a:endParaRPr>
            </a:p>
            <a:p>
              <a:pPr>
                <a:lnSpc>
                  <a:spcPts val="1400"/>
                </a:lnSpc>
                <a:buNone/>
              </a:pPr>
              <a:r>
                <a:rPr lang="en-US" altLang="zh-CN" sz="1600" b="1" kern="100" dirty="0">
                  <a:solidFill>
                    <a:srgbClr val="041ABC"/>
                  </a:solidFill>
                  <a:effectLst>
                    <a:outerShdw blurRad="38100" dist="38100" dir="2700000" algn="tl">
                      <a:srgbClr val="000000">
                        <a:alpha val="43137"/>
                      </a:srgbClr>
                    </a:outerShdw>
                  </a:effectLst>
                  <a:latin typeface="Courier New" panose="02070309020205020404" pitchFamily="49" charset="0"/>
                  <a:ea typeface="等线" panose="02010600030101010101" pitchFamily="2" charset="-122"/>
                  <a:cs typeface="Courier New" panose="02070309020205020404" pitchFamily="49" charset="0"/>
                </a:rPr>
                <a:t> </a:t>
              </a:r>
              <a:r>
                <a:rPr lang="zh-CN" altLang="zh-CN" sz="1800" b="1" kern="100" dirty="0">
                  <a:effectLst/>
                  <a:latin typeface="Courier New" panose="02070309020205020404" pitchFamily="49" charset="0"/>
                  <a:ea typeface="等线" panose="02010600030101010101" pitchFamily="2" charset="-122"/>
                  <a:cs typeface="Courier New" panose="02070309020205020404" pitchFamily="49" charset="0"/>
                </a:rPr>
                <a:t>————</a:t>
              </a:r>
              <a:r>
                <a:rPr lang="zh-CN" altLang="zh-CN" b="1" kern="100" dirty="0">
                  <a:latin typeface="Courier New" panose="02070309020205020404" pitchFamily="49" charset="0"/>
                  <a:ea typeface="等线" panose="02010600030101010101" pitchFamily="2" charset="-122"/>
                  <a:cs typeface="Courier New" panose="02070309020205020404" pitchFamily="49" charset="0"/>
                </a:rPr>
                <a:t>——</a:t>
              </a:r>
              <a:r>
                <a:rPr lang="zh-CN" altLang="zh-CN" sz="1800" b="1" kern="100" dirty="0">
                  <a:effectLst/>
                  <a:latin typeface="Courier New" panose="02070309020205020404" pitchFamily="49" charset="0"/>
                  <a:ea typeface="等线" panose="02010600030101010101" pitchFamily="2" charset="-122"/>
                  <a:cs typeface="Courier New" panose="02070309020205020404" pitchFamily="49" charset="0"/>
                </a:rPr>
                <a:t>——</a:t>
              </a:r>
              <a:endParaRPr lang="zh-CN" altLang="zh-CN" sz="2400" b="1" kern="100" dirty="0">
                <a:effectLst/>
                <a:latin typeface="Courier New" panose="02070309020205020404" pitchFamily="49" charset="0"/>
                <a:ea typeface="等线" panose="02010600030101010101" pitchFamily="2" charset="-122"/>
                <a:cs typeface="Courier New" panose="02070309020205020404" pitchFamily="49" charset="0"/>
              </a:endParaRPr>
            </a:p>
            <a:p>
              <a:pPr>
                <a:lnSpc>
                  <a:spcPct val="110000"/>
                </a:lnSpc>
                <a:buNone/>
              </a:pPr>
              <a:r>
                <a:rPr lang="en-US" altLang="zh-CN" sz="1800" b="1" kern="100" dirty="0">
                  <a:effectLst/>
                  <a:latin typeface="Courier New" panose="02070309020205020404" pitchFamily="49" charset="0"/>
                  <a:ea typeface="等线" panose="02010600030101010101" pitchFamily="2" charset="-122"/>
                  <a:cs typeface="Courier New" panose="02070309020205020404" pitchFamily="49" charset="0"/>
                </a:rPr>
                <a:t>  </a:t>
              </a:r>
            </a:p>
            <a:p>
              <a:pPr>
                <a:lnSpc>
                  <a:spcPct val="110000"/>
                </a:lnSpc>
                <a:buNone/>
              </a:pPr>
              <a:endParaRPr lang="zh-CN" altLang="zh-CN" sz="2400" b="1" kern="100" dirty="0">
                <a:effectLst/>
                <a:latin typeface="Courier New" panose="02070309020205020404" pitchFamily="49" charset="0"/>
                <a:ea typeface="等线" panose="02010600030101010101" pitchFamily="2" charset="-122"/>
                <a:cs typeface="Courier New" panose="02070309020205020404" pitchFamily="49" charset="0"/>
              </a:endParaRPr>
            </a:p>
            <a:p>
              <a:pPr>
                <a:lnSpc>
                  <a:spcPct val="110000"/>
                </a:lnSpc>
                <a:buNone/>
              </a:pPr>
              <a:r>
                <a:rPr lang="en-US" altLang="zh-CN" sz="1800" b="1" kern="100" dirty="0">
                  <a:effectLst/>
                  <a:latin typeface="Courier New" panose="02070309020205020404" pitchFamily="49" charset="0"/>
                  <a:ea typeface="等线" panose="02010600030101010101" pitchFamily="2" charset="-122"/>
                  <a:cs typeface="Courier New" panose="02070309020205020404" pitchFamily="49" charset="0"/>
                </a:rPr>
                <a:t> </a:t>
              </a:r>
              <a:endParaRPr lang="zh-CN" altLang="zh-CN" sz="2400" b="1" kern="100" dirty="0">
                <a:effectLst/>
                <a:latin typeface="Courier New" panose="02070309020205020404" pitchFamily="49" charset="0"/>
                <a:ea typeface="等线" panose="02010600030101010101" pitchFamily="2" charset="-122"/>
                <a:cs typeface="Courier New" panose="02070309020205020404" pitchFamily="49" charset="0"/>
              </a:endParaRPr>
            </a:p>
            <a:p>
              <a:pPr>
                <a:lnSpc>
                  <a:spcPct val="110000"/>
                </a:lnSpc>
                <a:buNone/>
              </a:pPr>
              <a:r>
                <a:rPr lang="en-US" altLang="zh-CN" sz="1800" b="1" kern="100" dirty="0">
                  <a:effectLst/>
                  <a:latin typeface="Courier New" panose="02070309020205020404" pitchFamily="49" charset="0"/>
                  <a:ea typeface="等线" panose="02010600030101010101" pitchFamily="2" charset="-122"/>
                  <a:cs typeface="Courier New" panose="02070309020205020404" pitchFamily="49" charset="0"/>
                </a:rPr>
                <a:t> </a:t>
              </a:r>
              <a:endParaRPr lang="zh-CN" altLang="zh-CN" sz="2400" b="1" kern="100" dirty="0">
                <a:effectLst/>
                <a:latin typeface="Courier New" panose="02070309020205020404" pitchFamily="49" charset="0"/>
                <a:ea typeface="等线" panose="02010600030101010101" pitchFamily="2" charset="-122"/>
                <a:cs typeface="Courier New" panose="02070309020205020404" pitchFamily="49" charset="0"/>
              </a:endParaRPr>
            </a:p>
            <a:p>
              <a:pPr>
                <a:lnSpc>
                  <a:spcPts val="1800"/>
                </a:lnSpc>
                <a:buNone/>
              </a:pPr>
              <a:endParaRPr lang="en-US" altLang="zh-CN" sz="1800" b="1" kern="100" dirty="0">
                <a:effectLst/>
                <a:latin typeface="Courier New" panose="02070309020205020404" pitchFamily="49" charset="0"/>
                <a:ea typeface="等线" panose="02010600030101010101" pitchFamily="2" charset="-122"/>
                <a:cs typeface="Courier New" panose="02070309020205020404" pitchFamily="49" charset="0"/>
              </a:endParaRPr>
            </a:p>
            <a:p>
              <a:pPr>
                <a:lnSpc>
                  <a:spcPts val="1800"/>
                </a:lnSpc>
                <a:buNone/>
              </a:pPr>
              <a:r>
                <a:rPr lang="en-US" altLang="zh-CN" sz="1800" b="1" kern="100" dirty="0">
                  <a:effectLst/>
                  <a:latin typeface="Courier New" panose="02070309020205020404" pitchFamily="49" charset="0"/>
                  <a:ea typeface="等线" panose="02010600030101010101" pitchFamily="2" charset="-122"/>
                  <a:cs typeface="Courier New" panose="02070309020205020404" pitchFamily="49" charset="0"/>
                </a:rPr>
                <a:t> </a:t>
              </a:r>
              <a:r>
                <a:rPr lang="zh-CN" altLang="zh-CN" sz="1800" b="1" kern="100" dirty="0">
                  <a:effectLst/>
                  <a:latin typeface="Courier New" panose="02070309020205020404" pitchFamily="49" charset="0"/>
                  <a:ea typeface="等线" panose="02010600030101010101" pitchFamily="2" charset="-122"/>
                  <a:cs typeface="Courier New" panose="02070309020205020404" pitchFamily="49" charset="0"/>
                </a:rPr>
                <a:t>————————</a:t>
              </a:r>
              <a:endParaRPr lang="zh-CN" altLang="zh-CN" sz="2400" b="1" kern="100" dirty="0">
                <a:effectLst/>
                <a:latin typeface="Courier New" panose="02070309020205020404" pitchFamily="49" charset="0"/>
                <a:ea typeface="等线" panose="02010600030101010101" pitchFamily="2" charset="-122"/>
                <a:cs typeface="Courier New" panose="02070309020205020404" pitchFamily="49" charset="0"/>
              </a:endParaRPr>
            </a:p>
            <a:p>
              <a:pPr>
                <a:lnSpc>
                  <a:spcPts val="1800"/>
                </a:lnSpc>
                <a:spcAft>
                  <a:spcPts val="360"/>
                </a:spcAft>
                <a:buNone/>
              </a:pPr>
              <a:r>
                <a:rPr lang="en-US" altLang="zh-CN" b="1" kern="100" dirty="0">
                  <a:solidFill>
                    <a:schemeClr val="accent6">
                      <a:lumMod val="75000"/>
                    </a:schemeClr>
                  </a:solidFill>
                  <a:effectLst>
                    <a:outerShdw blurRad="38100" dist="38100" dir="2700000" algn="tl">
                      <a:srgbClr val="000000">
                        <a:alpha val="43137"/>
                      </a:srgbClr>
                    </a:outerShdw>
                  </a:effectLst>
                  <a:latin typeface="Courier New" panose="02070309020205020404" pitchFamily="49" charset="0"/>
                  <a:ea typeface="等线" panose="02010600030101010101" pitchFamily="2" charset="-122"/>
                  <a:cs typeface="Courier New" panose="02070309020205020404" pitchFamily="49" charset="0"/>
                </a:rPr>
                <a:t> T</a:t>
              </a:r>
              <a:r>
                <a:rPr lang="en-US" altLang="zh-CN" sz="1800" b="1" kern="100" dirty="0">
                  <a:solidFill>
                    <a:schemeClr val="accent6">
                      <a:lumMod val="75000"/>
                    </a:schemeClr>
                  </a:solidFill>
                  <a:effectLst>
                    <a:outerShdw blurRad="38100" dist="38100" dir="2700000" algn="tl">
                      <a:srgbClr val="000000">
                        <a:alpha val="43137"/>
                      </a:srgbClr>
                    </a:outerShdw>
                  </a:effectLst>
                  <a:latin typeface="Courier New" panose="02070309020205020404" pitchFamily="49" charset="0"/>
                  <a:ea typeface="等线" panose="02010600030101010101" pitchFamily="2" charset="-122"/>
                  <a:cs typeface="Courier New" panose="02070309020205020404" pitchFamily="49" charset="0"/>
                </a:rPr>
                <a:t>-&gt;</a:t>
              </a:r>
              <a:r>
                <a:rPr lang="en-US" altLang="zh-CN" sz="1800" b="1" kern="100" dirty="0" err="1">
                  <a:solidFill>
                    <a:schemeClr val="accent6">
                      <a:lumMod val="75000"/>
                    </a:schemeClr>
                  </a:solidFill>
                  <a:effectLst>
                    <a:outerShdw blurRad="38100" dist="38100" dir="2700000" algn="tl">
                      <a:srgbClr val="000000">
                        <a:alpha val="43137"/>
                      </a:srgbClr>
                    </a:outerShdw>
                  </a:effectLst>
                  <a:latin typeface="Courier New" panose="02070309020205020404" pitchFamily="49" charset="0"/>
                  <a:ea typeface="等线" panose="02010600030101010101" pitchFamily="2" charset="-122"/>
                  <a:cs typeface="Courier New" panose="02070309020205020404" pitchFamily="49" charset="0"/>
                </a:rPr>
                <a:t>nzElem</a:t>
              </a:r>
              <a:endParaRPr lang="zh-CN" altLang="zh-CN" sz="2400" b="1" kern="100" dirty="0">
                <a:solidFill>
                  <a:schemeClr val="accent6">
                    <a:lumMod val="75000"/>
                  </a:schemeClr>
                </a:solidFill>
                <a:effectLst>
                  <a:outerShdw blurRad="38100" dist="38100" dir="2700000" algn="tl">
                    <a:srgbClr val="000000">
                      <a:alpha val="43137"/>
                    </a:srgbClr>
                  </a:outerShdw>
                </a:effectLst>
                <a:latin typeface="Courier New" panose="02070309020205020404" pitchFamily="49" charset="0"/>
                <a:ea typeface="等线" panose="02010600030101010101" pitchFamily="2" charset="-122"/>
                <a:cs typeface="Courier New" panose="02070309020205020404" pitchFamily="49" charset="0"/>
              </a:endParaRPr>
            </a:p>
          </p:txBody>
        </p:sp>
      </p:grpSp>
      <p:sp>
        <p:nvSpPr>
          <p:cNvPr id="90114" name="文本框 49"/>
          <p:cNvSpPr/>
          <p:nvPr/>
        </p:nvSpPr>
        <p:spPr>
          <a:xfrm>
            <a:off x="177578" y="1002578"/>
            <a:ext cx="7785570" cy="5761418"/>
          </a:xfrm>
          <a:prstGeom prst="rect">
            <a:avLst/>
          </a:prstGeom>
          <a:noFill/>
          <a:ln w="9525">
            <a:noFill/>
          </a:ln>
        </p:spPr>
        <p:txBody>
          <a:bodyPr lIns="180000" tIns="46800" rIns="36000"/>
          <a:lstStyle/>
          <a:p>
            <a:pPr>
              <a:lnSpc>
                <a:spcPct val="95000"/>
              </a:lnSpc>
            </a:pPr>
            <a:r>
              <a:rPr lang="en-US" altLang="zh-CN" b="1" dirty="0" err="1">
                <a:latin typeface="Courier New" panose="02070309020205020404" pitchFamily="49" charset="0"/>
                <a:ea typeface="楷体_GB2312" pitchFamily="49" charset="-122"/>
                <a:cs typeface="Courier New" panose="02070309020205020404" pitchFamily="49" charset="0"/>
              </a:rPr>
              <a:t>TSMat</a:t>
            </a:r>
            <a:r>
              <a:rPr lang="en-US" altLang="zh-CN" b="1" dirty="0">
                <a:latin typeface="Courier New" panose="02070309020205020404" pitchFamily="49" charset="0"/>
                <a:ea typeface="楷体_GB2312" pitchFamily="49" charset="-122"/>
                <a:cs typeface="Courier New" panose="02070309020205020404" pitchFamily="49" charset="0"/>
              </a:rPr>
              <a:t> </a:t>
            </a:r>
            <a:r>
              <a:rPr lang="en-US" altLang="zh-CN" b="1" dirty="0" err="1">
                <a:latin typeface="Courier New" panose="02070309020205020404" pitchFamily="49" charset="0"/>
                <a:ea typeface="楷体_GB2312" pitchFamily="49" charset="-122"/>
                <a:cs typeface="Courier New" panose="02070309020205020404" pitchFamily="49" charset="0"/>
              </a:rPr>
              <a:t>FastTransposeSMat</a:t>
            </a:r>
            <a:r>
              <a:rPr lang="en-US" altLang="zh-CN" b="1" dirty="0">
                <a:latin typeface="Courier New" panose="02070309020205020404" pitchFamily="49" charset="0"/>
                <a:ea typeface="楷体_GB2312" pitchFamily="49" charset="-122"/>
                <a:cs typeface="Courier New" panose="02070309020205020404" pitchFamily="49" charset="0"/>
              </a:rPr>
              <a:t>(</a:t>
            </a:r>
            <a:r>
              <a:rPr lang="en-US" altLang="zh-CN" b="1" dirty="0" err="1">
                <a:latin typeface="Courier New" panose="02070309020205020404" pitchFamily="49" charset="0"/>
                <a:ea typeface="楷体_GB2312" pitchFamily="49" charset="-122"/>
                <a:cs typeface="Courier New" panose="02070309020205020404" pitchFamily="49" charset="0"/>
              </a:rPr>
              <a:t>TSMat</a:t>
            </a:r>
            <a:r>
              <a:rPr lang="en-US" altLang="zh-CN" b="1" dirty="0">
                <a:latin typeface="Courier New" panose="02070309020205020404" pitchFamily="49" charset="0"/>
                <a:ea typeface="楷体_GB2312" pitchFamily="49" charset="-122"/>
                <a:cs typeface="Courier New" panose="02070309020205020404" pitchFamily="49" charset="0"/>
              </a:rPr>
              <a:t> M) </a:t>
            </a:r>
            <a:r>
              <a:rPr lang="en-US" altLang="zh-CN" b="1" dirty="0">
                <a:solidFill>
                  <a:srgbClr val="041ABC"/>
                </a:solidFill>
                <a:effectLst>
                  <a:outerShdw blurRad="38100" dist="38100" dir="2700000" algn="tl">
                    <a:srgbClr val="000000">
                      <a:alpha val="43137"/>
                    </a:srgbClr>
                  </a:outerShdw>
                </a:effectLst>
                <a:latin typeface="Courier New" panose="02070309020205020404" pitchFamily="49" charset="0"/>
                <a:ea typeface="楷体_GB2312" pitchFamily="49" charset="-122"/>
                <a:cs typeface="Courier New" panose="02070309020205020404" pitchFamily="49" charset="0"/>
              </a:rPr>
              <a:t>{</a:t>
            </a:r>
          </a:p>
          <a:p>
            <a:pPr>
              <a:lnSpc>
                <a:spcPct val="95000"/>
              </a:lnSpc>
            </a:pPr>
            <a:r>
              <a:rPr lang="en-US" altLang="zh-CN" b="1" dirty="0">
                <a:latin typeface="Courier New" panose="02070309020205020404" pitchFamily="49" charset="0"/>
                <a:ea typeface="楷体_GB2312" pitchFamily="49" charset="-122"/>
                <a:cs typeface="Courier New" panose="02070309020205020404" pitchFamily="49" charset="0"/>
              </a:rPr>
              <a:t>  </a:t>
            </a:r>
            <a:r>
              <a:rPr lang="en-US" altLang="zh-CN" b="1" dirty="0">
                <a:solidFill>
                  <a:srgbClr val="041ABC"/>
                </a:solidFill>
                <a:effectLst>
                  <a:outerShdw blurRad="38100" dist="38100" dir="2700000" algn="tl">
                    <a:srgbClr val="000000">
                      <a:alpha val="43137"/>
                    </a:srgbClr>
                  </a:outerShdw>
                </a:effectLst>
                <a:latin typeface="Courier New" panose="02070309020205020404" pitchFamily="49" charset="0"/>
                <a:ea typeface="楷体_GB2312" pitchFamily="49" charset="-122"/>
                <a:cs typeface="Courier New" panose="02070309020205020404" pitchFamily="49" charset="0"/>
              </a:rPr>
              <a:t>if</a:t>
            </a:r>
            <a:r>
              <a:rPr lang="en-US" altLang="zh-CN" b="1" dirty="0">
                <a:latin typeface="Courier New" panose="02070309020205020404" pitchFamily="49" charset="0"/>
                <a:ea typeface="楷体_GB2312" pitchFamily="49" charset="-122"/>
                <a:cs typeface="Courier New" panose="02070309020205020404" pitchFamily="49" charset="0"/>
              </a:rPr>
              <a:t> (</a:t>
            </a:r>
            <a:r>
              <a:rPr lang="en-US" altLang="zh-CN" b="1" dirty="0">
                <a:solidFill>
                  <a:srgbClr val="041ABC"/>
                </a:solidFill>
                <a:effectLst>
                  <a:outerShdw blurRad="38100" dist="38100" dir="2700000" algn="tl">
                    <a:srgbClr val="000000">
                      <a:alpha val="43137"/>
                    </a:srgbClr>
                  </a:outerShdw>
                </a:effectLst>
                <a:latin typeface="Courier New" panose="02070309020205020404" pitchFamily="49" charset="0"/>
                <a:ea typeface="楷体_GB2312" pitchFamily="49" charset="-122"/>
                <a:cs typeface="Courier New" panose="02070309020205020404" pitchFamily="49" charset="0"/>
              </a:rPr>
              <a:t>!</a:t>
            </a:r>
            <a:r>
              <a:rPr lang="en-US" altLang="zh-CN" b="1" dirty="0">
                <a:latin typeface="Courier New" panose="02070309020205020404" pitchFamily="49" charset="0"/>
                <a:ea typeface="楷体_GB2312" pitchFamily="49" charset="-122"/>
                <a:cs typeface="Courier New" panose="02070309020205020404" pitchFamily="49" charset="0"/>
              </a:rPr>
              <a:t>M) </a:t>
            </a:r>
            <a:r>
              <a:rPr lang="en-US" altLang="zh-CN" b="1" dirty="0">
                <a:solidFill>
                  <a:srgbClr val="041ABC"/>
                </a:solidFill>
                <a:effectLst>
                  <a:outerShdw blurRad="38100" dist="38100" dir="2700000" algn="tl">
                    <a:srgbClr val="000000">
                      <a:alpha val="43137"/>
                    </a:srgbClr>
                  </a:outerShdw>
                </a:effectLst>
                <a:latin typeface="Courier New" panose="02070309020205020404" pitchFamily="49" charset="0"/>
                <a:ea typeface="楷体_GB2312" pitchFamily="49" charset="-122"/>
                <a:cs typeface="Courier New" panose="02070309020205020404" pitchFamily="49" charset="0"/>
              </a:rPr>
              <a:t>return</a:t>
            </a:r>
            <a:r>
              <a:rPr lang="en-US" altLang="zh-CN" b="1" dirty="0">
                <a:latin typeface="Courier New" panose="02070309020205020404" pitchFamily="49" charset="0"/>
                <a:ea typeface="楷体_GB2312" pitchFamily="49" charset="-122"/>
                <a:cs typeface="Courier New" panose="02070309020205020404" pitchFamily="49" charset="0"/>
              </a:rPr>
              <a:t> NULL;</a:t>
            </a:r>
          </a:p>
          <a:p>
            <a:pPr>
              <a:lnSpc>
                <a:spcPct val="95000"/>
              </a:lnSpc>
            </a:pPr>
            <a:r>
              <a:rPr lang="en-US" altLang="zh-CN" b="1" dirty="0">
                <a:latin typeface="Courier New" panose="02070309020205020404" pitchFamily="49" charset="0"/>
                <a:ea typeface="楷体_GB2312" pitchFamily="49" charset="-122"/>
                <a:cs typeface="Courier New" panose="02070309020205020404" pitchFamily="49" charset="0"/>
              </a:rPr>
              <a:t>  </a:t>
            </a:r>
            <a:r>
              <a:rPr lang="en-US" altLang="zh-CN" b="1" dirty="0">
                <a:solidFill>
                  <a:srgbClr val="041ABC"/>
                </a:solidFill>
                <a:effectLst>
                  <a:outerShdw blurRad="38100" dist="38100" dir="2700000" algn="tl">
                    <a:srgbClr val="000000">
                      <a:alpha val="43137"/>
                    </a:srgbClr>
                  </a:outerShdw>
                </a:effectLst>
                <a:latin typeface="Courier New" panose="02070309020205020404" pitchFamily="49" charset="0"/>
                <a:ea typeface="楷体_GB2312" pitchFamily="49" charset="-122"/>
                <a:cs typeface="Courier New" panose="02070309020205020404" pitchFamily="49" charset="0"/>
              </a:rPr>
              <a:t>int</a:t>
            </a:r>
            <a:r>
              <a:rPr lang="en-US" altLang="zh-CN" b="1" dirty="0">
                <a:latin typeface="Courier New" panose="02070309020205020404" pitchFamily="49" charset="0"/>
                <a:ea typeface="楷体_GB2312" pitchFamily="49" charset="-122"/>
                <a:cs typeface="Courier New" panose="02070309020205020404" pitchFamily="49" charset="0"/>
              </a:rPr>
              <a:t> col, t, p, q, num[20], </a:t>
            </a:r>
            <a:r>
              <a:rPr lang="en-US" altLang="zh-CN" b="1" dirty="0" err="1">
                <a:latin typeface="Courier New" panose="02070309020205020404" pitchFamily="49" charset="0"/>
                <a:ea typeface="楷体_GB2312" pitchFamily="49" charset="-122"/>
                <a:cs typeface="Courier New" panose="02070309020205020404" pitchFamily="49" charset="0"/>
              </a:rPr>
              <a:t>cpos</a:t>
            </a:r>
            <a:r>
              <a:rPr lang="en-US" altLang="zh-CN" b="1" dirty="0">
                <a:latin typeface="Courier New" panose="02070309020205020404" pitchFamily="49" charset="0"/>
                <a:ea typeface="楷体_GB2312" pitchFamily="49" charset="-122"/>
                <a:cs typeface="Courier New" panose="02070309020205020404" pitchFamily="49" charset="0"/>
              </a:rPr>
              <a:t>[20];</a:t>
            </a:r>
          </a:p>
          <a:p>
            <a:pPr>
              <a:lnSpc>
                <a:spcPct val="95000"/>
              </a:lnSpc>
            </a:pPr>
            <a:r>
              <a:rPr lang="en-US" altLang="zh-CN" b="1" dirty="0">
                <a:latin typeface="Courier New" panose="02070309020205020404" pitchFamily="49" charset="0"/>
                <a:ea typeface="楷体_GB2312" pitchFamily="49" charset="-122"/>
                <a:cs typeface="Courier New" panose="02070309020205020404" pitchFamily="49" charset="0"/>
              </a:rPr>
              <a:t>  </a:t>
            </a:r>
            <a:r>
              <a:rPr lang="en-US" altLang="zh-CN" b="1" dirty="0" err="1">
                <a:latin typeface="Courier New" panose="02070309020205020404" pitchFamily="49" charset="0"/>
                <a:ea typeface="楷体_GB2312" pitchFamily="49" charset="-122"/>
                <a:cs typeface="Courier New" panose="02070309020205020404" pitchFamily="49" charset="0"/>
              </a:rPr>
              <a:t>TSMat</a:t>
            </a:r>
            <a:r>
              <a:rPr lang="en-US" altLang="zh-CN" b="1" dirty="0">
                <a:latin typeface="Courier New" panose="02070309020205020404" pitchFamily="49" charset="0"/>
                <a:ea typeface="楷体_GB2312" pitchFamily="49" charset="-122"/>
                <a:cs typeface="Courier New" panose="02070309020205020404" pitchFamily="49" charset="0"/>
              </a:rPr>
              <a:t> T = </a:t>
            </a:r>
            <a:r>
              <a:rPr lang="en-US" altLang="zh-CN" b="1" dirty="0" err="1">
                <a:latin typeface="Courier New" panose="02070309020205020404" pitchFamily="49" charset="0"/>
                <a:ea typeface="楷体_GB2312" pitchFamily="49" charset="-122"/>
                <a:cs typeface="Courier New" panose="02070309020205020404" pitchFamily="49" charset="0"/>
              </a:rPr>
              <a:t>allocTSMat</a:t>
            </a:r>
            <a:r>
              <a:rPr lang="en-US" altLang="zh-CN" b="1" dirty="0">
                <a:latin typeface="Courier New" panose="02070309020205020404" pitchFamily="49" charset="0"/>
                <a:ea typeface="楷体_GB2312" pitchFamily="49" charset="-122"/>
                <a:cs typeface="Courier New" panose="02070309020205020404" pitchFamily="49" charset="0"/>
              </a:rPr>
              <a:t>(M-&gt;n, M-&gt;m, M-&gt;t)</a:t>
            </a:r>
            <a:r>
              <a:rPr lang="zh-CN" altLang="en-US" b="1" dirty="0">
                <a:latin typeface="Courier New" panose="02070309020205020404" pitchFamily="49" charset="0"/>
                <a:ea typeface="楷体_GB2312" pitchFamily="49" charset="-122"/>
                <a:cs typeface="Courier New" panose="02070309020205020404" pitchFamily="49" charset="0"/>
              </a:rPr>
              <a:t>；</a:t>
            </a:r>
            <a:r>
              <a:rPr lang="en-US" altLang="zh-CN" b="1" dirty="0">
                <a:latin typeface="Courier New" panose="02070309020205020404" pitchFamily="49" charset="0"/>
                <a:ea typeface="楷体_GB2312" pitchFamily="49" charset="-122"/>
                <a:cs typeface="Courier New" panose="02070309020205020404" pitchFamily="49" charset="0"/>
              </a:rPr>
              <a:t> </a:t>
            </a:r>
          </a:p>
          <a:p>
            <a:pPr>
              <a:lnSpc>
                <a:spcPct val="95000"/>
              </a:lnSpc>
            </a:pPr>
            <a:r>
              <a:rPr lang="en-US" altLang="zh-CN" b="1" dirty="0">
                <a:latin typeface="Courier New" panose="02070309020205020404" pitchFamily="49" charset="0"/>
                <a:ea typeface="楷体_GB2312" pitchFamily="49" charset="-122"/>
                <a:cs typeface="Courier New" panose="02070309020205020404" pitchFamily="49" charset="0"/>
              </a:rPr>
              <a:t>  </a:t>
            </a:r>
            <a:r>
              <a:rPr lang="en-US" altLang="zh-CN" b="1" dirty="0">
                <a:solidFill>
                  <a:srgbClr val="041ABC"/>
                </a:solidFill>
                <a:effectLst>
                  <a:outerShdw blurRad="38100" dist="38100" dir="2700000" algn="tl">
                    <a:srgbClr val="000000">
                      <a:alpha val="43137"/>
                    </a:srgbClr>
                  </a:outerShdw>
                </a:effectLst>
                <a:latin typeface="Courier New" panose="02070309020205020404" pitchFamily="49" charset="0"/>
                <a:ea typeface="楷体_GB2312" pitchFamily="49" charset="-122"/>
                <a:cs typeface="Courier New" panose="02070309020205020404" pitchFamily="49" charset="0"/>
              </a:rPr>
              <a:t>if</a:t>
            </a:r>
            <a:r>
              <a:rPr lang="en-US" altLang="zh-CN" b="1" dirty="0">
                <a:latin typeface="Courier New" panose="02070309020205020404" pitchFamily="49" charset="0"/>
                <a:ea typeface="楷体_GB2312" pitchFamily="49" charset="-122"/>
                <a:cs typeface="Courier New" panose="02070309020205020404" pitchFamily="49" charset="0"/>
              </a:rPr>
              <a:t> (T-&gt;t</a:t>
            </a:r>
            <a:r>
              <a:rPr lang="en-US" altLang="zh-CN" b="1" dirty="0">
                <a:solidFill>
                  <a:srgbClr val="041ABC"/>
                </a:solidFill>
                <a:effectLst>
                  <a:outerShdw blurRad="38100" dist="38100" dir="2700000" algn="tl">
                    <a:srgbClr val="000000">
                      <a:alpha val="43137"/>
                    </a:srgbClr>
                  </a:outerShdw>
                </a:effectLst>
                <a:latin typeface="Courier New" panose="02070309020205020404" pitchFamily="49" charset="0"/>
                <a:ea typeface="楷体_GB2312" pitchFamily="49" charset="-122"/>
                <a:cs typeface="Courier New" panose="02070309020205020404" pitchFamily="49" charset="0"/>
              </a:rPr>
              <a:t>!</a:t>
            </a:r>
            <a:r>
              <a:rPr lang="en-US" altLang="zh-CN" b="1" dirty="0">
                <a:latin typeface="Courier New" panose="02070309020205020404" pitchFamily="49" charset="0"/>
                <a:ea typeface="楷体_GB2312" pitchFamily="49" charset="-122"/>
                <a:cs typeface="Courier New" panose="02070309020205020404" pitchFamily="49" charset="0"/>
              </a:rPr>
              <a:t>=0) </a:t>
            </a:r>
            <a:r>
              <a:rPr lang="en-US" altLang="zh-CN" b="1" dirty="0">
                <a:solidFill>
                  <a:srgbClr val="041ABC"/>
                </a:solidFill>
                <a:effectLst>
                  <a:outerShdw blurRad="38100" dist="38100" dir="2700000" algn="tl">
                    <a:srgbClr val="000000">
                      <a:alpha val="43137"/>
                    </a:srgbClr>
                  </a:outerShdw>
                </a:effectLst>
                <a:latin typeface="Courier New" panose="02070309020205020404" pitchFamily="49" charset="0"/>
                <a:ea typeface="楷体_GB2312" pitchFamily="49" charset="-122"/>
                <a:cs typeface="Courier New" panose="02070309020205020404" pitchFamily="49" charset="0"/>
              </a:rPr>
              <a:t>{</a:t>
            </a:r>
          </a:p>
          <a:p>
            <a:pPr>
              <a:lnSpc>
                <a:spcPct val="95000"/>
              </a:lnSpc>
            </a:pPr>
            <a:r>
              <a:rPr lang="en-US" altLang="zh-CN" b="1" dirty="0">
                <a:latin typeface="Courier New" panose="02070309020205020404" pitchFamily="49" charset="0"/>
                <a:ea typeface="楷体_GB2312" pitchFamily="49" charset="-122"/>
                <a:cs typeface="Courier New" panose="02070309020205020404" pitchFamily="49" charset="0"/>
              </a:rPr>
              <a:t>    </a:t>
            </a:r>
            <a:r>
              <a:rPr lang="en-US" altLang="zh-CN" b="1" dirty="0">
                <a:solidFill>
                  <a:srgbClr val="041ABC"/>
                </a:solidFill>
                <a:effectLst>
                  <a:outerShdw blurRad="38100" dist="38100" dir="2700000" algn="tl">
                    <a:srgbClr val="000000">
                      <a:alpha val="43137"/>
                    </a:srgbClr>
                  </a:outerShdw>
                </a:effectLst>
                <a:latin typeface="Courier New" panose="02070309020205020404" pitchFamily="49" charset="0"/>
                <a:ea typeface="楷体_GB2312" pitchFamily="49" charset="-122"/>
                <a:cs typeface="Courier New" panose="02070309020205020404" pitchFamily="49" charset="0"/>
              </a:rPr>
              <a:t>for</a:t>
            </a:r>
            <a:r>
              <a:rPr lang="en-US" altLang="zh-CN" b="1" dirty="0">
                <a:latin typeface="Courier New" panose="02070309020205020404" pitchFamily="49" charset="0"/>
                <a:ea typeface="楷体_GB2312" pitchFamily="49" charset="-122"/>
                <a:cs typeface="Courier New" panose="02070309020205020404" pitchFamily="49" charset="0"/>
              </a:rPr>
              <a:t> (col=1; col&lt;=M-&gt;n; ++col) num[col] = 0;</a:t>
            </a:r>
          </a:p>
          <a:p>
            <a:pPr>
              <a:lnSpc>
                <a:spcPct val="95000"/>
              </a:lnSpc>
            </a:pPr>
            <a:r>
              <a:rPr lang="en-US" altLang="zh-CN" b="1" dirty="0">
                <a:latin typeface="Courier New" panose="02070309020205020404" pitchFamily="49" charset="0"/>
                <a:ea typeface="楷体_GB2312" pitchFamily="49" charset="-122"/>
                <a:cs typeface="Courier New" panose="02070309020205020404" pitchFamily="49" charset="0"/>
              </a:rPr>
              <a:t>    </a:t>
            </a:r>
            <a:r>
              <a:rPr lang="en-US" altLang="zh-CN" b="1" dirty="0">
                <a:solidFill>
                  <a:srgbClr val="041ABC"/>
                </a:solidFill>
                <a:effectLst>
                  <a:outerShdw blurRad="38100" dist="38100" dir="2700000" algn="tl">
                    <a:srgbClr val="000000">
                      <a:alpha val="43137"/>
                    </a:srgbClr>
                  </a:outerShdw>
                </a:effectLst>
                <a:latin typeface="Courier New" panose="02070309020205020404" pitchFamily="49" charset="0"/>
                <a:ea typeface="楷体_GB2312" pitchFamily="49" charset="-122"/>
                <a:cs typeface="Courier New" panose="02070309020205020404" pitchFamily="49" charset="0"/>
              </a:rPr>
              <a:t>for</a:t>
            </a:r>
            <a:r>
              <a:rPr lang="en-US" altLang="zh-CN" b="1" dirty="0">
                <a:latin typeface="Courier New" panose="02070309020205020404" pitchFamily="49" charset="0"/>
                <a:ea typeface="楷体_GB2312" pitchFamily="49" charset="-122"/>
                <a:cs typeface="Courier New" panose="02070309020205020404" pitchFamily="49" charset="0"/>
              </a:rPr>
              <a:t> (t=1; t&lt;=M-&gt;t; ++t) ++num[M-&gt;</a:t>
            </a:r>
            <a:r>
              <a:rPr lang="en-US" altLang="zh-CN" b="1" dirty="0" err="1">
                <a:latin typeface="Courier New" panose="02070309020205020404" pitchFamily="49" charset="0"/>
                <a:ea typeface="楷体_GB2312" pitchFamily="49" charset="-122"/>
                <a:cs typeface="Courier New" panose="02070309020205020404" pitchFamily="49" charset="0"/>
              </a:rPr>
              <a:t>nzElem</a:t>
            </a:r>
            <a:r>
              <a:rPr lang="en-US" altLang="zh-CN" b="1" dirty="0">
                <a:latin typeface="Courier New" panose="02070309020205020404" pitchFamily="49" charset="0"/>
                <a:ea typeface="楷体_GB2312" pitchFamily="49" charset="-122"/>
                <a:cs typeface="Courier New" panose="02070309020205020404" pitchFamily="49" charset="0"/>
              </a:rPr>
              <a:t>[t].j];</a:t>
            </a:r>
          </a:p>
          <a:p>
            <a:pPr>
              <a:lnSpc>
                <a:spcPct val="95000"/>
              </a:lnSpc>
            </a:pPr>
            <a:r>
              <a:rPr lang="en-US" altLang="zh-CN" b="1" dirty="0">
                <a:latin typeface="Courier New" panose="02070309020205020404" pitchFamily="49" charset="0"/>
                <a:ea typeface="楷体_GB2312" pitchFamily="49" charset="-122"/>
                <a:cs typeface="Courier New" panose="02070309020205020404" pitchFamily="49" charset="0"/>
              </a:rPr>
              <a:t>    </a:t>
            </a:r>
            <a:r>
              <a:rPr lang="en-US" altLang="zh-CN" b="1" dirty="0" err="1">
                <a:solidFill>
                  <a:srgbClr val="CC0000"/>
                </a:solidFill>
                <a:latin typeface="Courier New" panose="02070309020205020404" pitchFamily="49" charset="0"/>
                <a:ea typeface="楷体_GB2312" pitchFamily="49" charset="-122"/>
                <a:cs typeface="Courier New" panose="02070309020205020404" pitchFamily="49" charset="0"/>
              </a:rPr>
              <a:t>cpot</a:t>
            </a:r>
            <a:r>
              <a:rPr lang="en-US" altLang="zh-CN" b="1" dirty="0">
                <a:solidFill>
                  <a:srgbClr val="CC0000"/>
                </a:solidFill>
                <a:latin typeface="Courier New" panose="02070309020205020404" pitchFamily="49" charset="0"/>
                <a:ea typeface="楷体_GB2312" pitchFamily="49" charset="-122"/>
                <a:cs typeface="Courier New" panose="02070309020205020404" pitchFamily="49" charset="0"/>
              </a:rPr>
              <a:t>[1] = 1;</a:t>
            </a:r>
          </a:p>
          <a:p>
            <a:pPr>
              <a:lnSpc>
                <a:spcPct val="95000"/>
              </a:lnSpc>
            </a:pPr>
            <a:r>
              <a:rPr lang="en-US" altLang="zh-CN" b="1" dirty="0">
                <a:solidFill>
                  <a:srgbClr val="CC0000"/>
                </a:solidFill>
                <a:latin typeface="Courier New" panose="02070309020205020404" pitchFamily="49" charset="0"/>
                <a:ea typeface="楷体_GB2312" pitchFamily="49" charset="-122"/>
                <a:cs typeface="Courier New" panose="02070309020205020404" pitchFamily="49" charset="0"/>
              </a:rPr>
              <a:t>    for (col=2; col&lt;=M-&gt;n; ++col)</a:t>
            </a:r>
          </a:p>
          <a:p>
            <a:pPr>
              <a:lnSpc>
                <a:spcPct val="95000"/>
              </a:lnSpc>
            </a:pPr>
            <a:r>
              <a:rPr lang="en-US" altLang="zh-CN" b="1" dirty="0">
                <a:solidFill>
                  <a:srgbClr val="CC0000"/>
                </a:solidFill>
                <a:latin typeface="Courier New" panose="02070309020205020404" pitchFamily="49" charset="0"/>
                <a:ea typeface="楷体_GB2312" pitchFamily="49" charset="-122"/>
                <a:cs typeface="Courier New" panose="02070309020205020404" pitchFamily="49" charset="0"/>
              </a:rPr>
              <a:t>      </a:t>
            </a:r>
            <a:r>
              <a:rPr lang="en-US" altLang="zh-CN" b="1" dirty="0" err="1">
                <a:solidFill>
                  <a:srgbClr val="CC0000"/>
                </a:solidFill>
                <a:latin typeface="Courier New" panose="02070309020205020404" pitchFamily="49" charset="0"/>
                <a:ea typeface="楷体_GB2312" pitchFamily="49" charset="-122"/>
                <a:cs typeface="Courier New" panose="02070309020205020404" pitchFamily="49" charset="0"/>
              </a:rPr>
              <a:t>cpot</a:t>
            </a:r>
            <a:r>
              <a:rPr lang="en-US" altLang="zh-CN" b="1" dirty="0">
                <a:solidFill>
                  <a:srgbClr val="CC0000"/>
                </a:solidFill>
                <a:latin typeface="Courier New" panose="02070309020205020404" pitchFamily="49" charset="0"/>
                <a:ea typeface="楷体_GB2312" pitchFamily="49" charset="-122"/>
                <a:cs typeface="Courier New" panose="02070309020205020404" pitchFamily="49" charset="0"/>
              </a:rPr>
              <a:t>[col] = </a:t>
            </a:r>
            <a:r>
              <a:rPr lang="en-US" altLang="zh-CN" b="1" dirty="0" err="1">
                <a:solidFill>
                  <a:srgbClr val="CC0000"/>
                </a:solidFill>
                <a:latin typeface="Courier New" panose="02070309020205020404" pitchFamily="49" charset="0"/>
                <a:ea typeface="楷体_GB2312" pitchFamily="49" charset="-122"/>
                <a:cs typeface="Courier New" panose="02070309020205020404" pitchFamily="49" charset="0"/>
              </a:rPr>
              <a:t>cpot</a:t>
            </a:r>
            <a:r>
              <a:rPr lang="en-US" altLang="zh-CN" b="1" dirty="0">
                <a:solidFill>
                  <a:srgbClr val="CC0000"/>
                </a:solidFill>
                <a:latin typeface="Courier New" panose="02070309020205020404" pitchFamily="49" charset="0"/>
                <a:ea typeface="楷体_GB2312" pitchFamily="49" charset="-122"/>
                <a:cs typeface="Courier New" panose="02070309020205020404" pitchFamily="49" charset="0"/>
              </a:rPr>
              <a:t>[col-1] + num[col-1];</a:t>
            </a:r>
          </a:p>
          <a:p>
            <a:pPr>
              <a:lnSpc>
                <a:spcPct val="95000"/>
              </a:lnSpc>
            </a:pPr>
            <a:r>
              <a:rPr lang="en-US" altLang="zh-CN" b="1" dirty="0">
                <a:latin typeface="Courier New" panose="02070309020205020404" pitchFamily="49" charset="0"/>
                <a:ea typeface="楷体_GB2312" pitchFamily="49" charset="-122"/>
                <a:cs typeface="Courier New" panose="02070309020205020404" pitchFamily="49" charset="0"/>
              </a:rPr>
              <a:t>    </a:t>
            </a:r>
            <a:r>
              <a:rPr lang="en-US" altLang="zh-CN" b="1" dirty="0">
                <a:solidFill>
                  <a:srgbClr val="041ABC"/>
                </a:solidFill>
                <a:effectLst>
                  <a:outerShdw blurRad="38100" dist="38100" dir="2700000" algn="tl">
                    <a:srgbClr val="000000">
                      <a:alpha val="43137"/>
                    </a:srgbClr>
                  </a:outerShdw>
                </a:effectLst>
                <a:latin typeface="Courier New" panose="02070309020205020404" pitchFamily="49" charset="0"/>
                <a:ea typeface="楷体_GB2312" pitchFamily="49" charset="-122"/>
                <a:cs typeface="Courier New" panose="02070309020205020404" pitchFamily="49" charset="0"/>
              </a:rPr>
              <a:t>for</a:t>
            </a:r>
            <a:r>
              <a:rPr lang="en-US" altLang="zh-CN" b="1" dirty="0">
                <a:latin typeface="Courier New" panose="02070309020205020404" pitchFamily="49" charset="0"/>
                <a:ea typeface="楷体_GB2312" pitchFamily="49" charset="-122"/>
                <a:cs typeface="Courier New" panose="02070309020205020404" pitchFamily="49" charset="0"/>
              </a:rPr>
              <a:t> (p=1; p&lt;=M-&gt;t; ++p) </a:t>
            </a:r>
            <a:r>
              <a:rPr lang="en-US" altLang="zh-CN" b="1" dirty="0">
                <a:solidFill>
                  <a:srgbClr val="041ABC"/>
                </a:solidFill>
                <a:effectLst>
                  <a:outerShdw blurRad="38100" dist="38100" dir="2700000" algn="tl">
                    <a:srgbClr val="000000">
                      <a:alpha val="43137"/>
                    </a:srgbClr>
                  </a:outerShdw>
                </a:effectLst>
                <a:latin typeface="Courier New" panose="02070309020205020404" pitchFamily="49" charset="0"/>
                <a:ea typeface="楷体_GB2312" pitchFamily="49" charset="-122"/>
                <a:cs typeface="Courier New" panose="02070309020205020404" pitchFamily="49" charset="0"/>
              </a:rPr>
              <a:t>{</a:t>
            </a:r>
            <a:r>
              <a:rPr lang="en-US" altLang="zh-CN" b="1" dirty="0">
                <a:latin typeface="Courier New" panose="02070309020205020404" pitchFamily="49" charset="0"/>
                <a:ea typeface="楷体_GB2312" pitchFamily="49" charset="-122"/>
                <a:cs typeface="Courier New" panose="02070309020205020404" pitchFamily="49" charset="0"/>
              </a:rPr>
              <a:t> </a:t>
            </a:r>
          </a:p>
          <a:p>
            <a:pPr>
              <a:lnSpc>
                <a:spcPct val="125000"/>
              </a:lnSpc>
            </a:pPr>
            <a:r>
              <a:rPr lang="en-US" altLang="zh-CN" b="1" dirty="0">
                <a:latin typeface="Courier New" panose="02070309020205020404" pitchFamily="49" charset="0"/>
                <a:cs typeface="Courier New" panose="02070309020205020404" pitchFamily="49" charset="0"/>
              </a:rPr>
              <a:t>      col = M-&gt;</a:t>
            </a:r>
            <a:r>
              <a:rPr lang="en-US" altLang="zh-CN" b="1" dirty="0" err="1">
                <a:latin typeface="Courier New" panose="02070309020205020404" pitchFamily="49" charset="0"/>
                <a:cs typeface="Courier New" panose="02070309020205020404" pitchFamily="49" charset="0"/>
              </a:rPr>
              <a:t>nzElem</a:t>
            </a:r>
            <a:r>
              <a:rPr lang="en-US" altLang="zh-CN" b="1" dirty="0">
                <a:latin typeface="Courier New" panose="02070309020205020404" pitchFamily="49" charset="0"/>
                <a:cs typeface="Courier New" panose="02070309020205020404" pitchFamily="49" charset="0"/>
              </a:rPr>
              <a:t>[p].j;   q = </a:t>
            </a:r>
            <a:r>
              <a:rPr lang="en-US" altLang="zh-CN" b="1" dirty="0" err="1">
                <a:latin typeface="Courier New" panose="02070309020205020404" pitchFamily="49" charset="0"/>
                <a:cs typeface="Courier New" panose="02070309020205020404" pitchFamily="49" charset="0"/>
              </a:rPr>
              <a:t>cpot</a:t>
            </a:r>
            <a:r>
              <a:rPr lang="en-US" altLang="zh-CN" b="1" dirty="0">
                <a:latin typeface="Courier New" panose="02070309020205020404" pitchFamily="49" charset="0"/>
                <a:cs typeface="Courier New" panose="02070309020205020404" pitchFamily="49" charset="0"/>
              </a:rPr>
              <a:t>[col];</a:t>
            </a:r>
          </a:p>
          <a:p>
            <a:pPr>
              <a:lnSpc>
                <a:spcPct val="125000"/>
              </a:lnSpc>
            </a:pPr>
            <a:r>
              <a:rPr lang="en-US" altLang="zh-CN" b="1" dirty="0">
                <a:latin typeface="Courier New" panose="02070309020205020404" pitchFamily="49" charset="0"/>
                <a:cs typeface="Courier New" panose="02070309020205020404" pitchFamily="49" charset="0"/>
              </a:rPr>
              <a:t>      T-&gt;</a:t>
            </a:r>
            <a:r>
              <a:rPr lang="en-US" altLang="zh-CN" b="1" dirty="0" err="1">
                <a:latin typeface="Courier New" panose="02070309020205020404" pitchFamily="49" charset="0"/>
                <a:cs typeface="Courier New" panose="02070309020205020404" pitchFamily="49" charset="0"/>
              </a:rPr>
              <a:t>nzElem</a:t>
            </a:r>
            <a:r>
              <a:rPr lang="en-US" altLang="zh-CN" b="1" dirty="0">
                <a:latin typeface="Courier New" panose="02070309020205020404" pitchFamily="49" charset="0"/>
                <a:cs typeface="Courier New" panose="02070309020205020404" pitchFamily="49" charset="0"/>
              </a:rPr>
              <a:t>[q].</a:t>
            </a:r>
            <a:r>
              <a:rPr lang="en-US" altLang="zh-CN" b="1" dirty="0" err="1">
                <a:latin typeface="Courier New" panose="02070309020205020404" pitchFamily="49" charset="0"/>
                <a:cs typeface="Courier New" panose="02070309020205020404" pitchFamily="49" charset="0"/>
              </a:rPr>
              <a:t>i</a:t>
            </a:r>
            <a:r>
              <a:rPr lang="en-US" altLang="zh-CN" b="1" dirty="0">
                <a:latin typeface="Courier New" panose="02070309020205020404" pitchFamily="49" charset="0"/>
                <a:cs typeface="Courier New" panose="02070309020205020404" pitchFamily="49" charset="0"/>
              </a:rPr>
              <a:t> = M-&gt;</a:t>
            </a:r>
            <a:r>
              <a:rPr lang="en-US" altLang="zh-CN" b="1" dirty="0" err="1">
                <a:latin typeface="Courier New" panose="02070309020205020404" pitchFamily="49" charset="0"/>
                <a:cs typeface="Courier New" panose="02070309020205020404" pitchFamily="49" charset="0"/>
              </a:rPr>
              <a:t>nzElem</a:t>
            </a:r>
            <a:r>
              <a:rPr lang="en-US" altLang="zh-CN" b="1" dirty="0">
                <a:latin typeface="Courier New" panose="02070309020205020404" pitchFamily="49" charset="0"/>
                <a:cs typeface="Courier New" panose="02070309020205020404" pitchFamily="49" charset="0"/>
              </a:rPr>
              <a:t>[p].j; </a:t>
            </a:r>
          </a:p>
          <a:p>
            <a:pPr>
              <a:lnSpc>
                <a:spcPct val="125000"/>
              </a:lnSpc>
            </a:pPr>
            <a:r>
              <a:rPr lang="en-US" altLang="zh-CN" b="1" dirty="0">
                <a:latin typeface="Courier New" panose="02070309020205020404" pitchFamily="49" charset="0"/>
                <a:cs typeface="Courier New" panose="02070309020205020404" pitchFamily="49" charset="0"/>
              </a:rPr>
              <a:t>      T-&gt;</a:t>
            </a:r>
            <a:r>
              <a:rPr lang="en-US" altLang="zh-CN" b="1" dirty="0" err="1">
                <a:latin typeface="Courier New" panose="02070309020205020404" pitchFamily="49" charset="0"/>
                <a:cs typeface="Courier New" panose="02070309020205020404" pitchFamily="49" charset="0"/>
              </a:rPr>
              <a:t>nzElem</a:t>
            </a:r>
            <a:r>
              <a:rPr lang="en-US" altLang="zh-CN" b="1" dirty="0">
                <a:latin typeface="Courier New" panose="02070309020205020404" pitchFamily="49" charset="0"/>
                <a:cs typeface="Courier New" panose="02070309020205020404" pitchFamily="49" charset="0"/>
              </a:rPr>
              <a:t>[q].j = M-&gt;</a:t>
            </a:r>
            <a:r>
              <a:rPr lang="en-US" altLang="zh-CN" b="1" dirty="0" err="1">
                <a:latin typeface="Courier New" panose="02070309020205020404" pitchFamily="49" charset="0"/>
                <a:cs typeface="Courier New" panose="02070309020205020404" pitchFamily="49" charset="0"/>
              </a:rPr>
              <a:t>nzElem</a:t>
            </a:r>
            <a:r>
              <a:rPr lang="en-US" altLang="zh-CN" b="1" dirty="0">
                <a:latin typeface="Courier New" panose="02070309020205020404" pitchFamily="49" charset="0"/>
                <a:cs typeface="Courier New" panose="02070309020205020404" pitchFamily="49" charset="0"/>
              </a:rPr>
              <a:t>[p].</a:t>
            </a:r>
            <a:r>
              <a:rPr lang="en-US" altLang="zh-CN" b="1" dirty="0" err="1">
                <a:latin typeface="Courier New" panose="02070309020205020404" pitchFamily="49" charset="0"/>
                <a:cs typeface="Courier New" panose="02070309020205020404" pitchFamily="49" charset="0"/>
              </a:rPr>
              <a:t>i</a:t>
            </a:r>
            <a:r>
              <a:rPr lang="en-US" altLang="zh-CN" b="1" dirty="0">
                <a:latin typeface="Courier New" panose="02070309020205020404" pitchFamily="49" charset="0"/>
                <a:cs typeface="Courier New" panose="02070309020205020404" pitchFamily="49" charset="0"/>
              </a:rPr>
              <a:t>;</a:t>
            </a:r>
          </a:p>
          <a:p>
            <a:pPr>
              <a:lnSpc>
                <a:spcPct val="125000"/>
              </a:lnSpc>
            </a:pPr>
            <a:r>
              <a:rPr lang="en-US" altLang="zh-CN" b="1" dirty="0">
                <a:latin typeface="Courier New" panose="02070309020205020404" pitchFamily="49" charset="0"/>
                <a:cs typeface="Courier New" panose="02070309020205020404" pitchFamily="49" charset="0"/>
              </a:rPr>
              <a:t>      T-&gt;</a:t>
            </a:r>
            <a:r>
              <a:rPr lang="en-US" altLang="zh-CN" b="1" dirty="0" err="1">
                <a:latin typeface="Courier New" panose="02070309020205020404" pitchFamily="49" charset="0"/>
                <a:cs typeface="Courier New" panose="02070309020205020404" pitchFamily="49" charset="0"/>
              </a:rPr>
              <a:t>nzElem</a:t>
            </a:r>
            <a:r>
              <a:rPr lang="en-US" altLang="zh-CN" b="1" dirty="0">
                <a:latin typeface="Courier New" panose="02070309020205020404" pitchFamily="49" charset="0"/>
                <a:cs typeface="Courier New" panose="02070309020205020404" pitchFamily="49" charset="0"/>
              </a:rPr>
              <a:t>[q].e = </a:t>
            </a:r>
            <a:r>
              <a:rPr lang="en-US" altLang="zh-CN" b="1" dirty="0" err="1">
                <a:latin typeface="Courier New" panose="02070309020205020404" pitchFamily="49" charset="0"/>
                <a:cs typeface="Courier New" panose="02070309020205020404" pitchFamily="49" charset="0"/>
              </a:rPr>
              <a:t>M.data</a:t>
            </a:r>
            <a:r>
              <a:rPr lang="en-US" altLang="zh-CN" b="1" dirty="0">
                <a:latin typeface="Courier New" panose="02070309020205020404" pitchFamily="49" charset="0"/>
                <a:cs typeface="Courier New" panose="02070309020205020404" pitchFamily="49" charset="0"/>
              </a:rPr>
              <a:t>[p].e;   </a:t>
            </a:r>
          </a:p>
          <a:p>
            <a:pPr>
              <a:lnSpc>
                <a:spcPct val="125000"/>
              </a:lnSpc>
            </a:pPr>
            <a:r>
              <a:rPr lang="en-US" altLang="zh-CN" b="1" dirty="0">
                <a:latin typeface="Courier New" panose="02070309020205020404" pitchFamily="49" charset="0"/>
                <a:cs typeface="Courier New" panose="02070309020205020404" pitchFamily="49" charset="0"/>
              </a:rPr>
              <a:t>      ++</a:t>
            </a:r>
            <a:r>
              <a:rPr lang="en-US" altLang="zh-CN" b="1" dirty="0" err="1">
                <a:latin typeface="Courier New" panose="02070309020205020404" pitchFamily="49" charset="0"/>
                <a:cs typeface="Courier New" panose="02070309020205020404" pitchFamily="49" charset="0"/>
              </a:rPr>
              <a:t>cpot</a:t>
            </a:r>
            <a:r>
              <a:rPr lang="en-US" altLang="zh-CN" b="1" dirty="0">
                <a:latin typeface="Courier New" panose="02070309020205020404" pitchFamily="49" charset="0"/>
                <a:cs typeface="Courier New" panose="02070309020205020404" pitchFamily="49" charset="0"/>
              </a:rPr>
              <a:t>[col]</a:t>
            </a:r>
            <a:r>
              <a:rPr lang="en-US" altLang="zh-CN" b="1" dirty="0">
                <a:latin typeface="Courier New" panose="02070309020205020404" pitchFamily="49" charset="0"/>
                <a:ea typeface="楷体_GB2312" pitchFamily="49" charset="-122"/>
                <a:cs typeface="Courier New" panose="02070309020205020404" pitchFamily="49" charset="0"/>
              </a:rPr>
              <a:t> </a:t>
            </a:r>
            <a:r>
              <a:rPr lang="en-US" altLang="zh-CN" b="1" dirty="0">
                <a:latin typeface="Courier New" panose="02070309020205020404" pitchFamily="49" charset="0"/>
                <a:cs typeface="Courier New" panose="02070309020205020404" pitchFamily="49" charset="0"/>
              </a:rPr>
              <a:t>;</a:t>
            </a:r>
            <a:r>
              <a:rPr lang="en-US" altLang="zh-CN" b="1" dirty="0">
                <a:latin typeface="Courier New" panose="02070309020205020404" pitchFamily="49" charset="0"/>
                <a:ea typeface="楷体_GB2312" pitchFamily="49" charset="-122"/>
                <a:cs typeface="Courier New" panose="02070309020205020404" pitchFamily="49" charset="0"/>
              </a:rPr>
              <a:t>                      </a:t>
            </a:r>
          </a:p>
          <a:p>
            <a:pPr>
              <a:lnSpc>
                <a:spcPct val="95000"/>
              </a:lnSpc>
            </a:pPr>
            <a:r>
              <a:rPr lang="en-US" altLang="zh-CN" b="1" dirty="0">
                <a:latin typeface="Courier New" panose="02070309020205020404" pitchFamily="49" charset="0"/>
                <a:ea typeface="楷体_GB2312" pitchFamily="49" charset="-122"/>
                <a:cs typeface="Courier New" panose="02070309020205020404" pitchFamily="49" charset="0"/>
              </a:rPr>
              <a:t>    </a:t>
            </a:r>
            <a:r>
              <a:rPr lang="en-US" altLang="zh-CN" b="1" dirty="0">
                <a:solidFill>
                  <a:srgbClr val="041ABC"/>
                </a:solidFill>
                <a:effectLst>
                  <a:outerShdw blurRad="38100" dist="38100" dir="2700000" algn="tl">
                    <a:srgbClr val="000000">
                      <a:alpha val="43137"/>
                    </a:srgbClr>
                  </a:outerShdw>
                </a:effectLst>
                <a:latin typeface="Courier New" panose="02070309020205020404" pitchFamily="49" charset="0"/>
                <a:ea typeface="楷体_GB2312" pitchFamily="49" charset="-122"/>
                <a:cs typeface="Courier New" panose="02070309020205020404" pitchFamily="49" charset="0"/>
              </a:rPr>
              <a:t>}</a:t>
            </a:r>
          </a:p>
          <a:p>
            <a:pPr>
              <a:lnSpc>
                <a:spcPct val="95000"/>
              </a:lnSpc>
            </a:pPr>
            <a:r>
              <a:rPr lang="en-US" altLang="zh-CN" b="1" dirty="0">
                <a:latin typeface="Courier New" panose="02070309020205020404" pitchFamily="49" charset="0"/>
                <a:ea typeface="楷体_GB2312" pitchFamily="49" charset="-122"/>
                <a:cs typeface="Courier New" panose="02070309020205020404" pitchFamily="49" charset="0"/>
              </a:rPr>
              <a:t>  </a:t>
            </a:r>
            <a:r>
              <a:rPr lang="en-US" altLang="zh-CN" b="1" dirty="0">
                <a:solidFill>
                  <a:srgbClr val="041ABC"/>
                </a:solidFill>
                <a:effectLst>
                  <a:outerShdw blurRad="38100" dist="38100" dir="2700000" algn="tl">
                    <a:srgbClr val="000000">
                      <a:alpha val="43137"/>
                    </a:srgbClr>
                  </a:outerShdw>
                </a:effectLst>
                <a:latin typeface="Courier New" panose="02070309020205020404" pitchFamily="49" charset="0"/>
                <a:ea typeface="楷体_GB2312" pitchFamily="49" charset="-122"/>
                <a:cs typeface="Courier New" panose="02070309020205020404" pitchFamily="49" charset="0"/>
              </a:rPr>
              <a:t>}</a:t>
            </a:r>
          </a:p>
          <a:p>
            <a:pPr>
              <a:lnSpc>
                <a:spcPct val="95000"/>
              </a:lnSpc>
            </a:pPr>
            <a:r>
              <a:rPr lang="en-US" altLang="zh-CN" b="1" dirty="0">
                <a:latin typeface="Courier New" panose="02070309020205020404" pitchFamily="49" charset="0"/>
                <a:ea typeface="楷体_GB2312" pitchFamily="49" charset="-122"/>
                <a:cs typeface="Courier New" panose="02070309020205020404" pitchFamily="49" charset="0"/>
              </a:rPr>
              <a:t>  </a:t>
            </a:r>
            <a:r>
              <a:rPr lang="en-US" altLang="zh-CN" b="1" dirty="0">
                <a:solidFill>
                  <a:srgbClr val="041ABC"/>
                </a:solidFill>
                <a:effectLst>
                  <a:outerShdw blurRad="38100" dist="38100" dir="2700000" algn="tl">
                    <a:srgbClr val="000000">
                      <a:alpha val="43137"/>
                    </a:srgbClr>
                  </a:outerShdw>
                </a:effectLst>
                <a:latin typeface="Courier New" panose="02070309020205020404" pitchFamily="49" charset="0"/>
                <a:ea typeface="楷体_GB2312" pitchFamily="49" charset="-122"/>
                <a:cs typeface="Courier New" panose="02070309020205020404" pitchFamily="49" charset="0"/>
              </a:rPr>
              <a:t>return</a:t>
            </a:r>
            <a:r>
              <a:rPr lang="en-US" altLang="zh-CN" b="1" dirty="0">
                <a:latin typeface="Courier New" panose="02070309020205020404" pitchFamily="49" charset="0"/>
                <a:ea typeface="楷体_GB2312" pitchFamily="49" charset="-122"/>
                <a:cs typeface="Courier New" panose="02070309020205020404" pitchFamily="49" charset="0"/>
              </a:rPr>
              <a:t> T;</a:t>
            </a:r>
          </a:p>
          <a:p>
            <a:pPr>
              <a:lnSpc>
                <a:spcPct val="95000"/>
              </a:lnSpc>
            </a:pPr>
            <a:r>
              <a:rPr lang="en-US" altLang="zh-CN" b="1" dirty="0">
                <a:solidFill>
                  <a:srgbClr val="041ABC"/>
                </a:solidFill>
                <a:effectLst>
                  <a:outerShdw blurRad="38100" dist="38100" dir="2700000" algn="tl">
                    <a:srgbClr val="000000">
                      <a:alpha val="43137"/>
                    </a:srgbClr>
                  </a:outerShdw>
                </a:effectLst>
                <a:latin typeface="Courier New" panose="02070309020205020404" pitchFamily="49" charset="0"/>
                <a:ea typeface="楷体_GB2312" pitchFamily="49" charset="-122"/>
                <a:cs typeface="Courier New" panose="02070309020205020404" pitchFamily="49" charset="0"/>
              </a:rPr>
              <a:t>}</a:t>
            </a:r>
          </a:p>
        </p:txBody>
      </p:sp>
      <p:sp>
        <p:nvSpPr>
          <p:cNvPr id="90117" name="文本框 49"/>
          <p:cNvSpPr/>
          <p:nvPr/>
        </p:nvSpPr>
        <p:spPr>
          <a:xfrm>
            <a:off x="5903986" y="263000"/>
            <a:ext cx="2250284" cy="1544707"/>
          </a:xfrm>
          <a:prstGeom prst="rect">
            <a:avLst/>
          </a:prstGeom>
          <a:solidFill>
            <a:schemeClr val="tx2">
              <a:lumMod val="10000"/>
              <a:lumOff val="90000"/>
            </a:schemeClr>
          </a:solidFill>
          <a:ln w="9525">
            <a:noFill/>
          </a:ln>
        </p:spPr>
        <p:txBody>
          <a:bodyPr lIns="180000" tIns="46800" rIns="36000"/>
          <a:lstStyle/>
          <a:p>
            <a:pPr algn="just">
              <a:lnSpc>
                <a:spcPct val="100000"/>
              </a:lnSpc>
              <a:spcBef>
                <a:spcPts val="300"/>
              </a:spcBef>
              <a:spcAft>
                <a:spcPts val="300"/>
              </a:spcAft>
              <a:buClr>
                <a:srgbClr val="3333FF"/>
              </a:buClr>
              <a:buSzPct val="80000"/>
            </a:pPr>
            <a:r>
              <a:rPr lang="en-US" altLang="zh-CN" sz="2000" b="1" dirty="0">
                <a:latin typeface="微软雅黑" panose="020B0503020204020204" pitchFamily="34" charset="-122"/>
                <a:sym typeface="微软雅黑" panose="020B0503020204020204" pitchFamily="34" charset="-122"/>
              </a:rPr>
              <a:t>1. </a:t>
            </a:r>
            <a:r>
              <a:rPr lang="zh-CN" altLang="en-US" sz="2000" b="1" dirty="0">
                <a:latin typeface="微软雅黑" panose="020B0503020204020204" pitchFamily="34" charset="-122"/>
                <a:sym typeface="微软雅黑" panose="020B0503020204020204" pitchFamily="34" charset="-122"/>
              </a:rPr>
              <a:t>矩阵</a:t>
            </a:r>
            <a:r>
              <a:rPr lang="en-US" altLang="zh-CN" sz="2000" b="1" dirty="0">
                <a:latin typeface="微软雅黑" panose="020B0503020204020204" pitchFamily="34" charset="-122"/>
                <a:sym typeface="微软雅黑" panose="020B0503020204020204" pitchFamily="34" charset="-122"/>
              </a:rPr>
              <a:t>T</a:t>
            </a:r>
            <a:r>
              <a:rPr lang="zh-CN" altLang="en-US" sz="2000" b="1" dirty="0">
                <a:latin typeface="微软雅黑" panose="020B0503020204020204" pitchFamily="34" charset="-122"/>
                <a:sym typeface="微软雅黑" panose="020B0503020204020204" pitchFamily="34" charset="-122"/>
              </a:rPr>
              <a:t>的初始化</a:t>
            </a:r>
            <a:endParaRPr lang="en-US" altLang="zh-CN" sz="2000" b="1" dirty="0">
              <a:latin typeface="微软雅黑" panose="020B0503020204020204" pitchFamily="34" charset="-122"/>
              <a:sym typeface="微软雅黑" panose="020B0503020204020204" pitchFamily="34" charset="-122"/>
            </a:endParaRPr>
          </a:p>
          <a:p>
            <a:pPr algn="just">
              <a:lnSpc>
                <a:spcPct val="100000"/>
              </a:lnSpc>
              <a:spcBef>
                <a:spcPts val="300"/>
              </a:spcBef>
              <a:spcAft>
                <a:spcPts val="300"/>
              </a:spcAft>
              <a:buClr>
                <a:srgbClr val="3333FF"/>
              </a:buClr>
              <a:buSzPct val="80000"/>
            </a:pPr>
            <a:r>
              <a:rPr lang="en-US" altLang="zh-CN" sz="2000" b="1" dirty="0">
                <a:latin typeface="微软雅黑" panose="020B0503020204020204" pitchFamily="34" charset="-122"/>
                <a:sym typeface="微软雅黑" panose="020B0503020204020204" pitchFamily="34" charset="-122"/>
              </a:rPr>
              <a:t>2. </a:t>
            </a:r>
            <a:r>
              <a:rPr lang="zh-CN" altLang="en-US" sz="2000" b="1" dirty="0">
                <a:latin typeface="微软雅黑" panose="020B0503020204020204" pitchFamily="34" charset="-122"/>
                <a:sym typeface="微软雅黑" panose="020B0503020204020204" pitchFamily="34" charset="-122"/>
              </a:rPr>
              <a:t>统计</a:t>
            </a:r>
            <a:r>
              <a:rPr lang="en-US" altLang="zh-CN" sz="2000" b="1" dirty="0">
                <a:latin typeface="微软雅黑" panose="020B0503020204020204" pitchFamily="34" charset="-122"/>
                <a:sym typeface="微软雅黑" panose="020B0503020204020204" pitchFamily="34" charset="-122"/>
              </a:rPr>
              <a:t>num</a:t>
            </a:r>
            <a:r>
              <a:rPr lang="zh-CN" altLang="en-US" sz="2000" b="1" dirty="0">
                <a:latin typeface="微软雅黑" panose="020B0503020204020204" pitchFamily="34" charset="-122"/>
                <a:sym typeface="微软雅黑" panose="020B0503020204020204" pitchFamily="34" charset="-122"/>
              </a:rPr>
              <a:t>数组</a:t>
            </a:r>
            <a:endParaRPr lang="en-US" altLang="zh-CN" sz="2000" b="1" dirty="0">
              <a:latin typeface="微软雅黑" panose="020B0503020204020204" pitchFamily="34" charset="-122"/>
              <a:sym typeface="微软雅黑" panose="020B0503020204020204" pitchFamily="34" charset="-122"/>
            </a:endParaRPr>
          </a:p>
          <a:p>
            <a:pPr algn="just">
              <a:lnSpc>
                <a:spcPct val="100000"/>
              </a:lnSpc>
              <a:spcBef>
                <a:spcPts val="300"/>
              </a:spcBef>
              <a:spcAft>
                <a:spcPts val="300"/>
              </a:spcAft>
              <a:buClr>
                <a:srgbClr val="3333FF"/>
              </a:buClr>
              <a:buSzPct val="80000"/>
            </a:pPr>
            <a:r>
              <a:rPr lang="en-US" altLang="zh-CN" sz="2000" b="1" dirty="0">
                <a:latin typeface="微软雅黑" panose="020B0503020204020204" pitchFamily="34" charset="-122"/>
                <a:sym typeface="微软雅黑" panose="020B0503020204020204" pitchFamily="34" charset="-122"/>
              </a:rPr>
              <a:t>3. </a:t>
            </a:r>
            <a:r>
              <a:rPr lang="zh-CN" altLang="en-US" sz="2000" b="1" dirty="0">
                <a:latin typeface="微软雅黑" panose="020B0503020204020204" pitchFamily="34" charset="-122"/>
                <a:sym typeface="微软雅黑" panose="020B0503020204020204" pitchFamily="34" charset="-122"/>
              </a:rPr>
              <a:t>计算</a:t>
            </a:r>
            <a:r>
              <a:rPr lang="en-US" altLang="zh-CN" sz="2000" b="1" dirty="0" err="1">
                <a:latin typeface="微软雅黑" panose="020B0503020204020204" pitchFamily="34" charset="-122"/>
                <a:sym typeface="微软雅黑" panose="020B0503020204020204" pitchFamily="34" charset="-122"/>
              </a:rPr>
              <a:t>cpot</a:t>
            </a:r>
            <a:r>
              <a:rPr lang="zh-CN" altLang="en-US" sz="2000" b="1" dirty="0">
                <a:latin typeface="微软雅黑" panose="020B0503020204020204" pitchFamily="34" charset="-122"/>
                <a:sym typeface="微软雅黑" panose="020B0503020204020204" pitchFamily="34" charset="-122"/>
              </a:rPr>
              <a:t>数组</a:t>
            </a:r>
            <a:endParaRPr lang="en-US" altLang="zh-CN" sz="2000" b="1" dirty="0">
              <a:latin typeface="微软雅黑" panose="020B0503020204020204" pitchFamily="34" charset="-122"/>
              <a:sym typeface="微软雅黑" panose="020B0503020204020204" pitchFamily="34" charset="-122"/>
            </a:endParaRPr>
          </a:p>
          <a:p>
            <a:pPr algn="just">
              <a:lnSpc>
                <a:spcPct val="100000"/>
              </a:lnSpc>
              <a:spcBef>
                <a:spcPts val="300"/>
              </a:spcBef>
              <a:spcAft>
                <a:spcPts val="300"/>
              </a:spcAft>
              <a:buClr>
                <a:srgbClr val="3333FF"/>
              </a:buClr>
              <a:buSzPct val="80000"/>
            </a:pPr>
            <a:r>
              <a:rPr lang="en-US" altLang="zh-CN" sz="2000" b="1" dirty="0">
                <a:latin typeface="微软雅黑" panose="020B0503020204020204" pitchFamily="34" charset="-122"/>
                <a:sym typeface="微软雅黑" panose="020B0503020204020204" pitchFamily="34" charset="-122"/>
              </a:rPr>
              <a:t>4. </a:t>
            </a:r>
            <a:r>
              <a:rPr lang="zh-CN" altLang="en-US" sz="2000" b="1" dirty="0">
                <a:latin typeface="微软雅黑" panose="020B0503020204020204" pitchFamily="34" charset="-122"/>
                <a:sym typeface="微软雅黑" panose="020B0503020204020204" pitchFamily="34" charset="-122"/>
              </a:rPr>
              <a:t>元素转置</a:t>
            </a:r>
          </a:p>
          <a:p>
            <a:pPr algn="just" eaLnBrk="1" hangingPunct="1">
              <a:spcBef>
                <a:spcPts val="300"/>
              </a:spcBef>
              <a:spcAft>
                <a:spcPts val="300"/>
              </a:spcAft>
              <a:buClr>
                <a:srgbClr val="3333FF"/>
              </a:buClr>
              <a:buSzPct val="80000"/>
            </a:pPr>
            <a:endParaRPr lang="zh-CN" altLang="en-US" sz="2000" b="1" dirty="0">
              <a:latin typeface="Arial" panose="020B0604020202020204" pitchFamily="34" charset="0"/>
              <a:sym typeface="微软雅黑" panose="020B0503020204020204" pitchFamily="34" charset="-122"/>
            </a:endParaRPr>
          </a:p>
        </p:txBody>
      </p:sp>
      <p:graphicFrame>
        <p:nvGraphicFramePr>
          <p:cNvPr id="10" name="Object 5">
            <a:extLst>
              <a:ext uri="{FF2B5EF4-FFF2-40B4-BE49-F238E27FC236}">
                <a16:creationId xmlns:a16="http://schemas.microsoft.com/office/drawing/2014/main" id="{B54184B2-4E32-4CAC-9988-B3DF413C3146}"/>
              </a:ext>
            </a:extLst>
          </p:cNvPr>
          <p:cNvGraphicFramePr>
            <a:graphicFrameLocks/>
          </p:cNvGraphicFramePr>
          <p:nvPr>
            <p:extLst>
              <p:ext uri="{D42A27DB-BD31-4B8C-83A1-F6EECF244321}">
                <p14:modId xmlns:p14="http://schemas.microsoft.com/office/powerpoint/2010/main" val="3265915552"/>
              </p:ext>
            </p:extLst>
          </p:nvPr>
        </p:nvGraphicFramePr>
        <p:xfrm>
          <a:off x="7724756" y="4006993"/>
          <a:ext cx="3960440" cy="854058"/>
        </p:xfrm>
        <a:graphic>
          <a:graphicData uri="http://schemas.openxmlformats.org/presentationml/2006/ole">
            <mc:AlternateContent xmlns:mc="http://schemas.openxmlformats.org/markup-compatibility/2006">
              <mc:Choice xmlns:v="urn:schemas-microsoft-com:vml" Requires="v">
                <p:oleObj name="Visio" r:id="rId3" imgW="1981141" imgH="361976" progId="Visio.Drawing.11">
                  <p:embed/>
                </p:oleObj>
              </mc:Choice>
              <mc:Fallback>
                <p:oleObj name="Visio" r:id="rId3" imgW="1981141" imgH="361976" progId="Visio.Drawing.11">
                  <p:embed/>
                  <p:pic>
                    <p:nvPicPr>
                      <p:cNvPr id="10" name="Object 5">
                        <a:extLst>
                          <a:ext uri="{FF2B5EF4-FFF2-40B4-BE49-F238E27FC236}">
                            <a16:creationId xmlns:a16="http://schemas.microsoft.com/office/drawing/2014/main" id="{B54184B2-4E32-4CAC-9988-B3DF413C3146}"/>
                          </a:ext>
                        </a:extLst>
                      </p:cNvPr>
                      <p:cNvPicPr>
                        <a:picLocks noChangeArrowheads="1"/>
                      </p:cNvPicPr>
                      <p:nvPr/>
                    </p:nvPicPr>
                    <p:blipFill>
                      <a:blip r:embed="rId4"/>
                      <a:srcRect/>
                      <a:stretch>
                        <a:fillRect/>
                      </a:stretch>
                    </p:blipFill>
                    <p:spPr bwMode="auto">
                      <a:xfrm>
                        <a:off x="7724756" y="4006993"/>
                        <a:ext cx="3960440" cy="854058"/>
                      </a:xfrm>
                      <a:prstGeom prst="rect">
                        <a:avLst/>
                      </a:prstGeom>
                      <a:noFill/>
                      <a:ln>
                        <a:noFill/>
                      </a:ln>
                    </p:spPr>
                  </p:pic>
                </p:oleObj>
              </mc:Fallback>
            </mc:AlternateContent>
          </a:graphicData>
        </a:graphic>
      </p:graphicFrame>
      <p:sp>
        <p:nvSpPr>
          <p:cNvPr id="12" name="矩形 22">
            <a:extLst>
              <a:ext uri="{FF2B5EF4-FFF2-40B4-BE49-F238E27FC236}">
                <a16:creationId xmlns:a16="http://schemas.microsoft.com/office/drawing/2014/main" id="{ABDBF2F1-4094-4224-8DD5-8A8706C6B285}"/>
              </a:ext>
            </a:extLst>
          </p:cNvPr>
          <p:cNvSpPr>
            <a:spLocks noChangeArrowheads="1"/>
          </p:cNvSpPr>
          <p:nvPr/>
        </p:nvSpPr>
        <p:spPr bwMode="auto">
          <a:xfrm>
            <a:off x="10349093" y="1107953"/>
            <a:ext cx="282976" cy="2084545"/>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3333FF"/>
              </a:buClr>
              <a:buSzPct val="80000"/>
              <a:buFont typeface="Wingdings" panose="05000000000000000000" pitchFamily="2" charset="2"/>
              <a:buChar char="u"/>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3333FF"/>
              </a:buClr>
              <a:buSzPct val="80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3333FF"/>
              </a:buClr>
              <a:buSzPct val="80000"/>
              <a:buFont typeface="Wingdings" panose="05000000000000000000" pitchFamily="2" charset="2"/>
              <a:buChar char="l"/>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3333FF"/>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3333FF"/>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3333FF"/>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3333FF"/>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3333FF"/>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3333FF"/>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endParaRPr lang="zh-CN" altLang="zh-CN" sz="1800"/>
          </a:p>
        </p:txBody>
      </p:sp>
      <p:sp>
        <p:nvSpPr>
          <p:cNvPr id="2" name="矩形: 圆角 1">
            <a:extLst>
              <a:ext uri="{FF2B5EF4-FFF2-40B4-BE49-F238E27FC236}">
                <a16:creationId xmlns:a16="http://schemas.microsoft.com/office/drawing/2014/main" id="{91FC1437-2455-4FAE-8BC2-9107EF37BE28}"/>
              </a:ext>
            </a:extLst>
          </p:cNvPr>
          <p:cNvSpPr/>
          <p:nvPr/>
        </p:nvSpPr>
        <p:spPr>
          <a:xfrm>
            <a:off x="8989395" y="1887441"/>
            <a:ext cx="941514" cy="288032"/>
          </a:xfrm>
          <a:prstGeom prst="roundRect">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b="1"/>
          </a:p>
        </p:txBody>
      </p:sp>
      <p:sp>
        <p:nvSpPr>
          <p:cNvPr id="13" name="矩形: 圆角 12">
            <a:extLst>
              <a:ext uri="{FF2B5EF4-FFF2-40B4-BE49-F238E27FC236}">
                <a16:creationId xmlns:a16="http://schemas.microsoft.com/office/drawing/2014/main" id="{45BF81A7-DACC-4B68-8029-80C64DB31EE4}"/>
              </a:ext>
            </a:extLst>
          </p:cNvPr>
          <p:cNvSpPr/>
          <p:nvPr/>
        </p:nvSpPr>
        <p:spPr>
          <a:xfrm>
            <a:off x="10376563" y="2205795"/>
            <a:ext cx="973878" cy="288032"/>
          </a:xfrm>
          <a:prstGeom prst="roundRect">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6" name="直接箭头连接符 15">
            <a:extLst>
              <a:ext uri="{FF2B5EF4-FFF2-40B4-BE49-F238E27FC236}">
                <a16:creationId xmlns:a16="http://schemas.microsoft.com/office/drawing/2014/main" id="{B8CE67E4-CE55-499D-8E93-B1D5E2C73D37}"/>
              </a:ext>
            </a:extLst>
          </p:cNvPr>
          <p:cNvCxnSpPr>
            <a:cxnSpLocks/>
          </p:cNvCxnSpPr>
          <p:nvPr/>
        </p:nvCxnSpPr>
        <p:spPr>
          <a:xfrm flipV="1">
            <a:off x="9844980" y="2083032"/>
            <a:ext cx="504613" cy="240804"/>
          </a:xfrm>
          <a:prstGeom prst="straightConnector1">
            <a:avLst/>
          </a:prstGeom>
          <a:ln w="25400">
            <a:solidFill>
              <a:srgbClr val="1D15BD"/>
            </a:solidFill>
            <a:tailEnd type="stealth" w="lg" len="lg"/>
          </a:ln>
        </p:spPr>
        <p:style>
          <a:lnRef idx="1">
            <a:schemeClr val="accent1"/>
          </a:lnRef>
          <a:fillRef idx="0">
            <a:schemeClr val="accent1"/>
          </a:fillRef>
          <a:effectRef idx="0">
            <a:schemeClr val="accent1"/>
          </a:effectRef>
          <a:fontRef idx="minor">
            <a:schemeClr val="tx1"/>
          </a:fontRef>
        </p:style>
      </p:cxnSp>
      <p:sp>
        <p:nvSpPr>
          <p:cNvPr id="7" name="椭圆 6">
            <a:extLst>
              <a:ext uri="{FF2B5EF4-FFF2-40B4-BE49-F238E27FC236}">
                <a16:creationId xmlns:a16="http://schemas.microsoft.com/office/drawing/2014/main" id="{6939A26A-2217-43C8-98BB-0A80826B8246}"/>
              </a:ext>
            </a:extLst>
          </p:cNvPr>
          <p:cNvSpPr/>
          <p:nvPr/>
        </p:nvSpPr>
        <p:spPr>
          <a:xfrm>
            <a:off x="9259020" y="1517358"/>
            <a:ext cx="383891" cy="360037"/>
          </a:xfrm>
          <a:prstGeom prst="ellipse">
            <a:avLst/>
          </a:prstGeom>
          <a:noFill/>
          <a:ln w="25400">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200" b="1">
              <a:solidFill>
                <a:srgbClr val="C00000"/>
              </a:solidFill>
            </a:endParaRPr>
          </a:p>
        </p:txBody>
      </p:sp>
      <p:sp>
        <p:nvSpPr>
          <p:cNvPr id="24" name="文本框 23">
            <a:extLst>
              <a:ext uri="{FF2B5EF4-FFF2-40B4-BE49-F238E27FC236}">
                <a16:creationId xmlns:a16="http://schemas.microsoft.com/office/drawing/2014/main" id="{FB566938-B9AF-498E-BE38-A04D10629373}"/>
              </a:ext>
            </a:extLst>
          </p:cNvPr>
          <p:cNvSpPr txBox="1"/>
          <p:nvPr/>
        </p:nvSpPr>
        <p:spPr>
          <a:xfrm>
            <a:off x="8482924" y="4384644"/>
            <a:ext cx="560847" cy="461665"/>
          </a:xfrm>
          <a:prstGeom prst="rect">
            <a:avLst/>
          </a:prstGeom>
          <a:noFill/>
          <a:ln w="57150">
            <a:noFill/>
          </a:ln>
        </p:spPr>
        <p:txBody>
          <a:bodyPr wrap="square" anchor="b">
            <a:spAutoFit/>
          </a:bodyPr>
          <a:lstStyle/>
          <a:p>
            <a:pPr algn="ctr" eaLnBrk="1" fontAlgn="ctr" hangingPunct="1">
              <a:spcBef>
                <a:spcPct val="50000"/>
              </a:spcBef>
              <a:defRPr/>
            </a:pPr>
            <a:r>
              <a:rPr lang="en-US" altLang="zh-CN" sz="2400" noProof="1">
                <a:solidFill>
                  <a:srgbClr val="0000CC"/>
                </a:solidFill>
                <a:effectLst>
                  <a:outerShdw blurRad="38100" dist="38100" dir="2700000">
                    <a:srgbClr val="000000"/>
                  </a:outerShdw>
                </a:effectLst>
              </a:rPr>
              <a:t>0</a:t>
            </a:r>
          </a:p>
        </p:txBody>
      </p:sp>
      <p:sp>
        <p:nvSpPr>
          <p:cNvPr id="25" name="文本框 24">
            <a:extLst>
              <a:ext uri="{FF2B5EF4-FFF2-40B4-BE49-F238E27FC236}">
                <a16:creationId xmlns:a16="http://schemas.microsoft.com/office/drawing/2014/main" id="{75B6E500-6C23-43B2-82AE-07FABB53B09C}"/>
              </a:ext>
            </a:extLst>
          </p:cNvPr>
          <p:cNvSpPr txBox="1"/>
          <p:nvPr/>
        </p:nvSpPr>
        <p:spPr>
          <a:xfrm>
            <a:off x="8915606" y="4384644"/>
            <a:ext cx="560847" cy="461665"/>
          </a:xfrm>
          <a:prstGeom prst="rect">
            <a:avLst/>
          </a:prstGeom>
          <a:noFill/>
          <a:ln w="57150">
            <a:noFill/>
          </a:ln>
        </p:spPr>
        <p:txBody>
          <a:bodyPr wrap="square" anchor="b">
            <a:spAutoFit/>
          </a:bodyPr>
          <a:lstStyle/>
          <a:p>
            <a:pPr algn="ctr" eaLnBrk="1" fontAlgn="ctr" hangingPunct="1">
              <a:spcBef>
                <a:spcPct val="50000"/>
              </a:spcBef>
              <a:defRPr/>
            </a:pPr>
            <a:r>
              <a:rPr lang="en-US" altLang="zh-CN" sz="2400" noProof="1">
                <a:solidFill>
                  <a:srgbClr val="0000CC"/>
                </a:solidFill>
                <a:effectLst>
                  <a:outerShdw blurRad="38100" dist="38100" dir="2700000">
                    <a:srgbClr val="000000"/>
                  </a:outerShdw>
                </a:effectLst>
              </a:rPr>
              <a:t>0</a:t>
            </a:r>
          </a:p>
        </p:txBody>
      </p:sp>
      <p:sp>
        <p:nvSpPr>
          <p:cNvPr id="26" name="文本框 25">
            <a:extLst>
              <a:ext uri="{FF2B5EF4-FFF2-40B4-BE49-F238E27FC236}">
                <a16:creationId xmlns:a16="http://schemas.microsoft.com/office/drawing/2014/main" id="{3E437850-A675-49F2-8C8C-8DFF7B3BAED3}"/>
              </a:ext>
            </a:extLst>
          </p:cNvPr>
          <p:cNvSpPr txBox="1"/>
          <p:nvPr/>
        </p:nvSpPr>
        <p:spPr>
          <a:xfrm>
            <a:off x="9334061" y="4384644"/>
            <a:ext cx="560847" cy="461665"/>
          </a:xfrm>
          <a:prstGeom prst="rect">
            <a:avLst/>
          </a:prstGeom>
          <a:noFill/>
          <a:ln w="57150">
            <a:noFill/>
          </a:ln>
        </p:spPr>
        <p:txBody>
          <a:bodyPr wrap="square" anchor="b">
            <a:spAutoFit/>
          </a:bodyPr>
          <a:lstStyle/>
          <a:p>
            <a:pPr algn="ctr" eaLnBrk="1" fontAlgn="ctr" hangingPunct="1">
              <a:spcBef>
                <a:spcPct val="50000"/>
              </a:spcBef>
              <a:defRPr/>
            </a:pPr>
            <a:r>
              <a:rPr lang="en-US" altLang="zh-CN" sz="2400" noProof="1">
                <a:solidFill>
                  <a:srgbClr val="0000CC"/>
                </a:solidFill>
                <a:effectLst>
                  <a:outerShdw blurRad="38100" dist="38100" dir="2700000">
                    <a:srgbClr val="000000"/>
                  </a:outerShdw>
                </a:effectLst>
              </a:rPr>
              <a:t>0</a:t>
            </a:r>
          </a:p>
        </p:txBody>
      </p:sp>
      <p:sp>
        <p:nvSpPr>
          <p:cNvPr id="27" name="文本框 26">
            <a:extLst>
              <a:ext uri="{FF2B5EF4-FFF2-40B4-BE49-F238E27FC236}">
                <a16:creationId xmlns:a16="http://schemas.microsoft.com/office/drawing/2014/main" id="{C2EC27F7-809A-4609-908C-FDD5A2BADAF8}"/>
              </a:ext>
            </a:extLst>
          </p:cNvPr>
          <p:cNvSpPr txBox="1"/>
          <p:nvPr/>
        </p:nvSpPr>
        <p:spPr>
          <a:xfrm>
            <a:off x="9780918" y="4384644"/>
            <a:ext cx="560847" cy="461665"/>
          </a:xfrm>
          <a:prstGeom prst="rect">
            <a:avLst/>
          </a:prstGeom>
          <a:noFill/>
          <a:ln w="57150">
            <a:noFill/>
          </a:ln>
        </p:spPr>
        <p:txBody>
          <a:bodyPr wrap="square" anchor="b">
            <a:spAutoFit/>
          </a:bodyPr>
          <a:lstStyle/>
          <a:p>
            <a:pPr algn="ctr" eaLnBrk="1" fontAlgn="ctr" hangingPunct="1">
              <a:spcBef>
                <a:spcPct val="50000"/>
              </a:spcBef>
              <a:defRPr/>
            </a:pPr>
            <a:r>
              <a:rPr lang="en-US" altLang="zh-CN" sz="2400" noProof="1">
                <a:solidFill>
                  <a:srgbClr val="0000CC"/>
                </a:solidFill>
                <a:effectLst>
                  <a:outerShdw blurRad="38100" dist="38100" dir="2700000">
                    <a:srgbClr val="000000"/>
                  </a:outerShdw>
                </a:effectLst>
              </a:rPr>
              <a:t>0</a:t>
            </a:r>
          </a:p>
        </p:txBody>
      </p:sp>
      <p:sp>
        <p:nvSpPr>
          <p:cNvPr id="28" name="文本框 27">
            <a:extLst>
              <a:ext uri="{FF2B5EF4-FFF2-40B4-BE49-F238E27FC236}">
                <a16:creationId xmlns:a16="http://schemas.microsoft.com/office/drawing/2014/main" id="{534E8C64-2C53-43DF-AC5E-8DDE0BB19D95}"/>
              </a:ext>
            </a:extLst>
          </p:cNvPr>
          <p:cNvSpPr txBox="1"/>
          <p:nvPr/>
        </p:nvSpPr>
        <p:spPr>
          <a:xfrm>
            <a:off x="10250350" y="4384644"/>
            <a:ext cx="560847" cy="461665"/>
          </a:xfrm>
          <a:prstGeom prst="rect">
            <a:avLst/>
          </a:prstGeom>
          <a:noFill/>
          <a:ln w="57150">
            <a:noFill/>
          </a:ln>
        </p:spPr>
        <p:txBody>
          <a:bodyPr wrap="square" anchor="b">
            <a:spAutoFit/>
          </a:bodyPr>
          <a:lstStyle/>
          <a:p>
            <a:pPr algn="ctr" eaLnBrk="1" fontAlgn="ctr" hangingPunct="1">
              <a:spcBef>
                <a:spcPct val="50000"/>
              </a:spcBef>
              <a:defRPr/>
            </a:pPr>
            <a:r>
              <a:rPr lang="en-US" altLang="zh-CN" sz="2400" noProof="1">
                <a:solidFill>
                  <a:srgbClr val="0000CC"/>
                </a:solidFill>
                <a:effectLst>
                  <a:outerShdw blurRad="38100" dist="38100" dir="2700000">
                    <a:srgbClr val="000000"/>
                  </a:outerShdw>
                </a:effectLst>
              </a:rPr>
              <a:t>0</a:t>
            </a:r>
          </a:p>
        </p:txBody>
      </p:sp>
      <p:sp>
        <p:nvSpPr>
          <p:cNvPr id="29" name="文本框 28">
            <a:extLst>
              <a:ext uri="{FF2B5EF4-FFF2-40B4-BE49-F238E27FC236}">
                <a16:creationId xmlns:a16="http://schemas.microsoft.com/office/drawing/2014/main" id="{FD98DE70-4A3D-4917-969A-AEFC141B7D46}"/>
              </a:ext>
            </a:extLst>
          </p:cNvPr>
          <p:cNvSpPr txBox="1"/>
          <p:nvPr/>
        </p:nvSpPr>
        <p:spPr>
          <a:xfrm>
            <a:off x="10720107" y="4384644"/>
            <a:ext cx="560847" cy="461665"/>
          </a:xfrm>
          <a:prstGeom prst="rect">
            <a:avLst/>
          </a:prstGeom>
          <a:noFill/>
          <a:ln w="57150">
            <a:noFill/>
          </a:ln>
        </p:spPr>
        <p:txBody>
          <a:bodyPr wrap="square" anchor="b">
            <a:spAutoFit/>
          </a:bodyPr>
          <a:lstStyle/>
          <a:p>
            <a:pPr algn="ctr" eaLnBrk="1" fontAlgn="ctr" hangingPunct="1">
              <a:spcBef>
                <a:spcPct val="50000"/>
              </a:spcBef>
              <a:defRPr/>
            </a:pPr>
            <a:r>
              <a:rPr lang="en-US" altLang="zh-CN" sz="2400" noProof="1">
                <a:solidFill>
                  <a:srgbClr val="0000CC"/>
                </a:solidFill>
                <a:effectLst>
                  <a:outerShdw blurRad="38100" dist="38100" dir="2700000">
                    <a:srgbClr val="000000"/>
                  </a:outerShdw>
                </a:effectLst>
              </a:rPr>
              <a:t>0</a:t>
            </a:r>
          </a:p>
        </p:txBody>
      </p:sp>
      <p:sp>
        <p:nvSpPr>
          <p:cNvPr id="30" name="文本框 29">
            <a:extLst>
              <a:ext uri="{FF2B5EF4-FFF2-40B4-BE49-F238E27FC236}">
                <a16:creationId xmlns:a16="http://schemas.microsoft.com/office/drawing/2014/main" id="{58E59F9C-17D1-441B-BD5E-C1EAD266DF65}"/>
              </a:ext>
            </a:extLst>
          </p:cNvPr>
          <p:cNvSpPr txBox="1"/>
          <p:nvPr/>
        </p:nvSpPr>
        <p:spPr>
          <a:xfrm>
            <a:off x="11164089" y="4384644"/>
            <a:ext cx="560847" cy="461665"/>
          </a:xfrm>
          <a:prstGeom prst="rect">
            <a:avLst/>
          </a:prstGeom>
          <a:noFill/>
          <a:ln w="57150">
            <a:noFill/>
          </a:ln>
        </p:spPr>
        <p:txBody>
          <a:bodyPr wrap="square" anchor="b">
            <a:spAutoFit/>
          </a:bodyPr>
          <a:lstStyle/>
          <a:p>
            <a:pPr algn="ctr" eaLnBrk="1" fontAlgn="ctr" hangingPunct="1">
              <a:spcBef>
                <a:spcPct val="50000"/>
              </a:spcBef>
              <a:defRPr/>
            </a:pPr>
            <a:r>
              <a:rPr lang="en-US" altLang="zh-CN" sz="2400" noProof="1">
                <a:solidFill>
                  <a:srgbClr val="0000CC"/>
                </a:solidFill>
                <a:effectLst>
                  <a:outerShdw blurRad="38100" dist="38100" dir="2700000">
                    <a:srgbClr val="000000"/>
                  </a:outerShdw>
                </a:effectLst>
              </a:rPr>
              <a:t>0</a:t>
            </a:r>
          </a:p>
        </p:txBody>
      </p:sp>
      <p:sp>
        <p:nvSpPr>
          <p:cNvPr id="31" name="文本框 30">
            <a:extLst>
              <a:ext uri="{FF2B5EF4-FFF2-40B4-BE49-F238E27FC236}">
                <a16:creationId xmlns:a16="http://schemas.microsoft.com/office/drawing/2014/main" id="{76D5E178-1520-4FBF-AA59-F8EDC7EBEA62}"/>
              </a:ext>
            </a:extLst>
          </p:cNvPr>
          <p:cNvSpPr txBox="1"/>
          <p:nvPr/>
        </p:nvSpPr>
        <p:spPr>
          <a:xfrm>
            <a:off x="8469159" y="4392845"/>
            <a:ext cx="560847" cy="461665"/>
          </a:xfrm>
          <a:prstGeom prst="rect">
            <a:avLst/>
          </a:prstGeom>
          <a:noFill/>
          <a:ln w="57150">
            <a:noFill/>
          </a:ln>
        </p:spPr>
        <p:txBody>
          <a:bodyPr wrap="square" anchor="b">
            <a:spAutoFit/>
          </a:bodyPr>
          <a:lstStyle/>
          <a:p>
            <a:pPr algn="ctr" eaLnBrk="1" fontAlgn="ctr" hangingPunct="1">
              <a:spcBef>
                <a:spcPct val="50000"/>
              </a:spcBef>
              <a:defRPr/>
            </a:pPr>
            <a:r>
              <a:rPr lang="en-US" altLang="zh-CN" sz="2400" noProof="1">
                <a:solidFill>
                  <a:srgbClr val="0000CC"/>
                </a:solidFill>
                <a:effectLst>
                  <a:outerShdw blurRad="38100" dist="38100" dir="2700000">
                    <a:srgbClr val="000000"/>
                  </a:outerShdw>
                </a:effectLst>
              </a:rPr>
              <a:t>1</a:t>
            </a:r>
          </a:p>
        </p:txBody>
      </p:sp>
      <p:sp>
        <p:nvSpPr>
          <p:cNvPr id="32" name="文本框 31">
            <a:extLst>
              <a:ext uri="{FF2B5EF4-FFF2-40B4-BE49-F238E27FC236}">
                <a16:creationId xmlns:a16="http://schemas.microsoft.com/office/drawing/2014/main" id="{D57C3D60-D48A-4347-A3DD-A678D52F32F6}"/>
              </a:ext>
            </a:extLst>
          </p:cNvPr>
          <p:cNvSpPr txBox="1"/>
          <p:nvPr/>
        </p:nvSpPr>
        <p:spPr>
          <a:xfrm>
            <a:off x="8903929" y="4383437"/>
            <a:ext cx="560847" cy="461665"/>
          </a:xfrm>
          <a:prstGeom prst="rect">
            <a:avLst/>
          </a:prstGeom>
          <a:noFill/>
          <a:ln w="57150">
            <a:noFill/>
          </a:ln>
        </p:spPr>
        <p:txBody>
          <a:bodyPr wrap="square" anchor="b">
            <a:spAutoFit/>
          </a:bodyPr>
          <a:lstStyle/>
          <a:p>
            <a:pPr algn="ctr" eaLnBrk="1" fontAlgn="ctr" hangingPunct="1">
              <a:spcBef>
                <a:spcPct val="50000"/>
              </a:spcBef>
              <a:defRPr/>
            </a:pPr>
            <a:r>
              <a:rPr lang="en-US" altLang="zh-CN" sz="2400" noProof="1">
                <a:solidFill>
                  <a:srgbClr val="0000CC"/>
                </a:solidFill>
                <a:effectLst>
                  <a:outerShdw blurRad="38100" dist="38100" dir="2700000">
                    <a:srgbClr val="000000"/>
                  </a:outerShdw>
                </a:effectLst>
              </a:rPr>
              <a:t>1</a:t>
            </a:r>
          </a:p>
        </p:txBody>
      </p:sp>
      <p:sp>
        <p:nvSpPr>
          <p:cNvPr id="33" name="文本框 32">
            <a:extLst>
              <a:ext uri="{FF2B5EF4-FFF2-40B4-BE49-F238E27FC236}">
                <a16:creationId xmlns:a16="http://schemas.microsoft.com/office/drawing/2014/main" id="{1475C8EB-E0C2-43EB-BB55-1A7CEBC7D75C}"/>
              </a:ext>
            </a:extLst>
          </p:cNvPr>
          <p:cNvSpPr txBox="1"/>
          <p:nvPr/>
        </p:nvSpPr>
        <p:spPr>
          <a:xfrm>
            <a:off x="8494601" y="4386240"/>
            <a:ext cx="560847" cy="461665"/>
          </a:xfrm>
          <a:prstGeom prst="rect">
            <a:avLst/>
          </a:prstGeom>
          <a:noFill/>
          <a:ln w="57150">
            <a:noFill/>
          </a:ln>
        </p:spPr>
        <p:txBody>
          <a:bodyPr wrap="square" anchor="b">
            <a:spAutoFit/>
          </a:bodyPr>
          <a:lstStyle/>
          <a:p>
            <a:pPr algn="ctr" eaLnBrk="1" fontAlgn="ctr" hangingPunct="1">
              <a:spcBef>
                <a:spcPct val="50000"/>
              </a:spcBef>
              <a:defRPr/>
            </a:pPr>
            <a:r>
              <a:rPr lang="en-US" altLang="zh-CN" sz="2400" noProof="1">
                <a:solidFill>
                  <a:srgbClr val="0000CC"/>
                </a:solidFill>
                <a:effectLst>
                  <a:outerShdw blurRad="38100" dist="38100" dir="2700000">
                    <a:srgbClr val="000000"/>
                  </a:outerShdw>
                </a:effectLst>
              </a:rPr>
              <a:t>2</a:t>
            </a:r>
          </a:p>
        </p:txBody>
      </p:sp>
      <p:sp>
        <p:nvSpPr>
          <p:cNvPr id="34" name="文本框 33">
            <a:extLst>
              <a:ext uri="{FF2B5EF4-FFF2-40B4-BE49-F238E27FC236}">
                <a16:creationId xmlns:a16="http://schemas.microsoft.com/office/drawing/2014/main" id="{22368AE2-942C-4732-B033-FCBD3FA4962F}"/>
              </a:ext>
            </a:extLst>
          </p:cNvPr>
          <p:cNvSpPr txBox="1"/>
          <p:nvPr/>
        </p:nvSpPr>
        <p:spPr>
          <a:xfrm>
            <a:off x="10720107" y="4383437"/>
            <a:ext cx="560847" cy="461665"/>
          </a:xfrm>
          <a:prstGeom prst="rect">
            <a:avLst/>
          </a:prstGeom>
          <a:noFill/>
          <a:ln w="57150">
            <a:noFill/>
          </a:ln>
        </p:spPr>
        <p:txBody>
          <a:bodyPr wrap="square" anchor="b">
            <a:spAutoFit/>
          </a:bodyPr>
          <a:lstStyle/>
          <a:p>
            <a:pPr algn="ctr" eaLnBrk="1" fontAlgn="ctr" hangingPunct="1">
              <a:spcBef>
                <a:spcPct val="50000"/>
              </a:spcBef>
              <a:defRPr/>
            </a:pPr>
            <a:r>
              <a:rPr lang="en-US" altLang="zh-CN" sz="2400" noProof="1">
                <a:solidFill>
                  <a:srgbClr val="0000CC"/>
                </a:solidFill>
                <a:effectLst>
                  <a:outerShdw blurRad="38100" dist="38100" dir="2700000">
                    <a:srgbClr val="000000"/>
                  </a:outerShdw>
                </a:effectLst>
              </a:rPr>
              <a:t>1</a:t>
            </a:r>
          </a:p>
        </p:txBody>
      </p:sp>
      <p:sp>
        <p:nvSpPr>
          <p:cNvPr id="35" name="文本框 34">
            <a:extLst>
              <a:ext uri="{FF2B5EF4-FFF2-40B4-BE49-F238E27FC236}">
                <a16:creationId xmlns:a16="http://schemas.microsoft.com/office/drawing/2014/main" id="{DF682AF2-5095-4A69-9BFB-22AEA8D8A69C}"/>
              </a:ext>
            </a:extLst>
          </p:cNvPr>
          <p:cNvSpPr txBox="1"/>
          <p:nvPr/>
        </p:nvSpPr>
        <p:spPr>
          <a:xfrm>
            <a:off x="8936626" y="4386240"/>
            <a:ext cx="560847" cy="461665"/>
          </a:xfrm>
          <a:prstGeom prst="rect">
            <a:avLst/>
          </a:prstGeom>
          <a:noFill/>
          <a:ln w="57150">
            <a:noFill/>
          </a:ln>
        </p:spPr>
        <p:txBody>
          <a:bodyPr wrap="square" anchor="b">
            <a:spAutoFit/>
          </a:bodyPr>
          <a:lstStyle/>
          <a:p>
            <a:pPr algn="ctr" eaLnBrk="1" fontAlgn="ctr" hangingPunct="1">
              <a:spcBef>
                <a:spcPct val="50000"/>
              </a:spcBef>
              <a:defRPr/>
            </a:pPr>
            <a:r>
              <a:rPr lang="en-US" altLang="zh-CN" sz="2400" noProof="1">
                <a:solidFill>
                  <a:srgbClr val="0000CC"/>
                </a:solidFill>
                <a:effectLst>
                  <a:outerShdw blurRad="38100" dist="38100" dir="2700000">
                    <a:srgbClr val="000000"/>
                  </a:outerShdw>
                </a:effectLst>
              </a:rPr>
              <a:t>2</a:t>
            </a:r>
          </a:p>
        </p:txBody>
      </p:sp>
      <p:graphicFrame>
        <p:nvGraphicFramePr>
          <p:cNvPr id="36" name="Object 5">
            <a:extLst>
              <a:ext uri="{FF2B5EF4-FFF2-40B4-BE49-F238E27FC236}">
                <a16:creationId xmlns:a16="http://schemas.microsoft.com/office/drawing/2014/main" id="{8DDFEDA7-F217-4575-BBF0-B2A04D2126E7}"/>
              </a:ext>
            </a:extLst>
          </p:cNvPr>
          <p:cNvGraphicFramePr>
            <a:graphicFrameLocks/>
          </p:cNvGraphicFramePr>
          <p:nvPr>
            <p:extLst>
              <p:ext uri="{D42A27DB-BD31-4B8C-83A1-F6EECF244321}">
                <p14:modId xmlns:p14="http://schemas.microsoft.com/office/powerpoint/2010/main" val="4268536809"/>
              </p:ext>
            </p:extLst>
          </p:nvPr>
        </p:nvGraphicFramePr>
        <p:xfrm>
          <a:off x="7576570" y="5023572"/>
          <a:ext cx="4111625" cy="831850"/>
        </p:xfrm>
        <a:graphic>
          <a:graphicData uri="http://schemas.openxmlformats.org/presentationml/2006/ole">
            <mc:AlternateContent xmlns:mc="http://schemas.openxmlformats.org/markup-compatibility/2006">
              <mc:Choice xmlns:v="urn:schemas-microsoft-com:vml" Requires="v">
                <p:oleObj name="Visio" r:id="rId5" imgW="2057312" imgH="352497" progId="Visio.Drawing.11">
                  <p:embed/>
                </p:oleObj>
              </mc:Choice>
              <mc:Fallback>
                <p:oleObj name="Visio" r:id="rId5" imgW="2057312" imgH="352497" progId="Visio.Drawing.11">
                  <p:embed/>
                  <p:pic>
                    <p:nvPicPr>
                      <p:cNvPr id="36" name="Object 5">
                        <a:extLst>
                          <a:ext uri="{FF2B5EF4-FFF2-40B4-BE49-F238E27FC236}">
                            <a16:creationId xmlns:a16="http://schemas.microsoft.com/office/drawing/2014/main" id="{8DDFEDA7-F217-4575-BBF0-B2A04D2126E7}"/>
                          </a:ext>
                        </a:extLst>
                      </p:cNvPr>
                      <p:cNvPicPr>
                        <a:picLocks noChangeArrowheads="1"/>
                      </p:cNvPicPr>
                      <p:nvPr/>
                    </p:nvPicPr>
                    <p:blipFill>
                      <a:blip r:embed="rId6"/>
                      <a:srcRect/>
                      <a:stretch>
                        <a:fillRect/>
                      </a:stretch>
                    </p:blipFill>
                    <p:spPr bwMode="auto">
                      <a:xfrm>
                        <a:off x="7576570" y="5023572"/>
                        <a:ext cx="4111625" cy="831850"/>
                      </a:xfrm>
                      <a:prstGeom prst="rect">
                        <a:avLst/>
                      </a:prstGeom>
                      <a:noFill/>
                      <a:ln>
                        <a:noFill/>
                      </a:ln>
                    </p:spPr>
                  </p:pic>
                </p:oleObj>
              </mc:Fallback>
            </mc:AlternateContent>
          </a:graphicData>
        </a:graphic>
      </p:graphicFrame>
      <p:sp>
        <p:nvSpPr>
          <p:cNvPr id="37" name="文本框 36">
            <a:extLst>
              <a:ext uri="{FF2B5EF4-FFF2-40B4-BE49-F238E27FC236}">
                <a16:creationId xmlns:a16="http://schemas.microsoft.com/office/drawing/2014/main" id="{3684EE62-DFE6-47D0-AEEC-8A0CBABA105F}"/>
              </a:ext>
            </a:extLst>
          </p:cNvPr>
          <p:cNvSpPr txBox="1"/>
          <p:nvPr/>
        </p:nvSpPr>
        <p:spPr>
          <a:xfrm>
            <a:off x="8497731" y="5365002"/>
            <a:ext cx="414814" cy="461665"/>
          </a:xfrm>
          <a:prstGeom prst="rect">
            <a:avLst/>
          </a:prstGeom>
          <a:noFill/>
          <a:ln w="57150">
            <a:noFill/>
          </a:ln>
        </p:spPr>
        <p:txBody>
          <a:bodyPr wrap="square" anchor="b">
            <a:spAutoFit/>
          </a:bodyPr>
          <a:lstStyle/>
          <a:p>
            <a:pPr algn="ctr" eaLnBrk="1" fontAlgn="ctr" hangingPunct="1">
              <a:spcBef>
                <a:spcPct val="50000"/>
              </a:spcBef>
              <a:defRPr/>
            </a:pPr>
            <a:r>
              <a:rPr lang="en-US" altLang="zh-CN" sz="2400" noProof="1">
                <a:solidFill>
                  <a:srgbClr val="0000CC"/>
                </a:solidFill>
                <a:effectLst>
                  <a:outerShdw blurRad="38100" dist="38100" dir="2700000">
                    <a:srgbClr val="000000"/>
                  </a:outerShdw>
                </a:effectLst>
              </a:rPr>
              <a:t>1</a:t>
            </a:r>
          </a:p>
        </p:txBody>
      </p:sp>
      <p:sp>
        <p:nvSpPr>
          <p:cNvPr id="38" name="文本框 37">
            <a:extLst>
              <a:ext uri="{FF2B5EF4-FFF2-40B4-BE49-F238E27FC236}">
                <a16:creationId xmlns:a16="http://schemas.microsoft.com/office/drawing/2014/main" id="{8C20E3F6-02F9-467F-8FE8-89D247F88FF8}"/>
              </a:ext>
            </a:extLst>
          </p:cNvPr>
          <p:cNvSpPr txBox="1"/>
          <p:nvPr/>
        </p:nvSpPr>
        <p:spPr>
          <a:xfrm>
            <a:off x="8915606" y="5379030"/>
            <a:ext cx="560847" cy="461665"/>
          </a:xfrm>
          <a:prstGeom prst="rect">
            <a:avLst/>
          </a:prstGeom>
          <a:noFill/>
          <a:ln w="57150">
            <a:noFill/>
          </a:ln>
        </p:spPr>
        <p:txBody>
          <a:bodyPr wrap="square" anchor="b">
            <a:spAutoFit/>
          </a:bodyPr>
          <a:lstStyle/>
          <a:p>
            <a:pPr algn="ctr" eaLnBrk="1" fontAlgn="ctr" hangingPunct="1">
              <a:spcBef>
                <a:spcPct val="50000"/>
              </a:spcBef>
              <a:defRPr/>
            </a:pPr>
            <a:r>
              <a:rPr lang="en-US" altLang="zh-CN" sz="2400" noProof="1">
                <a:solidFill>
                  <a:srgbClr val="0000CC"/>
                </a:solidFill>
                <a:effectLst>
                  <a:outerShdw blurRad="38100" dist="38100" dir="2700000">
                    <a:srgbClr val="000000"/>
                  </a:outerShdw>
                </a:effectLst>
              </a:rPr>
              <a:t>3</a:t>
            </a:r>
          </a:p>
        </p:txBody>
      </p:sp>
      <p:sp>
        <p:nvSpPr>
          <p:cNvPr id="39" name="文本框 38">
            <a:extLst>
              <a:ext uri="{FF2B5EF4-FFF2-40B4-BE49-F238E27FC236}">
                <a16:creationId xmlns:a16="http://schemas.microsoft.com/office/drawing/2014/main" id="{96A56269-2116-4E33-8677-56BA9394D6DB}"/>
              </a:ext>
            </a:extLst>
          </p:cNvPr>
          <p:cNvSpPr txBox="1"/>
          <p:nvPr/>
        </p:nvSpPr>
        <p:spPr>
          <a:xfrm>
            <a:off x="9334061" y="5389420"/>
            <a:ext cx="560847" cy="461665"/>
          </a:xfrm>
          <a:prstGeom prst="rect">
            <a:avLst/>
          </a:prstGeom>
          <a:noFill/>
          <a:ln w="57150">
            <a:noFill/>
          </a:ln>
        </p:spPr>
        <p:txBody>
          <a:bodyPr wrap="square" anchor="b">
            <a:spAutoFit/>
          </a:bodyPr>
          <a:lstStyle/>
          <a:p>
            <a:pPr algn="ctr" eaLnBrk="1" fontAlgn="ctr" hangingPunct="1">
              <a:spcBef>
                <a:spcPct val="50000"/>
              </a:spcBef>
              <a:defRPr/>
            </a:pPr>
            <a:r>
              <a:rPr lang="en-US" altLang="zh-CN" sz="2400" noProof="1">
                <a:solidFill>
                  <a:srgbClr val="0000CC"/>
                </a:solidFill>
                <a:effectLst>
                  <a:outerShdw blurRad="38100" dist="38100" dir="2700000">
                    <a:srgbClr val="000000"/>
                  </a:outerShdw>
                </a:effectLst>
              </a:rPr>
              <a:t>5</a:t>
            </a:r>
          </a:p>
        </p:txBody>
      </p:sp>
      <p:sp>
        <p:nvSpPr>
          <p:cNvPr id="40" name="文本框 39">
            <a:extLst>
              <a:ext uri="{FF2B5EF4-FFF2-40B4-BE49-F238E27FC236}">
                <a16:creationId xmlns:a16="http://schemas.microsoft.com/office/drawing/2014/main" id="{4F1FCAB1-AF38-4BE0-B3B9-794EC049BD30}"/>
              </a:ext>
            </a:extLst>
          </p:cNvPr>
          <p:cNvSpPr txBox="1"/>
          <p:nvPr/>
        </p:nvSpPr>
        <p:spPr>
          <a:xfrm>
            <a:off x="9780918" y="5389420"/>
            <a:ext cx="560847" cy="461665"/>
          </a:xfrm>
          <a:prstGeom prst="rect">
            <a:avLst/>
          </a:prstGeom>
          <a:noFill/>
          <a:ln w="57150">
            <a:noFill/>
          </a:ln>
        </p:spPr>
        <p:txBody>
          <a:bodyPr wrap="square" anchor="b">
            <a:spAutoFit/>
          </a:bodyPr>
          <a:lstStyle/>
          <a:p>
            <a:pPr algn="ctr" eaLnBrk="1" fontAlgn="ctr" hangingPunct="1">
              <a:spcBef>
                <a:spcPct val="50000"/>
              </a:spcBef>
              <a:defRPr/>
            </a:pPr>
            <a:r>
              <a:rPr lang="en-US" altLang="zh-CN" sz="2400" noProof="1">
                <a:solidFill>
                  <a:srgbClr val="0000CC"/>
                </a:solidFill>
                <a:effectLst>
                  <a:outerShdw blurRad="38100" dist="38100" dir="2700000">
                    <a:srgbClr val="000000"/>
                  </a:outerShdw>
                </a:effectLst>
              </a:rPr>
              <a:t>5</a:t>
            </a:r>
          </a:p>
        </p:txBody>
      </p:sp>
      <p:sp>
        <p:nvSpPr>
          <p:cNvPr id="41" name="文本框 40">
            <a:extLst>
              <a:ext uri="{FF2B5EF4-FFF2-40B4-BE49-F238E27FC236}">
                <a16:creationId xmlns:a16="http://schemas.microsoft.com/office/drawing/2014/main" id="{D536674D-3AAD-49F5-84A3-9BBE5E63D82F}"/>
              </a:ext>
            </a:extLst>
          </p:cNvPr>
          <p:cNvSpPr txBox="1"/>
          <p:nvPr/>
        </p:nvSpPr>
        <p:spPr>
          <a:xfrm>
            <a:off x="10250350" y="5389420"/>
            <a:ext cx="560847" cy="461665"/>
          </a:xfrm>
          <a:prstGeom prst="rect">
            <a:avLst/>
          </a:prstGeom>
          <a:noFill/>
          <a:ln w="57150">
            <a:noFill/>
          </a:ln>
        </p:spPr>
        <p:txBody>
          <a:bodyPr wrap="square" anchor="b">
            <a:spAutoFit/>
          </a:bodyPr>
          <a:lstStyle/>
          <a:p>
            <a:pPr algn="ctr" eaLnBrk="1" fontAlgn="ctr" hangingPunct="1">
              <a:spcBef>
                <a:spcPct val="50000"/>
              </a:spcBef>
              <a:defRPr/>
            </a:pPr>
            <a:r>
              <a:rPr lang="en-US" altLang="zh-CN" sz="2400" noProof="1">
                <a:solidFill>
                  <a:srgbClr val="0000CC"/>
                </a:solidFill>
                <a:effectLst>
                  <a:outerShdw blurRad="38100" dist="38100" dir="2700000">
                    <a:srgbClr val="000000"/>
                  </a:outerShdw>
                </a:effectLst>
              </a:rPr>
              <a:t>5</a:t>
            </a:r>
          </a:p>
        </p:txBody>
      </p:sp>
      <p:sp>
        <p:nvSpPr>
          <p:cNvPr id="42" name="文本框 41">
            <a:extLst>
              <a:ext uri="{FF2B5EF4-FFF2-40B4-BE49-F238E27FC236}">
                <a16:creationId xmlns:a16="http://schemas.microsoft.com/office/drawing/2014/main" id="{ABBF7649-F41C-4AF1-B0A8-F76FD4B7C957}"/>
              </a:ext>
            </a:extLst>
          </p:cNvPr>
          <p:cNvSpPr txBox="1"/>
          <p:nvPr/>
        </p:nvSpPr>
        <p:spPr>
          <a:xfrm>
            <a:off x="10720107" y="5389420"/>
            <a:ext cx="560847" cy="461665"/>
          </a:xfrm>
          <a:prstGeom prst="rect">
            <a:avLst/>
          </a:prstGeom>
          <a:noFill/>
          <a:ln w="57150">
            <a:noFill/>
          </a:ln>
        </p:spPr>
        <p:txBody>
          <a:bodyPr wrap="square" anchor="b">
            <a:spAutoFit/>
          </a:bodyPr>
          <a:lstStyle/>
          <a:p>
            <a:pPr algn="ctr" eaLnBrk="1" fontAlgn="ctr" hangingPunct="1">
              <a:spcBef>
                <a:spcPct val="50000"/>
              </a:spcBef>
              <a:defRPr/>
            </a:pPr>
            <a:r>
              <a:rPr lang="en-US" altLang="zh-CN" sz="2400" noProof="1">
                <a:solidFill>
                  <a:srgbClr val="0000CC"/>
                </a:solidFill>
                <a:effectLst>
                  <a:outerShdw blurRad="38100" dist="38100" dir="2700000">
                    <a:srgbClr val="000000"/>
                  </a:outerShdw>
                </a:effectLst>
              </a:rPr>
              <a:t>5</a:t>
            </a:r>
          </a:p>
        </p:txBody>
      </p:sp>
      <p:sp>
        <p:nvSpPr>
          <p:cNvPr id="43" name="文本框 42">
            <a:extLst>
              <a:ext uri="{FF2B5EF4-FFF2-40B4-BE49-F238E27FC236}">
                <a16:creationId xmlns:a16="http://schemas.microsoft.com/office/drawing/2014/main" id="{28A47BD4-BD20-4333-B93F-CA9AAC5C4F12}"/>
              </a:ext>
            </a:extLst>
          </p:cNvPr>
          <p:cNvSpPr txBox="1"/>
          <p:nvPr/>
        </p:nvSpPr>
        <p:spPr>
          <a:xfrm>
            <a:off x="11164089" y="5389420"/>
            <a:ext cx="560847" cy="461665"/>
          </a:xfrm>
          <a:prstGeom prst="rect">
            <a:avLst/>
          </a:prstGeom>
          <a:noFill/>
          <a:ln w="57150">
            <a:noFill/>
          </a:ln>
        </p:spPr>
        <p:txBody>
          <a:bodyPr wrap="square" anchor="b">
            <a:spAutoFit/>
          </a:bodyPr>
          <a:lstStyle/>
          <a:p>
            <a:pPr algn="ctr" eaLnBrk="1" fontAlgn="ctr" hangingPunct="1">
              <a:spcBef>
                <a:spcPct val="50000"/>
              </a:spcBef>
              <a:defRPr/>
            </a:pPr>
            <a:r>
              <a:rPr lang="en-US" altLang="zh-CN" sz="2400" noProof="1">
                <a:solidFill>
                  <a:srgbClr val="0000CC"/>
                </a:solidFill>
                <a:effectLst>
                  <a:outerShdw blurRad="38100" dist="38100" dir="2700000">
                    <a:srgbClr val="000000"/>
                  </a:outerShdw>
                </a:effectLst>
              </a:rPr>
              <a:t>6</a:t>
            </a:r>
          </a:p>
        </p:txBody>
      </p:sp>
      <p:cxnSp>
        <p:nvCxnSpPr>
          <p:cNvPr id="49" name="直接箭头连接符 48">
            <a:extLst>
              <a:ext uri="{FF2B5EF4-FFF2-40B4-BE49-F238E27FC236}">
                <a16:creationId xmlns:a16="http://schemas.microsoft.com/office/drawing/2014/main" id="{02A625C1-3463-4D44-9CE7-E64FB718702B}"/>
              </a:ext>
            </a:extLst>
          </p:cNvPr>
          <p:cNvCxnSpPr>
            <a:cxnSpLocks/>
          </p:cNvCxnSpPr>
          <p:nvPr/>
        </p:nvCxnSpPr>
        <p:spPr>
          <a:xfrm>
            <a:off x="8829448" y="5643324"/>
            <a:ext cx="286057" cy="0"/>
          </a:xfrm>
          <a:prstGeom prst="straightConnector1">
            <a:avLst/>
          </a:prstGeom>
          <a:ln w="25400">
            <a:solidFill>
              <a:srgbClr val="FF0000"/>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50" name="直接箭头连接符 49">
            <a:extLst>
              <a:ext uri="{FF2B5EF4-FFF2-40B4-BE49-F238E27FC236}">
                <a16:creationId xmlns:a16="http://schemas.microsoft.com/office/drawing/2014/main" id="{388C03B6-29DB-4404-B4B8-6BE44898F16C}"/>
              </a:ext>
            </a:extLst>
          </p:cNvPr>
          <p:cNvCxnSpPr>
            <a:cxnSpLocks/>
          </p:cNvCxnSpPr>
          <p:nvPr/>
        </p:nvCxnSpPr>
        <p:spPr>
          <a:xfrm>
            <a:off x="8829448" y="4866414"/>
            <a:ext cx="264616" cy="748984"/>
          </a:xfrm>
          <a:prstGeom prst="straightConnector1">
            <a:avLst/>
          </a:prstGeom>
          <a:ln w="25400">
            <a:solidFill>
              <a:srgbClr val="FF0000"/>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55" name="直接箭头连接符 54">
            <a:extLst>
              <a:ext uri="{FF2B5EF4-FFF2-40B4-BE49-F238E27FC236}">
                <a16:creationId xmlns:a16="http://schemas.microsoft.com/office/drawing/2014/main" id="{00F25B06-E883-4BF3-AED4-468CFA726C2C}"/>
              </a:ext>
            </a:extLst>
          </p:cNvPr>
          <p:cNvCxnSpPr>
            <a:cxnSpLocks/>
          </p:cNvCxnSpPr>
          <p:nvPr/>
        </p:nvCxnSpPr>
        <p:spPr>
          <a:xfrm>
            <a:off x="9263699" y="5643324"/>
            <a:ext cx="286057" cy="0"/>
          </a:xfrm>
          <a:prstGeom prst="straightConnector1">
            <a:avLst/>
          </a:prstGeom>
          <a:ln w="25400">
            <a:solidFill>
              <a:srgbClr val="FF0000"/>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56" name="直接箭头连接符 55">
            <a:extLst>
              <a:ext uri="{FF2B5EF4-FFF2-40B4-BE49-F238E27FC236}">
                <a16:creationId xmlns:a16="http://schemas.microsoft.com/office/drawing/2014/main" id="{360E0187-B45D-4D0C-9D6C-51C6F15E051B}"/>
              </a:ext>
            </a:extLst>
          </p:cNvPr>
          <p:cNvCxnSpPr>
            <a:cxnSpLocks/>
          </p:cNvCxnSpPr>
          <p:nvPr/>
        </p:nvCxnSpPr>
        <p:spPr>
          <a:xfrm>
            <a:off x="9263699" y="4866414"/>
            <a:ext cx="264616" cy="748984"/>
          </a:xfrm>
          <a:prstGeom prst="straightConnector1">
            <a:avLst/>
          </a:prstGeom>
          <a:ln w="25400">
            <a:solidFill>
              <a:srgbClr val="FF0000"/>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57" name="直接箭头连接符 56">
            <a:extLst>
              <a:ext uri="{FF2B5EF4-FFF2-40B4-BE49-F238E27FC236}">
                <a16:creationId xmlns:a16="http://schemas.microsoft.com/office/drawing/2014/main" id="{1C2B4B61-C44A-46B1-B139-1C21B46C4B2D}"/>
              </a:ext>
            </a:extLst>
          </p:cNvPr>
          <p:cNvCxnSpPr>
            <a:cxnSpLocks/>
          </p:cNvCxnSpPr>
          <p:nvPr/>
        </p:nvCxnSpPr>
        <p:spPr>
          <a:xfrm>
            <a:off x="9711106" y="5653714"/>
            <a:ext cx="286057" cy="0"/>
          </a:xfrm>
          <a:prstGeom prst="straightConnector1">
            <a:avLst/>
          </a:prstGeom>
          <a:ln w="25400">
            <a:solidFill>
              <a:srgbClr val="FF0000"/>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58" name="直接箭头连接符 57">
            <a:extLst>
              <a:ext uri="{FF2B5EF4-FFF2-40B4-BE49-F238E27FC236}">
                <a16:creationId xmlns:a16="http://schemas.microsoft.com/office/drawing/2014/main" id="{70509A88-3949-48AA-B70A-961ABC690C7F}"/>
              </a:ext>
            </a:extLst>
          </p:cNvPr>
          <p:cNvCxnSpPr>
            <a:cxnSpLocks/>
          </p:cNvCxnSpPr>
          <p:nvPr/>
        </p:nvCxnSpPr>
        <p:spPr>
          <a:xfrm>
            <a:off x="9711106" y="4866414"/>
            <a:ext cx="264616" cy="748984"/>
          </a:xfrm>
          <a:prstGeom prst="straightConnector1">
            <a:avLst/>
          </a:prstGeom>
          <a:ln w="25400">
            <a:solidFill>
              <a:srgbClr val="FF0000"/>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59" name="直接箭头连接符 58">
            <a:extLst>
              <a:ext uri="{FF2B5EF4-FFF2-40B4-BE49-F238E27FC236}">
                <a16:creationId xmlns:a16="http://schemas.microsoft.com/office/drawing/2014/main" id="{A02AF244-3388-451B-96D4-83DE684A5AC1}"/>
              </a:ext>
            </a:extLst>
          </p:cNvPr>
          <p:cNvCxnSpPr>
            <a:cxnSpLocks/>
          </p:cNvCxnSpPr>
          <p:nvPr/>
        </p:nvCxnSpPr>
        <p:spPr>
          <a:xfrm>
            <a:off x="10166791" y="5653714"/>
            <a:ext cx="286057" cy="0"/>
          </a:xfrm>
          <a:prstGeom prst="straightConnector1">
            <a:avLst/>
          </a:prstGeom>
          <a:ln w="25400">
            <a:solidFill>
              <a:srgbClr val="FF0000"/>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60" name="直接箭头连接符 59">
            <a:extLst>
              <a:ext uri="{FF2B5EF4-FFF2-40B4-BE49-F238E27FC236}">
                <a16:creationId xmlns:a16="http://schemas.microsoft.com/office/drawing/2014/main" id="{4D51CB62-A527-4DBE-BA55-BA4E275E1AE1}"/>
              </a:ext>
            </a:extLst>
          </p:cNvPr>
          <p:cNvCxnSpPr>
            <a:cxnSpLocks/>
          </p:cNvCxnSpPr>
          <p:nvPr/>
        </p:nvCxnSpPr>
        <p:spPr>
          <a:xfrm>
            <a:off x="10166791" y="4866414"/>
            <a:ext cx="264616" cy="748984"/>
          </a:xfrm>
          <a:prstGeom prst="straightConnector1">
            <a:avLst/>
          </a:prstGeom>
          <a:ln w="25400">
            <a:solidFill>
              <a:srgbClr val="FF0000"/>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61" name="直接箭头连接符 60">
            <a:extLst>
              <a:ext uri="{FF2B5EF4-FFF2-40B4-BE49-F238E27FC236}">
                <a16:creationId xmlns:a16="http://schemas.microsoft.com/office/drawing/2014/main" id="{BAD6E1B1-951E-45E9-9967-6F1AB2082F6C}"/>
              </a:ext>
            </a:extLst>
          </p:cNvPr>
          <p:cNvCxnSpPr>
            <a:cxnSpLocks/>
          </p:cNvCxnSpPr>
          <p:nvPr/>
        </p:nvCxnSpPr>
        <p:spPr>
          <a:xfrm>
            <a:off x="10622815" y="5653714"/>
            <a:ext cx="286057" cy="0"/>
          </a:xfrm>
          <a:prstGeom prst="straightConnector1">
            <a:avLst/>
          </a:prstGeom>
          <a:ln w="25400">
            <a:solidFill>
              <a:srgbClr val="FF0000"/>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62" name="直接箭头连接符 61">
            <a:extLst>
              <a:ext uri="{FF2B5EF4-FFF2-40B4-BE49-F238E27FC236}">
                <a16:creationId xmlns:a16="http://schemas.microsoft.com/office/drawing/2014/main" id="{53A188E8-A08A-4488-8669-EB0E504CA692}"/>
              </a:ext>
            </a:extLst>
          </p:cNvPr>
          <p:cNvCxnSpPr>
            <a:cxnSpLocks/>
          </p:cNvCxnSpPr>
          <p:nvPr/>
        </p:nvCxnSpPr>
        <p:spPr>
          <a:xfrm>
            <a:off x="10622815" y="4866414"/>
            <a:ext cx="264616" cy="748984"/>
          </a:xfrm>
          <a:prstGeom prst="straightConnector1">
            <a:avLst/>
          </a:prstGeom>
          <a:ln w="25400">
            <a:solidFill>
              <a:srgbClr val="FF0000"/>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63" name="直接箭头连接符 62">
            <a:extLst>
              <a:ext uri="{FF2B5EF4-FFF2-40B4-BE49-F238E27FC236}">
                <a16:creationId xmlns:a16="http://schemas.microsoft.com/office/drawing/2014/main" id="{3045FC0F-4C81-47D2-BCCD-7AD3C5D57D17}"/>
              </a:ext>
            </a:extLst>
          </p:cNvPr>
          <p:cNvCxnSpPr>
            <a:cxnSpLocks/>
          </p:cNvCxnSpPr>
          <p:nvPr/>
        </p:nvCxnSpPr>
        <p:spPr>
          <a:xfrm>
            <a:off x="11085825" y="5653714"/>
            <a:ext cx="286057" cy="0"/>
          </a:xfrm>
          <a:prstGeom prst="straightConnector1">
            <a:avLst/>
          </a:prstGeom>
          <a:ln w="25400">
            <a:solidFill>
              <a:srgbClr val="FF0000"/>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64" name="直接箭头连接符 63">
            <a:extLst>
              <a:ext uri="{FF2B5EF4-FFF2-40B4-BE49-F238E27FC236}">
                <a16:creationId xmlns:a16="http://schemas.microsoft.com/office/drawing/2014/main" id="{CA6CDB47-74D6-454C-9A24-0073516259E7}"/>
              </a:ext>
            </a:extLst>
          </p:cNvPr>
          <p:cNvCxnSpPr>
            <a:cxnSpLocks/>
          </p:cNvCxnSpPr>
          <p:nvPr/>
        </p:nvCxnSpPr>
        <p:spPr>
          <a:xfrm>
            <a:off x="11085825" y="4866414"/>
            <a:ext cx="264616" cy="748984"/>
          </a:xfrm>
          <a:prstGeom prst="straightConnector1">
            <a:avLst/>
          </a:prstGeom>
          <a:ln w="25400">
            <a:solidFill>
              <a:srgbClr val="FF0000"/>
            </a:solidFill>
            <a:tailEnd type="stealth" w="lg" len="lg"/>
          </a:ln>
        </p:spPr>
        <p:style>
          <a:lnRef idx="1">
            <a:schemeClr val="accent1"/>
          </a:lnRef>
          <a:fillRef idx="0">
            <a:schemeClr val="accent1"/>
          </a:fillRef>
          <a:effectRef idx="0">
            <a:schemeClr val="accent1"/>
          </a:effectRef>
          <a:fontRef idx="minor">
            <a:schemeClr val="tx1"/>
          </a:fontRef>
        </p:style>
      </p:cxnSp>
      <p:grpSp>
        <p:nvGrpSpPr>
          <p:cNvPr id="53" name="组合 52">
            <a:extLst>
              <a:ext uri="{FF2B5EF4-FFF2-40B4-BE49-F238E27FC236}">
                <a16:creationId xmlns:a16="http://schemas.microsoft.com/office/drawing/2014/main" id="{0C19542B-4AD3-4B4C-AF04-D610DAD70DDA}"/>
              </a:ext>
            </a:extLst>
          </p:cNvPr>
          <p:cNvGrpSpPr/>
          <p:nvPr/>
        </p:nvGrpSpPr>
        <p:grpSpPr>
          <a:xfrm>
            <a:off x="8494600" y="5840087"/>
            <a:ext cx="560847" cy="571230"/>
            <a:chOff x="10178427" y="2589684"/>
            <a:chExt cx="560847" cy="571230"/>
          </a:xfrm>
        </p:grpSpPr>
        <p:cxnSp>
          <p:nvCxnSpPr>
            <p:cNvPr id="65" name="直接箭头连接符 64">
              <a:extLst>
                <a:ext uri="{FF2B5EF4-FFF2-40B4-BE49-F238E27FC236}">
                  <a16:creationId xmlns:a16="http://schemas.microsoft.com/office/drawing/2014/main" id="{8416A0B2-4ABC-4870-BC2B-B26AC8306C6B}"/>
                </a:ext>
              </a:extLst>
            </p:cNvPr>
            <p:cNvCxnSpPr>
              <a:cxnSpLocks/>
            </p:cNvCxnSpPr>
            <p:nvPr/>
          </p:nvCxnSpPr>
          <p:spPr>
            <a:xfrm flipV="1">
              <a:off x="10416480" y="2589684"/>
              <a:ext cx="0" cy="264572"/>
            </a:xfrm>
            <a:prstGeom prst="straightConnector1">
              <a:avLst/>
            </a:prstGeom>
            <a:ln w="25400">
              <a:solidFill>
                <a:srgbClr val="FF0000"/>
              </a:solidFill>
              <a:tailEnd type="stealth" w="lg" len="lg"/>
            </a:ln>
          </p:spPr>
          <p:style>
            <a:lnRef idx="1">
              <a:schemeClr val="accent1"/>
            </a:lnRef>
            <a:fillRef idx="0">
              <a:schemeClr val="accent1"/>
            </a:fillRef>
            <a:effectRef idx="0">
              <a:schemeClr val="accent1"/>
            </a:effectRef>
            <a:fontRef idx="minor">
              <a:schemeClr val="tx1"/>
            </a:fontRef>
          </p:style>
        </p:cxnSp>
        <p:sp>
          <p:nvSpPr>
            <p:cNvPr id="67" name="文本框 66">
              <a:extLst>
                <a:ext uri="{FF2B5EF4-FFF2-40B4-BE49-F238E27FC236}">
                  <a16:creationId xmlns:a16="http://schemas.microsoft.com/office/drawing/2014/main" id="{30504573-2DDE-4755-8C51-76678A6A4CA4}"/>
                </a:ext>
              </a:extLst>
            </p:cNvPr>
            <p:cNvSpPr txBox="1"/>
            <p:nvPr/>
          </p:nvSpPr>
          <p:spPr>
            <a:xfrm>
              <a:off x="10178427" y="2699249"/>
              <a:ext cx="560847" cy="461665"/>
            </a:xfrm>
            <a:prstGeom prst="rect">
              <a:avLst/>
            </a:prstGeom>
            <a:noFill/>
            <a:ln w="57150">
              <a:noFill/>
            </a:ln>
          </p:spPr>
          <p:txBody>
            <a:bodyPr wrap="square" anchor="b">
              <a:spAutoFit/>
            </a:bodyPr>
            <a:lstStyle/>
            <a:p>
              <a:pPr algn="ctr" eaLnBrk="1" fontAlgn="ctr" hangingPunct="1">
                <a:spcBef>
                  <a:spcPct val="50000"/>
                </a:spcBef>
                <a:defRPr/>
              </a:pPr>
              <a:r>
                <a:rPr lang="en-US" altLang="zh-CN" sz="2400" noProof="1">
                  <a:solidFill>
                    <a:srgbClr val="FF0000"/>
                  </a:solidFill>
                  <a:latin typeface="Times New Roman" panose="02020603050405020304" pitchFamily="18" charset="0"/>
                  <a:cs typeface="Times New Roman" panose="02020603050405020304" pitchFamily="18" charset="0"/>
                </a:rPr>
                <a:t>col</a:t>
              </a:r>
            </a:p>
          </p:txBody>
        </p:sp>
      </p:grpSp>
      <p:sp>
        <p:nvSpPr>
          <p:cNvPr id="70" name="文本框 69">
            <a:extLst>
              <a:ext uri="{FF2B5EF4-FFF2-40B4-BE49-F238E27FC236}">
                <a16:creationId xmlns:a16="http://schemas.microsoft.com/office/drawing/2014/main" id="{4F958739-AB75-4FB4-AF55-B31412565169}"/>
              </a:ext>
            </a:extLst>
          </p:cNvPr>
          <p:cNvSpPr txBox="1"/>
          <p:nvPr/>
        </p:nvSpPr>
        <p:spPr>
          <a:xfrm>
            <a:off x="8939866" y="1502469"/>
            <a:ext cx="335501" cy="430887"/>
          </a:xfrm>
          <a:prstGeom prst="rect">
            <a:avLst/>
          </a:prstGeom>
          <a:noFill/>
          <a:ln w="57150">
            <a:noFill/>
          </a:ln>
        </p:spPr>
        <p:txBody>
          <a:bodyPr wrap="square" anchor="b">
            <a:spAutoFit/>
          </a:bodyPr>
          <a:lstStyle/>
          <a:p>
            <a:pPr algn="ctr" eaLnBrk="1" fontAlgn="ctr" hangingPunct="1">
              <a:spcBef>
                <a:spcPct val="50000"/>
              </a:spcBef>
              <a:defRPr/>
            </a:pPr>
            <a:r>
              <a:rPr lang="en-US" altLang="zh-CN" sz="2200" b="1" noProof="1"/>
              <a:t>1</a:t>
            </a:r>
          </a:p>
        </p:txBody>
      </p:sp>
      <p:sp>
        <p:nvSpPr>
          <p:cNvPr id="71" name="文本框 70">
            <a:extLst>
              <a:ext uri="{FF2B5EF4-FFF2-40B4-BE49-F238E27FC236}">
                <a16:creationId xmlns:a16="http://schemas.microsoft.com/office/drawing/2014/main" id="{17AA81A7-6EE5-4C31-ABE9-C1E8413B60E3}"/>
              </a:ext>
            </a:extLst>
          </p:cNvPr>
          <p:cNvSpPr txBox="1"/>
          <p:nvPr/>
        </p:nvSpPr>
        <p:spPr>
          <a:xfrm>
            <a:off x="9306625" y="1504436"/>
            <a:ext cx="294162" cy="430887"/>
          </a:xfrm>
          <a:prstGeom prst="rect">
            <a:avLst/>
          </a:prstGeom>
          <a:noFill/>
          <a:ln w="57150">
            <a:noFill/>
          </a:ln>
        </p:spPr>
        <p:txBody>
          <a:bodyPr wrap="square" anchor="b">
            <a:spAutoFit/>
          </a:bodyPr>
          <a:lstStyle/>
          <a:p>
            <a:pPr algn="ctr" eaLnBrk="1" fontAlgn="ctr" hangingPunct="1">
              <a:spcBef>
                <a:spcPct val="50000"/>
              </a:spcBef>
              <a:defRPr/>
            </a:pPr>
            <a:r>
              <a:rPr lang="en-US" altLang="zh-CN" sz="2200" b="1" noProof="1">
                <a:solidFill>
                  <a:srgbClr val="C00000"/>
                </a:solidFill>
              </a:rPr>
              <a:t>1</a:t>
            </a:r>
          </a:p>
        </p:txBody>
      </p:sp>
      <p:sp>
        <p:nvSpPr>
          <p:cNvPr id="72" name="文本框 71">
            <a:extLst>
              <a:ext uri="{FF2B5EF4-FFF2-40B4-BE49-F238E27FC236}">
                <a16:creationId xmlns:a16="http://schemas.microsoft.com/office/drawing/2014/main" id="{62E2E7A6-3C66-4714-9A0A-A855B524B1C4}"/>
              </a:ext>
            </a:extLst>
          </p:cNvPr>
          <p:cNvSpPr txBox="1"/>
          <p:nvPr/>
        </p:nvSpPr>
        <p:spPr>
          <a:xfrm>
            <a:off x="9650852" y="1509331"/>
            <a:ext cx="302975" cy="430887"/>
          </a:xfrm>
          <a:prstGeom prst="rect">
            <a:avLst/>
          </a:prstGeom>
          <a:noFill/>
          <a:ln w="57150">
            <a:noFill/>
          </a:ln>
        </p:spPr>
        <p:txBody>
          <a:bodyPr wrap="square" anchor="b">
            <a:spAutoFit/>
          </a:bodyPr>
          <a:lstStyle/>
          <a:p>
            <a:pPr algn="ctr" eaLnBrk="1" fontAlgn="ctr" hangingPunct="1">
              <a:spcBef>
                <a:spcPct val="50000"/>
              </a:spcBef>
              <a:defRPr/>
            </a:pPr>
            <a:r>
              <a:rPr lang="en-US" altLang="zh-CN" sz="2200" b="1" noProof="1"/>
              <a:t>1</a:t>
            </a:r>
          </a:p>
        </p:txBody>
      </p:sp>
      <p:sp>
        <p:nvSpPr>
          <p:cNvPr id="73" name="文本框 72">
            <a:extLst>
              <a:ext uri="{FF2B5EF4-FFF2-40B4-BE49-F238E27FC236}">
                <a16:creationId xmlns:a16="http://schemas.microsoft.com/office/drawing/2014/main" id="{A1DF11B8-8DE7-44C2-B38E-28FB00248935}"/>
              </a:ext>
            </a:extLst>
          </p:cNvPr>
          <p:cNvSpPr txBox="1"/>
          <p:nvPr/>
        </p:nvSpPr>
        <p:spPr>
          <a:xfrm>
            <a:off x="8500943" y="5365002"/>
            <a:ext cx="409204" cy="461665"/>
          </a:xfrm>
          <a:prstGeom prst="rect">
            <a:avLst/>
          </a:prstGeom>
          <a:noFill/>
          <a:ln w="57150">
            <a:noFill/>
          </a:ln>
        </p:spPr>
        <p:txBody>
          <a:bodyPr wrap="square" anchor="b">
            <a:spAutoFit/>
          </a:bodyPr>
          <a:lstStyle/>
          <a:p>
            <a:pPr algn="ctr" eaLnBrk="1" fontAlgn="ctr" hangingPunct="1">
              <a:spcBef>
                <a:spcPct val="50000"/>
              </a:spcBef>
              <a:defRPr/>
            </a:pPr>
            <a:r>
              <a:rPr lang="en-US" altLang="zh-CN" sz="2400" noProof="1">
                <a:solidFill>
                  <a:srgbClr val="0000CC"/>
                </a:solidFill>
                <a:effectLst>
                  <a:outerShdw blurRad="38100" dist="38100" dir="2700000">
                    <a:srgbClr val="000000"/>
                  </a:outerShdw>
                </a:effectLst>
              </a:rPr>
              <a:t>2</a:t>
            </a:r>
          </a:p>
        </p:txBody>
      </p:sp>
      <p:sp>
        <p:nvSpPr>
          <p:cNvPr id="74" name="文本框 73">
            <a:extLst>
              <a:ext uri="{FF2B5EF4-FFF2-40B4-BE49-F238E27FC236}">
                <a16:creationId xmlns:a16="http://schemas.microsoft.com/office/drawing/2014/main" id="{9CCF1E93-0F00-4275-A303-0652F19D846F}"/>
              </a:ext>
            </a:extLst>
          </p:cNvPr>
          <p:cNvSpPr txBox="1"/>
          <p:nvPr/>
        </p:nvSpPr>
        <p:spPr>
          <a:xfrm>
            <a:off x="8928988" y="1815841"/>
            <a:ext cx="349206" cy="430887"/>
          </a:xfrm>
          <a:prstGeom prst="rect">
            <a:avLst/>
          </a:prstGeom>
          <a:noFill/>
          <a:ln w="57150">
            <a:noFill/>
          </a:ln>
        </p:spPr>
        <p:txBody>
          <a:bodyPr wrap="square" anchor="b">
            <a:spAutoFit/>
          </a:bodyPr>
          <a:lstStyle/>
          <a:p>
            <a:pPr algn="ctr" eaLnBrk="1" fontAlgn="ctr" hangingPunct="1">
              <a:spcBef>
                <a:spcPct val="50000"/>
              </a:spcBef>
              <a:defRPr/>
            </a:pPr>
            <a:r>
              <a:rPr lang="en-US" altLang="zh-CN" sz="2200" b="1" noProof="1"/>
              <a:t>1</a:t>
            </a:r>
          </a:p>
        </p:txBody>
      </p:sp>
      <p:sp>
        <p:nvSpPr>
          <p:cNvPr id="75" name="文本框 74">
            <a:extLst>
              <a:ext uri="{FF2B5EF4-FFF2-40B4-BE49-F238E27FC236}">
                <a16:creationId xmlns:a16="http://schemas.microsoft.com/office/drawing/2014/main" id="{86BDA1C2-3E43-44DF-BBFC-A187F55F8850}"/>
              </a:ext>
            </a:extLst>
          </p:cNvPr>
          <p:cNvSpPr txBox="1"/>
          <p:nvPr/>
        </p:nvSpPr>
        <p:spPr>
          <a:xfrm>
            <a:off x="9295547" y="1821383"/>
            <a:ext cx="324832" cy="430887"/>
          </a:xfrm>
          <a:prstGeom prst="rect">
            <a:avLst/>
          </a:prstGeom>
          <a:noFill/>
          <a:ln w="57150">
            <a:noFill/>
          </a:ln>
        </p:spPr>
        <p:txBody>
          <a:bodyPr wrap="square" anchor="b">
            <a:spAutoFit/>
          </a:bodyPr>
          <a:lstStyle/>
          <a:p>
            <a:pPr algn="ctr" eaLnBrk="1" fontAlgn="ctr" hangingPunct="1">
              <a:spcBef>
                <a:spcPct val="50000"/>
              </a:spcBef>
              <a:defRPr/>
            </a:pPr>
            <a:r>
              <a:rPr lang="en-US" altLang="zh-CN" sz="2200" b="1" noProof="1">
                <a:solidFill>
                  <a:srgbClr val="C00000"/>
                </a:solidFill>
              </a:rPr>
              <a:t>2</a:t>
            </a:r>
          </a:p>
        </p:txBody>
      </p:sp>
      <p:sp>
        <p:nvSpPr>
          <p:cNvPr id="76" name="文本框 75">
            <a:extLst>
              <a:ext uri="{FF2B5EF4-FFF2-40B4-BE49-F238E27FC236}">
                <a16:creationId xmlns:a16="http://schemas.microsoft.com/office/drawing/2014/main" id="{C2E79A31-AB89-44AF-8582-11213489812C}"/>
              </a:ext>
            </a:extLst>
          </p:cNvPr>
          <p:cNvSpPr txBox="1"/>
          <p:nvPr/>
        </p:nvSpPr>
        <p:spPr>
          <a:xfrm>
            <a:off x="9678323" y="1815095"/>
            <a:ext cx="252586" cy="430887"/>
          </a:xfrm>
          <a:prstGeom prst="rect">
            <a:avLst/>
          </a:prstGeom>
          <a:noFill/>
          <a:ln w="57150">
            <a:noFill/>
          </a:ln>
        </p:spPr>
        <p:txBody>
          <a:bodyPr wrap="square" anchor="b">
            <a:spAutoFit/>
          </a:bodyPr>
          <a:lstStyle/>
          <a:p>
            <a:pPr algn="ctr" eaLnBrk="1" fontAlgn="ctr" hangingPunct="1">
              <a:spcBef>
                <a:spcPct val="50000"/>
              </a:spcBef>
              <a:defRPr/>
            </a:pPr>
            <a:r>
              <a:rPr lang="en-US" altLang="zh-CN" sz="2200" b="1" noProof="1"/>
              <a:t>9</a:t>
            </a:r>
          </a:p>
        </p:txBody>
      </p:sp>
      <p:sp>
        <p:nvSpPr>
          <p:cNvPr id="77" name="文本框 76">
            <a:extLst>
              <a:ext uri="{FF2B5EF4-FFF2-40B4-BE49-F238E27FC236}">
                <a16:creationId xmlns:a16="http://schemas.microsoft.com/office/drawing/2014/main" id="{DB1FC20C-43F0-41D5-BCBB-453F1071C113}"/>
              </a:ext>
            </a:extLst>
          </p:cNvPr>
          <p:cNvSpPr txBox="1"/>
          <p:nvPr/>
        </p:nvSpPr>
        <p:spPr>
          <a:xfrm>
            <a:off x="8891880" y="5380680"/>
            <a:ext cx="560847" cy="461665"/>
          </a:xfrm>
          <a:prstGeom prst="rect">
            <a:avLst/>
          </a:prstGeom>
          <a:noFill/>
          <a:ln w="57150">
            <a:noFill/>
          </a:ln>
        </p:spPr>
        <p:txBody>
          <a:bodyPr wrap="square" anchor="b">
            <a:spAutoFit/>
          </a:bodyPr>
          <a:lstStyle/>
          <a:p>
            <a:pPr algn="ctr" eaLnBrk="1" fontAlgn="ctr" hangingPunct="1">
              <a:spcBef>
                <a:spcPct val="50000"/>
              </a:spcBef>
              <a:defRPr/>
            </a:pPr>
            <a:r>
              <a:rPr lang="en-US" altLang="zh-CN" sz="2400" noProof="1">
                <a:solidFill>
                  <a:srgbClr val="0000CC"/>
                </a:solidFill>
                <a:effectLst>
                  <a:outerShdw blurRad="38100" dist="38100" dir="2700000">
                    <a:srgbClr val="000000"/>
                  </a:outerShdw>
                </a:effectLst>
              </a:rPr>
              <a:t>4</a:t>
            </a:r>
          </a:p>
        </p:txBody>
      </p:sp>
      <p:sp>
        <p:nvSpPr>
          <p:cNvPr id="66" name="文本框 65">
            <a:extLst>
              <a:ext uri="{FF2B5EF4-FFF2-40B4-BE49-F238E27FC236}">
                <a16:creationId xmlns:a16="http://schemas.microsoft.com/office/drawing/2014/main" id="{09DC2273-EE0A-4733-9AD4-5326B869F779}"/>
              </a:ext>
            </a:extLst>
          </p:cNvPr>
          <p:cNvSpPr txBox="1"/>
          <p:nvPr/>
        </p:nvSpPr>
        <p:spPr>
          <a:xfrm>
            <a:off x="8939266" y="2114202"/>
            <a:ext cx="337947" cy="430887"/>
          </a:xfrm>
          <a:prstGeom prst="rect">
            <a:avLst/>
          </a:prstGeom>
          <a:noFill/>
          <a:ln w="57150">
            <a:noFill/>
          </a:ln>
        </p:spPr>
        <p:txBody>
          <a:bodyPr wrap="square" anchor="b">
            <a:spAutoFit/>
          </a:bodyPr>
          <a:lstStyle/>
          <a:p>
            <a:pPr algn="ctr" eaLnBrk="1" fontAlgn="ctr" hangingPunct="1">
              <a:spcBef>
                <a:spcPct val="50000"/>
              </a:spcBef>
              <a:defRPr/>
            </a:pPr>
            <a:r>
              <a:rPr lang="en-US" altLang="zh-CN" sz="2200" b="1" noProof="1"/>
              <a:t>3</a:t>
            </a:r>
          </a:p>
        </p:txBody>
      </p:sp>
      <p:sp>
        <p:nvSpPr>
          <p:cNvPr id="68" name="文本框 67">
            <a:extLst>
              <a:ext uri="{FF2B5EF4-FFF2-40B4-BE49-F238E27FC236}">
                <a16:creationId xmlns:a16="http://schemas.microsoft.com/office/drawing/2014/main" id="{CC11DA0F-D4D0-426C-82C3-2830BA43B0FB}"/>
              </a:ext>
            </a:extLst>
          </p:cNvPr>
          <p:cNvSpPr txBox="1"/>
          <p:nvPr/>
        </p:nvSpPr>
        <p:spPr>
          <a:xfrm>
            <a:off x="9275369" y="2125458"/>
            <a:ext cx="365189" cy="430887"/>
          </a:xfrm>
          <a:prstGeom prst="rect">
            <a:avLst/>
          </a:prstGeom>
          <a:noFill/>
          <a:ln w="57150">
            <a:noFill/>
          </a:ln>
        </p:spPr>
        <p:txBody>
          <a:bodyPr wrap="square" anchor="b">
            <a:spAutoFit/>
          </a:bodyPr>
          <a:lstStyle/>
          <a:p>
            <a:pPr algn="ctr" eaLnBrk="1" fontAlgn="ctr" hangingPunct="1">
              <a:spcBef>
                <a:spcPct val="50000"/>
              </a:spcBef>
              <a:defRPr/>
            </a:pPr>
            <a:r>
              <a:rPr lang="en-US" altLang="zh-CN" sz="2200" b="1" noProof="1">
                <a:solidFill>
                  <a:srgbClr val="C00000"/>
                </a:solidFill>
              </a:rPr>
              <a:t>1</a:t>
            </a:r>
          </a:p>
        </p:txBody>
      </p:sp>
      <p:sp>
        <p:nvSpPr>
          <p:cNvPr id="69" name="文本框 68">
            <a:extLst>
              <a:ext uri="{FF2B5EF4-FFF2-40B4-BE49-F238E27FC236}">
                <a16:creationId xmlns:a16="http://schemas.microsoft.com/office/drawing/2014/main" id="{F4668142-0CF0-4680-96E0-77CF995602D4}"/>
              </a:ext>
            </a:extLst>
          </p:cNvPr>
          <p:cNvSpPr txBox="1"/>
          <p:nvPr/>
        </p:nvSpPr>
        <p:spPr>
          <a:xfrm>
            <a:off x="9639523" y="2120346"/>
            <a:ext cx="348772" cy="430887"/>
          </a:xfrm>
          <a:prstGeom prst="rect">
            <a:avLst/>
          </a:prstGeom>
          <a:noFill/>
          <a:ln w="57150">
            <a:noFill/>
          </a:ln>
        </p:spPr>
        <p:txBody>
          <a:bodyPr wrap="square" anchor="b">
            <a:spAutoFit/>
          </a:bodyPr>
          <a:lstStyle/>
          <a:p>
            <a:pPr algn="ctr" eaLnBrk="1" fontAlgn="ctr" hangingPunct="1">
              <a:spcBef>
                <a:spcPct val="50000"/>
              </a:spcBef>
              <a:defRPr/>
            </a:pPr>
            <a:r>
              <a:rPr lang="en-US" altLang="zh-CN" sz="2200" b="1" noProof="1"/>
              <a:t>3</a:t>
            </a:r>
          </a:p>
        </p:txBody>
      </p:sp>
      <p:sp>
        <p:nvSpPr>
          <p:cNvPr id="78" name="文本框 77">
            <a:extLst>
              <a:ext uri="{FF2B5EF4-FFF2-40B4-BE49-F238E27FC236}">
                <a16:creationId xmlns:a16="http://schemas.microsoft.com/office/drawing/2014/main" id="{D7252019-D868-415E-AAEA-955C7C1E2F2D}"/>
              </a:ext>
            </a:extLst>
          </p:cNvPr>
          <p:cNvSpPr txBox="1"/>
          <p:nvPr/>
        </p:nvSpPr>
        <p:spPr>
          <a:xfrm>
            <a:off x="8504459" y="5363880"/>
            <a:ext cx="394524" cy="461665"/>
          </a:xfrm>
          <a:prstGeom prst="rect">
            <a:avLst/>
          </a:prstGeom>
          <a:noFill/>
          <a:ln w="57150">
            <a:noFill/>
          </a:ln>
        </p:spPr>
        <p:txBody>
          <a:bodyPr wrap="square" anchor="b">
            <a:spAutoFit/>
          </a:bodyPr>
          <a:lstStyle/>
          <a:p>
            <a:pPr algn="ctr" eaLnBrk="1" fontAlgn="ctr" hangingPunct="1">
              <a:spcBef>
                <a:spcPct val="50000"/>
              </a:spcBef>
              <a:defRPr/>
            </a:pPr>
            <a:r>
              <a:rPr lang="en-US" altLang="zh-CN" sz="2400" noProof="1">
                <a:solidFill>
                  <a:srgbClr val="0000CC"/>
                </a:solidFill>
                <a:effectLst>
                  <a:outerShdw blurRad="38100" dist="38100" dir="2700000">
                    <a:srgbClr val="000000"/>
                  </a:outerShdw>
                </a:effectLst>
              </a:rPr>
              <a:t>3</a:t>
            </a:r>
          </a:p>
        </p:txBody>
      </p:sp>
      <p:sp>
        <p:nvSpPr>
          <p:cNvPr id="79" name="文本框 78">
            <a:extLst>
              <a:ext uri="{FF2B5EF4-FFF2-40B4-BE49-F238E27FC236}">
                <a16:creationId xmlns:a16="http://schemas.microsoft.com/office/drawing/2014/main" id="{9DAEAF17-6B0D-44BE-A672-EF0B780A4D07}"/>
              </a:ext>
            </a:extLst>
          </p:cNvPr>
          <p:cNvSpPr txBox="1"/>
          <p:nvPr/>
        </p:nvSpPr>
        <p:spPr>
          <a:xfrm>
            <a:off x="8924391" y="2414367"/>
            <a:ext cx="343143" cy="430887"/>
          </a:xfrm>
          <a:prstGeom prst="rect">
            <a:avLst/>
          </a:prstGeom>
          <a:noFill/>
          <a:ln w="57150">
            <a:noFill/>
          </a:ln>
        </p:spPr>
        <p:txBody>
          <a:bodyPr wrap="square" anchor="b">
            <a:spAutoFit/>
          </a:bodyPr>
          <a:lstStyle/>
          <a:p>
            <a:pPr algn="ctr" eaLnBrk="1" fontAlgn="ctr" hangingPunct="1">
              <a:spcBef>
                <a:spcPct val="50000"/>
              </a:spcBef>
              <a:defRPr/>
            </a:pPr>
            <a:r>
              <a:rPr lang="en-US" altLang="zh-CN" sz="2200" b="1" noProof="1"/>
              <a:t>3</a:t>
            </a:r>
          </a:p>
        </p:txBody>
      </p:sp>
      <p:sp>
        <p:nvSpPr>
          <p:cNvPr id="80" name="文本框 79">
            <a:extLst>
              <a:ext uri="{FF2B5EF4-FFF2-40B4-BE49-F238E27FC236}">
                <a16:creationId xmlns:a16="http://schemas.microsoft.com/office/drawing/2014/main" id="{4563BF7A-7F53-4501-AAA0-A2A208F98CE3}"/>
              </a:ext>
            </a:extLst>
          </p:cNvPr>
          <p:cNvSpPr txBox="1"/>
          <p:nvPr/>
        </p:nvSpPr>
        <p:spPr>
          <a:xfrm>
            <a:off x="9296577" y="2408979"/>
            <a:ext cx="313874" cy="430887"/>
          </a:xfrm>
          <a:prstGeom prst="rect">
            <a:avLst/>
          </a:prstGeom>
          <a:noFill/>
          <a:ln w="57150">
            <a:noFill/>
          </a:ln>
        </p:spPr>
        <p:txBody>
          <a:bodyPr wrap="square" anchor="b">
            <a:spAutoFit/>
          </a:bodyPr>
          <a:lstStyle/>
          <a:p>
            <a:pPr algn="ctr" eaLnBrk="1" fontAlgn="ctr" hangingPunct="1">
              <a:spcBef>
                <a:spcPct val="50000"/>
              </a:spcBef>
              <a:defRPr/>
            </a:pPr>
            <a:r>
              <a:rPr lang="en-US" altLang="zh-CN" sz="2200" b="1" noProof="1">
                <a:solidFill>
                  <a:srgbClr val="C00000"/>
                </a:solidFill>
              </a:rPr>
              <a:t>6</a:t>
            </a:r>
          </a:p>
        </p:txBody>
      </p:sp>
      <p:sp>
        <p:nvSpPr>
          <p:cNvPr id="81" name="文本框 80">
            <a:extLst>
              <a:ext uri="{FF2B5EF4-FFF2-40B4-BE49-F238E27FC236}">
                <a16:creationId xmlns:a16="http://schemas.microsoft.com/office/drawing/2014/main" id="{DF97E706-9064-40B6-8F17-EBA84233BD9A}"/>
              </a:ext>
            </a:extLst>
          </p:cNvPr>
          <p:cNvSpPr txBox="1"/>
          <p:nvPr/>
        </p:nvSpPr>
        <p:spPr>
          <a:xfrm>
            <a:off x="9683076" y="2414368"/>
            <a:ext cx="250155" cy="430887"/>
          </a:xfrm>
          <a:prstGeom prst="rect">
            <a:avLst/>
          </a:prstGeom>
          <a:noFill/>
          <a:ln w="57150">
            <a:noFill/>
          </a:ln>
        </p:spPr>
        <p:txBody>
          <a:bodyPr wrap="square" anchor="b">
            <a:spAutoFit/>
          </a:bodyPr>
          <a:lstStyle/>
          <a:p>
            <a:pPr algn="ctr" eaLnBrk="1" fontAlgn="ctr" hangingPunct="1">
              <a:spcBef>
                <a:spcPct val="50000"/>
              </a:spcBef>
              <a:defRPr/>
            </a:pPr>
            <a:r>
              <a:rPr lang="en-US" altLang="zh-CN" sz="2200" b="1" noProof="1"/>
              <a:t>4</a:t>
            </a:r>
          </a:p>
        </p:txBody>
      </p:sp>
      <p:sp>
        <p:nvSpPr>
          <p:cNvPr id="82" name="文本框 81">
            <a:extLst>
              <a:ext uri="{FF2B5EF4-FFF2-40B4-BE49-F238E27FC236}">
                <a16:creationId xmlns:a16="http://schemas.microsoft.com/office/drawing/2014/main" id="{60997C81-F6CC-479F-A993-9E61C1A8D18C}"/>
              </a:ext>
            </a:extLst>
          </p:cNvPr>
          <p:cNvSpPr txBox="1"/>
          <p:nvPr/>
        </p:nvSpPr>
        <p:spPr>
          <a:xfrm>
            <a:off x="10707726" y="5387694"/>
            <a:ext cx="560847" cy="461665"/>
          </a:xfrm>
          <a:prstGeom prst="rect">
            <a:avLst/>
          </a:prstGeom>
          <a:noFill/>
          <a:ln w="57150">
            <a:noFill/>
          </a:ln>
        </p:spPr>
        <p:txBody>
          <a:bodyPr wrap="square" anchor="b">
            <a:spAutoFit/>
          </a:bodyPr>
          <a:lstStyle/>
          <a:p>
            <a:pPr algn="ctr" eaLnBrk="1" fontAlgn="ctr" hangingPunct="1">
              <a:spcBef>
                <a:spcPct val="50000"/>
              </a:spcBef>
              <a:defRPr/>
            </a:pPr>
            <a:r>
              <a:rPr lang="en-US" altLang="zh-CN" sz="2400" noProof="1">
                <a:solidFill>
                  <a:srgbClr val="0000CC"/>
                </a:solidFill>
                <a:effectLst>
                  <a:outerShdw blurRad="38100" dist="38100" dir="2700000">
                    <a:srgbClr val="000000"/>
                  </a:outerShdw>
                </a:effectLst>
              </a:rPr>
              <a:t>6</a:t>
            </a:r>
          </a:p>
        </p:txBody>
      </p:sp>
      <p:sp>
        <p:nvSpPr>
          <p:cNvPr id="83" name="文本框 82">
            <a:extLst>
              <a:ext uri="{FF2B5EF4-FFF2-40B4-BE49-F238E27FC236}">
                <a16:creationId xmlns:a16="http://schemas.microsoft.com/office/drawing/2014/main" id="{8AD5AC4E-5492-44AE-A3B2-5B726F7FB1DB}"/>
              </a:ext>
            </a:extLst>
          </p:cNvPr>
          <p:cNvSpPr txBox="1"/>
          <p:nvPr/>
        </p:nvSpPr>
        <p:spPr>
          <a:xfrm>
            <a:off x="8949112" y="2708697"/>
            <a:ext cx="309909" cy="430887"/>
          </a:xfrm>
          <a:prstGeom prst="rect">
            <a:avLst/>
          </a:prstGeom>
          <a:noFill/>
          <a:ln w="57150">
            <a:noFill/>
          </a:ln>
        </p:spPr>
        <p:txBody>
          <a:bodyPr wrap="square" anchor="b">
            <a:spAutoFit/>
          </a:bodyPr>
          <a:lstStyle/>
          <a:p>
            <a:pPr algn="ctr" eaLnBrk="1" fontAlgn="ctr" hangingPunct="1">
              <a:spcBef>
                <a:spcPct val="50000"/>
              </a:spcBef>
              <a:defRPr/>
            </a:pPr>
            <a:r>
              <a:rPr lang="en-US" altLang="zh-CN" sz="2200" b="1" noProof="1"/>
              <a:t>4</a:t>
            </a:r>
          </a:p>
        </p:txBody>
      </p:sp>
      <p:sp>
        <p:nvSpPr>
          <p:cNvPr id="84" name="文本框 83">
            <a:extLst>
              <a:ext uri="{FF2B5EF4-FFF2-40B4-BE49-F238E27FC236}">
                <a16:creationId xmlns:a16="http://schemas.microsoft.com/office/drawing/2014/main" id="{42D745F0-9F34-4C0B-8142-CB2DF449CA7B}"/>
              </a:ext>
            </a:extLst>
          </p:cNvPr>
          <p:cNvSpPr txBox="1"/>
          <p:nvPr/>
        </p:nvSpPr>
        <p:spPr>
          <a:xfrm>
            <a:off x="9311189" y="2723806"/>
            <a:ext cx="299331" cy="430887"/>
          </a:xfrm>
          <a:prstGeom prst="rect">
            <a:avLst/>
          </a:prstGeom>
          <a:noFill/>
          <a:ln w="57150">
            <a:noFill/>
          </a:ln>
        </p:spPr>
        <p:txBody>
          <a:bodyPr wrap="square" anchor="b">
            <a:spAutoFit/>
          </a:bodyPr>
          <a:lstStyle/>
          <a:p>
            <a:pPr algn="ctr" eaLnBrk="1" fontAlgn="ctr" hangingPunct="1">
              <a:spcBef>
                <a:spcPct val="50000"/>
              </a:spcBef>
              <a:defRPr/>
            </a:pPr>
            <a:r>
              <a:rPr lang="en-US" altLang="zh-CN" sz="2200" b="1" noProof="1">
                <a:solidFill>
                  <a:srgbClr val="C00000"/>
                </a:solidFill>
              </a:rPr>
              <a:t>2</a:t>
            </a:r>
          </a:p>
        </p:txBody>
      </p:sp>
      <p:sp>
        <p:nvSpPr>
          <p:cNvPr id="85" name="文本框 84">
            <a:extLst>
              <a:ext uri="{FF2B5EF4-FFF2-40B4-BE49-F238E27FC236}">
                <a16:creationId xmlns:a16="http://schemas.microsoft.com/office/drawing/2014/main" id="{BF0F66D3-D77F-4D5F-9C5F-00EE90C9CB0B}"/>
              </a:ext>
            </a:extLst>
          </p:cNvPr>
          <p:cNvSpPr txBox="1"/>
          <p:nvPr/>
        </p:nvSpPr>
        <p:spPr>
          <a:xfrm>
            <a:off x="9651045" y="2715659"/>
            <a:ext cx="299332" cy="430887"/>
          </a:xfrm>
          <a:prstGeom prst="rect">
            <a:avLst/>
          </a:prstGeom>
          <a:noFill/>
          <a:ln w="57150">
            <a:noFill/>
          </a:ln>
        </p:spPr>
        <p:txBody>
          <a:bodyPr wrap="square" anchor="b">
            <a:spAutoFit/>
          </a:bodyPr>
          <a:lstStyle/>
          <a:p>
            <a:pPr algn="ctr" eaLnBrk="1" fontAlgn="ctr" hangingPunct="1">
              <a:spcBef>
                <a:spcPct val="50000"/>
              </a:spcBef>
              <a:defRPr/>
            </a:pPr>
            <a:r>
              <a:rPr lang="en-US" altLang="zh-CN" sz="2200" b="1" noProof="1"/>
              <a:t>6</a:t>
            </a:r>
          </a:p>
        </p:txBody>
      </p:sp>
      <p:sp>
        <p:nvSpPr>
          <p:cNvPr id="86" name="文本框 85">
            <a:extLst>
              <a:ext uri="{FF2B5EF4-FFF2-40B4-BE49-F238E27FC236}">
                <a16:creationId xmlns:a16="http://schemas.microsoft.com/office/drawing/2014/main" id="{EFF9C8EC-CC84-49B2-9267-A807BFA5D989}"/>
              </a:ext>
            </a:extLst>
          </p:cNvPr>
          <p:cNvSpPr txBox="1"/>
          <p:nvPr/>
        </p:nvSpPr>
        <p:spPr>
          <a:xfrm>
            <a:off x="8911700" y="5378512"/>
            <a:ext cx="560847" cy="461665"/>
          </a:xfrm>
          <a:prstGeom prst="rect">
            <a:avLst/>
          </a:prstGeom>
          <a:noFill/>
          <a:ln w="57150">
            <a:noFill/>
          </a:ln>
        </p:spPr>
        <p:txBody>
          <a:bodyPr wrap="square" anchor="b">
            <a:spAutoFit/>
          </a:bodyPr>
          <a:lstStyle/>
          <a:p>
            <a:pPr algn="ctr" eaLnBrk="1" fontAlgn="ctr" hangingPunct="1">
              <a:spcBef>
                <a:spcPct val="50000"/>
              </a:spcBef>
              <a:defRPr/>
            </a:pPr>
            <a:r>
              <a:rPr lang="en-US" altLang="zh-CN" sz="2400" noProof="1">
                <a:solidFill>
                  <a:srgbClr val="0000CC"/>
                </a:solidFill>
                <a:effectLst>
                  <a:outerShdw blurRad="38100" dist="38100" dir="2700000">
                    <a:srgbClr val="000000"/>
                  </a:outerShdw>
                </a:effectLst>
              </a:rPr>
              <a:t>5</a:t>
            </a:r>
          </a:p>
        </p:txBody>
      </p:sp>
      <p:sp>
        <p:nvSpPr>
          <p:cNvPr id="3" name="文本框 5">
            <a:extLst>
              <a:ext uri="{FF2B5EF4-FFF2-40B4-BE49-F238E27FC236}">
                <a16:creationId xmlns:a16="http://schemas.microsoft.com/office/drawing/2014/main" id="{658BB8F9-1CC1-F3EF-D12C-7BB3DC4664FB}"/>
              </a:ext>
            </a:extLst>
          </p:cNvPr>
          <p:cNvSpPr txBox="1"/>
          <p:nvPr/>
        </p:nvSpPr>
        <p:spPr>
          <a:xfrm>
            <a:off x="1099510" y="263000"/>
            <a:ext cx="4698708" cy="461665"/>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zh-CN" sz="2400" b="1" kern="100" dirty="0">
                <a:solidFill>
                  <a:srgbClr val="C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400" b="1" kern="100" dirty="0">
                <a:solidFill>
                  <a:srgbClr val="C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2</a:t>
            </a:r>
            <a:r>
              <a:rPr lang="zh-CN" altLang="zh-CN" sz="2400" b="1" kern="100" dirty="0">
                <a:solidFill>
                  <a:srgbClr val="C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a:t>
            </a:r>
            <a:r>
              <a:rPr lang="zh-CN" altLang="en-US" sz="2400" b="1" kern="100" dirty="0">
                <a:solidFill>
                  <a:srgbClr val="C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算法</a:t>
            </a:r>
            <a:r>
              <a:rPr lang="en-US" altLang="zh-CN" sz="2400" b="1" kern="100" dirty="0">
                <a:solidFill>
                  <a:srgbClr val="C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5.4 </a:t>
            </a:r>
            <a:r>
              <a:rPr lang="en-US" altLang="zh-CN" sz="2400" b="1" kern="100" dirty="0">
                <a:solidFill>
                  <a:srgbClr val="041ABC"/>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 </a:t>
            </a:r>
            <a:r>
              <a:rPr lang="zh-CN" altLang="en-US" sz="2400" b="1" kern="100" dirty="0">
                <a:solidFill>
                  <a:srgbClr val="C00000"/>
                </a:solidFill>
                <a:effectLst>
                  <a:outerShdw blurRad="38100" dist="38100" dir="2700000" algn="tl">
                    <a:srgbClr val="000000">
                      <a:alpha val="43137"/>
                    </a:srgbClr>
                  </a:outerShdw>
                </a:effectLst>
                <a:latin typeface="Times New Roman" panose="02020603050405020304" pitchFamily="18" charset="0"/>
                <a:ea typeface="宋体" panose="02010600030101010101" pitchFamily="2" charset="-122"/>
                <a:cs typeface="Times New Roman" panose="02020603050405020304" pitchFamily="18" charset="0"/>
              </a:rPr>
              <a:t>快速转置方法</a:t>
            </a:r>
            <a:endParaRPr lang="zh-CN" altLang="en-US" sz="2400" b="1" dirty="0">
              <a:solidFill>
                <a:srgbClr val="C00000"/>
              </a:solidFill>
              <a:effectLst>
                <a:outerShdw blurRad="38100" dist="38100" dir="2700000" algn="tl">
                  <a:srgbClr val="000000">
                    <a:alpha val="43137"/>
                  </a:srgbClr>
                </a:outerShdw>
              </a:effectLst>
            </a:endParaRPr>
          </a:p>
        </p:txBody>
      </p:sp>
      <p:sp>
        <p:nvSpPr>
          <p:cNvPr id="17" name="矩形 16">
            <a:extLst>
              <a:ext uri="{FF2B5EF4-FFF2-40B4-BE49-F238E27FC236}">
                <a16:creationId xmlns:a16="http://schemas.microsoft.com/office/drawing/2014/main" id="{28838F86-564E-367C-8108-7680B8035B05}"/>
              </a:ext>
            </a:extLst>
          </p:cNvPr>
          <p:cNvSpPr/>
          <p:nvPr/>
        </p:nvSpPr>
        <p:spPr>
          <a:xfrm>
            <a:off x="10262949" y="1519467"/>
            <a:ext cx="1199005" cy="169557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0000"/>
              </a:lnSpc>
            </a:pPr>
            <a:r>
              <a:rPr lang="en-US" altLang="zh-CN" sz="2200" b="1" dirty="0">
                <a:solidFill>
                  <a:srgbClr val="C00000"/>
                </a:solidFill>
              </a:rPr>
              <a:t>1</a:t>
            </a:r>
            <a:r>
              <a:rPr lang="en-US" altLang="zh-CN" sz="2200" b="1" dirty="0">
                <a:solidFill>
                  <a:schemeClr val="tx1"/>
                </a:solidFill>
              </a:rPr>
              <a:t>   1   1</a:t>
            </a:r>
          </a:p>
          <a:p>
            <a:pPr algn="ctr">
              <a:lnSpc>
                <a:spcPct val="90000"/>
              </a:lnSpc>
            </a:pPr>
            <a:r>
              <a:rPr lang="en-US" altLang="zh-CN" sz="2200" b="1" dirty="0">
                <a:solidFill>
                  <a:srgbClr val="C00000"/>
                </a:solidFill>
              </a:rPr>
              <a:t>1</a:t>
            </a:r>
            <a:r>
              <a:rPr lang="en-US" altLang="zh-CN" sz="2200" b="1" dirty="0">
                <a:solidFill>
                  <a:schemeClr val="tx1"/>
                </a:solidFill>
              </a:rPr>
              <a:t>   3   3</a:t>
            </a:r>
          </a:p>
          <a:p>
            <a:pPr algn="ctr">
              <a:lnSpc>
                <a:spcPct val="90000"/>
              </a:lnSpc>
            </a:pPr>
            <a:r>
              <a:rPr lang="en-US" altLang="zh-CN" sz="2200" b="1" dirty="0">
                <a:solidFill>
                  <a:srgbClr val="C00000"/>
                </a:solidFill>
              </a:rPr>
              <a:t>2</a:t>
            </a:r>
            <a:r>
              <a:rPr lang="en-US" altLang="zh-CN" sz="2200" b="1" dirty="0">
                <a:solidFill>
                  <a:schemeClr val="tx1"/>
                </a:solidFill>
              </a:rPr>
              <a:t>   1   9</a:t>
            </a:r>
          </a:p>
          <a:p>
            <a:pPr algn="ctr">
              <a:lnSpc>
                <a:spcPct val="90000"/>
              </a:lnSpc>
            </a:pPr>
            <a:r>
              <a:rPr lang="en-US" altLang="zh-CN" sz="2200" b="1" dirty="0">
                <a:solidFill>
                  <a:srgbClr val="C00000"/>
                </a:solidFill>
              </a:rPr>
              <a:t>2</a:t>
            </a:r>
            <a:r>
              <a:rPr lang="en-US" altLang="zh-CN" sz="2200" b="1" dirty="0">
                <a:solidFill>
                  <a:schemeClr val="tx1"/>
                </a:solidFill>
              </a:rPr>
              <a:t>   4   6</a:t>
            </a:r>
          </a:p>
          <a:p>
            <a:pPr algn="ctr">
              <a:lnSpc>
                <a:spcPct val="90000"/>
              </a:lnSpc>
            </a:pPr>
            <a:r>
              <a:rPr lang="en-US" altLang="zh-CN" sz="2200" b="1" dirty="0">
                <a:solidFill>
                  <a:srgbClr val="C00000"/>
                </a:solidFill>
              </a:rPr>
              <a:t>6</a:t>
            </a:r>
            <a:r>
              <a:rPr lang="en-US" altLang="zh-CN" sz="2200" b="1" dirty="0">
                <a:solidFill>
                  <a:schemeClr val="tx1"/>
                </a:solidFill>
              </a:rPr>
              <a:t>   3   4</a:t>
            </a:r>
            <a:endParaRPr lang="zh-CN" altLang="en-US" sz="2200" b="1" dirty="0">
              <a:solidFill>
                <a:schemeClr val="tx1"/>
              </a:solidFill>
            </a:endParaRPr>
          </a:p>
        </p:txBody>
      </p:sp>
      <p:sp>
        <p:nvSpPr>
          <p:cNvPr id="11" name="矩形 22">
            <a:extLst>
              <a:ext uri="{FF2B5EF4-FFF2-40B4-BE49-F238E27FC236}">
                <a16:creationId xmlns:a16="http://schemas.microsoft.com/office/drawing/2014/main" id="{CA6710C1-B642-4D12-BF85-396715C7CFCE}"/>
              </a:ext>
            </a:extLst>
          </p:cNvPr>
          <p:cNvSpPr>
            <a:spLocks noChangeArrowheads="1"/>
          </p:cNvSpPr>
          <p:nvPr/>
        </p:nvSpPr>
        <p:spPr bwMode="auto">
          <a:xfrm>
            <a:off x="9305357" y="1107953"/>
            <a:ext cx="282976" cy="2076776"/>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lr>
                <a:srgbClr val="3333FF"/>
              </a:buClr>
              <a:buSzPct val="80000"/>
              <a:buFont typeface="Wingdings" panose="05000000000000000000" pitchFamily="2" charset="2"/>
              <a:buChar char="u"/>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buClr>
                <a:srgbClr val="3333FF"/>
              </a:buClr>
              <a:buSzPct val="80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rgbClr val="3333FF"/>
              </a:buClr>
              <a:buSzPct val="80000"/>
              <a:buFont typeface="Wingdings" panose="05000000000000000000" pitchFamily="2" charset="2"/>
              <a:buChar char="l"/>
              <a:defRPr sz="2200">
                <a:solidFill>
                  <a:schemeClr val="tx1"/>
                </a:solidFill>
                <a:latin typeface="Arial" panose="020B0604020202020204" pitchFamily="34" charset="0"/>
                <a:ea typeface="宋体" panose="02010600030101010101" pitchFamily="2" charset="-122"/>
              </a:defRPr>
            </a:lvl3pPr>
            <a:lvl4pPr marL="1600200" indent="-228600">
              <a:spcBef>
                <a:spcPct val="20000"/>
              </a:spcBef>
              <a:buClr>
                <a:srgbClr val="3333FF"/>
              </a:buClr>
              <a:buSzPct val="6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rgbClr val="3333FF"/>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rgbClr val="3333FF"/>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rgbClr val="3333FF"/>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rgbClr val="3333FF"/>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rgbClr val="3333FF"/>
              </a:buClr>
              <a:buSzPct val="40000"/>
              <a:buFont typeface="Wingdings" panose="05000000000000000000"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 typeface="Arial" panose="020B0604020202020204" pitchFamily="34" charset="0"/>
              <a:buNone/>
            </a:pPr>
            <a:endParaRPr lang="zh-CN" altLang="zh-CN" sz="2200" b="1">
              <a:latin typeface="+mn-lt"/>
            </a:endParaRPr>
          </a:p>
        </p:txBody>
      </p:sp>
      <p:cxnSp>
        <p:nvCxnSpPr>
          <p:cNvPr id="14" name="直接箭头连接符 13">
            <a:extLst>
              <a:ext uri="{FF2B5EF4-FFF2-40B4-BE49-F238E27FC236}">
                <a16:creationId xmlns:a16="http://schemas.microsoft.com/office/drawing/2014/main" id="{53BE6A3E-ACEC-4437-98C4-A1F68FA3D2F6}"/>
              </a:ext>
            </a:extLst>
          </p:cNvPr>
          <p:cNvCxnSpPr>
            <a:cxnSpLocks/>
          </p:cNvCxnSpPr>
          <p:nvPr/>
        </p:nvCxnSpPr>
        <p:spPr>
          <a:xfrm>
            <a:off x="9841520" y="1736577"/>
            <a:ext cx="504613" cy="0"/>
          </a:xfrm>
          <a:prstGeom prst="straightConnector1">
            <a:avLst/>
          </a:prstGeom>
          <a:ln w="25400">
            <a:solidFill>
              <a:srgbClr val="1D15BD"/>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4" name="直接箭头连接符 3">
            <a:extLst>
              <a:ext uri="{FF2B5EF4-FFF2-40B4-BE49-F238E27FC236}">
                <a16:creationId xmlns:a16="http://schemas.microsoft.com/office/drawing/2014/main" id="{9A2129D4-0CE7-4A52-A5B0-CA915EFD00E2}"/>
              </a:ext>
            </a:extLst>
          </p:cNvPr>
          <p:cNvCxnSpPr>
            <a:cxnSpLocks/>
            <a:stCxn id="2" idx="3"/>
            <a:endCxn id="13" idx="1"/>
          </p:cNvCxnSpPr>
          <p:nvPr/>
        </p:nvCxnSpPr>
        <p:spPr>
          <a:xfrm>
            <a:off x="9930909" y="2031457"/>
            <a:ext cx="445654" cy="318354"/>
          </a:xfrm>
          <a:prstGeom prst="straightConnector1">
            <a:avLst/>
          </a:prstGeom>
          <a:ln w="25400">
            <a:solidFill>
              <a:srgbClr val="00B050"/>
            </a:solidFill>
            <a:tailEnd type="stealth" w="lg" len="lg"/>
          </a:ln>
        </p:spPr>
        <p:style>
          <a:lnRef idx="1">
            <a:schemeClr val="accent1"/>
          </a:lnRef>
          <a:fillRef idx="0">
            <a:schemeClr val="accent1"/>
          </a:fillRef>
          <a:effectRef idx="0">
            <a:schemeClr val="accent1"/>
          </a:effectRef>
          <a:fontRef idx="minor">
            <a:schemeClr val="tx1"/>
          </a:fontRef>
        </p:style>
      </p:cxnSp>
      <p:sp>
        <p:nvSpPr>
          <p:cNvPr id="46" name="文本框 45">
            <a:extLst>
              <a:ext uri="{FF2B5EF4-FFF2-40B4-BE49-F238E27FC236}">
                <a16:creationId xmlns:a16="http://schemas.microsoft.com/office/drawing/2014/main" id="{EF2884B8-8E76-DAA3-6F01-CBFB7F2BCCAC}"/>
              </a:ext>
            </a:extLst>
          </p:cNvPr>
          <p:cNvSpPr txBox="1"/>
          <p:nvPr/>
        </p:nvSpPr>
        <p:spPr>
          <a:xfrm>
            <a:off x="8138628" y="421808"/>
            <a:ext cx="2723823" cy="369332"/>
          </a:xfrm>
          <a:prstGeom prst="rect">
            <a:avLst/>
          </a:prstGeom>
          <a:solidFill>
            <a:schemeClr val="accent4">
              <a:lumMod val="20000"/>
              <a:lumOff val="80000"/>
            </a:schemeClr>
          </a:solidFill>
        </p:spPr>
        <p:txBody>
          <a:bodyPr wrap="none" rtlCol="0">
            <a:spAutoFit/>
          </a:bodyPr>
          <a:lstStyle/>
          <a:p>
            <a:r>
              <a:rPr lang="zh-CN" altLang="en-US" b="1" dirty="0">
                <a:solidFill>
                  <a:srgbClr val="C00000"/>
                </a:solidFill>
                <a:effectLst>
                  <a:outerShdw blurRad="38100" dist="38100" dir="2700000" algn="tl">
                    <a:srgbClr val="000000">
                      <a:alpha val="43137"/>
                    </a:srgbClr>
                  </a:outerShdw>
                </a:effectLst>
              </a:rPr>
              <a:t>分析每列非零元转置位置</a:t>
            </a:r>
          </a:p>
        </p:txBody>
      </p:sp>
    </p:spTree>
    <p:extLst>
      <p:ext uri="{BB962C8B-B14F-4D97-AF65-F5344CB8AC3E}">
        <p14:creationId xmlns:p14="http://schemas.microsoft.com/office/powerpoint/2010/main" val="29897090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up)">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6"/>
                                        </p:tgtEl>
                                        <p:attrNameLst>
                                          <p:attrName>style.visibility</p:attrName>
                                        </p:attrNameLst>
                                      </p:cBhvr>
                                      <p:to>
                                        <p:strVal val="visible"/>
                                      </p:to>
                                    </p:set>
                                    <p:animEffect transition="in" filter="wipe(left)">
                                      <p:cBhvr>
                                        <p:cTn id="12" dur="1000"/>
                                        <p:tgtEl>
                                          <p:spTgt spid="46"/>
                                        </p:tgtEl>
                                      </p:cBhvr>
                                    </p:animEffect>
                                  </p:childTnLst>
                                </p:cTn>
                              </p:par>
                            </p:childTnLst>
                          </p:cTn>
                        </p:par>
                      </p:childTnLst>
                    </p:cTn>
                  </p:par>
                  <p:par>
                    <p:cTn id="13" fill="hold">
                      <p:stCondLst>
                        <p:cond delay="indefinite"/>
                      </p:stCondLst>
                      <p:childTnLst>
                        <p:par>
                          <p:cTn id="14" fill="hold">
                            <p:stCondLst>
                              <p:cond delay="0"/>
                            </p:stCondLst>
                            <p:childTnLst>
                              <p:par>
                                <p:cTn id="15" presetID="45" presetClass="entr" presetSubtype="0"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2000"/>
                                        <p:tgtEl>
                                          <p:spTgt spid="17"/>
                                        </p:tgtEl>
                                      </p:cBhvr>
                                    </p:animEffect>
                                    <p:anim calcmode="lin" valueType="num">
                                      <p:cBhvr>
                                        <p:cTn id="18" dur="2000" fill="hold"/>
                                        <p:tgtEl>
                                          <p:spTgt spid="17"/>
                                        </p:tgtEl>
                                        <p:attrNameLst>
                                          <p:attrName>ppt_w</p:attrName>
                                        </p:attrNameLst>
                                      </p:cBhvr>
                                      <p:tavLst>
                                        <p:tav tm="0" fmla="#ppt_w*sin(2.5*pi*$)">
                                          <p:val>
                                            <p:fltVal val="0"/>
                                          </p:val>
                                        </p:tav>
                                        <p:tav tm="100000">
                                          <p:val>
                                            <p:fltVal val="1"/>
                                          </p:val>
                                        </p:tav>
                                      </p:tavLst>
                                    </p:anim>
                                    <p:anim calcmode="lin" valueType="num">
                                      <p:cBhvr>
                                        <p:cTn id="19" dur="2000" fill="hold"/>
                                        <p:tgtEl>
                                          <p:spTgt spid="17"/>
                                        </p:tgtEl>
                                        <p:attrNameLst>
                                          <p:attrName>ppt_h</p:attrName>
                                        </p:attrNameLst>
                                      </p:cBhvr>
                                      <p:tavLst>
                                        <p:tav tm="0">
                                          <p:val>
                                            <p:strVal val="#ppt_h"/>
                                          </p:val>
                                        </p:tav>
                                        <p:tav tm="100000">
                                          <p:val>
                                            <p:strVal val="#ppt_h"/>
                                          </p:val>
                                        </p:tav>
                                      </p:tavLst>
                                    </p:anim>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2"/>
                                        </p:tgtEl>
                                        <p:attrNameLst>
                                          <p:attrName>style.visibility</p:attrName>
                                        </p:attrNameLst>
                                      </p:cBhvr>
                                      <p:to>
                                        <p:strVal val="visible"/>
                                      </p:to>
                                    </p:set>
                                    <p:animEffect transition="in" filter="wipe(left)">
                                      <p:cBhvr>
                                        <p:cTn id="24" dur="500"/>
                                        <p:tgtEl>
                                          <p:spTgt spid="2"/>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4"/>
                                        </p:tgtEl>
                                        <p:attrNameLst>
                                          <p:attrName>style.visibility</p:attrName>
                                        </p:attrNameLst>
                                      </p:cBhvr>
                                      <p:to>
                                        <p:strVal val="visible"/>
                                      </p:to>
                                    </p:set>
                                    <p:animEffect transition="in" filter="wipe(left)">
                                      <p:cBhvr>
                                        <p:cTn id="29" dur="500"/>
                                        <p:tgtEl>
                                          <p:spTgt spid="4"/>
                                        </p:tgtEl>
                                      </p:cBhvr>
                                    </p:animEffect>
                                  </p:childTnLst>
                                </p:cTn>
                              </p:par>
                            </p:childTnLst>
                          </p:cTn>
                        </p:par>
                        <p:par>
                          <p:cTn id="30" fill="hold">
                            <p:stCondLst>
                              <p:cond delay="500"/>
                            </p:stCondLst>
                            <p:childTnLst>
                              <p:par>
                                <p:cTn id="31" presetID="22" presetClass="entr" presetSubtype="8" fill="hold" grpId="0" nodeType="after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wipe(left)">
                                      <p:cBhvr>
                                        <p:cTn id="33" dur="500"/>
                                        <p:tgtEl>
                                          <p:spTgt spid="13"/>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xit" presetSubtype="2" fill="hold" grpId="1" nodeType="clickEffect">
                                  <p:stCondLst>
                                    <p:cond delay="0"/>
                                  </p:stCondLst>
                                  <p:childTnLst>
                                    <p:animEffect transition="out" filter="wipe(right)">
                                      <p:cBhvr>
                                        <p:cTn id="37" dur="500"/>
                                        <p:tgtEl>
                                          <p:spTgt spid="13"/>
                                        </p:tgtEl>
                                      </p:cBhvr>
                                    </p:animEffect>
                                    <p:set>
                                      <p:cBhvr>
                                        <p:cTn id="38" dur="1" fill="hold">
                                          <p:stCondLst>
                                            <p:cond delay="499"/>
                                          </p:stCondLst>
                                        </p:cTn>
                                        <p:tgtEl>
                                          <p:spTgt spid="13"/>
                                        </p:tgtEl>
                                        <p:attrNameLst>
                                          <p:attrName>style.visibility</p:attrName>
                                        </p:attrNameLst>
                                      </p:cBhvr>
                                      <p:to>
                                        <p:strVal val="hidden"/>
                                      </p:to>
                                    </p:set>
                                  </p:childTnLst>
                                </p:cTn>
                              </p:par>
                            </p:childTnLst>
                          </p:cTn>
                        </p:par>
                        <p:par>
                          <p:cTn id="39" fill="hold">
                            <p:stCondLst>
                              <p:cond delay="500"/>
                            </p:stCondLst>
                            <p:childTnLst>
                              <p:par>
                                <p:cTn id="40" presetID="22" presetClass="exit" presetSubtype="2" fill="hold" nodeType="afterEffect">
                                  <p:stCondLst>
                                    <p:cond delay="0"/>
                                  </p:stCondLst>
                                  <p:childTnLst>
                                    <p:animEffect transition="out" filter="wipe(right)">
                                      <p:cBhvr>
                                        <p:cTn id="41" dur="500"/>
                                        <p:tgtEl>
                                          <p:spTgt spid="4"/>
                                        </p:tgtEl>
                                      </p:cBhvr>
                                    </p:animEffect>
                                    <p:set>
                                      <p:cBhvr>
                                        <p:cTn id="42" dur="1" fill="hold">
                                          <p:stCondLst>
                                            <p:cond delay="499"/>
                                          </p:stCondLst>
                                        </p:cTn>
                                        <p:tgtEl>
                                          <p:spTgt spid="4"/>
                                        </p:tgtEl>
                                        <p:attrNameLst>
                                          <p:attrName>style.visibility</p:attrName>
                                        </p:attrNameLst>
                                      </p:cBhvr>
                                      <p:to>
                                        <p:strVal val="hidden"/>
                                      </p:to>
                                    </p:set>
                                  </p:childTnLst>
                                </p:cTn>
                              </p:par>
                            </p:childTnLst>
                          </p:cTn>
                        </p:par>
                        <p:par>
                          <p:cTn id="43" fill="hold">
                            <p:stCondLst>
                              <p:cond delay="1000"/>
                            </p:stCondLst>
                            <p:childTnLst>
                              <p:par>
                                <p:cTn id="44" presetID="22" presetClass="exit" presetSubtype="2" fill="hold" grpId="1" nodeType="afterEffect">
                                  <p:stCondLst>
                                    <p:cond delay="0"/>
                                  </p:stCondLst>
                                  <p:childTnLst>
                                    <p:animEffect transition="out" filter="wipe(right)">
                                      <p:cBhvr>
                                        <p:cTn id="45" dur="500"/>
                                        <p:tgtEl>
                                          <p:spTgt spid="2"/>
                                        </p:tgtEl>
                                      </p:cBhvr>
                                    </p:animEffect>
                                    <p:set>
                                      <p:cBhvr>
                                        <p:cTn id="46" dur="1" fill="hold">
                                          <p:stCondLst>
                                            <p:cond delay="499"/>
                                          </p:stCondLst>
                                        </p:cTn>
                                        <p:tgtEl>
                                          <p:spTgt spid="2"/>
                                        </p:tgtEl>
                                        <p:attrNameLst>
                                          <p:attrName>style.visibility</p:attrName>
                                        </p:attrNameLst>
                                      </p:cBhvr>
                                      <p:to>
                                        <p:strVal val="hidden"/>
                                      </p:to>
                                    </p:set>
                                  </p:childTnLst>
                                </p:cTn>
                              </p:par>
                            </p:childTnLst>
                          </p:cTn>
                        </p:par>
                        <p:par>
                          <p:cTn id="47" fill="hold">
                            <p:stCondLst>
                              <p:cond delay="1500"/>
                            </p:stCondLst>
                            <p:childTnLst>
                              <p:par>
                                <p:cTn id="48" presetID="22" presetClass="entr" presetSubtype="1" fill="hold" grpId="0" nodeType="afterEffect">
                                  <p:stCondLst>
                                    <p:cond delay="0"/>
                                  </p:stCondLst>
                                  <p:childTnLst>
                                    <p:set>
                                      <p:cBhvr>
                                        <p:cTn id="49" dur="1" fill="hold">
                                          <p:stCondLst>
                                            <p:cond delay="0"/>
                                          </p:stCondLst>
                                        </p:cTn>
                                        <p:tgtEl>
                                          <p:spTgt spid="11"/>
                                        </p:tgtEl>
                                        <p:attrNameLst>
                                          <p:attrName>style.visibility</p:attrName>
                                        </p:attrNameLst>
                                      </p:cBhvr>
                                      <p:to>
                                        <p:strVal val="visible"/>
                                      </p:to>
                                    </p:set>
                                    <p:animEffect transition="in" filter="wipe(up)">
                                      <p:cBhvr>
                                        <p:cTn id="50" dur="500"/>
                                        <p:tgtEl>
                                          <p:spTgt spid="11"/>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1" fill="hold" grpId="0" nodeType="clickEffect">
                                  <p:stCondLst>
                                    <p:cond delay="0"/>
                                  </p:stCondLst>
                                  <p:childTnLst>
                                    <p:set>
                                      <p:cBhvr>
                                        <p:cTn id="54" dur="1" fill="hold">
                                          <p:stCondLst>
                                            <p:cond delay="0"/>
                                          </p:stCondLst>
                                        </p:cTn>
                                        <p:tgtEl>
                                          <p:spTgt spid="12"/>
                                        </p:tgtEl>
                                        <p:attrNameLst>
                                          <p:attrName>style.visibility</p:attrName>
                                        </p:attrNameLst>
                                      </p:cBhvr>
                                      <p:to>
                                        <p:strVal val="visible"/>
                                      </p:to>
                                    </p:set>
                                    <p:animEffect transition="in" filter="wipe(up)">
                                      <p:cBhvr>
                                        <p:cTn id="55" dur="500"/>
                                        <p:tgtEl>
                                          <p:spTgt spid="12"/>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nodeType="clickEffect">
                                  <p:stCondLst>
                                    <p:cond delay="0"/>
                                  </p:stCondLst>
                                  <p:childTnLst>
                                    <p:set>
                                      <p:cBhvr>
                                        <p:cTn id="59" dur="1" fill="hold">
                                          <p:stCondLst>
                                            <p:cond delay="0"/>
                                          </p:stCondLst>
                                        </p:cTn>
                                        <p:tgtEl>
                                          <p:spTgt spid="14"/>
                                        </p:tgtEl>
                                        <p:attrNameLst>
                                          <p:attrName>style.visibility</p:attrName>
                                        </p:attrNameLst>
                                      </p:cBhvr>
                                      <p:to>
                                        <p:strVal val="visible"/>
                                      </p:to>
                                    </p:set>
                                    <p:animEffect transition="in" filter="wipe(left)">
                                      <p:cBhvr>
                                        <p:cTn id="60" dur="500"/>
                                        <p:tgtEl>
                                          <p:spTgt spid="14"/>
                                        </p:tgtEl>
                                      </p:cBhvr>
                                    </p:animEffect>
                                  </p:childTnLst>
                                </p:cTn>
                              </p:par>
                              <p:par>
                                <p:cTn id="61" presetID="22" presetClass="entr" presetSubtype="8" fill="hold" nodeType="withEffect">
                                  <p:stCondLst>
                                    <p:cond delay="0"/>
                                  </p:stCondLst>
                                  <p:childTnLst>
                                    <p:set>
                                      <p:cBhvr>
                                        <p:cTn id="62" dur="1" fill="hold">
                                          <p:stCondLst>
                                            <p:cond delay="0"/>
                                          </p:stCondLst>
                                        </p:cTn>
                                        <p:tgtEl>
                                          <p:spTgt spid="16"/>
                                        </p:tgtEl>
                                        <p:attrNameLst>
                                          <p:attrName>style.visibility</p:attrName>
                                        </p:attrNameLst>
                                      </p:cBhvr>
                                      <p:to>
                                        <p:strVal val="visible"/>
                                      </p:to>
                                    </p:set>
                                    <p:animEffect transition="in" filter="wipe(left)">
                                      <p:cBhvr>
                                        <p:cTn id="63" dur="500"/>
                                        <p:tgtEl>
                                          <p:spTgt spid="16"/>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8" fill="hold" grpId="2" nodeType="clickEffect">
                                  <p:stCondLst>
                                    <p:cond delay="0"/>
                                  </p:stCondLst>
                                  <p:childTnLst>
                                    <p:set>
                                      <p:cBhvr>
                                        <p:cTn id="67" dur="1" fill="hold">
                                          <p:stCondLst>
                                            <p:cond delay="0"/>
                                          </p:stCondLst>
                                        </p:cTn>
                                        <p:tgtEl>
                                          <p:spTgt spid="2"/>
                                        </p:tgtEl>
                                        <p:attrNameLst>
                                          <p:attrName>style.visibility</p:attrName>
                                        </p:attrNameLst>
                                      </p:cBhvr>
                                      <p:to>
                                        <p:strVal val="visible"/>
                                      </p:to>
                                    </p:set>
                                    <p:animEffect transition="in" filter="wipe(left)">
                                      <p:cBhvr>
                                        <p:cTn id="68" dur="500"/>
                                        <p:tgtEl>
                                          <p:spTgt spid="2"/>
                                        </p:tgtEl>
                                      </p:cBhvr>
                                    </p:animEffect>
                                  </p:childTnLst>
                                </p:cTn>
                              </p:par>
                            </p:childTnLst>
                          </p:cTn>
                        </p:par>
                        <p:par>
                          <p:cTn id="69" fill="hold">
                            <p:stCondLst>
                              <p:cond delay="500"/>
                            </p:stCondLst>
                            <p:childTnLst>
                              <p:par>
                                <p:cTn id="70" presetID="22" presetClass="entr" presetSubtype="8" fill="hold" nodeType="afterEffect">
                                  <p:stCondLst>
                                    <p:cond delay="0"/>
                                  </p:stCondLst>
                                  <p:childTnLst>
                                    <p:set>
                                      <p:cBhvr>
                                        <p:cTn id="71" dur="1" fill="hold">
                                          <p:stCondLst>
                                            <p:cond delay="0"/>
                                          </p:stCondLst>
                                        </p:cTn>
                                        <p:tgtEl>
                                          <p:spTgt spid="4"/>
                                        </p:tgtEl>
                                        <p:attrNameLst>
                                          <p:attrName>style.visibility</p:attrName>
                                        </p:attrNameLst>
                                      </p:cBhvr>
                                      <p:to>
                                        <p:strVal val="visible"/>
                                      </p:to>
                                    </p:set>
                                    <p:animEffect transition="in" filter="wipe(left)">
                                      <p:cBhvr>
                                        <p:cTn id="72" dur="500"/>
                                        <p:tgtEl>
                                          <p:spTgt spid="4"/>
                                        </p:tgtEl>
                                      </p:cBhvr>
                                    </p:animEffect>
                                  </p:childTnLst>
                                </p:cTn>
                              </p:par>
                            </p:childTnLst>
                          </p:cTn>
                        </p:par>
                        <p:par>
                          <p:cTn id="73" fill="hold">
                            <p:stCondLst>
                              <p:cond delay="1000"/>
                            </p:stCondLst>
                            <p:childTnLst>
                              <p:par>
                                <p:cTn id="74" presetID="22" presetClass="entr" presetSubtype="8" fill="hold" grpId="2" nodeType="afterEffect">
                                  <p:stCondLst>
                                    <p:cond delay="0"/>
                                  </p:stCondLst>
                                  <p:childTnLst>
                                    <p:set>
                                      <p:cBhvr>
                                        <p:cTn id="75" dur="1" fill="hold">
                                          <p:stCondLst>
                                            <p:cond delay="0"/>
                                          </p:stCondLst>
                                        </p:cTn>
                                        <p:tgtEl>
                                          <p:spTgt spid="13"/>
                                        </p:tgtEl>
                                        <p:attrNameLst>
                                          <p:attrName>style.visibility</p:attrName>
                                        </p:attrNameLst>
                                      </p:cBhvr>
                                      <p:to>
                                        <p:strVal val="visible"/>
                                      </p:to>
                                    </p:set>
                                    <p:animEffect transition="in" filter="wipe(left)">
                                      <p:cBhvr>
                                        <p:cTn id="76" dur="500"/>
                                        <p:tgtEl>
                                          <p:spTgt spid="13"/>
                                        </p:tgtEl>
                                      </p:cBhvr>
                                    </p:animEffect>
                                  </p:childTnLst>
                                </p:cTn>
                              </p:par>
                            </p:childTnLst>
                          </p:cTn>
                        </p:par>
                      </p:childTnLst>
                    </p:cTn>
                  </p:par>
                  <p:par>
                    <p:cTn id="77" fill="hold">
                      <p:stCondLst>
                        <p:cond delay="indefinite"/>
                      </p:stCondLst>
                      <p:childTnLst>
                        <p:par>
                          <p:cTn id="78" fill="hold">
                            <p:stCondLst>
                              <p:cond delay="0"/>
                            </p:stCondLst>
                            <p:childTnLst>
                              <p:par>
                                <p:cTn id="79" presetID="31" presetClass="exit" presetSubtype="0" fill="hold" grpId="1" nodeType="clickEffect">
                                  <p:stCondLst>
                                    <p:cond delay="0"/>
                                  </p:stCondLst>
                                  <p:childTnLst>
                                    <p:anim calcmode="lin" valueType="num">
                                      <p:cBhvr>
                                        <p:cTn id="80" dur="1000"/>
                                        <p:tgtEl>
                                          <p:spTgt spid="17"/>
                                        </p:tgtEl>
                                        <p:attrNameLst>
                                          <p:attrName>ppt_w</p:attrName>
                                        </p:attrNameLst>
                                      </p:cBhvr>
                                      <p:tavLst>
                                        <p:tav tm="0">
                                          <p:val>
                                            <p:strVal val="ppt_w"/>
                                          </p:val>
                                        </p:tav>
                                        <p:tav tm="100000">
                                          <p:val>
                                            <p:fltVal val="0"/>
                                          </p:val>
                                        </p:tav>
                                      </p:tavLst>
                                    </p:anim>
                                    <p:anim calcmode="lin" valueType="num">
                                      <p:cBhvr>
                                        <p:cTn id="81" dur="1000"/>
                                        <p:tgtEl>
                                          <p:spTgt spid="17"/>
                                        </p:tgtEl>
                                        <p:attrNameLst>
                                          <p:attrName>ppt_h</p:attrName>
                                        </p:attrNameLst>
                                      </p:cBhvr>
                                      <p:tavLst>
                                        <p:tav tm="0">
                                          <p:val>
                                            <p:strVal val="ppt_h"/>
                                          </p:val>
                                        </p:tav>
                                        <p:tav tm="100000">
                                          <p:val>
                                            <p:fltVal val="0"/>
                                          </p:val>
                                        </p:tav>
                                      </p:tavLst>
                                    </p:anim>
                                    <p:anim calcmode="lin" valueType="num">
                                      <p:cBhvr>
                                        <p:cTn id="82" dur="1000"/>
                                        <p:tgtEl>
                                          <p:spTgt spid="17"/>
                                        </p:tgtEl>
                                        <p:attrNameLst>
                                          <p:attrName>style.rotation</p:attrName>
                                        </p:attrNameLst>
                                      </p:cBhvr>
                                      <p:tavLst>
                                        <p:tav tm="0">
                                          <p:val>
                                            <p:fltVal val="0"/>
                                          </p:val>
                                        </p:tav>
                                        <p:tav tm="100000">
                                          <p:val>
                                            <p:fltVal val="90"/>
                                          </p:val>
                                        </p:tav>
                                      </p:tavLst>
                                    </p:anim>
                                    <p:animEffect transition="out" filter="fade">
                                      <p:cBhvr>
                                        <p:cTn id="83" dur="1000"/>
                                        <p:tgtEl>
                                          <p:spTgt spid="17"/>
                                        </p:tgtEl>
                                      </p:cBhvr>
                                    </p:animEffect>
                                    <p:set>
                                      <p:cBhvr>
                                        <p:cTn id="84" dur="1" fill="hold">
                                          <p:stCondLst>
                                            <p:cond delay="999"/>
                                          </p:stCondLst>
                                        </p:cTn>
                                        <p:tgtEl>
                                          <p:spTgt spid="17"/>
                                        </p:tgtEl>
                                        <p:attrNameLst>
                                          <p:attrName>style.visibility</p:attrName>
                                        </p:attrNameLst>
                                      </p:cBhvr>
                                      <p:to>
                                        <p:strVal val="hidden"/>
                                      </p:to>
                                    </p:set>
                                  </p:childTnLst>
                                </p:cTn>
                              </p:par>
                              <p:par>
                                <p:cTn id="85" presetID="22" presetClass="exit" presetSubtype="2" fill="hold" nodeType="withEffect">
                                  <p:stCondLst>
                                    <p:cond delay="0"/>
                                  </p:stCondLst>
                                  <p:childTnLst>
                                    <p:animEffect transition="out" filter="wipe(right)">
                                      <p:cBhvr>
                                        <p:cTn id="86" dur="500"/>
                                        <p:tgtEl>
                                          <p:spTgt spid="14"/>
                                        </p:tgtEl>
                                      </p:cBhvr>
                                    </p:animEffect>
                                    <p:set>
                                      <p:cBhvr>
                                        <p:cTn id="87" dur="1" fill="hold">
                                          <p:stCondLst>
                                            <p:cond delay="499"/>
                                          </p:stCondLst>
                                        </p:cTn>
                                        <p:tgtEl>
                                          <p:spTgt spid="14"/>
                                        </p:tgtEl>
                                        <p:attrNameLst>
                                          <p:attrName>style.visibility</p:attrName>
                                        </p:attrNameLst>
                                      </p:cBhvr>
                                      <p:to>
                                        <p:strVal val="hidden"/>
                                      </p:to>
                                    </p:set>
                                  </p:childTnLst>
                                </p:cTn>
                              </p:par>
                              <p:par>
                                <p:cTn id="88" presetID="22" presetClass="exit" presetSubtype="2" fill="hold" nodeType="withEffect">
                                  <p:stCondLst>
                                    <p:cond delay="0"/>
                                  </p:stCondLst>
                                  <p:childTnLst>
                                    <p:animEffect transition="out" filter="wipe(right)">
                                      <p:cBhvr>
                                        <p:cTn id="89" dur="500"/>
                                        <p:tgtEl>
                                          <p:spTgt spid="16"/>
                                        </p:tgtEl>
                                      </p:cBhvr>
                                    </p:animEffect>
                                    <p:set>
                                      <p:cBhvr>
                                        <p:cTn id="90" dur="1" fill="hold">
                                          <p:stCondLst>
                                            <p:cond delay="499"/>
                                          </p:stCondLst>
                                        </p:cTn>
                                        <p:tgtEl>
                                          <p:spTgt spid="16"/>
                                        </p:tgtEl>
                                        <p:attrNameLst>
                                          <p:attrName>style.visibility</p:attrName>
                                        </p:attrNameLst>
                                      </p:cBhvr>
                                      <p:to>
                                        <p:strVal val="hidden"/>
                                      </p:to>
                                    </p:set>
                                  </p:childTnLst>
                                </p:cTn>
                              </p:par>
                              <p:par>
                                <p:cTn id="91" presetID="22" presetClass="exit" presetSubtype="4" fill="hold" grpId="3" nodeType="withEffect">
                                  <p:stCondLst>
                                    <p:cond delay="0"/>
                                  </p:stCondLst>
                                  <p:childTnLst>
                                    <p:animEffect transition="out" filter="wipe(down)">
                                      <p:cBhvr>
                                        <p:cTn id="92" dur="500"/>
                                        <p:tgtEl>
                                          <p:spTgt spid="2"/>
                                        </p:tgtEl>
                                      </p:cBhvr>
                                    </p:animEffect>
                                    <p:set>
                                      <p:cBhvr>
                                        <p:cTn id="93" dur="1" fill="hold">
                                          <p:stCondLst>
                                            <p:cond delay="499"/>
                                          </p:stCondLst>
                                        </p:cTn>
                                        <p:tgtEl>
                                          <p:spTgt spid="2"/>
                                        </p:tgtEl>
                                        <p:attrNameLst>
                                          <p:attrName>style.visibility</p:attrName>
                                        </p:attrNameLst>
                                      </p:cBhvr>
                                      <p:to>
                                        <p:strVal val="hidden"/>
                                      </p:to>
                                    </p:set>
                                  </p:childTnLst>
                                </p:cTn>
                              </p:par>
                              <p:par>
                                <p:cTn id="94" presetID="22" presetClass="exit" presetSubtype="4" fill="hold" nodeType="withEffect">
                                  <p:stCondLst>
                                    <p:cond delay="0"/>
                                  </p:stCondLst>
                                  <p:childTnLst>
                                    <p:animEffect transition="out" filter="wipe(down)">
                                      <p:cBhvr>
                                        <p:cTn id="95" dur="500"/>
                                        <p:tgtEl>
                                          <p:spTgt spid="4"/>
                                        </p:tgtEl>
                                      </p:cBhvr>
                                    </p:animEffect>
                                    <p:set>
                                      <p:cBhvr>
                                        <p:cTn id="96" dur="1" fill="hold">
                                          <p:stCondLst>
                                            <p:cond delay="499"/>
                                          </p:stCondLst>
                                        </p:cTn>
                                        <p:tgtEl>
                                          <p:spTgt spid="4"/>
                                        </p:tgtEl>
                                        <p:attrNameLst>
                                          <p:attrName>style.visibility</p:attrName>
                                        </p:attrNameLst>
                                      </p:cBhvr>
                                      <p:to>
                                        <p:strVal val="hidden"/>
                                      </p:to>
                                    </p:set>
                                  </p:childTnLst>
                                </p:cTn>
                              </p:par>
                              <p:par>
                                <p:cTn id="97" presetID="22" presetClass="exit" presetSubtype="4" fill="hold" grpId="3" nodeType="withEffect">
                                  <p:stCondLst>
                                    <p:cond delay="0"/>
                                  </p:stCondLst>
                                  <p:childTnLst>
                                    <p:animEffect transition="out" filter="wipe(down)">
                                      <p:cBhvr>
                                        <p:cTn id="98" dur="500"/>
                                        <p:tgtEl>
                                          <p:spTgt spid="13"/>
                                        </p:tgtEl>
                                      </p:cBhvr>
                                    </p:animEffect>
                                    <p:set>
                                      <p:cBhvr>
                                        <p:cTn id="99" dur="1" fill="hold">
                                          <p:stCondLst>
                                            <p:cond delay="499"/>
                                          </p:stCondLst>
                                        </p:cTn>
                                        <p:tgtEl>
                                          <p:spTgt spid="13"/>
                                        </p:tgtEl>
                                        <p:attrNameLst>
                                          <p:attrName>style.visibility</p:attrName>
                                        </p:attrNameLst>
                                      </p:cBhvr>
                                      <p:to>
                                        <p:strVal val="hidden"/>
                                      </p:to>
                                    </p:set>
                                  </p:childTnLst>
                                </p:cTn>
                              </p:par>
                              <p:par>
                                <p:cTn id="100" presetID="22" presetClass="exit" presetSubtype="4" fill="hold" grpId="1" nodeType="withEffect">
                                  <p:stCondLst>
                                    <p:cond delay="0"/>
                                  </p:stCondLst>
                                  <p:childTnLst>
                                    <p:animEffect transition="out" filter="wipe(down)">
                                      <p:cBhvr>
                                        <p:cTn id="101" dur="500"/>
                                        <p:tgtEl>
                                          <p:spTgt spid="12"/>
                                        </p:tgtEl>
                                      </p:cBhvr>
                                    </p:animEffect>
                                    <p:set>
                                      <p:cBhvr>
                                        <p:cTn id="102" dur="1" fill="hold">
                                          <p:stCondLst>
                                            <p:cond delay="499"/>
                                          </p:stCondLst>
                                        </p:cTn>
                                        <p:tgtEl>
                                          <p:spTgt spid="12"/>
                                        </p:tgtEl>
                                        <p:attrNameLst>
                                          <p:attrName>style.visibility</p:attrName>
                                        </p:attrNameLst>
                                      </p:cBhvr>
                                      <p:to>
                                        <p:strVal val="hidden"/>
                                      </p:to>
                                    </p:set>
                                  </p:childTnLst>
                                </p:cTn>
                              </p:par>
                            </p:childTnLst>
                          </p:cTn>
                        </p:par>
                        <p:par>
                          <p:cTn id="103" fill="hold">
                            <p:stCondLst>
                              <p:cond delay="1000"/>
                            </p:stCondLst>
                            <p:childTnLst>
                              <p:par>
                                <p:cTn id="104" presetID="42" presetClass="entr" presetSubtype="0" fill="hold" nodeType="afterEffect">
                                  <p:stCondLst>
                                    <p:cond delay="0"/>
                                  </p:stCondLst>
                                  <p:childTnLst>
                                    <p:set>
                                      <p:cBhvr>
                                        <p:cTn id="105" dur="1" fill="hold">
                                          <p:stCondLst>
                                            <p:cond delay="0"/>
                                          </p:stCondLst>
                                        </p:cTn>
                                        <p:tgtEl>
                                          <p:spTgt spid="90114">
                                            <p:txEl>
                                              <p:pRg st="4" end="4"/>
                                            </p:txEl>
                                          </p:spTgt>
                                        </p:tgtEl>
                                        <p:attrNameLst>
                                          <p:attrName>style.visibility</p:attrName>
                                        </p:attrNameLst>
                                      </p:cBhvr>
                                      <p:to>
                                        <p:strVal val="visible"/>
                                      </p:to>
                                    </p:set>
                                    <p:animEffect transition="in" filter="fade">
                                      <p:cBhvr>
                                        <p:cTn id="106" dur="1000"/>
                                        <p:tgtEl>
                                          <p:spTgt spid="90114">
                                            <p:txEl>
                                              <p:pRg st="4" end="4"/>
                                            </p:txEl>
                                          </p:spTgt>
                                        </p:tgtEl>
                                      </p:cBhvr>
                                    </p:animEffect>
                                    <p:anim calcmode="lin" valueType="num">
                                      <p:cBhvr>
                                        <p:cTn id="107" dur="1000" fill="hold"/>
                                        <p:tgtEl>
                                          <p:spTgt spid="90114">
                                            <p:txEl>
                                              <p:pRg st="4" end="4"/>
                                            </p:txEl>
                                          </p:spTgt>
                                        </p:tgtEl>
                                        <p:attrNameLst>
                                          <p:attrName>ppt_x</p:attrName>
                                        </p:attrNameLst>
                                      </p:cBhvr>
                                      <p:tavLst>
                                        <p:tav tm="0">
                                          <p:val>
                                            <p:strVal val="#ppt_x"/>
                                          </p:val>
                                        </p:tav>
                                        <p:tav tm="100000">
                                          <p:val>
                                            <p:strVal val="#ppt_x"/>
                                          </p:val>
                                        </p:tav>
                                      </p:tavLst>
                                    </p:anim>
                                    <p:anim calcmode="lin" valueType="num">
                                      <p:cBhvr>
                                        <p:cTn id="108" dur="1000" fill="hold"/>
                                        <p:tgtEl>
                                          <p:spTgt spid="90114">
                                            <p:txEl>
                                              <p:pRg st="4" end="4"/>
                                            </p:txEl>
                                          </p:spTgt>
                                        </p:tgtEl>
                                        <p:attrNameLst>
                                          <p:attrName>ppt_y</p:attrName>
                                        </p:attrNameLst>
                                      </p:cBhvr>
                                      <p:tavLst>
                                        <p:tav tm="0">
                                          <p:val>
                                            <p:strVal val="#ppt_y+.1"/>
                                          </p:val>
                                        </p:tav>
                                        <p:tav tm="100000">
                                          <p:val>
                                            <p:strVal val="#ppt_y"/>
                                          </p:val>
                                        </p:tav>
                                      </p:tavLst>
                                    </p:anim>
                                  </p:childTnLst>
                                </p:cTn>
                              </p:par>
                            </p:childTnLst>
                          </p:cTn>
                        </p:par>
                        <p:par>
                          <p:cTn id="109" fill="hold">
                            <p:stCondLst>
                              <p:cond delay="2000"/>
                            </p:stCondLst>
                            <p:childTnLst>
                              <p:par>
                                <p:cTn id="110" presetID="42" presetClass="entr" presetSubtype="0" fill="hold" nodeType="afterEffect">
                                  <p:stCondLst>
                                    <p:cond delay="0"/>
                                  </p:stCondLst>
                                  <p:childTnLst>
                                    <p:set>
                                      <p:cBhvr>
                                        <p:cTn id="111" dur="1" fill="hold">
                                          <p:stCondLst>
                                            <p:cond delay="0"/>
                                          </p:stCondLst>
                                        </p:cTn>
                                        <p:tgtEl>
                                          <p:spTgt spid="90114">
                                            <p:txEl>
                                              <p:pRg st="17" end="17"/>
                                            </p:txEl>
                                          </p:spTgt>
                                        </p:tgtEl>
                                        <p:attrNameLst>
                                          <p:attrName>style.visibility</p:attrName>
                                        </p:attrNameLst>
                                      </p:cBhvr>
                                      <p:to>
                                        <p:strVal val="visible"/>
                                      </p:to>
                                    </p:set>
                                    <p:animEffect transition="in" filter="fade">
                                      <p:cBhvr>
                                        <p:cTn id="112" dur="1000"/>
                                        <p:tgtEl>
                                          <p:spTgt spid="90114">
                                            <p:txEl>
                                              <p:pRg st="17" end="17"/>
                                            </p:txEl>
                                          </p:spTgt>
                                        </p:tgtEl>
                                      </p:cBhvr>
                                    </p:animEffect>
                                    <p:anim calcmode="lin" valueType="num">
                                      <p:cBhvr>
                                        <p:cTn id="113" dur="1000" fill="hold"/>
                                        <p:tgtEl>
                                          <p:spTgt spid="90114">
                                            <p:txEl>
                                              <p:pRg st="17" end="17"/>
                                            </p:txEl>
                                          </p:spTgt>
                                        </p:tgtEl>
                                        <p:attrNameLst>
                                          <p:attrName>ppt_x</p:attrName>
                                        </p:attrNameLst>
                                      </p:cBhvr>
                                      <p:tavLst>
                                        <p:tav tm="0">
                                          <p:val>
                                            <p:strVal val="#ppt_x"/>
                                          </p:val>
                                        </p:tav>
                                        <p:tav tm="100000">
                                          <p:val>
                                            <p:strVal val="#ppt_x"/>
                                          </p:val>
                                        </p:tav>
                                      </p:tavLst>
                                    </p:anim>
                                    <p:anim calcmode="lin" valueType="num">
                                      <p:cBhvr>
                                        <p:cTn id="114" dur="1000" fill="hold"/>
                                        <p:tgtEl>
                                          <p:spTgt spid="90114">
                                            <p:txEl>
                                              <p:pRg st="17" end="17"/>
                                            </p:txEl>
                                          </p:spTgt>
                                        </p:tgtEl>
                                        <p:attrNameLst>
                                          <p:attrName>ppt_y</p:attrName>
                                        </p:attrNameLst>
                                      </p:cBhvr>
                                      <p:tavLst>
                                        <p:tav tm="0">
                                          <p:val>
                                            <p:strVal val="#ppt_y+.1"/>
                                          </p:val>
                                        </p:tav>
                                        <p:tav tm="100000">
                                          <p:val>
                                            <p:strVal val="#ppt_y"/>
                                          </p:val>
                                        </p:tav>
                                      </p:tavLst>
                                    </p:anim>
                                  </p:childTnLst>
                                </p:cTn>
                              </p:par>
                            </p:childTnLst>
                          </p:cTn>
                        </p:par>
                      </p:childTnLst>
                    </p:cTn>
                  </p:par>
                  <p:par>
                    <p:cTn id="115" fill="hold">
                      <p:stCondLst>
                        <p:cond delay="indefinite"/>
                      </p:stCondLst>
                      <p:childTnLst>
                        <p:par>
                          <p:cTn id="116" fill="hold">
                            <p:stCondLst>
                              <p:cond delay="0"/>
                            </p:stCondLst>
                            <p:childTnLst>
                              <p:par>
                                <p:cTn id="117" presetID="42" presetClass="entr" presetSubtype="0" fill="hold" nodeType="clickEffect">
                                  <p:stCondLst>
                                    <p:cond delay="0"/>
                                  </p:stCondLst>
                                  <p:childTnLst>
                                    <p:set>
                                      <p:cBhvr>
                                        <p:cTn id="118" dur="1" fill="hold">
                                          <p:stCondLst>
                                            <p:cond delay="0"/>
                                          </p:stCondLst>
                                        </p:cTn>
                                        <p:tgtEl>
                                          <p:spTgt spid="90117">
                                            <p:txEl>
                                              <p:pRg st="1" end="1"/>
                                            </p:txEl>
                                          </p:spTgt>
                                        </p:tgtEl>
                                        <p:attrNameLst>
                                          <p:attrName>style.visibility</p:attrName>
                                        </p:attrNameLst>
                                      </p:cBhvr>
                                      <p:to>
                                        <p:strVal val="visible"/>
                                      </p:to>
                                    </p:set>
                                    <p:animEffect transition="in" filter="fade">
                                      <p:cBhvr>
                                        <p:cTn id="119" dur="1000"/>
                                        <p:tgtEl>
                                          <p:spTgt spid="90117">
                                            <p:txEl>
                                              <p:pRg st="1" end="1"/>
                                            </p:txEl>
                                          </p:spTgt>
                                        </p:tgtEl>
                                      </p:cBhvr>
                                    </p:animEffect>
                                    <p:anim calcmode="lin" valueType="num">
                                      <p:cBhvr>
                                        <p:cTn id="120" dur="1000" fill="hold"/>
                                        <p:tgtEl>
                                          <p:spTgt spid="90117">
                                            <p:txEl>
                                              <p:pRg st="1" end="1"/>
                                            </p:txEl>
                                          </p:spTgt>
                                        </p:tgtEl>
                                        <p:attrNameLst>
                                          <p:attrName>ppt_x</p:attrName>
                                        </p:attrNameLst>
                                      </p:cBhvr>
                                      <p:tavLst>
                                        <p:tav tm="0">
                                          <p:val>
                                            <p:strVal val="#ppt_x"/>
                                          </p:val>
                                        </p:tav>
                                        <p:tav tm="100000">
                                          <p:val>
                                            <p:strVal val="#ppt_x"/>
                                          </p:val>
                                        </p:tav>
                                      </p:tavLst>
                                    </p:anim>
                                    <p:anim calcmode="lin" valueType="num">
                                      <p:cBhvr>
                                        <p:cTn id="121" dur="1000" fill="hold"/>
                                        <p:tgtEl>
                                          <p:spTgt spid="90117">
                                            <p:txEl>
                                              <p:pRg st="1" end="1"/>
                                            </p:txEl>
                                          </p:spTgt>
                                        </p:tgtEl>
                                        <p:attrNameLst>
                                          <p:attrName>ppt_y</p:attrName>
                                        </p:attrNameLst>
                                      </p:cBhvr>
                                      <p:tavLst>
                                        <p:tav tm="0">
                                          <p:val>
                                            <p:strVal val="#ppt_y+.1"/>
                                          </p:val>
                                        </p:tav>
                                        <p:tav tm="100000">
                                          <p:val>
                                            <p:strVal val="#ppt_y"/>
                                          </p:val>
                                        </p:tav>
                                      </p:tavLst>
                                    </p:anim>
                                  </p:childTnLst>
                                </p:cTn>
                              </p:par>
                            </p:childTnLst>
                          </p:cTn>
                        </p:par>
                        <p:par>
                          <p:cTn id="122" fill="hold">
                            <p:stCondLst>
                              <p:cond delay="1000"/>
                            </p:stCondLst>
                            <p:childTnLst>
                              <p:par>
                                <p:cTn id="123" presetID="42" presetClass="entr" presetSubtype="0" fill="hold" nodeType="afterEffect">
                                  <p:stCondLst>
                                    <p:cond delay="0"/>
                                  </p:stCondLst>
                                  <p:childTnLst>
                                    <p:set>
                                      <p:cBhvr>
                                        <p:cTn id="124" dur="1" fill="hold">
                                          <p:stCondLst>
                                            <p:cond delay="0"/>
                                          </p:stCondLst>
                                        </p:cTn>
                                        <p:tgtEl>
                                          <p:spTgt spid="90114">
                                            <p:txEl>
                                              <p:pRg st="5" end="5"/>
                                            </p:txEl>
                                          </p:spTgt>
                                        </p:tgtEl>
                                        <p:attrNameLst>
                                          <p:attrName>style.visibility</p:attrName>
                                        </p:attrNameLst>
                                      </p:cBhvr>
                                      <p:to>
                                        <p:strVal val="visible"/>
                                      </p:to>
                                    </p:set>
                                    <p:animEffect transition="in" filter="fade">
                                      <p:cBhvr>
                                        <p:cTn id="125" dur="1000"/>
                                        <p:tgtEl>
                                          <p:spTgt spid="90114">
                                            <p:txEl>
                                              <p:pRg st="5" end="5"/>
                                            </p:txEl>
                                          </p:spTgt>
                                        </p:tgtEl>
                                      </p:cBhvr>
                                    </p:animEffect>
                                    <p:anim calcmode="lin" valueType="num">
                                      <p:cBhvr>
                                        <p:cTn id="126" dur="1000" fill="hold"/>
                                        <p:tgtEl>
                                          <p:spTgt spid="90114">
                                            <p:txEl>
                                              <p:pRg st="5" end="5"/>
                                            </p:txEl>
                                          </p:spTgt>
                                        </p:tgtEl>
                                        <p:attrNameLst>
                                          <p:attrName>ppt_x</p:attrName>
                                        </p:attrNameLst>
                                      </p:cBhvr>
                                      <p:tavLst>
                                        <p:tav tm="0">
                                          <p:val>
                                            <p:strVal val="#ppt_x"/>
                                          </p:val>
                                        </p:tav>
                                        <p:tav tm="100000">
                                          <p:val>
                                            <p:strVal val="#ppt_x"/>
                                          </p:val>
                                        </p:tav>
                                      </p:tavLst>
                                    </p:anim>
                                    <p:anim calcmode="lin" valueType="num">
                                      <p:cBhvr>
                                        <p:cTn id="127" dur="1000" fill="hold"/>
                                        <p:tgtEl>
                                          <p:spTgt spid="90114">
                                            <p:txEl>
                                              <p:pRg st="5" end="5"/>
                                            </p:txEl>
                                          </p:spTgt>
                                        </p:tgtEl>
                                        <p:attrNameLst>
                                          <p:attrName>ppt_y</p:attrName>
                                        </p:attrNameLst>
                                      </p:cBhvr>
                                      <p:tavLst>
                                        <p:tav tm="0">
                                          <p:val>
                                            <p:strVal val="#ppt_y+.1"/>
                                          </p:val>
                                        </p:tav>
                                        <p:tav tm="100000">
                                          <p:val>
                                            <p:strVal val="#ppt_y"/>
                                          </p:val>
                                        </p:tav>
                                      </p:tavLst>
                                    </p:anim>
                                  </p:childTnLst>
                                </p:cTn>
                              </p:par>
                            </p:childTnLst>
                          </p:cTn>
                        </p:par>
                        <p:par>
                          <p:cTn id="128" fill="hold">
                            <p:stCondLst>
                              <p:cond delay="2000"/>
                            </p:stCondLst>
                            <p:childTnLst>
                              <p:par>
                                <p:cTn id="129" presetID="22" presetClass="entr" presetSubtype="8" fill="hold" nodeType="afterEffect">
                                  <p:stCondLst>
                                    <p:cond delay="0"/>
                                  </p:stCondLst>
                                  <p:childTnLst>
                                    <p:set>
                                      <p:cBhvr>
                                        <p:cTn id="130" dur="1" fill="hold">
                                          <p:stCondLst>
                                            <p:cond delay="0"/>
                                          </p:stCondLst>
                                        </p:cTn>
                                        <p:tgtEl>
                                          <p:spTgt spid="10"/>
                                        </p:tgtEl>
                                        <p:attrNameLst>
                                          <p:attrName>style.visibility</p:attrName>
                                        </p:attrNameLst>
                                      </p:cBhvr>
                                      <p:to>
                                        <p:strVal val="visible"/>
                                      </p:to>
                                    </p:set>
                                    <p:animEffect transition="in" filter="wipe(left)">
                                      <p:cBhvr>
                                        <p:cTn id="131" dur="500"/>
                                        <p:tgtEl>
                                          <p:spTgt spid="10"/>
                                        </p:tgtEl>
                                      </p:cBhvr>
                                    </p:animEffect>
                                  </p:childTnLst>
                                </p:cTn>
                              </p:par>
                            </p:childTnLst>
                          </p:cTn>
                        </p:par>
                        <p:par>
                          <p:cTn id="132" fill="hold">
                            <p:stCondLst>
                              <p:cond delay="2500"/>
                            </p:stCondLst>
                            <p:childTnLst>
                              <p:par>
                                <p:cTn id="133" presetID="22" presetClass="entr" presetSubtype="4" fill="hold" grpId="0" nodeType="afterEffect">
                                  <p:stCondLst>
                                    <p:cond delay="0"/>
                                  </p:stCondLst>
                                  <p:childTnLst>
                                    <p:set>
                                      <p:cBhvr>
                                        <p:cTn id="134" dur="1" fill="hold">
                                          <p:stCondLst>
                                            <p:cond delay="0"/>
                                          </p:stCondLst>
                                        </p:cTn>
                                        <p:tgtEl>
                                          <p:spTgt spid="24"/>
                                        </p:tgtEl>
                                        <p:attrNameLst>
                                          <p:attrName>style.visibility</p:attrName>
                                        </p:attrNameLst>
                                      </p:cBhvr>
                                      <p:to>
                                        <p:strVal val="visible"/>
                                      </p:to>
                                    </p:set>
                                    <p:animEffect transition="in" filter="wipe(down)">
                                      <p:cBhvr>
                                        <p:cTn id="135" dur="500"/>
                                        <p:tgtEl>
                                          <p:spTgt spid="24"/>
                                        </p:tgtEl>
                                      </p:cBhvr>
                                    </p:animEffect>
                                  </p:childTnLst>
                                </p:cTn>
                              </p:par>
                            </p:childTnLst>
                          </p:cTn>
                        </p:par>
                        <p:par>
                          <p:cTn id="136" fill="hold">
                            <p:stCondLst>
                              <p:cond delay="3000"/>
                            </p:stCondLst>
                            <p:childTnLst>
                              <p:par>
                                <p:cTn id="137" presetID="22" presetClass="entr" presetSubtype="4" fill="hold" grpId="0" nodeType="afterEffect">
                                  <p:stCondLst>
                                    <p:cond delay="0"/>
                                  </p:stCondLst>
                                  <p:childTnLst>
                                    <p:set>
                                      <p:cBhvr>
                                        <p:cTn id="138" dur="1" fill="hold">
                                          <p:stCondLst>
                                            <p:cond delay="0"/>
                                          </p:stCondLst>
                                        </p:cTn>
                                        <p:tgtEl>
                                          <p:spTgt spid="25"/>
                                        </p:tgtEl>
                                        <p:attrNameLst>
                                          <p:attrName>style.visibility</p:attrName>
                                        </p:attrNameLst>
                                      </p:cBhvr>
                                      <p:to>
                                        <p:strVal val="visible"/>
                                      </p:to>
                                    </p:set>
                                    <p:animEffect transition="in" filter="wipe(down)">
                                      <p:cBhvr>
                                        <p:cTn id="139" dur="250"/>
                                        <p:tgtEl>
                                          <p:spTgt spid="25"/>
                                        </p:tgtEl>
                                      </p:cBhvr>
                                    </p:animEffect>
                                  </p:childTnLst>
                                </p:cTn>
                              </p:par>
                            </p:childTnLst>
                          </p:cTn>
                        </p:par>
                        <p:par>
                          <p:cTn id="140" fill="hold">
                            <p:stCondLst>
                              <p:cond delay="3250"/>
                            </p:stCondLst>
                            <p:childTnLst>
                              <p:par>
                                <p:cTn id="141" presetID="22" presetClass="entr" presetSubtype="4" fill="hold" grpId="0" nodeType="afterEffect">
                                  <p:stCondLst>
                                    <p:cond delay="0"/>
                                  </p:stCondLst>
                                  <p:childTnLst>
                                    <p:set>
                                      <p:cBhvr>
                                        <p:cTn id="142" dur="1" fill="hold">
                                          <p:stCondLst>
                                            <p:cond delay="0"/>
                                          </p:stCondLst>
                                        </p:cTn>
                                        <p:tgtEl>
                                          <p:spTgt spid="26"/>
                                        </p:tgtEl>
                                        <p:attrNameLst>
                                          <p:attrName>style.visibility</p:attrName>
                                        </p:attrNameLst>
                                      </p:cBhvr>
                                      <p:to>
                                        <p:strVal val="visible"/>
                                      </p:to>
                                    </p:set>
                                    <p:animEffect transition="in" filter="wipe(down)">
                                      <p:cBhvr>
                                        <p:cTn id="143" dur="250"/>
                                        <p:tgtEl>
                                          <p:spTgt spid="26"/>
                                        </p:tgtEl>
                                      </p:cBhvr>
                                    </p:animEffect>
                                  </p:childTnLst>
                                </p:cTn>
                              </p:par>
                            </p:childTnLst>
                          </p:cTn>
                        </p:par>
                        <p:par>
                          <p:cTn id="144" fill="hold">
                            <p:stCondLst>
                              <p:cond delay="3500"/>
                            </p:stCondLst>
                            <p:childTnLst>
                              <p:par>
                                <p:cTn id="145" presetID="22" presetClass="entr" presetSubtype="4" fill="hold" grpId="0" nodeType="afterEffect">
                                  <p:stCondLst>
                                    <p:cond delay="0"/>
                                  </p:stCondLst>
                                  <p:childTnLst>
                                    <p:set>
                                      <p:cBhvr>
                                        <p:cTn id="146" dur="1" fill="hold">
                                          <p:stCondLst>
                                            <p:cond delay="0"/>
                                          </p:stCondLst>
                                        </p:cTn>
                                        <p:tgtEl>
                                          <p:spTgt spid="27"/>
                                        </p:tgtEl>
                                        <p:attrNameLst>
                                          <p:attrName>style.visibility</p:attrName>
                                        </p:attrNameLst>
                                      </p:cBhvr>
                                      <p:to>
                                        <p:strVal val="visible"/>
                                      </p:to>
                                    </p:set>
                                    <p:animEffect transition="in" filter="wipe(down)">
                                      <p:cBhvr>
                                        <p:cTn id="147" dur="250"/>
                                        <p:tgtEl>
                                          <p:spTgt spid="27"/>
                                        </p:tgtEl>
                                      </p:cBhvr>
                                    </p:animEffect>
                                  </p:childTnLst>
                                </p:cTn>
                              </p:par>
                            </p:childTnLst>
                          </p:cTn>
                        </p:par>
                        <p:par>
                          <p:cTn id="148" fill="hold">
                            <p:stCondLst>
                              <p:cond delay="3750"/>
                            </p:stCondLst>
                            <p:childTnLst>
                              <p:par>
                                <p:cTn id="149" presetID="22" presetClass="entr" presetSubtype="4" fill="hold" grpId="0" nodeType="afterEffect">
                                  <p:stCondLst>
                                    <p:cond delay="0"/>
                                  </p:stCondLst>
                                  <p:childTnLst>
                                    <p:set>
                                      <p:cBhvr>
                                        <p:cTn id="150" dur="1" fill="hold">
                                          <p:stCondLst>
                                            <p:cond delay="0"/>
                                          </p:stCondLst>
                                        </p:cTn>
                                        <p:tgtEl>
                                          <p:spTgt spid="28"/>
                                        </p:tgtEl>
                                        <p:attrNameLst>
                                          <p:attrName>style.visibility</p:attrName>
                                        </p:attrNameLst>
                                      </p:cBhvr>
                                      <p:to>
                                        <p:strVal val="visible"/>
                                      </p:to>
                                    </p:set>
                                    <p:animEffect transition="in" filter="wipe(down)">
                                      <p:cBhvr>
                                        <p:cTn id="151" dur="250"/>
                                        <p:tgtEl>
                                          <p:spTgt spid="28"/>
                                        </p:tgtEl>
                                      </p:cBhvr>
                                    </p:animEffect>
                                  </p:childTnLst>
                                </p:cTn>
                              </p:par>
                            </p:childTnLst>
                          </p:cTn>
                        </p:par>
                        <p:par>
                          <p:cTn id="152" fill="hold">
                            <p:stCondLst>
                              <p:cond delay="4000"/>
                            </p:stCondLst>
                            <p:childTnLst>
                              <p:par>
                                <p:cTn id="153" presetID="22" presetClass="entr" presetSubtype="4" fill="hold" grpId="0" nodeType="afterEffect">
                                  <p:stCondLst>
                                    <p:cond delay="0"/>
                                  </p:stCondLst>
                                  <p:childTnLst>
                                    <p:set>
                                      <p:cBhvr>
                                        <p:cTn id="154" dur="1" fill="hold">
                                          <p:stCondLst>
                                            <p:cond delay="0"/>
                                          </p:stCondLst>
                                        </p:cTn>
                                        <p:tgtEl>
                                          <p:spTgt spid="29"/>
                                        </p:tgtEl>
                                        <p:attrNameLst>
                                          <p:attrName>style.visibility</p:attrName>
                                        </p:attrNameLst>
                                      </p:cBhvr>
                                      <p:to>
                                        <p:strVal val="visible"/>
                                      </p:to>
                                    </p:set>
                                    <p:animEffect transition="in" filter="wipe(down)">
                                      <p:cBhvr>
                                        <p:cTn id="155" dur="250"/>
                                        <p:tgtEl>
                                          <p:spTgt spid="29"/>
                                        </p:tgtEl>
                                      </p:cBhvr>
                                    </p:animEffect>
                                  </p:childTnLst>
                                </p:cTn>
                              </p:par>
                            </p:childTnLst>
                          </p:cTn>
                        </p:par>
                        <p:par>
                          <p:cTn id="156" fill="hold">
                            <p:stCondLst>
                              <p:cond delay="4250"/>
                            </p:stCondLst>
                            <p:childTnLst>
                              <p:par>
                                <p:cTn id="157" presetID="22" presetClass="entr" presetSubtype="4" fill="hold" grpId="0" nodeType="afterEffect">
                                  <p:stCondLst>
                                    <p:cond delay="0"/>
                                  </p:stCondLst>
                                  <p:childTnLst>
                                    <p:set>
                                      <p:cBhvr>
                                        <p:cTn id="158" dur="1" fill="hold">
                                          <p:stCondLst>
                                            <p:cond delay="0"/>
                                          </p:stCondLst>
                                        </p:cTn>
                                        <p:tgtEl>
                                          <p:spTgt spid="30"/>
                                        </p:tgtEl>
                                        <p:attrNameLst>
                                          <p:attrName>style.visibility</p:attrName>
                                        </p:attrNameLst>
                                      </p:cBhvr>
                                      <p:to>
                                        <p:strVal val="visible"/>
                                      </p:to>
                                    </p:set>
                                    <p:animEffect transition="in" filter="wipe(down)">
                                      <p:cBhvr>
                                        <p:cTn id="159" dur="250"/>
                                        <p:tgtEl>
                                          <p:spTgt spid="30"/>
                                        </p:tgtEl>
                                      </p:cBhvr>
                                    </p:animEffect>
                                  </p:childTnLst>
                                </p:cTn>
                              </p:par>
                            </p:childTnLst>
                          </p:cTn>
                        </p:par>
                      </p:childTnLst>
                    </p:cTn>
                  </p:par>
                  <p:par>
                    <p:cTn id="160" fill="hold">
                      <p:stCondLst>
                        <p:cond delay="indefinite"/>
                      </p:stCondLst>
                      <p:childTnLst>
                        <p:par>
                          <p:cTn id="161" fill="hold">
                            <p:stCondLst>
                              <p:cond delay="0"/>
                            </p:stCondLst>
                            <p:childTnLst>
                              <p:par>
                                <p:cTn id="162" presetID="42" presetClass="entr" presetSubtype="0" fill="hold" nodeType="clickEffect">
                                  <p:stCondLst>
                                    <p:cond delay="0"/>
                                  </p:stCondLst>
                                  <p:childTnLst>
                                    <p:set>
                                      <p:cBhvr>
                                        <p:cTn id="163" dur="1" fill="hold">
                                          <p:stCondLst>
                                            <p:cond delay="0"/>
                                          </p:stCondLst>
                                        </p:cTn>
                                        <p:tgtEl>
                                          <p:spTgt spid="90114">
                                            <p:txEl>
                                              <p:pRg st="6" end="6"/>
                                            </p:txEl>
                                          </p:spTgt>
                                        </p:tgtEl>
                                        <p:attrNameLst>
                                          <p:attrName>style.visibility</p:attrName>
                                        </p:attrNameLst>
                                      </p:cBhvr>
                                      <p:to>
                                        <p:strVal val="visible"/>
                                      </p:to>
                                    </p:set>
                                    <p:animEffect transition="in" filter="fade">
                                      <p:cBhvr>
                                        <p:cTn id="164" dur="1000"/>
                                        <p:tgtEl>
                                          <p:spTgt spid="90114">
                                            <p:txEl>
                                              <p:pRg st="6" end="6"/>
                                            </p:txEl>
                                          </p:spTgt>
                                        </p:tgtEl>
                                      </p:cBhvr>
                                    </p:animEffect>
                                    <p:anim calcmode="lin" valueType="num">
                                      <p:cBhvr>
                                        <p:cTn id="165" dur="1000" fill="hold"/>
                                        <p:tgtEl>
                                          <p:spTgt spid="90114">
                                            <p:txEl>
                                              <p:pRg st="6" end="6"/>
                                            </p:txEl>
                                          </p:spTgt>
                                        </p:tgtEl>
                                        <p:attrNameLst>
                                          <p:attrName>ppt_x</p:attrName>
                                        </p:attrNameLst>
                                      </p:cBhvr>
                                      <p:tavLst>
                                        <p:tav tm="0">
                                          <p:val>
                                            <p:strVal val="#ppt_x"/>
                                          </p:val>
                                        </p:tav>
                                        <p:tav tm="100000">
                                          <p:val>
                                            <p:strVal val="#ppt_x"/>
                                          </p:val>
                                        </p:tav>
                                      </p:tavLst>
                                    </p:anim>
                                    <p:anim calcmode="lin" valueType="num">
                                      <p:cBhvr>
                                        <p:cTn id="166" dur="1000" fill="hold"/>
                                        <p:tgtEl>
                                          <p:spTgt spid="90114">
                                            <p:txEl>
                                              <p:pRg st="6" end="6"/>
                                            </p:txEl>
                                          </p:spTgt>
                                        </p:tgtEl>
                                        <p:attrNameLst>
                                          <p:attrName>ppt_y</p:attrName>
                                        </p:attrNameLst>
                                      </p:cBhvr>
                                      <p:tavLst>
                                        <p:tav tm="0">
                                          <p:val>
                                            <p:strVal val="#ppt_y+.1"/>
                                          </p:val>
                                        </p:tav>
                                        <p:tav tm="100000">
                                          <p:val>
                                            <p:strVal val="#ppt_y"/>
                                          </p:val>
                                        </p:tav>
                                      </p:tavLst>
                                    </p:anim>
                                  </p:childTnLst>
                                </p:cTn>
                              </p:par>
                            </p:childTnLst>
                          </p:cTn>
                        </p:par>
                        <p:par>
                          <p:cTn id="167" fill="hold">
                            <p:stCondLst>
                              <p:cond delay="1000"/>
                            </p:stCondLst>
                            <p:childTnLst>
                              <p:par>
                                <p:cTn id="168" presetID="32" presetClass="emph" presetSubtype="0" fill="hold" grpId="1" nodeType="afterEffect">
                                  <p:stCondLst>
                                    <p:cond delay="0"/>
                                  </p:stCondLst>
                                  <p:childTnLst>
                                    <p:animRot by="120000">
                                      <p:cBhvr>
                                        <p:cTn id="169" dur="100" fill="hold">
                                          <p:stCondLst>
                                            <p:cond delay="0"/>
                                          </p:stCondLst>
                                        </p:cTn>
                                        <p:tgtEl>
                                          <p:spTgt spid="11"/>
                                        </p:tgtEl>
                                        <p:attrNameLst>
                                          <p:attrName>r</p:attrName>
                                        </p:attrNameLst>
                                      </p:cBhvr>
                                    </p:animRot>
                                    <p:animRot by="-240000">
                                      <p:cBhvr>
                                        <p:cTn id="170" dur="200" fill="hold">
                                          <p:stCondLst>
                                            <p:cond delay="200"/>
                                          </p:stCondLst>
                                        </p:cTn>
                                        <p:tgtEl>
                                          <p:spTgt spid="11"/>
                                        </p:tgtEl>
                                        <p:attrNameLst>
                                          <p:attrName>r</p:attrName>
                                        </p:attrNameLst>
                                      </p:cBhvr>
                                    </p:animRot>
                                    <p:animRot by="240000">
                                      <p:cBhvr>
                                        <p:cTn id="171" dur="200" fill="hold">
                                          <p:stCondLst>
                                            <p:cond delay="400"/>
                                          </p:stCondLst>
                                        </p:cTn>
                                        <p:tgtEl>
                                          <p:spTgt spid="11"/>
                                        </p:tgtEl>
                                        <p:attrNameLst>
                                          <p:attrName>r</p:attrName>
                                        </p:attrNameLst>
                                      </p:cBhvr>
                                    </p:animRot>
                                    <p:animRot by="-240000">
                                      <p:cBhvr>
                                        <p:cTn id="172" dur="200" fill="hold">
                                          <p:stCondLst>
                                            <p:cond delay="600"/>
                                          </p:stCondLst>
                                        </p:cTn>
                                        <p:tgtEl>
                                          <p:spTgt spid="11"/>
                                        </p:tgtEl>
                                        <p:attrNameLst>
                                          <p:attrName>r</p:attrName>
                                        </p:attrNameLst>
                                      </p:cBhvr>
                                    </p:animRot>
                                    <p:animRot by="120000">
                                      <p:cBhvr>
                                        <p:cTn id="173" dur="200" fill="hold">
                                          <p:stCondLst>
                                            <p:cond delay="800"/>
                                          </p:stCondLst>
                                        </p:cTn>
                                        <p:tgtEl>
                                          <p:spTgt spid="11"/>
                                        </p:tgtEl>
                                        <p:attrNameLst>
                                          <p:attrName>r</p:attrName>
                                        </p:attrNameLst>
                                      </p:cBhvr>
                                    </p:animRot>
                                  </p:childTnLst>
                                </p:cTn>
                              </p:par>
                            </p:childTnLst>
                          </p:cTn>
                        </p:par>
                        <p:par>
                          <p:cTn id="174" fill="hold">
                            <p:stCondLst>
                              <p:cond delay="2000"/>
                            </p:stCondLst>
                            <p:childTnLst>
                              <p:par>
                                <p:cTn id="175" presetID="22" presetClass="entr" presetSubtype="4" fill="hold" grpId="0" nodeType="afterEffect">
                                  <p:stCondLst>
                                    <p:cond delay="0"/>
                                  </p:stCondLst>
                                  <p:childTnLst>
                                    <p:set>
                                      <p:cBhvr>
                                        <p:cTn id="176" dur="1" fill="hold">
                                          <p:stCondLst>
                                            <p:cond delay="0"/>
                                          </p:stCondLst>
                                        </p:cTn>
                                        <p:tgtEl>
                                          <p:spTgt spid="7"/>
                                        </p:tgtEl>
                                        <p:attrNameLst>
                                          <p:attrName>style.visibility</p:attrName>
                                        </p:attrNameLst>
                                      </p:cBhvr>
                                      <p:to>
                                        <p:strVal val="visible"/>
                                      </p:to>
                                    </p:set>
                                    <p:animEffect transition="in" filter="wipe(down)">
                                      <p:cBhvr>
                                        <p:cTn id="177" dur="500"/>
                                        <p:tgtEl>
                                          <p:spTgt spid="7"/>
                                        </p:tgtEl>
                                      </p:cBhvr>
                                    </p:animEffect>
                                  </p:childTnLst>
                                </p:cTn>
                              </p:par>
                            </p:childTnLst>
                          </p:cTn>
                        </p:par>
                      </p:childTnLst>
                    </p:cTn>
                  </p:par>
                  <p:par>
                    <p:cTn id="178" fill="hold">
                      <p:stCondLst>
                        <p:cond delay="indefinite"/>
                      </p:stCondLst>
                      <p:childTnLst>
                        <p:par>
                          <p:cTn id="179" fill="hold">
                            <p:stCondLst>
                              <p:cond delay="0"/>
                            </p:stCondLst>
                            <p:childTnLst>
                              <p:par>
                                <p:cTn id="180" presetID="22" presetClass="exit" presetSubtype="4" fill="hold" grpId="1" nodeType="clickEffect">
                                  <p:stCondLst>
                                    <p:cond delay="0"/>
                                  </p:stCondLst>
                                  <p:childTnLst>
                                    <p:animEffect transition="out" filter="wipe(down)">
                                      <p:cBhvr>
                                        <p:cTn id="181" dur="500"/>
                                        <p:tgtEl>
                                          <p:spTgt spid="24"/>
                                        </p:tgtEl>
                                      </p:cBhvr>
                                    </p:animEffect>
                                    <p:set>
                                      <p:cBhvr>
                                        <p:cTn id="182" dur="1" fill="hold">
                                          <p:stCondLst>
                                            <p:cond delay="499"/>
                                          </p:stCondLst>
                                        </p:cTn>
                                        <p:tgtEl>
                                          <p:spTgt spid="24"/>
                                        </p:tgtEl>
                                        <p:attrNameLst>
                                          <p:attrName>style.visibility</p:attrName>
                                        </p:attrNameLst>
                                      </p:cBhvr>
                                      <p:to>
                                        <p:strVal val="hidden"/>
                                      </p:to>
                                    </p:set>
                                  </p:childTnLst>
                                </p:cTn>
                              </p:par>
                            </p:childTnLst>
                          </p:cTn>
                        </p:par>
                        <p:par>
                          <p:cTn id="183" fill="hold">
                            <p:stCondLst>
                              <p:cond delay="500"/>
                            </p:stCondLst>
                            <p:childTnLst>
                              <p:par>
                                <p:cTn id="184" presetID="22" presetClass="entr" presetSubtype="4" fill="hold" grpId="0" nodeType="afterEffect">
                                  <p:stCondLst>
                                    <p:cond delay="0"/>
                                  </p:stCondLst>
                                  <p:childTnLst>
                                    <p:set>
                                      <p:cBhvr>
                                        <p:cTn id="185" dur="1" fill="hold">
                                          <p:stCondLst>
                                            <p:cond delay="0"/>
                                          </p:stCondLst>
                                        </p:cTn>
                                        <p:tgtEl>
                                          <p:spTgt spid="31"/>
                                        </p:tgtEl>
                                        <p:attrNameLst>
                                          <p:attrName>style.visibility</p:attrName>
                                        </p:attrNameLst>
                                      </p:cBhvr>
                                      <p:to>
                                        <p:strVal val="visible"/>
                                      </p:to>
                                    </p:set>
                                    <p:animEffect transition="in" filter="wipe(down)">
                                      <p:cBhvr>
                                        <p:cTn id="186" dur="500"/>
                                        <p:tgtEl>
                                          <p:spTgt spid="31"/>
                                        </p:tgtEl>
                                      </p:cBhvr>
                                    </p:animEffect>
                                  </p:childTnLst>
                                </p:cTn>
                              </p:par>
                            </p:childTnLst>
                          </p:cTn>
                        </p:par>
                      </p:childTnLst>
                    </p:cTn>
                  </p:par>
                  <p:par>
                    <p:cTn id="187" fill="hold">
                      <p:stCondLst>
                        <p:cond delay="indefinite"/>
                      </p:stCondLst>
                      <p:childTnLst>
                        <p:par>
                          <p:cTn id="188" fill="hold">
                            <p:stCondLst>
                              <p:cond delay="0"/>
                            </p:stCondLst>
                            <p:childTnLst>
                              <p:par>
                                <p:cTn id="189" presetID="42" presetClass="path" presetSubtype="0" accel="50000" decel="50000" fill="hold" grpId="1" nodeType="clickEffect">
                                  <p:stCondLst>
                                    <p:cond delay="0"/>
                                  </p:stCondLst>
                                  <p:childTnLst>
                                    <p:animMotion origin="layout" path="M -2.08333E-7 -3.7037E-6 L -2.08333E-7 0.04723 " pathEditMode="relative" rAng="0" ptsTypes="AA">
                                      <p:cBhvr>
                                        <p:cTn id="190" dur="2000" fill="hold"/>
                                        <p:tgtEl>
                                          <p:spTgt spid="7"/>
                                        </p:tgtEl>
                                        <p:attrNameLst>
                                          <p:attrName>ppt_x</p:attrName>
                                          <p:attrName>ppt_y</p:attrName>
                                        </p:attrNameLst>
                                      </p:cBhvr>
                                      <p:rCtr x="0" y="2361"/>
                                    </p:animMotion>
                                  </p:childTnLst>
                                </p:cTn>
                              </p:par>
                            </p:childTnLst>
                          </p:cTn>
                        </p:par>
                        <p:par>
                          <p:cTn id="191" fill="hold">
                            <p:stCondLst>
                              <p:cond delay="2000"/>
                            </p:stCondLst>
                            <p:childTnLst>
                              <p:par>
                                <p:cTn id="192" presetID="22" presetClass="exit" presetSubtype="4" fill="hold" grpId="1" nodeType="afterEffect">
                                  <p:stCondLst>
                                    <p:cond delay="0"/>
                                  </p:stCondLst>
                                  <p:childTnLst>
                                    <p:animEffect transition="out" filter="wipe(down)">
                                      <p:cBhvr>
                                        <p:cTn id="193" dur="500"/>
                                        <p:tgtEl>
                                          <p:spTgt spid="25"/>
                                        </p:tgtEl>
                                      </p:cBhvr>
                                    </p:animEffect>
                                    <p:set>
                                      <p:cBhvr>
                                        <p:cTn id="194" dur="1" fill="hold">
                                          <p:stCondLst>
                                            <p:cond delay="499"/>
                                          </p:stCondLst>
                                        </p:cTn>
                                        <p:tgtEl>
                                          <p:spTgt spid="25"/>
                                        </p:tgtEl>
                                        <p:attrNameLst>
                                          <p:attrName>style.visibility</p:attrName>
                                        </p:attrNameLst>
                                      </p:cBhvr>
                                      <p:to>
                                        <p:strVal val="hidden"/>
                                      </p:to>
                                    </p:set>
                                  </p:childTnLst>
                                </p:cTn>
                              </p:par>
                            </p:childTnLst>
                          </p:cTn>
                        </p:par>
                        <p:par>
                          <p:cTn id="195" fill="hold">
                            <p:stCondLst>
                              <p:cond delay="2500"/>
                            </p:stCondLst>
                            <p:childTnLst>
                              <p:par>
                                <p:cTn id="196" presetID="22" presetClass="entr" presetSubtype="4" fill="hold" grpId="0" nodeType="afterEffect">
                                  <p:stCondLst>
                                    <p:cond delay="0"/>
                                  </p:stCondLst>
                                  <p:childTnLst>
                                    <p:set>
                                      <p:cBhvr>
                                        <p:cTn id="197" dur="1" fill="hold">
                                          <p:stCondLst>
                                            <p:cond delay="0"/>
                                          </p:stCondLst>
                                        </p:cTn>
                                        <p:tgtEl>
                                          <p:spTgt spid="32"/>
                                        </p:tgtEl>
                                        <p:attrNameLst>
                                          <p:attrName>style.visibility</p:attrName>
                                        </p:attrNameLst>
                                      </p:cBhvr>
                                      <p:to>
                                        <p:strVal val="visible"/>
                                      </p:to>
                                    </p:set>
                                    <p:animEffect transition="in" filter="wipe(down)">
                                      <p:cBhvr>
                                        <p:cTn id="198" dur="500"/>
                                        <p:tgtEl>
                                          <p:spTgt spid="32"/>
                                        </p:tgtEl>
                                      </p:cBhvr>
                                    </p:animEffect>
                                  </p:childTnLst>
                                </p:cTn>
                              </p:par>
                            </p:childTnLst>
                          </p:cTn>
                        </p:par>
                      </p:childTnLst>
                    </p:cTn>
                  </p:par>
                  <p:par>
                    <p:cTn id="199" fill="hold">
                      <p:stCondLst>
                        <p:cond delay="indefinite"/>
                      </p:stCondLst>
                      <p:childTnLst>
                        <p:par>
                          <p:cTn id="200" fill="hold">
                            <p:stCondLst>
                              <p:cond delay="0"/>
                            </p:stCondLst>
                            <p:childTnLst>
                              <p:par>
                                <p:cTn id="201" presetID="42" presetClass="path" presetSubtype="0" accel="50000" decel="50000" fill="hold" grpId="2" nodeType="clickEffect">
                                  <p:stCondLst>
                                    <p:cond delay="0"/>
                                  </p:stCondLst>
                                  <p:childTnLst>
                                    <p:animMotion origin="layout" path="M -2.08333E-7 0.04723 L 0.00091 0.09283 " pathEditMode="relative" rAng="0" ptsTypes="AA">
                                      <p:cBhvr>
                                        <p:cTn id="202" dur="2000" fill="hold"/>
                                        <p:tgtEl>
                                          <p:spTgt spid="7"/>
                                        </p:tgtEl>
                                        <p:attrNameLst>
                                          <p:attrName>ppt_x</p:attrName>
                                          <p:attrName>ppt_y</p:attrName>
                                        </p:attrNameLst>
                                      </p:cBhvr>
                                      <p:rCtr x="39" y="2269"/>
                                    </p:animMotion>
                                  </p:childTnLst>
                                </p:cTn>
                              </p:par>
                            </p:childTnLst>
                          </p:cTn>
                        </p:par>
                        <p:par>
                          <p:cTn id="203" fill="hold">
                            <p:stCondLst>
                              <p:cond delay="2000"/>
                            </p:stCondLst>
                            <p:childTnLst>
                              <p:par>
                                <p:cTn id="204" presetID="22" presetClass="exit" presetSubtype="4" fill="hold" grpId="1" nodeType="afterEffect">
                                  <p:stCondLst>
                                    <p:cond delay="0"/>
                                  </p:stCondLst>
                                  <p:childTnLst>
                                    <p:animEffect transition="out" filter="wipe(down)">
                                      <p:cBhvr>
                                        <p:cTn id="205" dur="500"/>
                                        <p:tgtEl>
                                          <p:spTgt spid="31"/>
                                        </p:tgtEl>
                                      </p:cBhvr>
                                    </p:animEffect>
                                    <p:set>
                                      <p:cBhvr>
                                        <p:cTn id="206" dur="1" fill="hold">
                                          <p:stCondLst>
                                            <p:cond delay="499"/>
                                          </p:stCondLst>
                                        </p:cTn>
                                        <p:tgtEl>
                                          <p:spTgt spid="31"/>
                                        </p:tgtEl>
                                        <p:attrNameLst>
                                          <p:attrName>style.visibility</p:attrName>
                                        </p:attrNameLst>
                                      </p:cBhvr>
                                      <p:to>
                                        <p:strVal val="hidden"/>
                                      </p:to>
                                    </p:set>
                                  </p:childTnLst>
                                </p:cTn>
                              </p:par>
                            </p:childTnLst>
                          </p:cTn>
                        </p:par>
                        <p:par>
                          <p:cTn id="207" fill="hold">
                            <p:stCondLst>
                              <p:cond delay="2500"/>
                            </p:stCondLst>
                            <p:childTnLst>
                              <p:par>
                                <p:cTn id="208" presetID="22" presetClass="entr" presetSubtype="4" fill="hold" grpId="0" nodeType="afterEffect">
                                  <p:stCondLst>
                                    <p:cond delay="0"/>
                                  </p:stCondLst>
                                  <p:childTnLst>
                                    <p:set>
                                      <p:cBhvr>
                                        <p:cTn id="209" dur="1" fill="hold">
                                          <p:stCondLst>
                                            <p:cond delay="0"/>
                                          </p:stCondLst>
                                        </p:cTn>
                                        <p:tgtEl>
                                          <p:spTgt spid="33"/>
                                        </p:tgtEl>
                                        <p:attrNameLst>
                                          <p:attrName>style.visibility</p:attrName>
                                        </p:attrNameLst>
                                      </p:cBhvr>
                                      <p:to>
                                        <p:strVal val="visible"/>
                                      </p:to>
                                    </p:set>
                                    <p:animEffect transition="in" filter="wipe(down)">
                                      <p:cBhvr>
                                        <p:cTn id="210" dur="500"/>
                                        <p:tgtEl>
                                          <p:spTgt spid="33"/>
                                        </p:tgtEl>
                                      </p:cBhvr>
                                    </p:animEffect>
                                  </p:childTnLst>
                                </p:cTn>
                              </p:par>
                            </p:childTnLst>
                          </p:cTn>
                        </p:par>
                      </p:childTnLst>
                    </p:cTn>
                  </p:par>
                  <p:par>
                    <p:cTn id="211" fill="hold">
                      <p:stCondLst>
                        <p:cond delay="indefinite"/>
                      </p:stCondLst>
                      <p:childTnLst>
                        <p:par>
                          <p:cTn id="212" fill="hold">
                            <p:stCondLst>
                              <p:cond delay="0"/>
                            </p:stCondLst>
                            <p:childTnLst>
                              <p:par>
                                <p:cTn id="213" presetID="42" presetClass="path" presetSubtype="0" accel="50000" decel="50000" fill="hold" grpId="3" nodeType="clickEffect">
                                  <p:stCondLst>
                                    <p:cond delay="0"/>
                                  </p:stCondLst>
                                  <p:childTnLst>
                                    <p:animMotion origin="layout" path="M 0.00091 0.09283 L 0.00091 0.14167 " pathEditMode="relative" rAng="0" ptsTypes="AA">
                                      <p:cBhvr>
                                        <p:cTn id="214" dur="2000" fill="hold"/>
                                        <p:tgtEl>
                                          <p:spTgt spid="7"/>
                                        </p:tgtEl>
                                        <p:attrNameLst>
                                          <p:attrName>ppt_x</p:attrName>
                                          <p:attrName>ppt_y</p:attrName>
                                        </p:attrNameLst>
                                      </p:cBhvr>
                                      <p:rCtr x="0" y="2431"/>
                                    </p:animMotion>
                                  </p:childTnLst>
                                </p:cTn>
                              </p:par>
                            </p:childTnLst>
                          </p:cTn>
                        </p:par>
                        <p:par>
                          <p:cTn id="215" fill="hold">
                            <p:stCondLst>
                              <p:cond delay="2000"/>
                            </p:stCondLst>
                            <p:childTnLst>
                              <p:par>
                                <p:cTn id="216" presetID="22" presetClass="exit" presetSubtype="4" fill="hold" grpId="1" nodeType="afterEffect">
                                  <p:stCondLst>
                                    <p:cond delay="0"/>
                                  </p:stCondLst>
                                  <p:childTnLst>
                                    <p:animEffect transition="out" filter="wipe(down)">
                                      <p:cBhvr>
                                        <p:cTn id="217" dur="500"/>
                                        <p:tgtEl>
                                          <p:spTgt spid="29"/>
                                        </p:tgtEl>
                                      </p:cBhvr>
                                    </p:animEffect>
                                    <p:set>
                                      <p:cBhvr>
                                        <p:cTn id="218" dur="1" fill="hold">
                                          <p:stCondLst>
                                            <p:cond delay="499"/>
                                          </p:stCondLst>
                                        </p:cTn>
                                        <p:tgtEl>
                                          <p:spTgt spid="29"/>
                                        </p:tgtEl>
                                        <p:attrNameLst>
                                          <p:attrName>style.visibility</p:attrName>
                                        </p:attrNameLst>
                                      </p:cBhvr>
                                      <p:to>
                                        <p:strVal val="hidden"/>
                                      </p:to>
                                    </p:set>
                                  </p:childTnLst>
                                </p:cTn>
                              </p:par>
                            </p:childTnLst>
                          </p:cTn>
                        </p:par>
                        <p:par>
                          <p:cTn id="219" fill="hold">
                            <p:stCondLst>
                              <p:cond delay="2500"/>
                            </p:stCondLst>
                            <p:childTnLst>
                              <p:par>
                                <p:cTn id="220" presetID="22" presetClass="entr" presetSubtype="4" fill="hold" grpId="0" nodeType="afterEffect">
                                  <p:stCondLst>
                                    <p:cond delay="0"/>
                                  </p:stCondLst>
                                  <p:childTnLst>
                                    <p:set>
                                      <p:cBhvr>
                                        <p:cTn id="221" dur="1" fill="hold">
                                          <p:stCondLst>
                                            <p:cond delay="0"/>
                                          </p:stCondLst>
                                        </p:cTn>
                                        <p:tgtEl>
                                          <p:spTgt spid="34"/>
                                        </p:tgtEl>
                                        <p:attrNameLst>
                                          <p:attrName>style.visibility</p:attrName>
                                        </p:attrNameLst>
                                      </p:cBhvr>
                                      <p:to>
                                        <p:strVal val="visible"/>
                                      </p:to>
                                    </p:set>
                                    <p:animEffect transition="in" filter="wipe(down)">
                                      <p:cBhvr>
                                        <p:cTn id="222" dur="500"/>
                                        <p:tgtEl>
                                          <p:spTgt spid="34"/>
                                        </p:tgtEl>
                                      </p:cBhvr>
                                    </p:animEffect>
                                  </p:childTnLst>
                                </p:cTn>
                              </p:par>
                            </p:childTnLst>
                          </p:cTn>
                        </p:par>
                      </p:childTnLst>
                    </p:cTn>
                  </p:par>
                  <p:par>
                    <p:cTn id="223" fill="hold">
                      <p:stCondLst>
                        <p:cond delay="indefinite"/>
                      </p:stCondLst>
                      <p:childTnLst>
                        <p:par>
                          <p:cTn id="224" fill="hold">
                            <p:stCondLst>
                              <p:cond delay="0"/>
                            </p:stCondLst>
                            <p:childTnLst>
                              <p:par>
                                <p:cTn id="225" presetID="42" presetClass="path" presetSubtype="0" accel="50000" decel="50000" fill="hold" grpId="4" nodeType="clickEffect">
                                  <p:stCondLst>
                                    <p:cond delay="0"/>
                                  </p:stCondLst>
                                  <p:childTnLst>
                                    <p:animMotion origin="layout" path="M 0.00091 0.14167 L 0.00078 0.18102 " pathEditMode="relative" rAng="0" ptsTypes="AA">
                                      <p:cBhvr>
                                        <p:cTn id="226" dur="2000" fill="hold"/>
                                        <p:tgtEl>
                                          <p:spTgt spid="7"/>
                                        </p:tgtEl>
                                        <p:attrNameLst>
                                          <p:attrName>ppt_x</p:attrName>
                                          <p:attrName>ppt_y</p:attrName>
                                        </p:attrNameLst>
                                      </p:cBhvr>
                                      <p:rCtr x="-13" y="2083"/>
                                    </p:animMotion>
                                  </p:childTnLst>
                                </p:cTn>
                              </p:par>
                            </p:childTnLst>
                          </p:cTn>
                        </p:par>
                        <p:par>
                          <p:cTn id="227" fill="hold">
                            <p:stCondLst>
                              <p:cond delay="2000"/>
                            </p:stCondLst>
                            <p:childTnLst>
                              <p:par>
                                <p:cTn id="228" presetID="22" presetClass="exit" presetSubtype="4" fill="hold" grpId="1" nodeType="afterEffect">
                                  <p:stCondLst>
                                    <p:cond delay="0"/>
                                  </p:stCondLst>
                                  <p:childTnLst>
                                    <p:animEffect transition="out" filter="wipe(down)">
                                      <p:cBhvr>
                                        <p:cTn id="229" dur="500"/>
                                        <p:tgtEl>
                                          <p:spTgt spid="32"/>
                                        </p:tgtEl>
                                      </p:cBhvr>
                                    </p:animEffect>
                                    <p:set>
                                      <p:cBhvr>
                                        <p:cTn id="230" dur="1" fill="hold">
                                          <p:stCondLst>
                                            <p:cond delay="499"/>
                                          </p:stCondLst>
                                        </p:cTn>
                                        <p:tgtEl>
                                          <p:spTgt spid="32"/>
                                        </p:tgtEl>
                                        <p:attrNameLst>
                                          <p:attrName>style.visibility</p:attrName>
                                        </p:attrNameLst>
                                      </p:cBhvr>
                                      <p:to>
                                        <p:strVal val="hidden"/>
                                      </p:to>
                                    </p:set>
                                  </p:childTnLst>
                                </p:cTn>
                              </p:par>
                            </p:childTnLst>
                          </p:cTn>
                        </p:par>
                        <p:par>
                          <p:cTn id="231" fill="hold">
                            <p:stCondLst>
                              <p:cond delay="2500"/>
                            </p:stCondLst>
                            <p:childTnLst>
                              <p:par>
                                <p:cTn id="232" presetID="22" presetClass="entr" presetSubtype="4" fill="hold" grpId="0" nodeType="afterEffect">
                                  <p:stCondLst>
                                    <p:cond delay="0"/>
                                  </p:stCondLst>
                                  <p:childTnLst>
                                    <p:set>
                                      <p:cBhvr>
                                        <p:cTn id="233" dur="1" fill="hold">
                                          <p:stCondLst>
                                            <p:cond delay="0"/>
                                          </p:stCondLst>
                                        </p:cTn>
                                        <p:tgtEl>
                                          <p:spTgt spid="35"/>
                                        </p:tgtEl>
                                        <p:attrNameLst>
                                          <p:attrName>style.visibility</p:attrName>
                                        </p:attrNameLst>
                                      </p:cBhvr>
                                      <p:to>
                                        <p:strVal val="visible"/>
                                      </p:to>
                                    </p:set>
                                    <p:animEffect transition="in" filter="wipe(down)">
                                      <p:cBhvr>
                                        <p:cTn id="234" dur="500"/>
                                        <p:tgtEl>
                                          <p:spTgt spid="35"/>
                                        </p:tgtEl>
                                      </p:cBhvr>
                                    </p:animEffect>
                                  </p:childTnLst>
                                </p:cTn>
                              </p:par>
                            </p:childTnLst>
                          </p:cTn>
                        </p:par>
                      </p:childTnLst>
                    </p:cTn>
                  </p:par>
                  <p:par>
                    <p:cTn id="235" fill="hold">
                      <p:stCondLst>
                        <p:cond delay="indefinite"/>
                      </p:stCondLst>
                      <p:childTnLst>
                        <p:par>
                          <p:cTn id="236" fill="hold">
                            <p:stCondLst>
                              <p:cond delay="0"/>
                            </p:stCondLst>
                            <p:childTnLst>
                              <p:par>
                                <p:cTn id="237" presetID="42" presetClass="entr" presetSubtype="0" fill="hold" nodeType="clickEffect">
                                  <p:stCondLst>
                                    <p:cond delay="0"/>
                                  </p:stCondLst>
                                  <p:childTnLst>
                                    <p:set>
                                      <p:cBhvr>
                                        <p:cTn id="238" dur="1" fill="hold">
                                          <p:stCondLst>
                                            <p:cond delay="0"/>
                                          </p:stCondLst>
                                        </p:cTn>
                                        <p:tgtEl>
                                          <p:spTgt spid="90117">
                                            <p:txEl>
                                              <p:pRg st="2" end="2"/>
                                            </p:txEl>
                                          </p:spTgt>
                                        </p:tgtEl>
                                        <p:attrNameLst>
                                          <p:attrName>style.visibility</p:attrName>
                                        </p:attrNameLst>
                                      </p:cBhvr>
                                      <p:to>
                                        <p:strVal val="visible"/>
                                      </p:to>
                                    </p:set>
                                    <p:animEffect transition="in" filter="fade">
                                      <p:cBhvr>
                                        <p:cTn id="239" dur="1000"/>
                                        <p:tgtEl>
                                          <p:spTgt spid="90117">
                                            <p:txEl>
                                              <p:pRg st="2" end="2"/>
                                            </p:txEl>
                                          </p:spTgt>
                                        </p:tgtEl>
                                      </p:cBhvr>
                                    </p:animEffect>
                                    <p:anim calcmode="lin" valueType="num">
                                      <p:cBhvr>
                                        <p:cTn id="240" dur="1000" fill="hold"/>
                                        <p:tgtEl>
                                          <p:spTgt spid="90117">
                                            <p:txEl>
                                              <p:pRg st="2" end="2"/>
                                            </p:txEl>
                                          </p:spTgt>
                                        </p:tgtEl>
                                        <p:attrNameLst>
                                          <p:attrName>ppt_x</p:attrName>
                                        </p:attrNameLst>
                                      </p:cBhvr>
                                      <p:tavLst>
                                        <p:tav tm="0">
                                          <p:val>
                                            <p:strVal val="#ppt_x"/>
                                          </p:val>
                                        </p:tav>
                                        <p:tav tm="100000">
                                          <p:val>
                                            <p:strVal val="#ppt_x"/>
                                          </p:val>
                                        </p:tav>
                                      </p:tavLst>
                                    </p:anim>
                                    <p:anim calcmode="lin" valueType="num">
                                      <p:cBhvr>
                                        <p:cTn id="241" dur="1000" fill="hold"/>
                                        <p:tgtEl>
                                          <p:spTgt spid="9011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2" fill="hold">
                      <p:stCondLst>
                        <p:cond delay="indefinite"/>
                      </p:stCondLst>
                      <p:childTnLst>
                        <p:par>
                          <p:cTn id="243" fill="hold">
                            <p:stCondLst>
                              <p:cond delay="0"/>
                            </p:stCondLst>
                            <p:childTnLst>
                              <p:par>
                                <p:cTn id="244" presetID="22" presetClass="entr" presetSubtype="8" fill="hold" nodeType="clickEffect">
                                  <p:stCondLst>
                                    <p:cond delay="0"/>
                                  </p:stCondLst>
                                  <p:childTnLst>
                                    <p:set>
                                      <p:cBhvr>
                                        <p:cTn id="245" dur="1" fill="hold">
                                          <p:stCondLst>
                                            <p:cond delay="0"/>
                                          </p:stCondLst>
                                        </p:cTn>
                                        <p:tgtEl>
                                          <p:spTgt spid="36"/>
                                        </p:tgtEl>
                                        <p:attrNameLst>
                                          <p:attrName>style.visibility</p:attrName>
                                        </p:attrNameLst>
                                      </p:cBhvr>
                                      <p:to>
                                        <p:strVal val="visible"/>
                                      </p:to>
                                    </p:set>
                                    <p:animEffect transition="in" filter="wipe(left)">
                                      <p:cBhvr>
                                        <p:cTn id="246" dur="500"/>
                                        <p:tgtEl>
                                          <p:spTgt spid="36"/>
                                        </p:tgtEl>
                                      </p:cBhvr>
                                    </p:animEffect>
                                  </p:childTnLst>
                                </p:cTn>
                              </p:par>
                            </p:childTnLst>
                          </p:cTn>
                        </p:par>
                      </p:childTnLst>
                    </p:cTn>
                  </p:par>
                  <p:par>
                    <p:cTn id="247" fill="hold">
                      <p:stCondLst>
                        <p:cond delay="indefinite"/>
                      </p:stCondLst>
                      <p:childTnLst>
                        <p:par>
                          <p:cTn id="248" fill="hold">
                            <p:stCondLst>
                              <p:cond delay="0"/>
                            </p:stCondLst>
                            <p:childTnLst>
                              <p:par>
                                <p:cTn id="249" presetID="42" presetClass="entr" presetSubtype="0" fill="hold" nodeType="clickEffect">
                                  <p:stCondLst>
                                    <p:cond delay="0"/>
                                  </p:stCondLst>
                                  <p:childTnLst>
                                    <p:set>
                                      <p:cBhvr>
                                        <p:cTn id="250" dur="1" fill="hold">
                                          <p:stCondLst>
                                            <p:cond delay="0"/>
                                          </p:stCondLst>
                                        </p:cTn>
                                        <p:tgtEl>
                                          <p:spTgt spid="90114">
                                            <p:txEl>
                                              <p:pRg st="7" end="7"/>
                                            </p:txEl>
                                          </p:spTgt>
                                        </p:tgtEl>
                                        <p:attrNameLst>
                                          <p:attrName>style.visibility</p:attrName>
                                        </p:attrNameLst>
                                      </p:cBhvr>
                                      <p:to>
                                        <p:strVal val="visible"/>
                                      </p:to>
                                    </p:set>
                                    <p:animEffect transition="in" filter="fade">
                                      <p:cBhvr>
                                        <p:cTn id="251" dur="1000"/>
                                        <p:tgtEl>
                                          <p:spTgt spid="90114">
                                            <p:txEl>
                                              <p:pRg st="7" end="7"/>
                                            </p:txEl>
                                          </p:spTgt>
                                        </p:tgtEl>
                                      </p:cBhvr>
                                    </p:animEffect>
                                    <p:anim calcmode="lin" valueType="num">
                                      <p:cBhvr>
                                        <p:cTn id="252" dur="1000" fill="hold"/>
                                        <p:tgtEl>
                                          <p:spTgt spid="90114">
                                            <p:txEl>
                                              <p:pRg st="7" end="7"/>
                                            </p:txEl>
                                          </p:spTgt>
                                        </p:tgtEl>
                                        <p:attrNameLst>
                                          <p:attrName>ppt_x</p:attrName>
                                        </p:attrNameLst>
                                      </p:cBhvr>
                                      <p:tavLst>
                                        <p:tav tm="0">
                                          <p:val>
                                            <p:strVal val="#ppt_x"/>
                                          </p:val>
                                        </p:tav>
                                        <p:tav tm="100000">
                                          <p:val>
                                            <p:strVal val="#ppt_x"/>
                                          </p:val>
                                        </p:tav>
                                      </p:tavLst>
                                    </p:anim>
                                    <p:anim calcmode="lin" valueType="num">
                                      <p:cBhvr>
                                        <p:cTn id="253" dur="1000" fill="hold"/>
                                        <p:tgtEl>
                                          <p:spTgt spid="90114">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254" fill="hold">
                      <p:stCondLst>
                        <p:cond delay="indefinite"/>
                      </p:stCondLst>
                      <p:childTnLst>
                        <p:par>
                          <p:cTn id="255" fill="hold">
                            <p:stCondLst>
                              <p:cond delay="0"/>
                            </p:stCondLst>
                            <p:childTnLst>
                              <p:par>
                                <p:cTn id="256" presetID="22" presetClass="entr" presetSubtype="4" fill="hold" grpId="0" nodeType="clickEffect">
                                  <p:stCondLst>
                                    <p:cond delay="0"/>
                                  </p:stCondLst>
                                  <p:childTnLst>
                                    <p:set>
                                      <p:cBhvr>
                                        <p:cTn id="257" dur="1" fill="hold">
                                          <p:stCondLst>
                                            <p:cond delay="0"/>
                                          </p:stCondLst>
                                        </p:cTn>
                                        <p:tgtEl>
                                          <p:spTgt spid="37"/>
                                        </p:tgtEl>
                                        <p:attrNameLst>
                                          <p:attrName>style.visibility</p:attrName>
                                        </p:attrNameLst>
                                      </p:cBhvr>
                                      <p:to>
                                        <p:strVal val="visible"/>
                                      </p:to>
                                    </p:set>
                                    <p:animEffect transition="in" filter="wipe(down)">
                                      <p:cBhvr>
                                        <p:cTn id="258" dur="500"/>
                                        <p:tgtEl>
                                          <p:spTgt spid="37"/>
                                        </p:tgtEl>
                                      </p:cBhvr>
                                    </p:animEffect>
                                  </p:childTnLst>
                                </p:cTn>
                              </p:par>
                            </p:childTnLst>
                          </p:cTn>
                        </p:par>
                      </p:childTnLst>
                    </p:cTn>
                  </p:par>
                  <p:par>
                    <p:cTn id="259" fill="hold">
                      <p:stCondLst>
                        <p:cond delay="indefinite"/>
                      </p:stCondLst>
                      <p:childTnLst>
                        <p:par>
                          <p:cTn id="260" fill="hold">
                            <p:stCondLst>
                              <p:cond delay="0"/>
                            </p:stCondLst>
                            <p:childTnLst>
                              <p:par>
                                <p:cTn id="261" presetID="42" presetClass="entr" presetSubtype="0" fill="hold" nodeType="clickEffect">
                                  <p:stCondLst>
                                    <p:cond delay="0"/>
                                  </p:stCondLst>
                                  <p:childTnLst>
                                    <p:set>
                                      <p:cBhvr>
                                        <p:cTn id="262" dur="1" fill="hold">
                                          <p:stCondLst>
                                            <p:cond delay="0"/>
                                          </p:stCondLst>
                                        </p:cTn>
                                        <p:tgtEl>
                                          <p:spTgt spid="90114">
                                            <p:txEl>
                                              <p:pRg st="8" end="8"/>
                                            </p:txEl>
                                          </p:spTgt>
                                        </p:tgtEl>
                                        <p:attrNameLst>
                                          <p:attrName>style.visibility</p:attrName>
                                        </p:attrNameLst>
                                      </p:cBhvr>
                                      <p:to>
                                        <p:strVal val="visible"/>
                                      </p:to>
                                    </p:set>
                                    <p:animEffect transition="in" filter="fade">
                                      <p:cBhvr>
                                        <p:cTn id="263" dur="1000"/>
                                        <p:tgtEl>
                                          <p:spTgt spid="90114">
                                            <p:txEl>
                                              <p:pRg st="8" end="8"/>
                                            </p:txEl>
                                          </p:spTgt>
                                        </p:tgtEl>
                                      </p:cBhvr>
                                    </p:animEffect>
                                    <p:anim calcmode="lin" valueType="num">
                                      <p:cBhvr>
                                        <p:cTn id="264" dur="1000" fill="hold"/>
                                        <p:tgtEl>
                                          <p:spTgt spid="90114">
                                            <p:txEl>
                                              <p:pRg st="8" end="8"/>
                                            </p:txEl>
                                          </p:spTgt>
                                        </p:tgtEl>
                                        <p:attrNameLst>
                                          <p:attrName>ppt_x</p:attrName>
                                        </p:attrNameLst>
                                      </p:cBhvr>
                                      <p:tavLst>
                                        <p:tav tm="0">
                                          <p:val>
                                            <p:strVal val="#ppt_x"/>
                                          </p:val>
                                        </p:tav>
                                        <p:tav tm="100000">
                                          <p:val>
                                            <p:strVal val="#ppt_x"/>
                                          </p:val>
                                        </p:tav>
                                      </p:tavLst>
                                    </p:anim>
                                    <p:anim calcmode="lin" valueType="num">
                                      <p:cBhvr>
                                        <p:cTn id="265" dur="1000" fill="hold"/>
                                        <p:tgtEl>
                                          <p:spTgt spid="90114">
                                            <p:txEl>
                                              <p:pRg st="8" end="8"/>
                                            </p:txEl>
                                          </p:spTgt>
                                        </p:tgtEl>
                                        <p:attrNameLst>
                                          <p:attrName>ppt_y</p:attrName>
                                        </p:attrNameLst>
                                      </p:cBhvr>
                                      <p:tavLst>
                                        <p:tav tm="0">
                                          <p:val>
                                            <p:strVal val="#ppt_y+.1"/>
                                          </p:val>
                                        </p:tav>
                                        <p:tav tm="100000">
                                          <p:val>
                                            <p:strVal val="#ppt_y"/>
                                          </p:val>
                                        </p:tav>
                                      </p:tavLst>
                                    </p:anim>
                                  </p:childTnLst>
                                </p:cTn>
                              </p:par>
                              <p:par>
                                <p:cTn id="266" presetID="42" presetClass="entr" presetSubtype="0" fill="hold" nodeType="withEffect">
                                  <p:stCondLst>
                                    <p:cond delay="0"/>
                                  </p:stCondLst>
                                  <p:childTnLst>
                                    <p:set>
                                      <p:cBhvr>
                                        <p:cTn id="267" dur="1" fill="hold">
                                          <p:stCondLst>
                                            <p:cond delay="0"/>
                                          </p:stCondLst>
                                        </p:cTn>
                                        <p:tgtEl>
                                          <p:spTgt spid="90114">
                                            <p:txEl>
                                              <p:pRg st="9" end="9"/>
                                            </p:txEl>
                                          </p:spTgt>
                                        </p:tgtEl>
                                        <p:attrNameLst>
                                          <p:attrName>style.visibility</p:attrName>
                                        </p:attrNameLst>
                                      </p:cBhvr>
                                      <p:to>
                                        <p:strVal val="visible"/>
                                      </p:to>
                                    </p:set>
                                    <p:animEffect transition="in" filter="fade">
                                      <p:cBhvr>
                                        <p:cTn id="268" dur="1000"/>
                                        <p:tgtEl>
                                          <p:spTgt spid="90114">
                                            <p:txEl>
                                              <p:pRg st="9" end="9"/>
                                            </p:txEl>
                                          </p:spTgt>
                                        </p:tgtEl>
                                      </p:cBhvr>
                                    </p:animEffect>
                                    <p:anim calcmode="lin" valueType="num">
                                      <p:cBhvr>
                                        <p:cTn id="269" dur="1000" fill="hold"/>
                                        <p:tgtEl>
                                          <p:spTgt spid="90114">
                                            <p:txEl>
                                              <p:pRg st="9" end="9"/>
                                            </p:txEl>
                                          </p:spTgt>
                                        </p:tgtEl>
                                        <p:attrNameLst>
                                          <p:attrName>ppt_x</p:attrName>
                                        </p:attrNameLst>
                                      </p:cBhvr>
                                      <p:tavLst>
                                        <p:tav tm="0">
                                          <p:val>
                                            <p:strVal val="#ppt_x"/>
                                          </p:val>
                                        </p:tav>
                                        <p:tav tm="100000">
                                          <p:val>
                                            <p:strVal val="#ppt_x"/>
                                          </p:val>
                                        </p:tav>
                                      </p:tavLst>
                                    </p:anim>
                                    <p:anim calcmode="lin" valueType="num">
                                      <p:cBhvr>
                                        <p:cTn id="270" dur="1000" fill="hold"/>
                                        <p:tgtEl>
                                          <p:spTgt spid="90114">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271" fill="hold">
                      <p:stCondLst>
                        <p:cond delay="indefinite"/>
                      </p:stCondLst>
                      <p:childTnLst>
                        <p:par>
                          <p:cTn id="272" fill="hold">
                            <p:stCondLst>
                              <p:cond delay="0"/>
                            </p:stCondLst>
                            <p:childTnLst>
                              <p:par>
                                <p:cTn id="273" presetID="22" presetClass="entr" presetSubtype="8" fill="hold" nodeType="clickEffect">
                                  <p:stCondLst>
                                    <p:cond delay="0"/>
                                  </p:stCondLst>
                                  <p:childTnLst>
                                    <p:set>
                                      <p:cBhvr>
                                        <p:cTn id="274" dur="1" fill="hold">
                                          <p:stCondLst>
                                            <p:cond delay="0"/>
                                          </p:stCondLst>
                                        </p:cTn>
                                        <p:tgtEl>
                                          <p:spTgt spid="49"/>
                                        </p:tgtEl>
                                        <p:attrNameLst>
                                          <p:attrName>style.visibility</p:attrName>
                                        </p:attrNameLst>
                                      </p:cBhvr>
                                      <p:to>
                                        <p:strVal val="visible"/>
                                      </p:to>
                                    </p:set>
                                    <p:animEffect transition="in" filter="wipe(left)">
                                      <p:cBhvr>
                                        <p:cTn id="275" dur="750"/>
                                        <p:tgtEl>
                                          <p:spTgt spid="49"/>
                                        </p:tgtEl>
                                      </p:cBhvr>
                                    </p:animEffect>
                                  </p:childTnLst>
                                </p:cTn>
                              </p:par>
                              <p:par>
                                <p:cTn id="276" presetID="22" presetClass="entr" presetSubtype="8" fill="hold" nodeType="withEffect">
                                  <p:stCondLst>
                                    <p:cond delay="0"/>
                                  </p:stCondLst>
                                  <p:childTnLst>
                                    <p:set>
                                      <p:cBhvr>
                                        <p:cTn id="277" dur="1" fill="hold">
                                          <p:stCondLst>
                                            <p:cond delay="0"/>
                                          </p:stCondLst>
                                        </p:cTn>
                                        <p:tgtEl>
                                          <p:spTgt spid="50"/>
                                        </p:tgtEl>
                                        <p:attrNameLst>
                                          <p:attrName>style.visibility</p:attrName>
                                        </p:attrNameLst>
                                      </p:cBhvr>
                                      <p:to>
                                        <p:strVal val="visible"/>
                                      </p:to>
                                    </p:set>
                                    <p:animEffect transition="in" filter="wipe(left)">
                                      <p:cBhvr>
                                        <p:cTn id="278" dur="750"/>
                                        <p:tgtEl>
                                          <p:spTgt spid="50"/>
                                        </p:tgtEl>
                                      </p:cBhvr>
                                    </p:animEffect>
                                  </p:childTnLst>
                                </p:cTn>
                              </p:par>
                            </p:childTnLst>
                          </p:cTn>
                        </p:par>
                        <p:par>
                          <p:cTn id="279" fill="hold">
                            <p:stCondLst>
                              <p:cond delay="750"/>
                            </p:stCondLst>
                            <p:childTnLst>
                              <p:par>
                                <p:cTn id="280" presetID="22" presetClass="entr" presetSubtype="4" fill="hold" grpId="0" nodeType="afterEffect">
                                  <p:stCondLst>
                                    <p:cond delay="0"/>
                                  </p:stCondLst>
                                  <p:childTnLst>
                                    <p:set>
                                      <p:cBhvr>
                                        <p:cTn id="281" dur="1" fill="hold">
                                          <p:stCondLst>
                                            <p:cond delay="0"/>
                                          </p:stCondLst>
                                        </p:cTn>
                                        <p:tgtEl>
                                          <p:spTgt spid="38"/>
                                        </p:tgtEl>
                                        <p:attrNameLst>
                                          <p:attrName>style.visibility</p:attrName>
                                        </p:attrNameLst>
                                      </p:cBhvr>
                                      <p:to>
                                        <p:strVal val="visible"/>
                                      </p:to>
                                    </p:set>
                                    <p:animEffect transition="in" filter="wipe(down)">
                                      <p:cBhvr>
                                        <p:cTn id="282" dur="750"/>
                                        <p:tgtEl>
                                          <p:spTgt spid="38"/>
                                        </p:tgtEl>
                                      </p:cBhvr>
                                    </p:animEffect>
                                  </p:childTnLst>
                                </p:cTn>
                              </p:par>
                            </p:childTnLst>
                          </p:cTn>
                        </p:par>
                      </p:childTnLst>
                    </p:cTn>
                  </p:par>
                  <p:par>
                    <p:cTn id="283" fill="hold">
                      <p:stCondLst>
                        <p:cond delay="indefinite"/>
                      </p:stCondLst>
                      <p:childTnLst>
                        <p:par>
                          <p:cTn id="284" fill="hold">
                            <p:stCondLst>
                              <p:cond delay="0"/>
                            </p:stCondLst>
                            <p:childTnLst>
                              <p:par>
                                <p:cTn id="285" presetID="22" presetClass="entr" presetSubtype="8" fill="hold" nodeType="clickEffect">
                                  <p:stCondLst>
                                    <p:cond delay="0"/>
                                  </p:stCondLst>
                                  <p:childTnLst>
                                    <p:set>
                                      <p:cBhvr>
                                        <p:cTn id="286" dur="1" fill="hold">
                                          <p:stCondLst>
                                            <p:cond delay="0"/>
                                          </p:stCondLst>
                                        </p:cTn>
                                        <p:tgtEl>
                                          <p:spTgt spid="55"/>
                                        </p:tgtEl>
                                        <p:attrNameLst>
                                          <p:attrName>style.visibility</p:attrName>
                                        </p:attrNameLst>
                                      </p:cBhvr>
                                      <p:to>
                                        <p:strVal val="visible"/>
                                      </p:to>
                                    </p:set>
                                    <p:animEffect transition="in" filter="wipe(left)">
                                      <p:cBhvr>
                                        <p:cTn id="287" dur="750"/>
                                        <p:tgtEl>
                                          <p:spTgt spid="55"/>
                                        </p:tgtEl>
                                      </p:cBhvr>
                                    </p:animEffect>
                                  </p:childTnLst>
                                </p:cTn>
                              </p:par>
                              <p:par>
                                <p:cTn id="288" presetID="22" presetClass="entr" presetSubtype="8" fill="hold" nodeType="withEffect">
                                  <p:stCondLst>
                                    <p:cond delay="0"/>
                                  </p:stCondLst>
                                  <p:childTnLst>
                                    <p:set>
                                      <p:cBhvr>
                                        <p:cTn id="289" dur="1" fill="hold">
                                          <p:stCondLst>
                                            <p:cond delay="0"/>
                                          </p:stCondLst>
                                        </p:cTn>
                                        <p:tgtEl>
                                          <p:spTgt spid="56"/>
                                        </p:tgtEl>
                                        <p:attrNameLst>
                                          <p:attrName>style.visibility</p:attrName>
                                        </p:attrNameLst>
                                      </p:cBhvr>
                                      <p:to>
                                        <p:strVal val="visible"/>
                                      </p:to>
                                    </p:set>
                                    <p:animEffect transition="in" filter="wipe(left)">
                                      <p:cBhvr>
                                        <p:cTn id="290" dur="750"/>
                                        <p:tgtEl>
                                          <p:spTgt spid="56"/>
                                        </p:tgtEl>
                                      </p:cBhvr>
                                    </p:animEffect>
                                  </p:childTnLst>
                                </p:cTn>
                              </p:par>
                            </p:childTnLst>
                          </p:cTn>
                        </p:par>
                        <p:par>
                          <p:cTn id="291" fill="hold">
                            <p:stCondLst>
                              <p:cond delay="750"/>
                            </p:stCondLst>
                            <p:childTnLst>
                              <p:par>
                                <p:cTn id="292" presetID="22" presetClass="entr" presetSubtype="4" fill="hold" grpId="0" nodeType="afterEffect">
                                  <p:stCondLst>
                                    <p:cond delay="0"/>
                                  </p:stCondLst>
                                  <p:childTnLst>
                                    <p:set>
                                      <p:cBhvr>
                                        <p:cTn id="293" dur="1" fill="hold">
                                          <p:stCondLst>
                                            <p:cond delay="0"/>
                                          </p:stCondLst>
                                        </p:cTn>
                                        <p:tgtEl>
                                          <p:spTgt spid="39"/>
                                        </p:tgtEl>
                                        <p:attrNameLst>
                                          <p:attrName>style.visibility</p:attrName>
                                        </p:attrNameLst>
                                      </p:cBhvr>
                                      <p:to>
                                        <p:strVal val="visible"/>
                                      </p:to>
                                    </p:set>
                                    <p:animEffect transition="in" filter="wipe(down)">
                                      <p:cBhvr>
                                        <p:cTn id="294" dur="750"/>
                                        <p:tgtEl>
                                          <p:spTgt spid="39"/>
                                        </p:tgtEl>
                                      </p:cBhvr>
                                    </p:animEffect>
                                  </p:childTnLst>
                                </p:cTn>
                              </p:par>
                            </p:childTnLst>
                          </p:cTn>
                        </p:par>
                      </p:childTnLst>
                    </p:cTn>
                  </p:par>
                  <p:par>
                    <p:cTn id="295" fill="hold">
                      <p:stCondLst>
                        <p:cond delay="indefinite"/>
                      </p:stCondLst>
                      <p:childTnLst>
                        <p:par>
                          <p:cTn id="296" fill="hold">
                            <p:stCondLst>
                              <p:cond delay="0"/>
                            </p:stCondLst>
                            <p:childTnLst>
                              <p:par>
                                <p:cTn id="297" presetID="22" presetClass="entr" presetSubtype="8" fill="hold" nodeType="clickEffect">
                                  <p:stCondLst>
                                    <p:cond delay="0"/>
                                  </p:stCondLst>
                                  <p:childTnLst>
                                    <p:set>
                                      <p:cBhvr>
                                        <p:cTn id="298" dur="1" fill="hold">
                                          <p:stCondLst>
                                            <p:cond delay="0"/>
                                          </p:stCondLst>
                                        </p:cTn>
                                        <p:tgtEl>
                                          <p:spTgt spid="57"/>
                                        </p:tgtEl>
                                        <p:attrNameLst>
                                          <p:attrName>style.visibility</p:attrName>
                                        </p:attrNameLst>
                                      </p:cBhvr>
                                      <p:to>
                                        <p:strVal val="visible"/>
                                      </p:to>
                                    </p:set>
                                    <p:animEffect transition="in" filter="wipe(left)">
                                      <p:cBhvr>
                                        <p:cTn id="299" dur="750"/>
                                        <p:tgtEl>
                                          <p:spTgt spid="57"/>
                                        </p:tgtEl>
                                      </p:cBhvr>
                                    </p:animEffect>
                                  </p:childTnLst>
                                </p:cTn>
                              </p:par>
                              <p:par>
                                <p:cTn id="300" presetID="22" presetClass="entr" presetSubtype="8" fill="hold" nodeType="withEffect">
                                  <p:stCondLst>
                                    <p:cond delay="0"/>
                                  </p:stCondLst>
                                  <p:childTnLst>
                                    <p:set>
                                      <p:cBhvr>
                                        <p:cTn id="301" dur="1" fill="hold">
                                          <p:stCondLst>
                                            <p:cond delay="0"/>
                                          </p:stCondLst>
                                        </p:cTn>
                                        <p:tgtEl>
                                          <p:spTgt spid="58"/>
                                        </p:tgtEl>
                                        <p:attrNameLst>
                                          <p:attrName>style.visibility</p:attrName>
                                        </p:attrNameLst>
                                      </p:cBhvr>
                                      <p:to>
                                        <p:strVal val="visible"/>
                                      </p:to>
                                    </p:set>
                                    <p:animEffect transition="in" filter="wipe(left)">
                                      <p:cBhvr>
                                        <p:cTn id="302" dur="750"/>
                                        <p:tgtEl>
                                          <p:spTgt spid="58"/>
                                        </p:tgtEl>
                                      </p:cBhvr>
                                    </p:animEffect>
                                  </p:childTnLst>
                                </p:cTn>
                              </p:par>
                            </p:childTnLst>
                          </p:cTn>
                        </p:par>
                        <p:par>
                          <p:cTn id="303" fill="hold">
                            <p:stCondLst>
                              <p:cond delay="750"/>
                            </p:stCondLst>
                            <p:childTnLst>
                              <p:par>
                                <p:cTn id="304" presetID="22" presetClass="entr" presetSubtype="4" fill="hold" grpId="0" nodeType="afterEffect">
                                  <p:stCondLst>
                                    <p:cond delay="0"/>
                                  </p:stCondLst>
                                  <p:childTnLst>
                                    <p:set>
                                      <p:cBhvr>
                                        <p:cTn id="305" dur="1" fill="hold">
                                          <p:stCondLst>
                                            <p:cond delay="0"/>
                                          </p:stCondLst>
                                        </p:cTn>
                                        <p:tgtEl>
                                          <p:spTgt spid="40"/>
                                        </p:tgtEl>
                                        <p:attrNameLst>
                                          <p:attrName>style.visibility</p:attrName>
                                        </p:attrNameLst>
                                      </p:cBhvr>
                                      <p:to>
                                        <p:strVal val="visible"/>
                                      </p:to>
                                    </p:set>
                                    <p:animEffect transition="in" filter="wipe(down)">
                                      <p:cBhvr>
                                        <p:cTn id="306" dur="750"/>
                                        <p:tgtEl>
                                          <p:spTgt spid="40"/>
                                        </p:tgtEl>
                                      </p:cBhvr>
                                    </p:animEffect>
                                  </p:childTnLst>
                                </p:cTn>
                              </p:par>
                            </p:childTnLst>
                          </p:cTn>
                        </p:par>
                      </p:childTnLst>
                    </p:cTn>
                  </p:par>
                  <p:par>
                    <p:cTn id="307" fill="hold">
                      <p:stCondLst>
                        <p:cond delay="indefinite"/>
                      </p:stCondLst>
                      <p:childTnLst>
                        <p:par>
                          <p:cTn id="308" fill="hold">
                            <p:stCondLst>
                              <p:cond delay="0"/>
                            </p:stCondLst>
                            <p:childTnLst>
                              <p:par>
                                <p:cTn id="309" presetID="22" presetClass="entr" presetSubtype="8" fill="hold" nodeType="clickEffect">
                                  <p:stCondLst>
                                    <p:cond delay="0"/>
                                  </p:stCondLst>
                                  <p:childTnLst>
                                    <p:set>
                                      <p:cBhvr>
                                        <p:cTn id="310" dur="1" fill="hold">
                                          <p:stCondLst>
                                            <p:cond delay="0"/>
                                          </p:stCondLst>
                                        </p:cTn>
                                        <p:tgtEl>
                                          <p:spTgt spid="59"/>
                                        </p:tgtEl>
                                        <p:attrNameLst>
                                          <p:attrName>style.visibility</p:attrName>
                                        </p:attrNameLst>
                                      </p:cBhvr>
                                      <p:to>
                                        <p:strVal val="visible"/>
                                      </p:to>
                                    </p:set>
                                    <p:animEffect transition="in" filter="wipe(left)">
                                      <p:cBhvr>
                                        <p:cTn id="311" dur="750"/>
                                        <p:tgtEl>
                                          <p:spTgt spid="59"/>
                                        </p:tgtEl>
                                      </p:cBhvr>
                                    </p:animEffect>
                                  </p:childTnLst>
                                </p:cTn>
                              </p:par>
                              <p:par>
                                <p:cTn id="312" presetID="22" presetClass="entr" presetSubtype="8" fill="hold" nodeType="withEffect">
                                  <p:stCondLst>
                                    <p:cond delay="0"/>
                                  </p:stCondLst>
                                  <p:childTnLst>
                                    <p:set>
                                      <p:cBhvr>
                                        <p:cTn id="313" dur="1" fill="hold">
                                          <p:stCondLst>
                                            <p:cond delay="0"/>
                                          </p:stCondLst>
                                        </p:cTn>
                                        <p:tgtEl>
                                          <p:spTgt spid="60"/>
                                        </p:tgtEl>
                                        <p:attrNameLst>
                                          <p:attrName>style.visibility</p:attrName>
                                        </p:attrNameLst>
                                      </p:cBhvr>
                                      <p:to>
                                        <p:strVal val="visible"/>
                                      </p:to>
                                    </p:set>
                                    <p:animEffect transition="in" filter="wipe(left)">
                                      <p:cBhvr>
                                        <p:cTn id="314" dur="750"/>
                                        <p:tgtEl>
                                          <p:spTgt spid="60"/>
                                        </p:tgtEl>
                                      </p:cBhvr>
                                    </p:animEffect>
                                  </p:childTnLst>
                                </p:cTn>
                              </p:par>
                            </p:childTnLst>
                          </p:cTn>
                        </p:par>
                        <p:par>
                          <p:cTn id="315" fill="hold">
                            <p:stCondLst>
                              <p:cond delay="750"/>
                            </p:stCondLst>
                            <p:childTnLst>
                              <p:par>
                                <p:cTn id="316" presetID="22" presetClass="entr" presetSubtype="4" fill="hold" grpId="0" nodeType="afterEffect">
                                  <p:stCondLst>
                                    <p:cond delay="0"/>
                                  </p:stCondLst>
                                  <p:childTnLst>
                                    <p:set>
                                      <p:cBhvr>
                                        <p:cTn id="317" dur="1" fill="hold">
                                          <p:stCondLst>
                                            <p:cond delay="0"/>
                                          </p:stCondLst>
                                        </p:cTn>
                                        <p:tgtEl>
                                          <p:spTgt spid="41"/>
                                        </p:tgtEl>
                                        <p:attrNameLst>
                                          <p:attrName>style.visibility</p:attrName>
                                        </p:attrNameLst>
                                      </p:cBhvr>
                                      <p:to>
                                        <p:strVal val="visible"/>
                                      </p:to>
                                    </p:set>
                                    <p:animEffect transition="in" filter="wipe(down)">
                                      <p:cBhvr>
                                        <p:cTn id="318" dur="750"/>
                                        <p:tgtEl>
                                          <p:spTgt spid="41"/>
                                        </p:tgtEl>
                                      </p:cBhvr>
                                    </p:animEffect>
                                  </p:childTnLst>
                                </p:cTn>
                              </p:par>
                            </p:childTnLst>
                          </p:cTn>
                        </p:par>
                      </p:childTnLst>
                    </p:cTn>
                  </p:par>
                  <p:par>
                    <p:cTn id="319" fill="hold">
                      <p:stCondLst>
                        <p:cond delay="indefinite"/>
                      </p:stCondLst>
                      <p:childTnLst>
                        <p:par>
                          <p:cTn id="320" fill="hold">
                            <p:stCondLst>
                              <p:cond delay="0"/>
                            </p:stCondLst>
                            <p:childTnLst>
                              <p:par>
                                <p:cTn id="321" presetID="22" presetClass="entr" presetSubtype="8" fill="hold" nodeType="clickEffect">
                                  <p:stCondLst>
                                    <p:cond delay="0"/>
                                  </p:stCondLst>
                                  <p:childTnLst>
                                    <p:set>
                                      <p:cBhvr>
                                        <p:cTn id="322" dur="1" fill="hold">
                                          <p:stCondLst>
                                            <p:cond delay="0"/>
                                          </p:stCondLst>
                                        </p:cTn>
                                        <p:tgtEl>
                                          <p:spTgt spid="61"/>
                                        </p:tgtEl>
                                        <p:attrNameLst>
                                          <p:attrName>style.visibility</p:attrName>
                                        </p:attrNameLst>
                                      </p:cBhvr>
                                      <p:to>
                                        <p:strVal val="visible"/>
                                      </p:to>
                                    </p:set>
                                    <p:animEffect transition="in" filter="wipe(left)">
                                      <p:cBhvr>
                                        <p:cTn id="323" dur="750"/>
                                        <p:tgtEl>
                                          <p:spTgt spid="61"/>
                                        </p:tgtEl>
                                      </p:cBhvr>
                                    </p:animEffect>
                                  </p:childTnLst>
                                </p:cTn>
                              </p:par>
                              <p:par>
                                <p:cTn id="324" presetID="22" presetClass="entr" presetSubtype="8" fill="hold" nodeType="withEffect">
                                  <p:stCondLst>
                                    <p:cond delay="0"/>
                                  </p:stCondLst>
                                  <p:childTnLst>
                                    <p:set>
                                      <p:cBhvr>
                                        <p:cTn id="325" dur="1" fill="hold">
                                          <p:stCondLst>
                                            <p:cond delay="0"/>
                                          </p:stCondLst>
                                        </p:cTn>
                                        <p:tgtEl>
                                          <p:spTgt spid="62"/>
                                        </p:tgtEl>
                                        <p:attrNameLst>
                                          <p:attrName>style.visibility</p:attrName>
                                        </p:attrNameLst>
                                      </p:cBhvr>
                                      <p:to>
                                        <p:strVal val="visible"/>
                                      </p:to>
                                    </p:set>
                                    <p:animEffect transition="in" filter="wipe(left)">
                                      <p:cBhvr>
                                        <p:cTn id="326" dur="750"/>
                                        <p:tgtEl>
                                          <p:spTgt spid="62"/>
                                        </p:tgtEl>
                                      </p:cBhvr>
                                    </p:animEffect>
                                  </p:childTnLst>
                                </p:cTn>
                              </p:par>
                            </p:childTnLst>
                          </p:cTn>
                        </p:par>
                        <p:par>
                          <p:cTn id="327" fill="hold">
                            <p:stCondLst>
                              <p:cond delay="750"/>
                            </p:stCondLst>
                            <p:childTnLst>
                              <p:par>
                                <p:cTn id="328" presetID="22" presetClass="entr" presetSubtype="4" fill="hold" grpId="0" nodeType="afterEffect">
                                  <p:stCondLst>
                                    <p:cond delay="0"/>
                                  </p:stCondLst>
                                  <p:childTnLst>
                                    <p:set>
                                      <p:cBhvr>
                                        <p:cTn id="329" dur="1" fill="hold">
                                          <p:stCondLst>
                                            <p:cond delay="0"/>
                                          </p:stCondLst>
                                        </p:cTn>
                                        <p:tgtEl>
                                          <p:spTgt spid="42"/>
                                        </p:tgtEl>
                                        <p:attrNameLst>
                                          <p:attrName>style.visibility</p:attrName>
                                        </p:attrNameLst>
                                      </p:cBhvr>
                                      <p:to>
                                        <p:strVal val="visible"/>
                                      </p:to>
                                    </p:set>
                                    <p:animEffect transition="in" filter="wipe(down)">
                                      <p:cBhvr>
                                        <p:cTn id="330" dur="750"/>
                                        <p:tgtEl>
                                          <p:spTgt spid="42"/>
                                        </p:tgtEl>
                                      </p:cBhvr>
                                    </p:animEffect>
                                  </p:childTnLst>
                                </p:cTn>
                              </p:par>
                            </p:childTnLst>
                          </p:cTn>
                        </p:par>
                      </p:childTnLst>
                    </p:cTn>
                  </p:par>
                  <p:par>
                    <p:cTn id="331" fill="hold">
                      <p:stCondLst>
                        <p:cond delay="indefinite"/>
                      </p:stCondLst>
                      <p:childTnLst>
                        <p:par>
                          <p:cTn id="332" fill="hold">
                            <p:stCondLst>
                              <p:cond delay="0"/>
                            </p:stCondLst>
                            <p:childTnLst>
                              <p:par>
                                <p:cTn id="333" presetID="22" presetClass="entr" presetSubtype="8" fill="hold" nodeType="clickEffect">
                                  <p:stCondLst>
                                    <p:cond delay="0"/>
                                  </p:stCondLst>
                                  <p:childTnLst>
                                    <p:set>
                                      <p:cBhvr>
                                        <p:cTn id="334" dur="1" fill="hold">
                                          <p:stCondLst>
                                            <p:cond delay="0"/>
                                          </p:stCondLst>
                                        </p:cTn>
                                        <p:tgtEl>
                                          <p:spTgt spid="63"/>
                                        </p:tgtEl>
                                        <p:attrNameLst>
                                          <p:attrName>style.visibility</p:attrName>
                                        </p:attrNameLst>
                                      </p:cBhvr>
                                      <p:to>
                                        <p:strVal val="visible"/>
                                      </p:to>
                                    </p:set>
                                    <p:animEffect transition="in" filter="wipe(left)">
                                      <p:cBhvr>
                                        <p:cTn id="335" dur="750"/>
                                        <p:tgtEl>
                                          <p:spTgt spid="63"/>
                                        </p:tgtEl>
                                      </p:cBhvr>
                                    </p:animEffect>
                                  </p:childTnLst>
                                </p:cTn>
                              </p:par>
                              <p:par>
                                <p:cTn id="336" presetID="22" presetClass="entr" presetSubtype="8" fill="hold" nodeType="withEffect">
                                  <p:stCondLst>
                                    <p:cond delay="0"/>
                                  </p:stCondLst>
                                  <p:childTnLst>
                                    <p:set>
                                      <p:cBhvr>
                                        <p:cTn id="337" dur="1" fill="hold">
                                          <p:stCondLst>
                                            <p:cond delay="0"/>
                                          </p:stCondLst>
                                        </p:cTn>
                                        <p:tgtEl>
                                          <p:spTgt spid="64"/>
                                        </p:tgtEl>
                                        <p:attrNameLst>
                                          <p:attrName>style.visibility</p:attrName>
                                        </p:attrNameLst>
                                      </p:cBhvr>
                                      <p:to>
                                        <p:strVal val="visible"/>
                                      </p:to>
                                    </p:set>
                                    <p:animEffect transition="in" filter="wipe(left)">
                                      <p:cBhvr>
                                        <p:cTn id="338" dur="750"/>
                                        <p:tgtEl>
                                          <p:spTgt spid="64"/>
                                        </p:tgtEl>
                                      </p:cBhvr>
                                    </p:animEffect>
                                  </p:childTnLst>
                                </p:cTn>
                              </p:par>
                            </p:childTnLst>
                          </p:cTn>
                        </p:par>
                        <p:par>
                          <p:cTn id="339" fill="hold">
                            <p:stCondLst>
                              <p:cond delay="750"/>
                            </p:stCondLst>
                            <p:childTnLst>
                              <p:par>
                                <p:cTn id="340" presetID="22" presetClass="entr" presetSubtype="4" fill="hold" grpId="0" nodeType="afterEffect">
                                  <p:stCondLst>
                                    <p:cond delay="0"/>
                                  </p:stCondLst>
                                  <p:childTnLst>
                                    <p:set>
                                      <p:cBhvr>
                                        <p:cTn id="341" dur="1" fill="hold">
                                          <p:stCondLst>
                                            <p:cond delay="0"/>
                                          </p:stCondLst>
                                        </p:cTn>
                                        <p:tgtEl>
                                          <p:spTgt spid="43"/>
                                        </p:tgtEl>
                                        <p:attrNameLst>
                                          <p:attrName>style.visibility</p:attrName>
                                        </p:attrNameLst>
                                      </p:cBhvr>
                                      <p:to>
                                        <p:strVal val="visible"/>
                                      </p:to>
                                    </p:set>
                                    <p:animEffect transition="in" filter="wipe(down)">
                                      <p:cBhvr>
                                        <p:cTn id="342" dur="750"/>
                                        <p:tgtEl>
                                          <p:spTgt spid="43"/>
                                        </p:tgtEl>
                                      </p:cBhvr>
                                    </p:animEffect>
                                  </p:childTnLst>
                                </p:cTn>
                              </p:par>
                            </p:childTnLst>
                          </p:cTn>
                        </p:par>
                      </p:childTnLst>
                    </p:cTn>
                  </p:par>
                  <p:par>
                    <p:cTn id="343" fill="hold">
                      <p:stCondLst>
                        <p:cond delay="indefinite"/>
                      </p:stCondLst>
                      <p:childTnLst>
                        <p:par>
                          <p:cTn id="344" fill="hold">
                            <p:stCondLst>
                              <p:cond delay="0"/>
                            </p:stCondLst>
                            <p:childTnLst>
                              <p:par>
                                <p:cTn id="345" presetID="42" presetClass="entr" presetSubtype="0" fill="hold" nodeType="clickEffect">
                                  <p:stCondLst>
                                    <p:cond delay="0"/>
                                  </p:stCondLst>
                                  <p:childTnLst>
                                    <p:set>
                                      <p:cBhvr>
                                        <p:cTn id="346" dur="1" fill="hold">
                                          <p:stCondLst>
                                            <p:cond delay="0"/>
                                          </p:stCondLst>
                                        </p:cTn>
                                        <p:tgtEl>
                                          <p:spTgt spid="90117">
                                            <p:txEl>
                                              <p:pRg st="3" end="3"/>
                                            </p:txEl>
                                          </p:spTgt>
                                        </p:tgtEl>
                                        <p:attrNameLst>
                                          <p:attrName>style.visibility</p:attrName>
                                        </p:attrNameLst>
                                      </p:cBhvr>
                                      <p:to>
                                        <p:strVal val="visible"/>
                                      </p:to>
                                    </p:set>
                                    <p:animEffect transition="in" filter="fade">
                                      <p:cBhvr>
                                        <p:cTn id="347" dur="1000"/>
                                        <p:tgtEl>
                                          <p:spTgt spid="90117">
                                            <p:txEl>
                                              <p:pRg st="3" end="3"/>
                                            </p:txEl>
                                          </p:spTgt>
                                        </p:tgtEl>
                                      </p:cBhvr>
                                    </p:animEffect>
                                    <p:anim calcmode="lin" valueType="num">
                                      <p:cBhvr>
                                        <p:cTn id="348" dur="1000" fill="hold"/>
                                        <p:tgtEl>
                                          <p:spTgt spid="90117">
                                            <p:txEl>
                                              <p:pRg st="3" end="3"/>
                                            </p:txEl>
                                          </p:spTgt>
                                        </p:tgtEl>
                                        <p:attrNameLst>
                                          <p:attrName>ppt_x</p:attrName>
                                        </p:attrNameLst>
                                      </p:cBhvr>
                                      <p:tavLst>
                                        <p:tav tm="0">
                                          <p:val>
                                            <p:strVal val="#ppt_x"/>
                                          </p:val>
                                        </p:tav>
                                        <p:tav tm="100000">
                                          <p:val>
                                            <p:strVal val="#ppt_x"/>
                                          </p:val>
                                        </p:tav>
                                      </p:tavLst>
                                    </p:anim>
                                    <p:anim calcmode="lin" valueType="num">
                                      <p:cBhvr>
                                        <p:cTn id="349" dur="1000" fill="hold"/>
                                        <p:tgtEl>
                                          <p:spTgt spid="9011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50" fill="hold">
                      <p:stCondLst>
                        <p:cond delay="indefinite"/>
                      </p:stCondLst>
                      <p:childTnLst>
                        <p:par>
                          <p:cTn id="351" fill="hold">
                            <p:stCondLst>
                              <p:cond delay="0"/>
                            </p:stCondLst>
                            <p:childTnLst>
                              <p:par>
                                <p:cTn id="352" presetID="42" presetClass="entr" presetSubtype="0" fill="hold" nodeType="clickEffect">
                                  <p:stCondLst>
                                    <p:cond delay="0"/>
                                  </p:stCondLst>
                                  <p:childTnLst>
                                    <p:set>
                                      <p:cBhvr>
                                        <p:cTn id="353" dur="1" fill="hold">
                                          <p:stCondLst>
                                            <p:cond delay="0"/>
                                          </p:stCondLst>
                                        </p:cTn>
                                        <p:tgtEl>
                                          <p:spTgt spid="90114">
                                            <p:txEl>
                                              <p:pRg st="10" end="10"/>
                                            </p:txEl>
                                          </p:spTgt>
                                        </p:tgtEl>
                                        <p:attrNameLst>
                                          <p:attrName>style.visibility</p:attrName>
                                        </p:attrNameLst>
                                      </p:cBhvr>
                                      <p:to>
                                        <p:strVal val="visible"/>
                                      </p:to>
                                    </p:set>
                                    <p:animEffect transition="in" filter="fade">
                                      <p:cBhvr>
                                        <p:cTn id="354" dur="1000"/>
                                        <p:tgtEl>
                                          <p:spTgt spid="90114">
                                            <p:txEl>
                                              <p:pRg st="10" end="10"/>
                                            </p:txEl>
                                          </p:spTgt>
                                        </p:tgtEl>
                                      </p:cBhvr>
                                    </p:animEffect>
                                    <p:anim calcmode="lin" valueType="num">
                                      <p:cBhvr>
                                        <p:cTn id="355" dur="1000" fill="hold"/>
                                        <p:tgtEl>
                                          <p:spTgt spid="90114">
                                            <p:txEl>
                                              <p:pRg st="10" end="10"/>
                                            </p:txEl>
                                          </p:spTgt>
                                        </p:tgtEl>
                                        <p:attrNameLst>
                                          <p:attrName>ppt_x</p:attrName>
                                        </p:attrNameLst>
                                      </p:cBhvr>
                                      <p:tavLst>
                                        <p:tav tm="0">
                                          <p:val>
                                            <p:strVal val="#ppt_x"/>
                                          </p:val>
                                        </p:tav>
                                        <p:tav tm="100000">
                                          <p:val>
                                            <p:strVal val="#ppt_x"/>
                                          </p:val>
                                        </p:tav>
                                      </p:tavLst>
                                    </p:anim>
                                    <p:anim calcmode="lin" valueType="num">
                                      <p:cBhvr>
                                        <p:cTn id="356" dur="1000" fill="hold"/>
                                        <p:tgtEl>
                                          <p:spTgt spid="90114">
                                            <p:txEl>
                                              <p:pRg st="10" end="10"/>
                                            </p:txEl>
                                          </p:spTgt>
                                        </p:tgtEl>
                                        <p:attrNameLst>
                                          <p:attrName>ppt_y</p:attrName>
                                        </p:attrNameLst>
                                      </p:cBhvr>
                                      <p:tavLst>
                                        <p:tav tm="0">
                                          <p:val>
                                            <p:strVal val="#ppt_y+.1"/>
                                          </p:val>
                                        </p:tav>
                                        <p:tav tm="100000">
                                          <p:val>
                                            <p:strVal val="#ppt_y"/>
                                          </p:val>
                                        </p:tav>
                                      </p:tavLst>
                                    </p:anim>
                                  </p:childTnLst>
                                </p:cTn>
                              </p:par>
                              <p:par>
                                <p:cTn id="357" presetID="42" presetClass="entr" presetSubtype="0" fill="hold" nodeType="withEffect">
                                  <p:stCondLst>
                                    <p:cond delay="0"/>
                                  </p:stCondLst>
                                  <p:childTnLst>
                                    <p:set>
                                      <p:cBhvr>
                                        <p:cTn id="358" dur="1" fill="hold">
                                          <p:stCondLst>
                                            <p:cond delay="0"/>
                                          </p:stCondLst>
                                        </p:cTn>
                                        <p:tgtEl>
                                          <p:spTgt spid="90114">
                                            <p:txEl>
                                              <p:pRg st="11" end="11"/>
                                            </p:txEl>
                                          </p:spTgt>
                                        </p:tgtEl>
                                        <p:attrNameLst>
                                          <p:attrName>style.visibility</p:attrName>
                                        </p:attrNameLst>
                                      </p:cBhvr>
                                      <p:to>
                                        <p:strVal val="visible"/>
                                      </p:to>
                                    </p:set>
                                    <p:animEffect transition="in" filter="fade">
                                      <p:cBhvr>
                                        <p:cTn id="359" dur="1000"/>
                                        <p:tgtEl>
                                          <p:spTgt spid="90114">
                                            <p:txEl>
                                              <p:pRg st="11" end="11"/>
                                            </p:txEl>
                                          </p:spTgt>
                                        </p:tgtEl>
                                      </p:cBhvr>
                                    </p:animEffect>
                                    <p:anim calcmode="lin" valueType="num">
                                      <p:cBhvr>
                                        <p:cTn id="360" dur="1000" fill="hold"/>
                                        <p:tgtEl>
                                          <p:spTgt spid="90114">
                                            <p:txEl>
                                              <p:pRg st="11" end="11"/>
                                            </p:txEl>
                                          </p:spTgt>
                                        </p:tgtEl>
                                        <p:attrNameLst>
                                          <p:attrName>ppt_x</p:attrName>
                                        </p:attrNameLst>
                                      </p:cBhvr>
                                      <p:tavLst>
                                        <p:tav tm="0">
                                          <p:val>
                                            <p:strVal val="#ppt_x"/>
                                          </p:val>
                                        </p:tav>
                                        <p:tav tm="100000">
                                          <p:val>
                                            <p:strVal val="#ppt_x"/>
                                          </p:val>
                                        </p:tav>
                                      </p:tavLst>
                                    </p:anim>
                                    <p:anim calcmode="lin" valueType="num">
                                      <p:cBhvr>
                                        <p:cTn id="361" dur="1000" fill="hold"/>
                                        <p:tgtEl>
                                          <p:spTgt spid="90114">
                                            <p:txEl>
                                              <p:pRg st="11" end="11"/>
                                            </p:txEl>
                                          </p:spTgt>
                                        </p:tgtEl>
                                        <p:attrNameLst>
                                          <p:attrName>ppt_y</p:attrName>
                                        </p:attrNameLst>
                                      </p:cBhvr>
                                      <p:tavLst>
                                        <p:tav tm="0">
                                          <p:val>
                                            <p:strVal val="#ppt_y+.1"/>
                                          </p:val>
                                        </p:tav>
                                        <p:tav tm="100000">
                                          <p:val>
                                            <p:strVal val="#ppt_y"/>
                                          </p:val>
                                        </p:tav>
                                      </p:tavLst>
                                    </p:anim>
                                  </p:childTnLst>
                                </p:cTn>
                              </p:par>
                              <p:par>
                                <p:cTn id="362" presetID="42" presetClass="entr" presetSubtype="0" fill="hold" nodeType="withEffect">
                                  <p:stCondLst>
                                    <p:cond delay="0"/>
                                  </p:stCondLst>
                                  <p:childTnLst>
                                    <p:set>
                                      <p:cBhvr>
                                        <p:cTn id="363" dur="1" fill="hold">
                                          <p:stCondLst>
                                            <p:cond delay="0"/>
                                          </p:stCondLst>
                                        </p:cTn>
                                        <p:tgtEl>
                                          <p:spTgt spid="90114">
                                            <p:txEl>
                                              <p:pRg st="12" end="12"/>
                                            </p:txEl>
                                          </p:spTgt>
                                        </p:tgtEl>
                                        <p:attrNameLst>
                                          <p:attrName>style.visibility</p:attrName>
                                        </p:attrNameLst>
                                      </p:cBhvr>
                                      <p:to>
                                        <p:strVal val="visible"/>
                                      </p:to>
                                    </p:set>
                                    <p:animEffect transition="in" filter="fade">
                                      <p:cBhvr>
                                        <p:cTn id="364" dur="1000"/>
                                        <p:tgtEl>
                                          <p:spTgt spid="90114">
                                            <p:txEl>
                                              <p:pRg st="12" end="12"/>
                                            </p:txEl>
                                          </p:spTgt>
                                        </p:tgtEl>
                                      </p:cBhvr>
                                    </p:animEffect>
                                    <p:anim calcmode="lin" valueType="num">
                                      <p:cBhvr>
                                        <p:cTn id="365" dur="1000" fill="hold"/>
                                        <p:tgtEl>
                                          <p:spTgt spid="90114">
                                            <p:txEl>
                                              <p:pRg st="12" end="12"/>
                                            </p:txEl>
                                          </p:spTgt>
                                        </p:tgtEl>
                                        <p:attrNameLst>
                                          <p:attrName>ppt_x</p:attrName>
                                        </p:attrNameLst>
                                      </p:cBhvr>
                                      <p:tavLst>
                                        <p:tav tm="0">
                                          <p:val>
                                            <p:strVal val="#ppt_x"/>
                                          </p:val>
                                        </p:tav>
                                        <p:tav tm="100000">
                                          <p:val>
                                            <p:strVal val="#ppt_x"/>
                                          </p:val>
                                        </p:tav>
                                      </p:tavLst>
                                    </p:anim>
                                    <p:anim calcmode="lin" valueType="num">
                                      <p:cBhvr>
                                        <p:cTn id="366" dur="1000" fill="hold"/>
                                        <p:tgtEl>
                                          <p:spTgt spid="90114">
                                            <p:txEl>
                                              <p:pRg st="12" end="12"/>
                                            </p:txEl>
                                          </p:spTgt>
                                        </p:tgtEl>
                                        <p:attrNameLst>
                                          <p:attrName>ppt_y</p:attrName>
                                        </p:attrNameLst>
                                      </p:cBhvr>
                                      <p:tavLst>
                                        <p:tav tm="0">
                                          <p:val>
                                            <p:strVal val="#ppt_y+.1"/>
                                          </p:val>
                                        </p:tav>
                                        <p:tav tm="100000">
                                          <p:val>
                                            <p:strVal val="#ppt_y"/>
                                          </p:val>
                                        </p:tav>
                                      </p:tavLst>
                                    </p:anim>
                                  </p:childTnLst>
                                </p:cTn>
                              </p:par>
                              <p:par>
                                <p:cTn id="367" presetID="42" presetClass="entr" presetSubtype="0" fill="hold" nodeType="withEffect">
                                  <p:stCondLst>
                                    <p:cond delay="0"/>
                                  </p:stCondLst>
                                  <p:childTnLst>
                                    <p:set>
                                      <p:cBhvr>
                                        <p:cTn id="368" dur="1" fill="hold">
                                          <p:stCondLst>
                                            <p:cond delay="0"/>
                                          </p:stCondLst>
                                        </p:cTn>
                                        <p:tgtEl>
                                          <p:spTgt spid="90114">
                                            <p:txEl>
                                              <p:pRg st="13" end="13"/>
                                            </p:txEl>
                                          </p:spTgt>
                                        </p:tgtEl>
                                        <p:attrNameLst>
                                          <p:attrName>style.visibility</p:attrName>
                                        </p:attrNameLst>
                                      </p:cBhvr>
                                      <p:to>
                                        <p:strVal val="visible"/>
                                      </p:to>
                                    </p:set>
                                    <p:animEffect transition="in" filter="fade">
                                      <p:cBhvr>
                                        <p:cTn id="369" dur="1000"/>
                                        <p:tgtEl>
                                          <p:spTgt spid="90114">
                                            <p:txEl>
                                              <p:pRg st="13" end="13"/>
                                            </p:txEl>
                                          </p:spTgt>
                                        </p:tgtEl>
                                      </p:cBhvr>
                                    </p:animEffect>
                                    <p:anim calcmode="lin" valueType="num">
                                      <p:cBhvr>
                                        <p:cTn id="370" dur="1000" fill="hold"/>
                                        <p:tgtEl>
                                          <p:spTgt spid="90114">
                                            <p:txEl>
                                              <p:pRg st="13" end="13"/>
                                            </p:txEl>
                                          </p:spTgt>
                                        </p:tgtEl>
                                        <p:attrNameLst>
                                          <p:attrName>ppt_x</p:attrName>
                                        </p:attrNameLst>
                                      </p:cBhvr>
                                      <p:tavLst>
                                        <p:tav tm="0">
                                          <p:val>
                                            <p:strVal val="#ppt_x"/>
                                          </p:val>
                                        </p:tav>
                                        <p:tav tm="100000">
                                          <p:val>
                                            <p:strVal val="#ppt_x"/>
                                          </p:val>
                                        </p:tav>
                                      </p:tavLst>
                                    </p:anim>
                                    <p:anim calcmode="lin" valueType="num">
                                      <p:cBhvr>
                                        <p:cTn id="371" dur="1000" fill="hold"/>
                                        <p:tgtEl>
                                          <p:spTgt spid="90114">
                                            <p:txEl>
                                              <p:pRg st="13" end="13"/>
                                            </p:txEl>
                                          </p:spTgt>
                                        </p:tgtEl>
                                        <p:attrNameLst>
                                          <p:attrName>ppt_y</p:attrName>
                                        </p:attrNameLst>
                                      </p:cBhvr>
                                      <p:tavLst>
                                        <p:tav tm="0">
                                          <p:val>
                                            <p:strVal val="#ppt_y+.1"/>
                                          </p:val>
                                        </p:tav>
                                        <p:tav tm="100000">
                                          <p:val>
                                            <p:strVal val="#ppt_y"/>
                                          </p:val>
                                        </p:tav>
                                      </p:tavLst>
                                    </p:anim>
                                  </p:childTnLst>
                                </p:cTn>
                              </p:par>
                              <p:par>
                                <p:cTn id="372" presetID="42" presetClass="entr" presetSubtype="0" fill="hold" nodeType="withEffect">
                                  <p:stCondLst>
                                    <p:cond delay="0"/>
                                  </p:stCondLst>
                                  <p:childTnLst>
                                    <p:set>
                                      <p:cBhvr>
                                        <p:cTn id="373" dur="1" fill="hold">
                                          <p:stCondLst>
                                            <p:cond delay="0"/>
                                          </p:stCondLst>
                                        </p:cTn>
                                        <p:tgtEl>
                                          <p:spTgt spid="90114">
                                            <p:txEl>
                                              <p:pRg st="14" end="14"/>
                                            </p:txEl>
                                          </p:spTgt>
                                        </p:tgtEl>
                                        <p:attrNameLst>
                                          <p:attrName>style.visibility</p:attrName>
                                        </p:attrNameLst>
                                      </p:cBhvr>
                                      <p:to>
                                        <p:strVal val="visible"/>
                                      </p:to>
                                    </p:set>
                                    <p:animEffect transition="in" filter="fade">
                                      <p:cBhvr>
                                        <p:cTn id="374" dur="1000"/>
                                        <p:tgtEl>
                                          <p:spTgt spid="90114">
                                            <p:txEl>
                                              <p:pRg st="14" end="14"/>
                                            </p:txEl>
                                          </p:spTgt>
                                        </p:tgtEl>
                                      </p:cBhvr>
                                    </p:animEffect>
                                    <p:anim calcmode="lin" valueType="num">
                                      <p:cBhvr>
                                        <p:cTn id="375" dur="1000" fill="hold"/>
                                        <p:tgtEl>
                                          <p:spTgt spid="90114">
                                            <p:txEl>
                                              <p:pRg st="14" end="14"/>
                                            </p:txEl>
                                          </p:spTgt>
                                        </p:tgtEl>
                                        <p:attrNameLst>
                                          <p:attrName>ppt_x</p:attrName>
                                        </p:attrNameLst>
                                      </p:cBhvr>
                                      <p:tavLst>
                                        <p:tav tm="0">
                                          <p:val>
                                            <p:strVal val="#ppt_x"/>
                                          </p:val>
                                        </p:tav>
                                        <p:tav tm="100000">
                                          <p:val>
                                            <p:strVal val="#ppt_x"/>
                                          </p:val>
                                        </p:tav>
                                      </p:tavLst>
                                    </p:anim>
                                    <p:anim calcmode="lin" valueType="num">
                                      <p:cBhvr>
                                        <p:cTn id="376" dur="1000" fill="hold"/>
                                        <p:tgtEl>
                                          <p:spTgt spid="90114">
                                            <p:txEl>
                                              <p:pRg st="14" end="14"/>
                                            </p:txEl>
                                          </p:spTgt>
                                        </p:tgtEl>
                                        <p:attrNameLst>
                                          <p:attrName>ppt_y</p:attrName>
                                        </p:attrNameLst>
                                      </p:cBhvr>
                                      <p:tavLst>
                                        <p:tav tm="0">
                                          <p:val>
                                            <p:strVal val="#ppt_y+.1"/>
                                          </p:val>
                                        </p:tav>
                                        <p:tav tm="100000">
                                          <p:val>
                                            <p:strVal val="#ppt_y"/>
                                          </p:val>
                                        </p:tav>
                                      </p:tavLst>
                                    </p:anim>
                                  </p:childTnLst>
                                </p:cTn>
                              </p:par>
                              <p:par>
                                <p:cTn id="377" presetID="42" presetClass="entr" presetSubtype="0" fill="hold" nodeType="withEffect">
                                  <p:stCondLst>
                                    <p:cond delay="0"/>
                                  </p:stCondLst>
                                  <p:childTnLst>
                                    <p:set>
                                      <p:cBhvr>
                                        <p:cTn id="378" dur="1" fill="hold">
                                          <p:stCondLst>
                                            <p:cond delay="0"/>
                                          </p:stCondLst>
                                        </p:cTn>
                                        <p:tgtEl>
                                          <p:spTgt spid="90114">
                                            <p:txEl>
                                              <p:pRg st="15" end="15"/>
                                            </p:txEl>
                                          </p:spTgt>
                                        </p:tgtEl>
                                        <p:attrNameLst>
                                          <p:attrName>style.visibility</p:attrName>
                                        </p:attrNameLst>
                                      </p:cBhvr>
                                      <p:to>
                                        <p:strVal val="visible"/>
                                      </p:to>
                                    </p:set>
                                    <p:animEffect transition="in" filter="fade">
                                      <p:cBhvr>
                                        <p:cTn id="379" dur="1000"/>
                                        <p:tgtEl>
                                          <p:spTgt spid="90114">
                                            <p:txEl>
                                              <p:pRg st="15" end="15"/>
                                            </p:txEl>
                                          </p:spTgt>
                                        </p:tgtEl>
                                      </p:cBhvr>
                                    </p:animEffect>
                                    <p:anim calcmode="lin" valueType="num">
                                      <p:cBhvr>
                                        <p:cTn id="380" dur="1000" fill="hold"/>
                                        <p:tgtEl>
                                          <p:spTgt spid="90114">
                                            <p:txEl>
                                              <p:pRg st="15" end="15"/>
                                            </p:txEl>
                                          </p:spTgt>
                                        </p:tgtEl>
                                        <p:attrNameLst>
                                          <p:attrName>ppt_x</p:attrName>
                                        </p:attrNameLst>
                                      </p:cBhvr>
                                      <p:tavLst>
                                        <p:tav tm="0">
                                          <p:val>
                                            <p:strVal val="#ppt_x"/>
                                          </p:val>
                                        </p:tav>
                                        <p:tav tm="100000">
                                          <p:val>
                                            <p:strVal val="#ppt_x"/>
                                          </p:val>
                                        </p:tav>
                                      </p:tavLst>
                                    </p:anim>
                                    <p:anim calcmode="lin" valueType="num">
                                      <p:cBhvr>
                                        <p:cTn id="381" dur="1000" fill="hold"/>
                                        <p:tgtEl>
                                          <p:spTgt spid="90114">
                                            <p:txEl>
                                              <p:pRg st="15" end="15"/>
                                            </p:txEl>
                                          </p:spTgt>
                                        </p:tgtEl>
                                        <p:attrNameLst>
                                          <p:attrName>ppt_y</p:attrName>
                                        </p:attrNameLst>
                                      </p:cBhvr>
                                      <p:tavLst>
                                        <p:tav tm="0">
                                          <p:val>
                                            <p:strVal val="#ppt_y+.1"/>
                                          </p:val>
                                        </p:tav>
                                        <p:tav tm="100000">
                                          <p:val>
                                            <p:strVal val="#ppt_y"/>
                                          </p:val>
                                        </p:tav>
                                      </p:tavLst>
                                    </p:anim>
                                  </p:childTnLst>
                                </p:cTn>
                              </p:par>
                              <p:par>
                                <p:cTn id="382" presetID="42" presetClass="entr" presetSubtype="0" fill="hold" nodeType="withEffect">
                                  <p:stCondLst>
                                    <p:cond delay="0"/>
                                  </p:stCondLst>
                                  <p:childTnLst>
                                    <p:set>
                                      <p:cBhvr>
                                        <p:cTn id="383" dur="1" fill="hold">
                                          <p:stCondLst>
                                            <p:cond delay="0"/>
                                          </p:stCondLst>
                                        </p:cTn>
                                        <p:tgtEl>
                                          <p:spTgt spid="90114">
                                            <p:txEl>
                                              <p:pRg st="16" end="16"/>
                                            </p:txEl>
                                          </p:spTgt>
                                        </p:tgtEl>
                                        <p:attrNameLst>
                                          <p:attrName>style.visibility</p:attrName>
                                        </p:attrNameLst>
                                      </p:cBhvr>
                                      <p:to>
                                        <p:strVal val="visible"/>
                                      </p:to>
                                    </p:set>
                                    <p:animEffect transition="in" filter="fade">
                                      <p:cBhvr>
                                        <p:cTn id="384" dur="1000"/>
                                        <p:tgtEl>
                                          <p:spTgt spid="90114">
                                            <p:txEl>
                                              <p:pRg st="16" end="16"/>
                                            </p:txEl>
                                          </p:spTgt>
                                        </p:tgtEl>
                                      </p:cBhvr>
                                    </p:animEffect>
                                    <p:anim calcmode="lin" valueType="num">
                                      <p:cBhvr>
                                        <p:cTn id="385" dur="1000" fill="hold"/>
                                        <p:tgtEl>
                                          <p:spTgt spid="90114">
                                            <p:txEl>
                                              <p:pRg st="16" end="16"/>
                                            </p:txEl>
                                          </p:spTgt>
                                        </p:tgtEl>
                                        <p:attrNameLst>
                                          <p:attrName>ppt_x</p:attrName>
                                        </p:attrNameLst>
                                      </p:cBhvr>
                                      <p:tavLst>
                                        <p:tav tm="0">
                                          <p:val>
                                            <p:strVal val="#ppt_x"/>
                                          </p:val>
                                        </p:tav>
                                        <p:tav tm="100000">
                                          <p:val>
                                            <p:strVal val="#ppt_x"/>
                                          </p:val>
                                        </p:tav>
                                      </p:tavLst>
                                    </p:anim>
                                    <p:anim calcmode="lin" valueType="num">
                                      <p:cBhvr>
                                        <p:cTn id="386" dur="1000" fill="hold"/>
                                        <p:tgtEl>
                                          <p:spTgt spid="90114">
                                            <p:txEl>
                                              <p:pRg st="16" end="16"/>
                                            </p:txEl>
                                          </p:spTgt>
                                        </p:tgtEl>
                                        <p:attrNameLst>
                                          <p:attrName>ppt_y</p:attrName>
                                        </p:attrNameLst>
                                      </p:cBhvr>
                                      <p:tavLst>
                                        <p:tav tm="0">
                                          <p:val>
                                            <p:strVal val="#ppt_y+.1"/>
                                          </p:val>
                                        </p:tav>
                                        <p:tav tm="100000">
                                          <p:val>
                                            <p:strVal val="#ppt_y"/>
                                          </p:val>
                                        </p:tav>
                                      </p:tavLst>
                                    </p:anim>
                                  </p:childTnLst>
                                </p:cTn>
                              </p:par>
                            </p:childTnLst>
                          </p:cTn>
                        </p:par>
                      </p:childTnLst>
                    </p:cTn>
                  </p:par>
                  <p:par>
                    <p:cTn id="387" fill="hold">
                      <p:stCondLst>
                        <p:cond delay="indefinite"/>
                      </p:stCondLst>
                      <p:childTnLst>
                        <p:par>
                          <p:cTn id="388" fill="hold">
                            <p:stCondLst>
                              <p:cond delay="0"/>
                            </p:stCondLst>
                            <p:childTnLst>
                              <p:par>
                                <p:cTn id="389" presetID="22" presetClass="exit" presetSubtype="4" fill="hold" nodeType="clickEffect">
                                  <p:stCondLst>
                                    <p:cond delay="0"/>
                                  </p:stCondLst>
                                  <p:childTnLst>
                                    <p:animEffect transition="out" filter="wipe(down)">
                                      <p:cBhvr>
                                        <p:cTn id="390" dur="500"/>
                                        <p:tgtEl>
                                          <p:spTgt spid="49"/>
                                        </p:tgtEl>
                                      </p:cBhvr>
                                    </p:animEffect>
                                    <p:set>
                                      <p:cBhvr>
                                        <p:cTn id="391" dur="1" fill="hold">
                                          <p:stCondLst>
                                            <p:cond delay="499"/>
                                          </p:stCondLst>
                                        </p:cTn>
                                        <p:tgtEl>
                                          <p:spTgt spid="49"/>
                                        </p:tgtEl>
                                        <p:attrNameLst>
                                          <p:attrName>style.visibility</p:attrName>
                                        </p:attrNameLst>
                                      </p:cBhvr>
                                      <p:to>
                                        <p:strVal val="hidden"/>
                                      </p:to>
                                    </p:set>
                                  </p:childTnLst>
                                </p:cTn>
                              </p:par>
                              <p:par>
                                <p:cTn id="392" presetID="22" presetClass="exit" presetSubtype="4" fill="hold" nodeType="withEffect">
                                  <p:stCondLst>
                                    <p:cond delay="0"/>
                                  </p:stCondLst>
                                  <p:childTnLst>
                                    <p:animEffect transition="out" filter="wipe(down)">
                                      <p:cBhvr>
                                        <p:cTn id="393" dur="500"/>
                                        <p:tgtEl>
                                          <p:spTgt spid="50"/>
                                        </p:tgtEl>
                                      </p:cBhvr>
                                    </p:animEffect>
                                    <p:set>
                                      <p:cBhvr>
                                        <p:cTn id="394" dur="1" fill="hold">
                                          <p:stCondLst>
                                            <p:cond delay="499"/>
                                          </p:stCondLst>
                                        </p:cTn>
                                        <p:tgtEl>
                                          <p:spTgt spid="50"/>
                                        </p:tgtEl>
                                        <p:attrNameLst>
                                          <p:attrName>style.visibility</p:attrName>
                                        </p:attrNameLst>
                                      </p:cBhvr>
                                      <p:to>
                                        <p:strVal val="hidden"/>
                                      </p:to>
                                    </p:set>
                                  </p:childTnLst>
                                </p:cTn>
                              </p:par>
                              <p:par>
                                <p:cTn id="395" presetID="22" presetClass="exit" presetSubtype="4" fill="hold" nodeType="withEffect">
                                  <p:stCondLst>
                                    <p:cond delay="0"/>
                                  </p:stCondLst>
                                  <p:childTnLst>
                                    <p:animEffect transition="out" filter="wipe(down)">
                                      <p:cBhvr>
                                        <p:cTn id="396" dur="500"/>
                                        <p:tgtEl>
                                          <p:spTgt spid="55"/>
                                        </p:tgtEl>
                                      </p:cBhvr>
                                    </p:animEffect>
                                    <p:set>
                                      <p:cBhvr>
                                        <p:cTn id="397" dur="1" fill="hold">
                                          <p:stCondLst>
                                            <p:cond delay="499"/>
                                          </p:stCondLst>
                                        </p:cTn>
                                        <p:tgtEl>
                                          <p:spTgt spid="55"/>
                                        </p:tgtEl>
                                        <p:attrNameLst>
                                          <p:attrName>style.visibility</p:attrName>
                                        </p:attrNameLst>
                                      </p:cBhvr>
                                      <p:to>
                                        <p:strVal val="hidden"/>
                                      </p:to>
                                    </p:set>
                                  </p:childTnLst>
                                </p:cTn>
                              </p:par>
                              <p:par>
                                <p:cTn id="398" presetID="22" presetClass="exit" presetSubtype="4" fill="hold" nodeType="withEffect">
                                  <p:stCondLst>
                                    <p:cond delay="0"/>
                                  </p:stCondLst>
                                  <p:childTnLst>
                                    <p:animEffect transition="out" filter="wipe(down)">
                                      <p:cBhvr>
                                        <p:cTn id="399" dur="500"/>
                                        <p:tgtEl>
                                          <p:spTgt spid="56"/>
                                        </p:tgtEl>
                                      </p:cBhvr>
                                    </p:animEffect>
                                    <p:set>
                                      <p:cBhvr>
                                        <p:cTn id="400" dur="1" fill="hold">
                                          <p:stCondLst>
                                            <p:cond delay="499"/>
                                          </p:stCondLst>
                                        </p:cTn>
                                        <p:tgtEl>
                                          <p:spTgt spid="56"/>
                                        </p:tgtEl>
                                        <p:attrNameLst>
                                          <p:attrName>style.visibility</p:attrName>
                                        </p:attrNameLst>
                                      </p:cBhvr>
                                      <p:to>
                                        <p:strVal val="hidden"/>
                                      </p:to>
                                    </p:set>
                                  </p:childTnLst>
                                </p:cTn>
                              </p:par>
                              <p:par>
                                <p:cTn id="401" presetID="22" presetClass="exit" presetSubtype="4" fill="hold" nodeType="withEffect">
                                  <p:stCondLst>
                                    <p:cond delay="0"/>
                                  </p:stCondLst>
                                  <p:childTnLst>
                                    <p:animEffect transition="out" filter="wipe(down)">
                                      <p:cBhvr>
                                        <p:cTn id="402" dur="500"/>
                                        <p:tgtEl>
                                          <p:spTgt spid="57"/>
                                        </p:tgtEl>
                                      </p:cBhvr>
                                    </p:animEffect>
                                    <p:set>
                                      <p:cBhvr>
                                        <p:cTn id="403" dur="1" fill="hold">
                                          <p:stCondLst>
                                            <p:cond delay="499"/>
                                          </p:stCondLst>
                                        </p:cTn>
                                        <p:tgtEl>
                                          <p:spTgt spid="57"/>
                                        </p:tgtEl>
                                        <p:attrNameLst>
                                          <p:attrName>style.visibility</p:attrName>
                                        </p:attrNameLst>
                                      </p:cBhvr>
                                      <p:to>
                                        <p:strVal val="hidden"/>
                                      </p:to>
                                    </p:set>
                                  </p:childTnLst>
                                </p:cTn>
                              </p:par>
                              <p:par>
                                <p:cTn id="404" presetID="22" presetClass="exit" presetSubtype="4" fill="hold" nodeType="withEffect">
                                  <p:stCondLst>
                                    <p:cond delay="0"/>
                                  </p:stCondLst>
                                  <p:childTnLst>
                                    <p:animEffect transition="out" filter="wipe(down)">
                                      <p:cBhvr>
                                        <p:cTn id="405" dur="500"/>
                                        <p:tgtEl>
                                          <p:spTgt spid="58"/>
                                        </p:tgtEl>
                                      </p:cBhvr>
                                    </p:animEffect>
                                    <p:set>
                                      <p:cBhvr>
                                        <p:cTn id="406" dur="1" fill="hold">
                                          <p:stCondLst>
                                            <p:cond delay="499"/>
                                          </p:stCondLst>
                                        </p:cTn>
                                        <p:tgtEl>
                                          <p:spTgt spid="58"/>
                                        </p:tgtEl>
                                        <p:attrNameLst>
                                          <p:attrName>style.visibility</p:attrName>
                                        </p:attrNameLst>
                                      </p:cBhvr>
                                      <p:to>
                                        <p:strVal val="hidden"/>
                                      </p:to>
                                    </p:set>
                                  </p:childTnLst>
                                </p:cTn>
                              </p:par>
                              <p:par>
                                <p:cTn id="407" presetID="22" presetClass="exit" presetSubtype="4" fill="hold" nodeType="withEffect">
                                  <p:stCondLst>
                                    <p:cond delay="0"/>
                                  </p:stCondLst>
                                  <p:childTnLst>
                                    <p:animEffect transition="out" filter="wipe(down)">
                                      <p:cBhvr>
                                        <p:cTn id="408" dur="500"/>
                                        <p:tgtEl>
                                          <p:spTgt spid="59"/>
                                        </p:tgtEl>
                                      </p:cBhvr>
                                    </p:animEffect>
                                    <p:set>
                                      <p:cBhvr>
                                        <p:cTn id="409" dur="1" fill="hold">
                                          <p:stCondLst>
                                            <p:cond delay="499"/>
                                          </p:stCondLst>
                                        </p:cTn>
                                        <p:tgtEl>
                                          <p:spTgt spid="59"/>
                                        </p:tgtEl>
                                        <p:attrNameLst>
                                          <p:attrName>style.visibility</p:attrName>
                                        </p:attrNameLst>
                                      </p:cBhvr>
                                      <p:to>
                                        <p:strVal val="hidden"/>
                                      </p:to>
                                    </p:set>
                                  </p:childTnLst>
                                </p:cTn>
                              </p:par>
                              <p:par>
                                <p:cTn id="410" presetID="22" presetClass="exit" presetSubtype="4" fill="hold" nodeType="withEffect">
                                  <p:stCondLst>
                                    <p:cond delay="0"/>
                                  </p:stCondLst>
                                  <p:childTnLst>
                                    <p:animEffect transition="out" filter="wipe(down)">
                                      <p:cBhvr>
                                        <p:cTn id="411" dur="500"/>
                                        <p:tgtEl>
                                          <p:spTgt spid="60"/>
                                        </p:tgtEl>
                                      </p:cBhvr>
                                    </p:animEffect>
                                    <p:set>
                                      <p:cBhvr>
                                        <p:cTn id="412" dur="1" fill="hold">
                                          <p:stCondLst>
                                            <p:cond delay="499"/>
                                          </p:stCondLst>
                                        </p:cTn>
                                        <p:tgtEl>
                                          <p:spTgt spid="60"/>
                                        </p:tgtEl>
                                        <p:attrNameLst>
                                          <p:attrName>style.visibility</p:attrName>
                                        </p:attrNameLst>
                                      </p:cBhvr>
                                      <p:to>
                                        <p:strVal val="hidden"/>
                                      </p:to>
                                    </p:set>
                                  </p:childTnLst>
                                </p:cTn>
                              </p:par>
                              <p:par>
                                <p:cTn id="413" presetID="22" presetClass="exit" presetSubtype="4" fill="hold" nodeType="withEffect">
                                  <p:stCondLst>
                                    <p:cond delay="0"/>
                                  </p:stCondLst>
                                  <p:childTnLst>
                                    <p:animEffect transition="out" filter="wipe(down)">
                                      <p:cBhvr>
                                        <p:cTn id="414" dur="500"/>
                                        <p:tgtEl>
                                          <p:spTgt spid="61"/>
                                        </p:tgtEl>
                                      </p:cBhvr>
                                    </p:animEffect>
                                    <p:set>
                                      <p:cBhvr>
                                        <p:cTn id="415" dur="1" fill="hold">
                                          <p:stCondLst>
                                            <p:cond delay="499"/>
                                          </p:stCondLst>
                                        </p:cTn>
                                        <p:tgtEl>
                                          <p:spTgt spid="61"/>
                                        </p:tgtEl>
                                        <p:attrNameLst>
                                          <p:attrName>style.visibility</p:attrName>
                                        </p:attrNameLst>
                                      </p:cBhvr>
                                      <p:to>
                                        <p:strVal val="hidden"/>
                                      </p:to>
                                    </p:set>
                                  </p:childTnLst>
                                </p:cTn>
                              </p:par>
                              <p:par>
                                <p:cTn id="416" presetID="22" presetClass="exit" presetSubtype="4" fill="hold" nodeType="withEffect">
                                  <p:stCondLst>
                                    <p:cond delay="0"/>
                                  </p:stCondLst>
                                  <p:childTnLst>
                                    <p:animEffect transition="out" filter="wipe(down)">
                                      <p:cBhvr>
                                        <p:cTn id="417" dur="500"/>
                                        <p:tgtEl>
                                          <p:spTgt spid="62"/>
                                        </p:tgtEl>
                                      </p:cBhvr>
                                    </p:animEffect>
                                    <p:set>
                                      <p:cBhvr>
                                        <p:cTn id="418" dur="1" fill="hold">
                                          <p:stCondLst>
                                            <p:cond delay="499"/>
                                          </p:stCondLst>
                                        </p:cTn>
                                        <p:tgtEl>
                                          <p:spTgt spid="62"/>
                                        </p:tgtEl>
                                        <p:attrNameLst>
                                          <p:attrName>style.visibility</p:attrName>
                                        </p:attrNameLst>
                                      </p:cBhvr>
                                      <p:to>
                                        <p:strVal val="hidden"/>
                                      </p:to>
                                    </p:set>
                                  </p:childTnLst>
                                </p:cTn>
                              </p:par>
                              <p:par>
                                <p:cTn id="419" presetID="22" presetClass="exit" presetSubtype="4" fill="hold" nodeType="withEffect">
                                  <p:stCondLst>
                                    <p:cond delay="0"/>
                                  </p:stCondLst>
                                  <p:childTnLst>
                                    <p:animEffect transition="out" filter="wipe(down)">
                                      <p:cBhvr>
                                        <p:cTn id="420" dur="500"/>
                                        <p:tgtEl>
                                          <p:spTgt spid="63"/>
                                        </p:tgtEl>
                                      </p:cBhvr>
                                    </p:animEffect>
                                    <p:set>
                                      <p:cBhvr>
                                        <p:cTn id="421" dur="1" fill="hold">
                                          <p:stCondLst>
                                            <p:cond delay="499"/>
                                          </p:stCondLst>
                                        </p:cTn>
                                        <p:tgtEl>
                                          <p:spTgt spid="63"/>
                                        </p:tgtEl>
                                        <p:attrNameLst>
                                          <p:attrName>style.visibility</p:attrName>
                                        </p:attrNameLst>
                                      </p:cBhvr>
                                      <p:to>
                                        <p:strVal val="hidden"/>
                                      </p:to>
                                    </p:set>
                                  </p:childTnLst>
                                </p:cTn>
                              </p:par>
                              <p:par>
                                <p:cTn id="422" presetID="22" presetClass="exit" presetSubtype="4" fill="hold" nodeType="withEffect">
                                  <p:stCondLst>
                                    <p:cond delay="0"/>
                                  </p:stCondLst>
                                  <p:childTnLst>
                                    <p:animEffect transition="out" filter="wipe(down)">
                                      <p:cBhvr>
                                        <p:cTn id="423" dur="500"/>
                                        <p:tgtEl>
                                          <p:spTgt spid="64"/>
                                        </p:tgtEl>
                                      </p:cBhvr>
                                    </p:animEffect>
                                    <p:set>
                                      <p:cBhvr>
                                        <p:cTn id="424" dur="1" fill="hold">
                                          <p:stCondLst>
                                            <p:cond delay="499"/>
                                          </p:stCondLst>
                                        </p:cTn>
                                        <p:tgtEl>
                                          <p:spTgt spid="64"/>
                                        </p:tgtEl>
                                        <p:attrNameLst>
                                          <p:attrName>style.visibility</p:attrName>
                                        </p:attrNameLst>
                                      </p:cBhvr>
                                      <p:to>
                                        <p:strVal val="hidden"/>
                                      </p:to>
                                    </p:set>
                                  </p:childTnLst>
                                </p:cTn>
                              </p:par>
                            </p:childTnLst>
                          </p:cTn>
                        </p:par>
                        <p:par>
                          <p:cTn id="425" fill="hold">
                            <p:stCondLst>
                              <p:cond delay="500"/>
                            </p:stCondLst>
                            <p:childTnLst>
                              <p:par>
                                <p:cTn id="426" presetID="42" presetClass="path" presetSubtype="0" accel="50000" decel="50000" fill="hold" grpId="5" nodeType="afterEffect">
                                  <p:stCondLst>
                                    <p:cond delay="0"/>
                                  </p:stCondLst>
                                  <p:childTnLst>
                                    <p:animMotion origin="layout" path="M 0.00078 0.18102 L 8.33333E-7 -3.7037E-6 " pathEditMode="relative" rAng="0" ptsTypes="AA">
                                      <p:cBhvr>
                                        <p:cTn id="427" dur="2000" fill="hold"/>
                                        <p:tgtEl>
                                          <p:spTgt spid="7"/>
                                        </p:tgtEl>
                                        <p:attrNameLst>
                                          <p:attrName>ppt_x</p:attrName>
                                          <p:attrName>ppt_y</p:attrName>
                                        </p:attrNameLst>
                                      </p:cBhvr>
                                      <p:rCtr x="-78" y="-9051"/>
                                    </p:animMotion>
                                  </p:childTnLst>
                                </p:cTn>
                              </p:par>
                            </p:childTnLst>
                          </p:cTn>
                        </p:par>
                      </p:childTnLst>
                    </p:cTn>
                  </p:par>
                  <p:par>
                    <p:cTn id="428" fill="hold">
                      <p:stCondLst>
                        <p:cond delay="indefinite"/>
                      </p:stCondLst>
                      <p:childTnLst>
                        <p:par>
                          <p:cTn id="429" fill="hold">
                            <p:stCondLst>
                              <p:cond delay="0"/>
                            </p:stCondLst>
                            <p:childTnLst>
                              <p:par>
                                <p:cTn id="430" presetID="22" presetClass="entr" presetSubtype="4" fill="hold" nodeType="clickEffect">
                                  <p:stCondLst>
                                    <p:cond delay="0"/>
                                  </p:stCondLst>
                                  <p:childTnLst>
                                    <p:set>
                                      <p:cBhvr>
                                        <p:cTn id="431" dur="1" fill="hold">
                                          <p:stCondLst>
                                            <p:cond delay="0"/>
                                          </p:stCondLst>
                                        </p:cTn>
                                        <p:tgtEl>
                                          <p:spTgt spid="53"/>
                                        </p:tgtEl>
                                        <p:attrNameLst>
                                          <p:attrName>style.visibility</p:attrName>
                                        </p:attrNameLst>
                                      </p:cBhvr>
                                      <p:to>
                                        <p:strVal val="visible"/>
                                      </p:to>
                                    </p:set>
                                    <p:animEffect transition="in" filter="wipe(down)">
                                      <p:cBhvr>
                                        <p:cTn id="432" dur="500"/>
                                        <p:tgtEl>
                                          <p:spTgt spid="53"/>
                                        </p:tgtEl>
                                      </p:cBhvr>
                                    </p:animEffect>
                                  </p:childTnLst>
                                </p:cTn>
                              </p:par>
                            </p:childTnLst>
                          </p:cTn>
                        </p:par>
                      </p:childTnLst>
                    </p:cTn>
                  </p:par>
                  <p:par>
                    <p:cTn id="433" fill="hold">
                      <p:stCondLst>
                        <p:cond delay="indefinite"/>
                      </p:stCondLst>
                      <p:childTnLst>
                        <p:par>
                          <p:cTn id="434" fill="hold">
                            <p:stCondLst>
                              <p:cond delay="0"/>
                            </p:stCondLst>
                            <p:childTnLst>
                              <p:par>
                                <p:cTn id="435" presetID="22" presetClass="entr" presetSubtype="4" fill="hold" grpId="0" nodeType="clickEffect">
                                  <p:stCondLst>
                                    <p:cond delay="0"/>
                                  </p:stCondLst>
                                  <p:childTnLst>
                                    <p:set>
                                      <p:cBhvr>
                                        <p:cTn id="436" dur="1" fill="hold">
                                          <p:stCondLst>
                                            <p:cond delay="0"/>
                                          </p:stCondLst>
                                        </p:cTn>
                                        <p:tgtEl>
                                          <p:spTgt spid="70"/>
                                        </p:tgtEl>
                                        <p:attrNameLst>
                                          <p:attrName>style.visibility</p:attrName>
                                        </p:attrNameLst>
                                      </p:cBhvr>
                                      <p:to>
                                        <p:strVal val="visible"/>
                                      </p:to>
                                    </p:set>
                                    <p:animEffect transition="in" filter="wipe(down)">
                                      <p:cBhvr>
                                        <p:cTn id="437" dur="500"/>
                                        <p:tgtEl>
                                          <p:spTgt spid="70"/>
                                        </p:tgtEl>
                                      </p:cBhvr>
                                    </p:animEffect>
                                  </p:childTnLst>
                                </p:cTn>
                              </p:par>
                              <p:par>
                                <p:cTn id="438" presetID="22" presetClass="entr" presetSubtype="4" fill="hold" grpId="0" nodeType="withEffect">
                                  <p:stCondLst>
                                    <p:cond delay="0"/>
                                  </p:stCondLst>
                                  <p:childTnLst>
                                    <p:set>
                                      <p:cBhvr>
                                        <p:cTn id="439" dur="1" fill="hold">
                                          <p:stCondLst>
                                            <p:cond delay="0"/>
                                          </p:stCondLst>
                                        </p:cTn>
                                        <p:tgtEl>
                                          <p:spTgt spid="71"/>
                                        </p:tgtEl>
                                        <p:attrNameLst>
                                          <p:attrName>style.visibility</p:attrName>
                                        </p:attrNameLst>
                                      </p:cBhvr>
                                      <p:to>
                                        <p:strVal val="visible"/>
                                      </p:to>
                                    </p:set>
                                    <p:animEffect transition="in" filter="wipe(down)">
                                      <p:cBhvr>
                                        <p:cTn id="440" dur="500"/>
                                        <p:tgtEl>
                                          <p:spTgt spid="71"/>
                                        </p:tgtEl>
                                      </p:cBhvr>
                                    </p:animEffect>
                                  </p:childTnLst>
                                </p:cTn>
                              </p:par>
                              <p:par>
                                <p:cTn id="441" presetID="22" presetClass="entr" presetSubtype="4" fill="hold" grpId="0" nodeType="withEffect">
                                  <p:stCondLst>
                                    <p:cond delay="0"/>
                                  </p:stCondLst>
                                  <p:childTnLst>
                                    <p:set>
                                      <p:cBhvr>
                                        <p:cTn id="442" dur="1" fill="hold">
                                          <p:stCondLst>
                                            <p:cond delay="0"/>
                                          </p:stCondLst>
                                        </p:cTn>
                                        <p:tgtEl>
                                          <p:spTgt spid="72"/>
                                        </p:tgtEl>
                                        <p:attrNameLst>
                                          <p:attrName>style.visibility</p:attrName>
                                        </p:attrNameLst>
                                      </p:cBhvr>
                                      <p:to>
                                        <p:strVal val="visible"/>
                                      </p:to>
                                    </p:set>
                                    <p:animEffect transition="in" filter="wipe(down)">
                                      <p:cBhvr>
                                        <p:cTn id="443" dur="500"/>
                                        <p:tgtEl>
                                          <p:spTgt spid="72"/>
                                        </p:tgtEl>
                                      </p:cBhvr>
                                    </p:animEffect>
                                  </p:childTnLst>
                                </p:cTn>
                              </p:par>
                            </p:childTnLst>
                          </p:cTn>
                        </p:par>
                        <p:par>
                          <p:cTn id="444" fill="hold">
                            <p:stCondLst>
                              <p:cond delay="500"/>
                            </p:stCondLst>
                            <p:childTnLst>
                              <p:par>
                                <p:cTn id="445" presetID="42" presetClass="path" presetSubtype="0" accel="50000" decel="50000" fill="hold" grpId="1" nodeType="afterEffect">
                                  <p:stCondLst>
                                    <p:cond delay="0"/>
                                  </p:stCondLst>
                                  <p:childTnLst>
                                    <p:animMotion origin="layout" path="M 4.79167E-6 -2.96296E-6 L 0.14388 0.00047 " pathEditMode="relative" rAng="0" ptsTypes="AA">
                                      <p:cBhvr>
                                        <p:cTn id="446" dur="1000" fill="hold"/>
                                        <p:tgtEl>
                                          <p:spTgt spid="70"/>
                                        </p:tgtEl>
                                        <p:attrNameLst>
                                          <p:attrName>ppt_x</p:attrName>
                                          <p:attrName>ppt_y</p:attrName>
                                        </p:attrNameLst>
                                      </p:cBhvr>
                                      <p:rCtr x="7187" y="23"/>
                                    </p:animMotion>
                                  </p:childTnLst>
                                </p:cTn>
                              </p:par>
                            </p:childTnLst>
                          </p:cTn>
                        </p:par>
                        <p:par>
                          <p:cTn id="447" fill="hold">
                            <p:stCondLst>
                              <p:cond delay="1500"/>
                            </p:stCondLst>
                            <p:childTnLst>
                              <p:par>
                                <p:cTn id="448" presetID="42" presetClass="path" presetSubtype="0" accel="50000" decel="50000" fill="hold" grpId="1" nodeType="afterEffect">
                                  <p:stCondLst>
                                    <p:cond delay="0"/>
                                  </p:stCondLst>
                                  <p:childTnLst>
                                    <p:animMotion origin="layout" path="M -6.25E-7 -4.44444E-6 L 0.08659 0.00139 " pathEditMode="relative" rAng="0" ptsTypes="AA">
                                      <p:cBhvr>
                                        <p:cTn id="449" dur="1000" fill="hold"/>
                                        <p:tgtEl>
                                          <p:spTgt spid="71"/>
                                        </p:tgtEl>
                                        <p:attrNameLst>
                                          <p:attrName>ppt_x</p:attrName>
                                          <p:attrName>ppt_y</p:attrName>
                                        </p:attrNameLst>
                                      </p:cBhvr>
                                      <p:rCtr x="4323" y="69"/>
                                    </p:animMotion>
                                  </p:childTnLst>
                                </p:cTn>
                              </p:par>
                            </p:childTnLst>
                          </p:cTn>
                        </p:par>
                        <p:par>
                          <p:cTn id="450" fill="hold">
                            <p:stCondLst>
                              <p:cond delay="2500"/>
                            </p:stCondLst>
                            <p:childTnLst>
                              <p:par>
                                <p:cTn id="451" presetID="42" presetClass="path" presetSubtype="0" accel="50000" decel="50000" fill="hold" grpId="1" nodeType="afterEffect">
                                  <p:stCondLst>
                                    <p:cond delay="0"/>
                                  </p:stCondLst>
                                  <p:childTnLst>
                                    <p:animMotion origin="layout" path="M 3.75E-6 1.11111E-6 L 0.11315 0.00139 " pathEditMode="relative" rAng="0" ptsTypes="AA">
                                      <p:cBhvr>
                                        <p:cTn id="452" dur="1000" fill="hold"/>
                                        <p:tgtEl>
                                          <p:spTgt spid="72"/>
                                        </p:tgtEl>
                                        <p:attrNameLst>
                                          <p:attrName>ppt_x</p:attrName>
                                          <p:attrName>ppt_y</p:attrName>
                                        </p:attrNameLst>
                                      </p:cBhvr>
                                      <p:rCtr x="5651" y="69"/>
                                    </p:animMotion>
                                  </p:childTnLst>
                                </p:cTn>
                              </p:par>
                            </p:childTnLst>
                          </p:cTn>
                        </p:par>
                      </p:childTnLst>
                    </p:cTn>
                  </p:par>
                  <p:par>
                    <p:cTn id="453" fill="hold">
                      <p:stCondLst>
                        <p:cond delay="indefinite"/>
                      </p:stCondLst>
                      <p:childTnLst>
                        <p:par>
                          <p:cTn id="454" fill="hold">
                            <p:stCondLst>
                              <p:cond delay="0"/>
                            </p:stCondLst>
                            <p:childTnLst>
                              <p:par>
                                <p:cTn id="455" presetID="22" presetClass="exit" presetSubtype="4" fill="hold" grpId="1" nodeType="clickEffect">
                                  <p:stCondLst>
                                    <p:cond delay="0"/>
                                  </p:stCondLst>
                                  <p:childTnLst>
                                    <p:animEffect transition="out" filter="wipe(down)">
                                      <p:cBhvr>
                                        <p:cTn id="456" dur="500"/>
                                        <p:tgtEl>
                                          <p:spTgt spid="37"/>
                                        </p:tgtEl>
                                      </p:cBhvr>
                                    </p:animEffect>
                                    <p:set>
                                      <p:cBhvr>
                                        <p:cTn id="457" dur="1" fill="hold">
                                          <p:stCondLst>
                                            <p:cond delay="499"/>
                                          </p:stCondLst>
                                        </p:cTn>
                                        <p:tgtEl>
                                          <p:spTgt spid="37"/>
                                        </p:tgtEl>
                                        <p:attrNameLst>
                                          <p:attrName>style.visibility</p:attrName>
                                        </p:attrNameLst>
                                      </p:cBhvr>
                                      <p:to>
                                        <p:strVal val="hidden"/>
                                      </p:to>
                                    </p:set>
                                  </p:childTnLst>
                                </p:cTn>
                              </p:par>
                            </p:childTnLst>
                          </p:cTn>
                        </p:par>
                        <p:par>
                          <p:cTn id="458" fill="hold">
                            <p:stCondLst>
                              <p:cond delay="500"/>
                            </p:stCondLst>
                            <p:childTnLst>
                              <p:par>
                                <p:cTn id="459" presetID="22" presetClass="entr" presetSubtype="4" fill="hold" grpId="0" nodeType="afterEffect">
                                  <p:stCondLst>
                                    <p:cond delay="0"/>
                                  </p:stCondLst>
                                  <p:childTnLst>
                                    <p:set>
                                      <p:cBhvr>
                                        <p:cTn id="460" dur="1" fill="hold">
                                          <p:stCondLst>
                                            <p:cond delay="0"/>
                                          </p:stCondLst>
                                        </p:cTn>
                                        <p:tgtEl>
                                          <p:spTgt spid="73"/>
                                        </p:tgtEl>
                                        <p:attrNameLst>
                                          <p:attrName>style.visibility</p:attrName>
                                        </p:attrNameLst>
                                      </p:cBhvr>
                                      <p:to>
                                        <p:strVal val="visible"/>
                                      </p:to>
                                    </p:set>
                                    <p:animEffect transition="in" filter="wipe(down)">
                                      <p:cBhvr>
                                        <p:cTn id="461" dur="500"/>
                                        <p:tgtEl>
                                          <p:spTgt spid="73"/>
                                        </p:tgtEl>
                                      </p:cBhvr>
                                    </p:animEffect>
                                  </p:childTnLst>
                                </p:cTn>
                              </p:par>
                            </p:childTnLst>
                          </p:cTn>
                        </p:par>
                      </p:childTnLst>
                    </p:cTn>
                  </p:par>
                  <p:par>
                    <p:cTn id="462" fill="hold">
                      <p:stCondLst>
                        <p:cond delay="indefinite"/>
                      </p:stCondLst>
                      <p:childTnLst>
                        <p:par>
                          <p:cTn id="463" fill="hold">
                            <p:stCondLst>
                              <p:cond delay="0"/>
                            </p:stCondLst>
                            <p:childTnLst>
                              <p:par>
                                <p:cTn id="464" presetID="42" presetClass="path" presetSubtype="0" accel="50000" decel="50000" fill="hold" grpId="6" nodeType="clickEffect">
                                  <p:stCondLst>
                                    <p:cond delay="0"/>
                                  </p:stCondLst>
                                  <p:childTnLst>
                                    <p:animMotion origin="layout" path="M -2.08333E-7 -3.7037E-6 L -2.08333E-7 0.04723 " pathEditMode="relative" rAng="0" ptsTypes="AA">
                                      <p:cBhvr>
                                        <p:cTn id="465" dur="2000" fill="hold"/>
                                        <p:tgtEl>
                                          <p:spTgt spid="7"/>
                                        </p:tgtEl>
                                        <p:attrNameLst>
                                          <p:attrName>ppt_x</p:attrName>
                                          <p:attrName>ppt_y</p:attrName>
                                        </p:attrNameLst>
                                      </p:cBhvr>
                                      <p:rCtr x="0" y="2361"/>
                                    </p:animMotion>
                                  </p:childTnLst>
                                </p:cTn>
                              </p:par>
                            </p:childTnLst>
                          </p:cTn>
                        </p:par>
                      </p:childTnLst>
                    </p:cTn>
                  </p:par>
                  <p:par>
                    <p:cTn id="466" fill="hold">
                      <p:stCondLst>
                        <p:cond delay="indefinite"/>
                      </p:stCondLst>
                      <p:childTnLst>
                        <p:par>
                          <p:cTn id="467" fill="hold">
                            <p:stCondLst>
                              <p:cond delay="0"/>
                            </p:stCondLst>
                            <p:childTnLst>
                              <p:par>
                                <p:cTn id="468" presetID="42" presetClass="path" presetSubtype="0" accel="50000" decel="50000" fill="hold" nodeType="clickEffect">
                                  <p:stCondLst>
                                    <p:cond delay="0"/>
                                  </p:stCondLst>
                                  <p:childTnLst>
                                    <p:animMotion origin="layout" path="M -1.45833E-6 2.96296E-6 L 0.03828 -0.00023 " pathEditMode="relative" rAng="0" ptsTypes="AA">
                                      <p:cBhvr>
                                        <p:cTn id="469" dur="2000" fill="hold"/>
                                        <p:tgtEl>
                                          <p:spTgt spid="53"/>
                                        </p:tgtEl>
                                        <p:attrNameLst>
                                          <p:attrName>ppt_x</p:attrName>
                                          <p:attrName>ppt_y</p:attrName>
                                        </p:attrNameLst>
                                      </p:cBhvr>
                                      <p:rCtr x="1914" y="-23"/>
                                    </p:animMotion>
                                  </p:childTnLst>
                                </p:cTn>
                              </p:par>
                            </p:childTnLst>
                          </p:cTn>
                        </p:par>
                      </p:childTnLst>
                    </p:cTn>
                  </p:par>
                  <p:par>
                    <p:cTn id="470" fill="hold">
                      <p:stCondLst>
                        <p:cond delay="indefinite"/>
                      </p:stCondLst>
                      <p:childTnLst>
                        <p:par>
                          <p:cTn id="471" fill="hold">
                            <p:stCondLst>
                              <p:cond delay="0"/>
                            </p:stCondLst>
                            <p:childTnLst>
                              <p:par>
                                <p:cTn id="472" presetID="22" presetClass="entr" presetSubtype="4" fill="hold" grpId="0" nodeType="clickEffect">
                                  <p:stCondLst>
                                    <p:cond delay="0"/>
                                  </p:stCondLst>
                                  <p:childTnLst>
                                    <p:set>
                                      <p:cBhvr>
                                        <p:cTn id="473" dur="1" fill="hold">
                                          <p:stCondLst>
                                            <p:cond delay="0"/>
                                          </p:stCondLst>
                                        </p:cTn>
                                        <p:tgtEl>
                                          <p:spTgt spid="74"/>
                                        </p:tgtEl>
                                        <p:attrNameLst>
                                          <p:attrName>style.visibility</p:attrName>
                                        </p:attrNameLst>
                                      </p:cBhvr>
                                      <p:to>
                                        <p:strVal val="visible"/>
                                      </p:to>
                                    </p:set>
                                    <p:animEffect transition="in" filter="wipe(down)">
                                      <p:cBhvr>
                                        <p:cTn id="474" dur="500"/>
                                        <p:tgtEl>
                                          <p:spTgt spid="74"/>
                                        </p:tgtEl>
                                      </p:cBhvr>
                                    </p:animEffect>
                                  </p:childTnLst>
                                </p:cTn>
                              </p:par>
                              <p:par>
                                <p:cTn id="475" presetID="22" presetClass="entr" presetSubtype="4" fill="hold" grpId="0" nodeType="withEffect">
                                  <p:stCondLst>
                                    <p:cond delay="0"/>
                                  </p:stCondLst>
                                  <p:childTnLst>
                                    <p:set>
                                      <p:cBhvr>
                                        <p:cTn id="476" dur="1" fill="hold">
                                          <p:stCondLst>
                                            <p:cond delay="0"/>
                                          </p:stCondLst>
                                        </p:cTn>
                                        <p:tgtEl>
                                          <p:spTgt spid="75"/>
                                        </p:tgtEl>
                                        <p:attrNameLst>
                                          <p:attrName>style.visibility</p:attrName>
                                        </p:attrNameLst>
                                      </p:cBhvr>
                                      <p:to>
                                        <p:strVal val="visible"/>
                                      </p:to>
                                    </p:set>
                                    <p:animEffect transition="in" filter="wipe(down)">
                                      <p:cBhvr>
                                        <p:cTn id="477" dur="500"/>
                                        <p:tgtEl>
                                          <p:spTgt spid="75"/>
                                        </p:tgtEl>
                                      </p:cBhvr>
                                    </p:animEffect>
                                  </p:childTnLst>
                                </p:cTn>
                              </p:par>
                              <p:par>
                                <p:cTn id="478" presetID="22" presetClass="entr" presetSubtype="4" fill="hold" grpId="0" nodeType="withEffect">
                                  <p:stCondLst>
                                    <p:cond delay="0"/>
                                  </p:stCondLst>
                                  <p:childTnLst>
                                    <p:set>
                                      <p:cBhvr>
                                        <p:cTn id="479" dur="1" fill="hold">
                                          <p:stCondLst>
                                            <p:cond delay="0"/>
                                          </p:stCondLst>
                                        </p:cTn>
                                        <p:tgtEl>
                                          <p:spTgt spid="76"/>
                                        </p:tgtEl>
                                        <p:attrNameLst>
                                          <p:attrName>style.visibility</p:attrName>
                                        </p:attrNameLst>
                                      </p:cBhvr>
                                      <p:to>
                                        <p:strVal val="visible"/>
                                      </p:to>
                                    </p:set>
                                    <p:animEffect transition="in" filter="wipe(down)">
                                      <p:cBhvr>
                                        <p:cTn id="480" dur="500"/>
                                        <p:tgtEl>
                                          <p:spTgt spid="76"/>
                                        </p:tgtEl>
                                      </p:cBhvr>
                                    </p:animEffect>
                                  </p:childTnLst>
                                </p:cTn>
                              </p:par>
                            </p:childTnLst>
                          </p:cTn>
                        </p:par>
                      </p:childTnLst>
                    </p:cTn>
                  </p:par>
                  <p:par>
                    <p:cTn id="481" fill="hold">
                      <p:stCondLst>
                        <p:cond delay="indefinite"/>
                      </p:stCondLst>
                      <p:childTnLst>
                        <p:par>
                          <p:cTn id="482" fill="hold">
                            <p:stCondLst>
                              <p:cond delay="0"/>
                            </p:stCondLst>
                            <p:childTnLst>
                              <p:par>
                                <p:cTn id="483" presetID="42" presetClass="path" presetSubtype="0" accel="50000" decel="50000" fill="hold" grpId="1" nodeType="clickEffect">
                                  <p:stCondLst>
                                    <p:cond delay="0"/>
                                  </p:stCondLst>
                                  <p:childTnLst>
                                    <p:animMotion origin="layout" path="M -4.79167E-6 -4.81481E-6 L 0.14415 0.04445 " pathEditMode="relative" rAng="0" ptsTypes="AA">
                                      <p:cBhvr>
                                        <p:cTn id="484" dur="1000" fill="hold"/>
                                        <p:tgtEl>
                                          <p:spTgt spid="74"/>
                                        </p:tgtEl>
                                        <p:attrNameLst>
                                          <p:attrName>ppt_x</p:attrName>
                                          <p:attrName>ppt_y</p:attrName>
                                        </p:attrNameLst>
                                      </p:cBhvr>
                                      <p:rCtr x="7201" y="2222"/>
                                    </p:animMotion>
                                  </p:childTnLst>
                                </p:cTn>
                              </p:par>
                            </p:childTnLst>
                          </p:cTn>
                        </p:par>
                        <p:par>
                          <p:cTn id="485" fill="hold">
                            <p:stCondLst>
                              <p:cond delay="1000"/>
                            </p:stCondLst>
                            <p:childTnLst>
                              <p:par>
                                <p:cTn id="486" presetID="42" presetClass="path" presetSubtype="0" accel="50000" decel="50000" fill="hold" grpId="1" nodeType="afterEffect">
                                  <p:stCondLst>
                                    <p:cond delay="0"/>
                                  </p:stCondLst>
                                  <p:childTnLst>
                                    <p:animMotion origin="layout" path="M -1.04167E-6 -7.40741E-7 L 0.08724 0.04329 " pathEditMode="relative" rAng="0" ptsTypes="AA">
                                      <p:cBhvr>
                                        <p:cTn id="487" dur="1000" fill="hold"/>
                                        <p:tgtEl>
                                          <p:spTgt spid="75"/>
                                        </p:tgtEl>
                                        <p:attrNameLst>
                                          <p:attrName>ppt_x</p:attrName>
                                          <p:attrName>ppt_y</p:attrName>
                                        </p:attrNameLst>
                                      </p:cBhvr>
                                      <p:rCtr x="4362" y="2153"/>
                                    </p:animMotion>
                                  </p:childTnLst>
                                </p:cTn>
                              </p:par>
                            </p:childTnLst>
                          </p:cTn>
                        </p:par>
                        <p:par>
                          <p:cTn id="488" fill="hold">
                            <p:stCondLst>
                              <p:cond delay="2000"/>
                            </p:stCondLst>
                            <p:childTnLst>
                              <p:par>
                                <p:cTn id="489" presetID="42" presetClass="path" presetSubtype="0" accel="50000" decel="50000" fill="hold" grpId="1" nodeType="afterEffect">
                                  <p:stCondLst>
                                    <p:cond delay="0"/>
                                  </p:stCondLst>
                                  <p:childTnLst>
                                    <p:animMotion origin="layout" path="M 3.33333E-6 -4.81481E-6 L 0.11458 0.04468 " pathEditMode="relative" rAng="0" ptsTypes="AA">
                                      <p:cBhvr>
                                        <p:cTn id="490" dur="1000" fill="hold"/>
                                        <p:tgtEl>
                                          <p:spTgt spid="76"/>
                                        </p:tgtEl>
                                        <p:attrNameLst>
                                          <p:attrName>ppt_x</p:attrName>
                                          <p:attrName>ppt_y</p:attrName>
                                        </p:attrNameLst>
                                      </p:cBhvr>
                                      <p:rCtr x="5729" y="2222"/>
                                    </p:animMotion>
                                  </p:childTnLst>
                                </p:cTn>
                              </p:par>
                            </p:childTnLst>
                          </p:cTn>
                        </p:par>
                      </p:childTnLst>
                    </p:cTn>
                  </p:par>
                  <p:par>
                    <p:cTn id="491" fill="hold">
                      <p:stCondLst>
                        <p:cond delay="indefinite"/>
                      </p:stCondLst>
                      <p:childTnLst>
                        <p:par>
                          <p:cTn id="492" fill="hold">
                            <p:stCondLst>
                              <p:cond delay="0"/>
                            </p:stCondLst>
                            <p:childTnLst>
                              <p:par>
                                <p:cTn id="493" presetID="22" presetClass="exit" presetSubtype="4" fill="hold" grpId="1" nodeType="clickEffect">
                                  <p:stCondLst>
                                    <p:cond delay="0"/>
                                  </p:stCondLst>
                                  <p:childTnLst>
                                    <p:animEffect transition="out" filter="wipe(down)">
                                      <p:cBhvr>
                                        <p:cTn id="494" dur="500"/>
                                        <p:tgtEl>
                                          <p:spTgt spid="38"/>
                                        </p:tgtEl>
                                      </p:cBhvr>
                                    </p:animEffect>
                                    <p:set>
                                      <p:cBhvr>
                                        <p:cTn id="495" dur="1" fill="hold">
                                          <p:stCondLst>
                                            <p:cond delay="499"/>
                                          </p:stCondLst>
                                        </p:cTn>
                                        <p:tgtEl>
                                          <p:spTgt spid="38"/>
                                        </p:tgtEl>
                                        <p:attrNameLst>
                                          <p:attrName>style.visibility</p:attrName>
                                        </p:attrNameLst>
                                      </p:cBhvr>
                                      <p:to>
                                        <p:strVal val="hidden"/>
                                      </p:to>
                                    </p:set>
                                  </p:childTnLst>
                                </p:cTn>
                              </p:par>
                              <p:par>
                                <p:cTn id="496" presetID="22" presetClass="entr" presetSubtype="4" fill="hold" grpId="0" nodeType="withEffect">
                                  <p:stCondLst>
                                    <p:cond delay="0"/>
                                  </p:stCondLst>
                                  <p:childTnLst>
                                    <p:set>
                                      <p:cBhvr>
                                        <p:cTn id="497" dur="1" fill="hold">
                                          <p:stCondLst>
                                            <p:cond delay="0"/>
                                          </p:stCondLst>
                                        </p:cTn>
                                        <p:tgtEl>
                                          <p:spTgt spid="77"/>
                                        </p:tgtEl>
                                        <p:attrNameLst>
                                          <p:attrName>style.visibility</p:attrName>
                                        </p:attrNameLst>
                                      </p:cBhvr>
                                      <p:to>
                                        <p:strVal val="visible"/>
                                      </p:to>
                                    </p:set>
                                    <p:animEffect transition="in" filter="wipe(down)">
                                      <p:cBhvr>
                                        <p:cTn id="498" dur="500"/>
                                        <p:tgtEl>
                                          <p:spTgt spid="77"/>
                                        </p:tgtEl>
                                      </p:cBhvr>
                                    </p:animEffect>
                                  </p:childTnLst>
                                </p:cTn>
                              </p:par>
                            </p:childTnLst>
                          </p:cTn>
                        </p:par>
                      </p:childTnLst>
                    </p:cTn>
                  </p:par>
                  <p:par>
                    <p:cTn id="499" fill="hold">
                      <p:stCondLst>
                        <p:cond delay="indefinite"/>
                      </p:stCondLst>
                      <p:childTnLst>
                        <p:par>
                          <p:cTn id="500" fill="hold">
                            <p:stCondLst>
                              <p:cond delay="0"/>
                            </p:stCondLst>
                            <p:childTnLst>
                              <p:par>
                                <p:cTn id="501" presetID="42" presetClass="path" presetSubtype="0" accel="50000" decel="50000" fill="hold" grpId="7" nodeType="clickEffect">
                                  <p:stCondLst>
                                    <p:cond delay="0"/>
                                  </p:stCondLst>
                                  <p:childTnLst>
                                    <p:animMotion origin="layout" path="M -2.08333E-7 0.04723 L 0.00091 0.09283 " pathEditMode="relative" rAng="0" ptsTypes="AA">
                                      <p:cBhvr>
                                        <p:cTn id="502" dur="2000" fill="hold"/>
                                        <p:tgtEl>
                                          <p:spTgt spid="7"/>
                                        </p:tgtEl>
                                        <p:attrNameLst>
                                          <p:attrName>ppt_x</p:attrName>
                                          <p:attrName>ppt_y</p:attrName>
                                        </p:attrNameLst>
                                      </p:cBhvr>
                                      <p:rCtr x="39" y="2269"/>
                                    </p:animMotion>
                                  </p:childTnLst>
                                </p:cTn>
                              </p:par>
                            </p:childTnLst>
                          </p:cTn>
                        </p:par>
                      </p:childTnLst>
                    </p:cTn>
                  </p:par>
                  <p:par>
                    <p:cTn id="503" fill="hold">
                      <p:stCondLst>
                        <p:cond delay="indefinite"/>
                      </p:stCondLst>
                      <p:childTnLst>
                        <p:par>
                          <p:cTn id="504" fill="hold">
                            <p:stCondLst>
                              <p:cond delay="0"/>
                            </p:stCondLst>
                            <p:childTnLst>
                              <p:par>
                                <p:cTn id="505" presetID="42" presetClass="path" presetSubtype="0" accel="50000" decel="50000" fill="hold" nodeType="clickEffect">
                                  <p:stCondLst>
                                    <p:cond delay="0"/>
                                  </p:stCondLst>
                                  <p:childTnLst>
                                    <p:animMotion origin="layout" path="M 0.03828 -0.00023 L -1.45833E-6 2.96296E-6 " pathEditMode="relative" rAng="0" ptsTypes="AA">
                                      <p:cBhvr>
                                        <p:cTn id="506" dur="2000" fill="hold"/>
                                        <p:tgtEl>
                                          <p:spTgt spid="53"/>
                                        </p:tgtEl>
                                        <p:attrNameLst>
                                          <p:attrName>ppt_x</p:attrName>
                                          <p:attrName>ppt_y</p:attrName>
                                        </p:attrNameLst>
                                      </p:cBhvr>
                                      <p:rCtr x="-1914" y="0"/>
                                    </p:animMotion>
                                  </p:childTnLst>
                                </p:cTn>
                              </p:par>
                            </p:childTnLst>
                          </p:cTn>
                        </p:par>
                      </p:childTnLst>
                    </p:cTn>
                  </p:par>
                  <p:par>
                    <p:cTn id="507" fill="hold">
                      <p:stCondLst>
                        <p:cond delay="indefinite"/>
                      </p:stCondLst>
                      <p:childTnLst>
                        <p:par>
                          <p:cTn id="508" fill="hold">
                            <p:stCondLst>
                              <p:cond delay="0"/>
                            </p:stCondLst>
                            <p:childTnLst>
                              <p:par>
                                <p:cTn id="509" presetID="22" presetClass="entr" presetSubtype="4" fill="hold" grpId="0" nodeType="clickEffect">
                                  <p:stCondLst>
                                    <p:cond delay="0"/>
                                  </p:stCondLst>
                                  <p:childTnLst>
                                    <p:set>
                                      <p:cBhvr>
                                        <p:cTn id="510" dur="1" fill="hold">
                                          <p:stCondLst>
                                            <p:cond delay="0"/>
                                          </p:stCondLst>
                                        </p:cTn>
                                        <p:tgtEl>
                                          <p:spTgt spid="66"/>
                                        </p:tgtEl>
                                        <p:attrNameLst>
                                          <p:attrName>style.visibility</p:attrName>
                                        </p:attrNameLst>
                                      </p:cBhvr>
                                      <p:to>
                                        <p:strVal val="visible"/>
                                      </p:to>
                                    </p:set>
                                    <p:animEffect transition="in" filter="wipe(down)">
                                      <p:cBhvr>
                                        <p:cTn id="511" dur="500"/>
                                        <p:tgtEl>
                                          <p:spTgt spid="66"/>
                                        </p:tgtEl>
                                      </p:cBhvr>
                                    </p:animEffect>
                                  </p:childTnLst>
                                </p:cTn>
                              </p:par>
                              <p:par>
                                <p:cTn id="512" presetID="22" presetClass="entr" presetSubtype="4" fill="hold" grpId="0" nodeType="withEffect">
                                  <p:stCondLst>
                                    <p:cond delay="0"/>
                                  </p:stCondLst>
                                  <p:childTnLst>
                                    <p:set>
                                      <p:cBhvr>
                                        <p:cTn id="513" dur="1" fill="hold">
                                          <p:stCondLst>
                                            <p:cond delay="0"/>
                                          </p:stCondLst>
                                        </p:cTn>
                                        <p:tgtEl>
                                          <p:spTgt spid="68"/>
                                        </p:tgtEl>
                                        <p:attrNameLst>
                                          <p:attrName>style.visibility</p:attrName>
                                        </p:attrNameLst>
                                      </p:cBhvr>
                                      <p:to>
                                        <p:strVal val="visible"/>
                                      </p:to>
                                    </p:set>
                                    <p:animEffect transition="in" filter="wipe(down)">
                                      <p:cBhvr>
                                        <p:cTn id="514" dur="500"/>
                                        <p:tgtEl>
                                          <p:spTgt spid="68"/>
                                        </p:tgtEl>
                                      </p:cBhvr>
                                    </p:animEffect>
                                  </p:childTnLst>
                                </p:cTn>
                              </p:par>
                              <p:par>
                                <p:cTn id="515" presetID="22" presetClass="entr" presetSubtype="4" fill="hold" grpId="0" nodeType="withEffect">
                                  <p:stCondLst>
                                    <p:cond delay="0"/>
                                  </p:stCondLst>
                                  <p:childTnLst>
                                    <p:set>
                                      <p:cBhvr>
                                        <p:cTn id="516" dur="1" fill="hold">
                                          <p:stCondLst>
                                            <p:cond delay="0"/>
                                          </p:stCondLst>
                                        </p:cTn>
                                        <p:tgtEl>
                                          <p:spTgt spid="69"/>
                                        </p:tgtEl>
                                        <p:attrNameLst>
                                          <p:attrName>style.visibility</p:attrName>
                                        </p:attrNameLst>
                                      </p:cBhvr>
                                      <p:to>
                                        <p:strVal val="visible"/>
                                      </p:to>
                                    </p:set>
                                    <p:animEffect transition="in" filter="wipe(down)">
                                      <p:cBhvr>
                                        <p:cTn id="517" dur="500"/>
                                        <p:tgtEl>
                                          <p:spTgt spid="69"/>
                                        </p:tgtEl>
                                      </p:cBhvr>
                                    </p:animEffect>
                                  </p:childTnLst>
                                </p:cTn>
                              </p:par>
                            </p:childTnLst>
                          </p:cTn>
                        </p:par>
                      </p:childTnLst>
                    </p:cTn>
                  </p:par>
                  <p:par>
                    <p:cTn id="518" fill="hold">
                      <p:stCondLst>
                        <p:cond delay="indefinite"/>
                      </p:stCondLst>
                      <p:childTnLst>
                        <p:par>
                          <p:cTn id="519" fill="hold">
                            <p:stCondLst>
                              <p:cond delay="0"/>
                            </p:stCondLst>
                            <p:childTnLst>
                              <p:par>
                                <p:cTn id="520" presetID="42" presetClass="path" presetSubtype="0" accel="50000" decel="50000" fill="hold" grpId="1" nodeType="clickEffect">
                                  <p:stCondLst>
                                    <p:cond delay="0"/>
                                  </p:stCondLst>
                                  <p:childTnLst>
                                    <p:animMotion origin="layout" path="M 4.79167E-6 -3.33333E-6 L 0.14388 -0.04305 " pathEditMode="relative" rAng="0" ptsTypes="AA">
                                      <p:cBhvr>
                                        <p:cTn id="521" dur="1000" fill="hold"/>
                                        <p:tgtEl>
                                          <p:spTgt spid="66"/>
                                        </p:tgtEl>
                                        <p:attrNameLst>
                                          <p:attrName>ppt_x</p:attrName>
                                          <p:attrName>ppt_y</p:attrName>
                                        </p:attrNameLst>
                                      </p:cBhvr>
                                      <p:rCtr x="7187" y="-2153"/>
                                    </p:animMotion>
                                  </p:childTnLst>
                                </p:cTn>
                              </p:par>
                            </p:childTnLst>
                          </p:cTn>
                        </p:par>
                        <p:par>
                          <p:cTn id="522" fill="hold">
                            <p:stCondLst>
                              <p:cond delay="1000"/>
                            </p:stCondLst>
                            <p:childTnLst>
                              <p:par>
                                <p:cTn id="523" presetID="42" presetClass="path" presetSubtype="0" accel="50000" decel="50000" fill="hold" grpId="1" nodeType="afterEffect">
                                  <p:stCondLst>
                                    <p:cond delay="0"/>
                                  </p:stCondLst>
                                  <p:childTnLst>
                                    <p:animMotion origin="layout" path="M -1.25E-6 -3.7037E-6 L 0.08659 -0.0456 " pathEditMode="relative" rAng="0" ptsTypes="AA">
                                      <p:cBhvr>
                                        <p:cTn id="524" dur="1000" fill="hold"/>
                                        <p:tgtEl>
                                          <p:spTgt spid="68"/>
                                        </p:tgtEl>
                                        <p:attrNameLst>
                                          <p:attrName>ppt_x</p:attrName>
                                          <p:attrName>ppt_y</p:attrName>
                                        </p:attrNameLst>
                                      </p:cBhvr>
                                      <p:rCtr x="4323" y="-2292"/>
                                    </p:animMotion>
                                  </p:childTnLst>
                                </p:cTn>
                              </p:par>
                            </p:childTnLst>
                          </p:cTn>
                        </p:par>
                        <p:par>
                          <p:cTn id="525" fill="hold">
                            <p:stCondLst>
                              <p:cond delay="2000"/>
                            </p:stCondLst>
                            <p:childTnLst>
                              <p:par>
                                <p:cTn id="526" presetID="42" presetClass="path" presetSubtype="0" accel="50000" decel="50000" fill="hold" grpId="1" nodeType="afterEffect">
                                  <p:stCondLst>
                                    <p:cond delay="0"/>
                                  </p:stCondLst>
                                  <p:childTnLst>
                                    <p:animMotion origin="layout" path="M 2.08333E-6 7.40741E-7 L 0.11315 -0.0456 " pathEditMode="relative" rAng="0" ptsTypes="AA">
                                      <p:cBhvr>
                                        <p:cTn id="527" dur="1000" fill="hold"/>
                                        <p:tgtEl>
                                          <p:spTgt spid="69"/>
                                        </p:tgtEl>
                                        <p:attrNameLst>
                                          <p:attrName>ppt_x</p:attrName>
                                          <p:attrName>ppt_y</p:attrName>
                                        </p:attrNameLst>
                                      </p:cBhvr>
                                      <p:rCtr x="5651" y="-2292"/>
                                    </p:animMotion>
                                  </p:childTnLst>
                                </p:cTn>
                              </p:par>
                            </p:childTnLst>
                          </p:cTn>
                        </p:par>
                      </p:childTnLst>
                    </p:cTn>
                  </p:par>
                  <p:par>
                    <p:cTn id="528" fill="hold">
                      <p:stCondLst>
                        <p:cond delay="indefinite"/>
                      </p:stCondLst>
                      <p:childTnLst>
                        <p:par>
                          <p:cTn id="529" fill="hold">
                            <p:stCondLst>
                              <p:cond delay="0"/>
                            </p:stCondLst>
                            <p:childTnLst>
                              <p:par>
                                <p:cTn id="530" presetID="22" presetClass="exit" presetSubtype="4" fill="hold" grpId="1" nodeType="clickEffect">
                                  <p:stCondLst>
                                    <p:cond delay="0"/>
                                  </p:stCondLst>
                                  <p:childTnLst>
                                    <p:animEffect transition="out" filter="wipe(down)">
                                      <p:cBhvr>
                                        <p:cTn id="531" dur="500"/>
                                        <p:tgtEl>
                                          <p:spTgt spid="73"/>
                                        </p:tgtEl>
                                      </p:cBhvr>
                                    </p:animEffect>
                                    <p:set>
                                      <p:cBhvr>
                                        <p:cTn id="532" dur="1" fill="hold">
                                          <p:stCondLst>
                                            <p:cond delay="499"/>
                                          </p:stCondLst>
                                        </p:cTn>
                                        <p:tgtEl>
                                          <p:spTgt spid="73"/>
                                        </p:tgtEl>
                                        <p:attrNameLst>
                                          <p:attrName>style.visibility</p:attrName>
                                        </p:attrNameLst>
                                      </p:cBhvr>
                                      <p:to>
                                        <p:strVal val="hidden"/>
                                      </p:to>
                                    </p:set>
                                  </p:childTnLst>
                                </p:cTn>
                              </p:par>
                            </p:childTnLst>
                          </p:cTn>
                        </p:par>
                        <p:par>
                          <p:cTn id="533" fill="hold">
                            <p:stCondLst>
                              <p:cond delay="500"/>
                            </p:stCondLst>
                            <p:childTnLst>
                              <p:par>
                                <p:cTn id="534" presetID="22" presetClass="entr" presetSubtype="4" fill="hold" grpId="0" nodeType="afterEffect">
                                  <p:stCondLst>
                                    <p:cond delay="0"/>
                                  </p:stCondLst>
                                  <p:childTnLst>
                                    <p:set>
                                      <p:cBhvr>
                                        <p:cTn id="535" dur="1" fill="hold">
                                          <p:stCondLst>
                                            <p:cond delay="0"/>
                                          </p:stCondLst>
                                        </p:cTn>
                                        <p:tgtEl>
                                          <p:spTgt spid="78"/>
                                        </p:tgtEl>
                                        <p:attrNameLst>
                                          <p:attrName>style.visibility</p:attrName>
                                        </p:attrNameLst>
                                      </p:cBhvr>
                                      <p:to>
                                        <p:strVal val="visible"/>
                                      </p:to>
                                    </p:set>
                                    <p:animEffect transition="in" filter="wipe(down)">
                                      <p:cBhvr>
                                        <p:cTn id="536" dur="500"/>
                                        <p:tgtEl>
                                          <p:spTgt spid="78"/>
                                        </p:tgtEl>
                                      </p:cBhvr>
                                    </p:animEffect>
                                  </p:childTnLst>
                                </p:cTn>
                              </p:par>
                            </p:childTnLst>
                          </p:cTn>
                        </p:par>
                      </p:childTnLst>
                    </p:cTn>
                  </p:par>
                  <p:par>
                    <p:cTn id="537" fill="hold">
                      <p:stCondLst>
                        <p:cond delay="indefinite"/>
                      </p:stCondLst>
                      <p:childTnLst>
                        <p:par>
                          <p:cTn id="538" fill="hold">
                            <p:stCondLst>
                              <p:cond delay="0"/>
                            </p:stCondLst>
                            <p:childTnLst>
                              <p:par>
                                <p:cTn id="539" presetID="42" presetClass="path" presetSubtype="0" accel="50000" decel="50000" fill="hold" grpId="8" nodeType="clickEffect">
                                  <p:stCondLst>
                                    <p:cond delay="0"/>
                                  </p:stCondLst>
                                  <p:childTnLst>
                                    <p:animMotion origin="layout" path="M 0.00091 0.09283 L 0.00091 0.14167 " pathEditMode="relative" rAng="0" ptsTypes="AA">
                                      <p:cBhvr>
                                        <p:cTn id="540" dur="2000" fill="hold"/>
                                        <p:tgtEl>
                                          <p:spTgt spid="7"/>
                                        </p:tgtEl>
                                        <p:attrNameLst>
                                          <p:attrName>ppt_x</p:attrName>
                                          <p:attrName>ppt_y</p:attrName>
                                        </p:attrNameLst>
                                      </p:cBhvr>
                                      <p:rCtr x="0" y="2431"/>
                                    </p:animMotion>
                                  </p:childTnLst>
                                </p:cTn>
                              </p:par>
                            </p:childTnLst>
                          </p:cTn>
                        </p:par>
                      </p:childTnLst>
                    </p:cTn>
                  </p:par>
                  <p:par>
                    <p:cTn id="541" fill="hold">
                      <p:stCondLst>
                        <p:cond delay="indefinite"/>
                      </p:stCondLst>
                      <p:childTnLst>
                        <p:par>
                          <p:cTn id="542" fill="hold">
                            <p:stCondLst>
                              <p:cond delay="0"/>
                            </p:stCondLst>
                            <p:childTnLst>
                              <p:par>
                                <p:cTn id="543" presetID="42" presetClass="path" presetSubtype="0" accel="50000" decel="50000" fill="hold" nodeType="clickEffect">
                                  <p:stCondLst>
                                    <p:cond delay="0"/>
                                  </p:stCondLst>
                                  <p:childTnLst>
                                    <p:animMotion origin="layout" path="M -1.45833E-6 2.96296E-6 L 0.18724 -0.00232 " pathEditMode="relative" rAng="0" ptsTypes="AA">
                                      <p:cBhvr>
                                        <p:cTn id="544" dur="2000" fill="hold"/>
                                        <p:tgtEl>
                                          <p:spTgt spid="53"/>
                                        </p:tgtEl>
                                        <p:attrNameLst>
                                          <p:attrName>ppt_x</p:attrName>
                                          <p:attrName>ppt_y</p:attrName>
                                        </p:attrNameLst>
                                      </p:cBhvr>
                                      <p:rCtr x="9362" y="-116"/>
                                    </p:animMotion>
                                  </p:childTnLst>
                                </p:cTn>
                              </p:par>
                            </p:childTnLst>
                          </p:cTn>
                        </p:par>
                      </p:childTnLst>
                    </p:cTn>
                  </p:par>
                  <p:par>
                    <p:cTn id="545" fill="hold">
                      <p:stCondLst>
                        <p:cond delay="indefinite"/>
                      </p:stCondLst>
                      <p:childTnLst>
                        <p:par>
                          <p:cTn id="546" fill="hold">
                            <p:stCondLst>
                              <p:cond delay="0"/>
                            </p:stCondLst>
                            <p:childTnLst>
                              <p:par>
                                <p:cTn id="547" presetID="22" presetClass="entr" presetSubtype="4" fill="hold" grpId="0" nodeType="clickEffect">
                                  <p:stCondLst>
                                    <p:cond delay="0"/>
                                  </p:stCondLst>
                                  <p:childTnLst>
                                    <p:set>
                                      <p:cBhvr>
                                        <p:cTn id="548" dur="1" fill="hold">
                                          <p:stCondLst>
                                            <p:cond delay="0"/>
                                          </p:stCondLst>
                                        </p:cTn>
                                        <p:tgtEl>
                                          <p:spTgt spid="79"/>
                                        </p:tgtEl>
                                        <p:attrNameLst>
                                          <p:attrName>style.visibility</p:attrName>
                                        </p:attrNameLst>
                                      </p:cBhvr>
                                      <p:to>
                                        <p:strVal val="visible"/>
                                      </p:to>
                                    </p:set>
                                    <p:animEffect transition="in" filter="wipe(down)">
                                      <p:cBhvr>
                                        <p:cTn id="549" dur="500"/>
                                        <p:tgtEl>
                                          <p:spTgt spid="79"/>
                                        </p:tgtEl>
                                      </p:cBhvr>
                                    </p:animEffect>
                                  </p:childTnLst>
                                </p:cTn>
                              </p:par>
                              <p:par>
                                <p:cTn id="550" presetID="22" presetClass="entr" presetSubtype="4" fill="hold" grpId="0" nodeType="withEffect">
                                  <p:stCondLst>
                                    <p:cond delay="0"/>
                                  </p:stCondLst>
                                  <p:childTnLst>
                                    <p:set>
                                      <p:cBhvr>
                                        <p:cTn id="551" dur="1" fill="hold">
                                          <p:stCondLst>
                                            <p:cond delay="0"/>
                                          </p:stCondLst>
                                        </p:cTn>
                                        <p:tgtEl>
                                          <p:spTgt spid="80"/>
                                        </p:tgtEl>
                                        <p:attrNameLst>
                                          <p:attrName>style.visibility</p:attrName>
                                        </p:attrNameLst>
                                      </p:cBhvr>
                                      <p:to>
                                        <p:strVal val="visible"/>
                                      </p:to>
                                    </p:set>
                                    <p:animEffect transition="in" filter="wipe(down)">
                                      <p:cBhvr>
                                        <p:cTn id="552" dur="500"/>
                                        <p:tgtEl>
                                          <p:spTgt spid="80"/>
                                        </p:tgtEl>
                                      </p:cBhvr>
                                    </p:animEffect>
                                  </p:childTnLst>
                                </p:cTn>
                              </p:par>
                              <p:par>
                                <p:cTn id="553" presetID="22" presetClass="entr" presetSubtype="4" fill="hold" grpId="0" nodeType="withEffect">
                                  <p:stCondLst>
                                    <p:cond delay="0"/>
                                  </p:stCondLst>
                                  <p:childTnLst>
                                    <p:set>
                                      <p:cBhvr>
                                        <p:cTn id="554" dur="1" fill="hold">
                                          <p:stCondLst>
                                            <p:cond delay="0"/>
                                          </p:stCondLst>
                                        </p:cTn>
                                        <p:tgtEl>
                                          <p:spTgt spid="81"/>
                                        </p:tgtEl>
                                        <p:attrNameLst>
                                          <p:attrName>style.visibility</p:attrName>
                                        </p:attrNameLst>
                                      </p:cBhvr>
                                      <p:to>
                                        <p:strVal val="visible"/>
                                      </p:to>
                                    </p:set>
                                    <p:animEffect transition="in" filter="wipe(down)">
                                      <p:cBhvr>
                                        <p:cTn id="555" dur="500"/>
                                        <p:tgtEl>
                                          <p:spTgt spid="81"/>
                                        </p:tgtEl>
                                      </p:cBhvr>
                                    </p:animEffect>
                                  </p:childTnLst>
                                </p:cTn>
                              </p:par>
                            </p:childTnLst>
                          </p:cTn>
                        </p:par>
                      </p:childTnLst>
                    </p:cTn>
                  </p:par>
                  <p:par>
                    <p:cTn id="556" fill="hold">
                      <p:stCondLst>
                        <p:cond delay="indefinite"/>
                      </p:stCondLst>
                      <p:childTnLst>
                        <p:par>
                          <p:cTn id="557" fill="hold">
                            <p:stCondLst>
                              <p:cond delay="0"/>
                            </p:stCondLst>
                            <p:childTnLst>
                              <p:par>
                                <p:cTn id="558" presetID="42" presetClass="path" presetSubtype="0" accel="50000" decel="50000" fill="hold" grpId="1" nodeType="clickEffect">
                                  <p:stCondLst>
                                    <p:cond delay="0"/>
                                  </p:stCondLst>
                                  <p:childTnLst>
                                    <p:animMotion origin="layout" path="M -0.00039 -3.33333E-6 L 0.14649 0.05 " pathEditMode="relative" rAng="0" ptsTypes="AA">
                                      <p:cBhvr>
                                        <p:cTn id="559" dur="1000" fill="hold"/>
                                        <p:tgtEl>
                                          <p:spTgt spid="79"/>
                                        </p:tgtEl>
                                        <p:attrNameLst>
                                          <p:attrName>ppt_x</p:attrName>
                                          <p:attrName>ppt_y</p:attrName>
                                        </p:attrNameLst>
                                      </p:cBhvr>
                                      <p:rCtr x="7344" y="2500"/>
                                    </p:animMotion>
                                  </p:childTnLst>
                                </p:cTn>
                              </p:par>
                            </p:childTnLst>
                          </p:cTn>
                        </p:par>
                        <p:par>
                          <p:cTn id="560" fill="hold">
                            <p:stCondLst>
                              <p:cond delay="1000"/>
                            </p:stCondLst>
                            <p:childTnLst>
                              <p:par>
                                <p:cTn id="561" presetID="42" presetClass="path" presetSubtype="0" accel="50000" decel="50000" fill="hold" grpId="1" nodeType="afterEffect">
                                  <p:stCondLst>
                                    <p:cond delay="0"/>
                                  </p:stCondLst>
                                  <p:childTnLst>
                                    <p:animMotion origin="layout" path="M -6.25E-7 1.11111E-6 L 0.08724 0.05 " pathEditMode="relative" rAng="0" ptsTypes="AA">
                                      <p:cBhvr>
                                        <p:cTn id="562" dur="1000" fill="hold"/>
                                        <p:tgtEl>
                                          <p:spTgt spid="80"/>
                                        </p:tgtEl>
                                        <p:attrNameLst>
                                          <p:attrName>ppt_x</p:attrName>
                                          <p:attrName>ppt_y</p:attrName>
                                        </p:attrNameLst>
                                      </p:cBhvr>
                                      <p:rCtr x="4362" y="2500"/>
                                    </p:animMotion>
                                  </p:childTnLst>
                                </p:cTn>
                              </p:par>
                            </p:childTnLst>
                          </p:cTn>
                        </p:par>
                        <p:par>
                          <p:cTn id="563" fill="hold">
                            <p:stCondLst>
                              <p:cond delay="2000"/>
                            </p:stCondLst>
                            <p:childTnLst>
                              <p:par>
                                <p:cTn id="564" presetID="42" presetClass="path" presetSubtype="0" accel="50000" decel="50000" fill="hold" grpId="1" nodeType="afterEffect">
                                  <p:stCondLst>
                                    <p:cond delay="0"/>
                                  </p:stCondLst>
                                  <p:childTnLst>
                                    <p:animMotion origin="layout" path="M 2.91667E-6 -3.33333E-6 L 0.11315 0.04838 " pathEditMode="relative" rAng="0" ptsTypes="AA">
                                      <p:cBhvr>
                                        <p:cTn id="565" dur="1000" fill="hold"/>
                                        <p:tgtEl>
                                          <p:spTgt spid="81"/>
                                        </p:tgtEl>
                                        <p:attrNameLst>
                                          <p:attrName>ppt_x</p:attrName>
                                          <p:attrName>ppt_y</p:attrName>
                                        </p:attrNameLst>
                                      </p:cBhvr>
                                      <p:rCtr x="5651" y="2407"/>
                                    </p:animMotion>
                                  </p:childTnLst>
                                </p:cTn>
                              </p:par>
                            </p:childTnLst>
                          </p:cTn>
                        </p:par>
                      </p:childTnLst>
                    </p:cTn>
                  </p:par>
                  <p:par>
                    <p:cTn id="566" fill="hold">
                      <p:stCondLst>
                        <p:cond delay="indefinite"/>
                      </p:stCondLst>
                      <p:childTnLst>
                        <p:par>
                          <p:cTn id="567" fill="hold">
                            <p:stCondLst>
                              <p:cond delay="0"/>
                            </p:stCondLst>
                            <p:childTnLst>
                              <p:par>
                                <p:cTn id="568" presetID="22" presetClass="exit" presetSubtype="4" fill="hold" grpId="1" nodeType="clickEffect">
                                  <p:stCondLst>
                                    <p:cond delay="0"/>
                                  </p:stCondLst>
                                  <p:childTnLst>
                                    <p:animEffect transition="out" filter="wipe(down)">
                                      <p:cBhvr>
                                        <p:cTn id="569" dur="500"/>
                                        <p:tgtEl>
                                          <p:spTgt spid="42"/>
                                        </p:tgtEl>
                                      </p:cBhvr>
                                    </p:animEffect>
                                    <p:set>
                                      <p:cBhvr>
                                        <p:cTn id="570" dur="1" fill="hold">
                                          <p:stCondLst>
                                            <p:cond delay="499"/>
                                          </p:stCondLst>
                                        </p:cTn>
                                        <p:tgtEl>
                                          <p:spTgt spid="42"/>
                                        </p:tgtEl>
                                        <p:attrNameLst>
                                          <p:attrName>style.visibility</p:attrName>
                                        </p:attrNameLst>
                                      </p:cBhvr>
                                      <p:to>
                                        <p:strVal val="hidden"/>
                                      </p:to>
                                    </p:set>
                                  </p:childTnLst>
                                </p:cTn>
                              </p:par>
                            </p:childTnLst>
                          </p:cTn>
                        </p:par>
                        <p:par>
                          <p:cTn id="571" fill="hold">
                            <p:stCondLst>
                              <p:cond delay="500"/>
                            </p:stCondLst>
                            <p:childTnLst>
                              <p:par>
                                <p:cTn id="572" presetID="22" presetClass="entr" presetSubtype="4" fill="hold" grpId="0" nodeType="afterEffect">
                                  <p:stCondLst>
                                    <p:cond delay="0"/>
                                  </p:stCondLst>
                                  <p:childTnLst>
                                    <p:set>
                                      <p:cBhvr>
                                        <p:cTn id="573" dur="1" fill="hold">
                                          <p:stCondLst>
                                            <p:cond delay="0"/>
                                          </p:stCondLst>
                                        </p:cTn>
                                        <p:tgtEl>
                                          <p:spTgt spid="82"/>
                                        </p:tgtEl>
                                        <p:attrNameLst>
                                          <p:attrName>style.visibility</p:attrName>
                                        </p:attrNameLst>
                                      </p:cBhvr>
                                      <p:to>
                                        <p:strVal val="visible"/>
                                      </p:to>
                                    </p:set>
                                    <p:animEffect transition="in" filter="wipe(down)">
                                      <p:cBhvr>
                                        <p:cTn id="574" dur="500"/>
                                        <p:tgtEl>
                                          <p:spTgt spid="82"/>
                                        </p:tgtEl>
                                      </p:cBhvr>
                                    </p:animEffect>
                                  </p:childTnLst>
                                </p:cTn>
                              </p:par>
                            </p:childTnLst>
                          </p:cTn>
                        </p:par>
                      </p:childTnLst>
                    </p:cTn>
                  </p:par>
                  <p:par>
                    <p:cTn id="575" fill="hold">
                      <p:stCondLst>
                        <p:cond delay="indefinite"/>
                      </p:stCondLst>
                      <p:childTnLst>
                        <p:par>
                          <p:cTn id="576" fill="hold">
                            <p:stCondLst>
                              <p:cond delay="0"/>
                            </p:stCondLst>
                            <p:childTnLst>
                              <p:par>
                                <p:cTn id="577" presetID="42" presetClass="path" presetSubtype="0" accel="50000" decel="50000" fill="hold" grpId="9" nodeType="clickEffect">
                                  <p:stCondLst>
                                    <p:cond delay="0"/>
                                  </p:stCondLst>
                                  <p:childTnLst>
                                    <p:animMotion origin="layout" path="M 0.00091 0.14167 L 0.00078 0.18102 " pathEditMode="relative" rAng="0" ptsTypes="AA">
                                      <p:cBhvr>
                                        <p:cTn id="578" dur="2000" fill="hold"/>
                                        <p:tgtEl>
                                          <p:spTgt spid="7"/>
                                        </p:tgtEl>
                                        <p:attrNameLst>
                                          <p:attrName>ppt_x</p:attrName>
                                          <p:attrName>ppt_y</p:attrName>
                                        </p:attrNameLst>
                                      </p:cBhvr>
                                      <p:rCtr x="-13" y="1852"/>
                                    </p:animMotion>
                                  </p:childTnLst>
                                </p:cTn>
                              </p:par>
                            </p:childTnLst>
                          </p:cTn>
                        </p:par>
                      </p:childTnLst>
                    </p:cTn>
                  </p:par>
                  <p:par>
                    <p:cTn id="579" fill="hold">
                      <p:stCondLst>
                        <p:cond delay="indefinite"/>
                      </p:stCondLst>
                      <p:childTnLst>
                        <p:par>
                          <p:cTn id="580" fill="hold">
                            <p:stCondLst>
                              <p:cond delay="0"/>
                            </p:stCondLst>
                            <p:childTnLst>
                              <p:par>
                                <p:cTn id="581" presetID="42" presetClass="path" presetSubtype="0" accel="50000" decel="50000" fill="hold" nodeType="clickEffect">
                                  <p:stCondLst>
                                    <p:cond delay="0"/>
                                  </p:stCondLst>
                                  <p:childTnLst>
                                    <p:animMotion origin="layout" path="M 0.18724 -0.00232 L 0.03828 -0.00023 " pathEditMode="relative" rAng="0" ptsTypes="AA">
                                      <p:cBhvr>
                                        <p:cTn id="582" dur="2000" fill="hold"/>
                                        <p:tgtEl>
                                          <p:spTgt spid="53"/>
                                        </p:tgtEl>
                                        <p:attrNameLst>
                                          <p:attrName>ppt_x</p:attrName>
                                          <p:attrName>ppt_y</p:attrName>
                                        </p:attrNameLst>
                                      </p:cBhvr>
                                      <p:rCtr x="-7448" y="93"/>
                                    </p:animMotion>
                                  </p:childTnLst>
                                </p:cTn>
                              </p:par>
                            </p:childTnLst>
                          </p:cTn>
                        </p:par>
                      </p:childTnLst>
                    </p:cTn>
                  </p:par>
                  <p:par>
                    <p:cTn id="583" fill="hold">
                      <p:stCondLst>
                        <p:cond delay="indefinite"/>
                      </p:stCondLst>
                      <p:childTnLst>
                        <p:par>
                          <p:cTn id="584" fill="hold">
                            <p:stCondLst>
                              <p:cond delay="0"/>
                            </p:stCondLst>
                            <p:childTnLst>
                              <p:par>
                                <p:cTn id="585" presetID="22" presetClass="entr" presetSubtype="4" fill="hold" grpId="0" nodeType="clickEffect">
                                  <p:stCondLst>
                                    <p:cond delay="0"/>
                                  </p:stCondLst>
                                  <p:childTnLst>
                                    <p:set>
                                      <p:cBhvr>
                                        <p:cTn id="586" dur="1" fill="hold">
                                          <p:stCondLst>
                                            <p:cond delay="0"/>
                                          </p:stCondLst>
                                        </p:cTn>
                                        <p:tgtEl>
                                          <p:spTgt spid="83"/>
                                        </p:tgtEl>
                                        <p:attrNameLst>
                                          <p:attrName>style.visibility</p:attrName>
                                        </p:attrNameLst>
                                      </p:cBhvr>
                                      <p:to>
                                        <p:strVal val="visible"/>
                                      </p:to>
                                    </p:set>
                                    <p:animEffect transition="in" filter="wipe(down)">
                                      <p:cBhvr>
                                        <p:cTn id="587" dur="500"/>
                                        <p:tgtEl>
                                          <p:spTgt spid="83"/>
                                        </p:tgtEl>
                                      </p:cBhvr>
                                    </p:animEffect>
                                  </p:childTnLst>
                                </p:cTn>
                              </p:par>
                              <p:par>
                                <p:cTn id="588" presetID="22" presetClass="entr" presetSubtype="4" fill="hold" grpId="0" nodeType="withEffect">
                                  <p:stCondLst>
                                    <p:cond delay="0"/>
                                  </p:stCondLst>
                                  <p:childTnLst>
                                    <p:set>
                                      <p:cBhvr>
                                        <p:cTn id="589" dur="1" fill="hold">
                                          <p:stCondLst>
                                            <p:cond delay="0"/>
                                          </p:stCondLst>
                                        </p:cTn>
                                        <p:tgtEl>
                                          <p:spTgt spid="84"/>
                                        </p:tgtEl>
                                        <p:attrNameLst>
                                          <p:attrName>style.visibility</p:attrName>
                                        </p:attrNameLst>
                                      </p:cBhvr>
                                      <p:to>
                                        <p:strVal val="visible"/>
                                      </p:to>
                                    </p:set>
                                    <p:animEffect transition="in" filter="wipe(down)">
                                      <p:cBhvr>
                                        <p:cTn id="590" dur="500"/>
                                        <p:tgtEl>
                                          <p:spTgt spid="84"/>
                                        </p:tgtEl>
                                      </p:cBhvr>
                                    </p:animEffect>
                                  </p:childTnLst>
                                </p:cTn>
                              </p:par>
                              <p:par>
                                <p:cTn id="591" presetID="22" presetClass="entr" presetSubtype="4" fill="hold" grpId="0" nodeType="withEffect">
                                  <p:stCondLst>
                                    <p:cond delay="0"/>
                                  </p:stCondLst>
                                  <p:childTnLst>
                                    <p:set>
                                      <p:cBhvr>
                                        <p:cTn id="592" dur="1" fill="hold">
                                          <p:stCondLst>
                                            <p:cond delay="0"/>
                                          </p:stCondLst>
                                        </p:cTn>
                                        <p:tgtEl>
                                          <p:spTgt spid="85"/>
                                        </p:tgtEl>
                                        <p:attrNameLst>
                                          <p:attrName>style.visibility</p:attrName>
                                        </p:attrNameLst>
                                      </p:cBhvr>
                                      <p:to>
                                        <p:strVal val="visible"/>
                                      </p:to>
                                    </p:set>
                                    <p:animEffect transition="in" filter="wipe(down)">
                                      <p:cBhvr>
                                        <p:cTn id="593" dur="500"/>
                                        <p:tgtEl>
                                          <p:spTgt spid="85"/>
                                        </p:tgtEl>
                                      </p:cBhvr>
                                    </p:animEffect>
                                  </p:childTnLst>
                                </p:cTn>
                              </p:par>
                            </p:childTnLst>
                          </p:cTn>
                        </p:par>
                      </p:childTnLst>
                    </p:cTn>
                  </p:par>
                  <p:par>
                    <p:cTn id="594" fill="hold">
                      <p:stCondLst>
                        <p:cond delay="indefinite"/>
                      </p:stCondLst>
                      <p:childTnLst>
                        <p:par>
                          <p:cTn id="595" fill="hold">
                            <p:stCondLst>
                              <p:cond delay="0"/>
                            </p:stCondLst>
                            <p:childTnLst>
                              <p:par>
                                <p:cTn id="596" presetID="42" presetClass="path" presetSubtype="0" accel="50000" decel="50000" fill="hold" grpId="1" nodeType="clickEffect">
                                  <p:stCondLst>
                                    <p:cond delay="0"/>
                                  </p:stCondLst>
                                  <p:childTnLst>
                                    <p:animMotion origin="layout" path="M -4.58333E-6 1.11111E-6 L 0.14636 -0.04028 " pathEditMode="relative" rAng="0" ptsTypes="AA">
                                      <p:cBhvr>
                                        <p:cTn id="597" dur="1000" fill="hold"/>
                                        <p:tgtEl>
                                          <p:spTgt spid="83"/>
                                        </p:tgtEl>
                                        <p:attrNameLst>
                                          <p:attrName>ppt_x</p:attrName>
                                          <p:attrName>ppt_y</p:attrName>
                                        </p:attrNameLst>
                                      </p:cBhvr>
                                      <p:rCtr x="7318" y="-2014"/>
                                    </p:animMotion>
                                  </p:childTnLst>
                                </p:cTn>
                              </p:par>
                            </p:childTnLst>
                          </p:cTn>
                        </p:par>
                        <p:par>
                          <p:cTn id="598" fill="hold">
                            <p:stCondLst>
                              <p:cond delay="1000"/>
                            </p:stCondLst>
                            <p:childTnLst>
                              <p:par>
                                <p:cTn id="599" presetID="42" presetClass="path" presetSubtype="0" accel="50000" decel="50000" fill="hold" grpId="1" nodeType="afterEffect">
                                  <p:stCondLst>
                                    <p:cond delay="0"/>
                                  </p:stCondLst>
                                  <p:childTnLst>
                                    <p:animMotion origin="layout" path="M -1.45833E-6 -2.22222E-6 L 0.0849 -0.04097 " pathEditMode="relative" rAng="0" ptsTypes="AA">
                                      <p:cBhvr>
                                        <p:cTn id="600" dur="1000" fill="hold"/>
                                        <p:tgtEl>
                                          <p:spTgt spid="84"/>
                                        </p:tgtEl>
                                        <p:attrNameLst>
                                          <p:attrName>ppt_x</p:attrName>
                                          <p:attrName>ppt_y</p:attrName>
                                        </p:attrNameLst>
                                      </p:cBhvr>
                                      <p:rCtr x="4245" y="-2060"/>
                                    </p:animMotion>
                                  </p:childTnLst>
                                </p:cTn>
                              </p:par>
                            </p:childTnLst>
                          </p:cTn>
                        </p:par>
                        <p:par>
                          <p:cTn id="601" fill="hold">
                            <p:stCondLst>
                              <p:cond delay="2000"/>
                            </p:stCondLst>
                            <p:childTnLst>
                              <p:par>
                                <p:cTn id="602" presetID="42" presetClass="path" presetSubtype="0" accel="50000" decel="50000" fill="hold" grpId="1" nodeType="afterEffect">
                                  <p:stCondLst>
                                    <p:cond delay="0"/>
                                  </p:stCondLst>
                                  <p:childTnLst>
                                    <p:animMotion origin="layout" path="M 3.95833E-6 -4.81481E-6 L 0.1164 -0.04236 " pathEditMode="relative" rAng="0" ptsTypes="AA">
                                      <p:cBhvr>
                                        <p:cTn id="603" dur="1000" fill="hold"/>
                                        <p:tgtEl>
                                          <p:spTgt spid="85"/>
                                        </p:tgtEl>
                                        <p:attrNameLst>
                                          <p:attrName>ppt_x</p:attrName>
                                          <p:attrName>ppt_y</p:attrName>
                                        </p:attrNameLst>
                                      </p:cBhvr>
                                      <p:rCtr x="5820" y="-2130"/>
                                    </p:animMotion>
                                  </p:childTnLst>
                                </p:cTn>
                              </p:par>
                            </p:childTnLst>
                          </p:cTn>
                        </p:par>
                      </p:childTnLst>
                    </p:cTn>
                  </p:par>
                  <p:par>
                    <p:cTn id="604" fill="hold">
                      <p:stCondLst>
                        <p:cond delay="indefinite"/>
                      </p:stCondLst>
                      <p:childTnLst>
                        <p:par>
                          <p:cTn id="605" fill="hold">
                            <p:stCondLst>
                              <p:cond delay="0"/>
                            </p:stCondLst>
                            <p:childTnLst>
                              <p:par>
                                <p:cTn id="606" presetID="22" presetClass="exit" presetSubtype="4" fill="hold" grpId="1" nodeType="clickEffect">
                                  <p:stCondLst>
                                    <p:cond delay="0"/>
                                  </p:stCondLst>
                                  <p:childTnLst>
                                    <p:animEffect transition="out" filter="wipe(down)">
                                      <p:cBhvr>
                                        <p:cTn id="607" dur="500"/>
                                        <p:tgtEl>
                                          <p:spTgt spid="77"/>
                                        </p:tgtEl>
                                      </p:cBhvr>
                                    </p:animEffect>
                                    <p:set>
                                      <p:cBhvr>
                                        <p:cTn id="608" dur="1" fill="hold">
                                          <p:stCondLst>
                                            <p:cond delay="499"/>
                                          </p:stCondLst>
                                        </p:cTn>
                                        <p:tgtEl>
                                          <p:spTgt spid="77"/>
                                        </p:tgtEl>
                                        <p:attrNameLst>
                                          <p:attrName>style.visibility</p:attrName>
                                        </p:attrNameLst>
                                      </p:cBhvr>
                                      <p:to>
                                        <p:strVal val="hidden"/>
                                      </p:to>
                                    </p:set>
                                  </p:childTnLst>
                                </p:cTn>
                              </p:par>
                              <p:par>
                                <p:cTn id="609" presetID="22" presetClass="entr" presetSubtype="4" fill="hold" grpId="0" nodeType="withEffect">
                                  <p:stCondLst>
                                    <p:cond delay="0"/>
                                  </p:stCondLst>
                                  <p:childTnLst>
                                    <p:set>
                                      <p:cBhvr>
                                        <p:cTn id="610" dur="1" fill="hold">
                                          <p:stCondLst>
                                            <p:cond delay="0"/>
                                          </p:stCondLst>
                                        </p:cTn>
                                        <p:tgtEl>
                                          <p:spTgt spid="86"/>
                                        </p:tgtEl>
                                        <p:attrNameLst>
                                          <p:attrName>style.visibility</p:attrName>
                                        </p:attrNameLst>
                                      </p:cBhvr>
                                      <p:to>
                                        <p:strVal val="visible"/>
                                      </p:to>
                                    </p:set>
                                    <p:animEffect transition="in" filter="wipe(down)">
                                      <p:cBhvr>
                                        <p:cTn id="611" dur="500"/>
                                        <p:tgtEl>
                                          <p:spTgt spid="86"/>
                                        </p:tgtEl>
                                      </p:cBhvr>
                                    </p:animEffect>
                                  </p:childTnLst>
                                </p:cTn>
                              </p:par>
                            </p:childTnLst>
                          </p:cTn>
                        </p:par>
                      </p:childTnLst>
                    </p:cTn>
                  </p:par>
                  <p:par>
                    <p:cTn id="612" fill="hold">
                      <p:stCondLst>
                        <p:cond delay="indefinite"/>
                      </p:stCondLst>
                      <p:childTnLst>
                        <p:par>
                          <p:cTn id="613" fill="hold">
                            <p:stCondLst>
                              <p:cond delay="0"/>
                            </p:stCondLst>
                            <p:childTnLst>
                              <p:par>
                                <p:cTn id="614" presetID="42" presetClass="entr" presetSubtype="0" fill="hold" nodeType="clickEffect">
                                  <p:stCondLst>
                                    <p:cond delay="0"/>
                                  </p:stCondLst>
                                  <p:childTnLst>
                                    <p:set>
                                      <p:cBhvr>
                                        <p:cTn id="615" dur="1" fill="hold">
                                          <p:stCondLst>
                                            <p:cond delay="0"/>
                                          </p:stCondLst>
                                        </p:cTn>
                                        <p:tgtEl>
                                          <p:spTgt spid="90114">
                                            <p:txEl>
                                              <p:pRg st="18" end="18"/>
                                            </p:txEl>
                                          </p:spTgt>
                                        </p:tgtEl>
                                        <p:attrNameLst>
                                          <p:attrName>style.visibility</p:attrName>
                                        </p:attrNameLst>
                                      </p:cBhvr>
                                      <p:to>
                                        <p:strVal val="visible"/>
                                      </p:to>
                                    </p:set>
                                    <p:animEffect transition="in" filter="fade">
                                      <p:cBhvr>
                                        <p:cTn id="616" dur="1000"/>
                                        <p:tgtEl>
                                          <p:spTgt spid="90114">
                                            <p:txEl>
                                              <p:pRg st="18" end="18"/>
                                            </p:txEl>
                                          </p:spTgt>
                                        </p:tgtEl>
                                      </p:cBhvr>
                                    </p:animEffect>
                                    <p:anim calcmode="lin" valueType="num">
                                      <p:cBhvr>
                                        <p:cTn id="617" dur="1000" fill="hold"/>
                                        <p:tgtEl>
                                          <p:spTgt spid="90114">
                                            <p:txEl>
                                              <p:pRg st="18" end="18"/>
                                            </p:txEl>
                                          </p:spTgt>
                                        </p:tgtEl>
                                        <p:attrNameLst>
                                          <p:attrName>ppt_x</p:attrName>
                                        </p:attrNameLst>
                                      </p:cBhvr>
                                      <p:tavLst>
                                        <p:tav tm="0">
                                          <p:val>
                                            <p:strVal val="#ppt_x"/>
                                          </p:val>
                                        </p:tav>
                                        <p:tav tm="100000">
                                          <p:val>
                                            <p:strVal val="#ppt_x"/>
                                          </p:val>
                                        </p:tav>
                                      </p:tavLst>
                                    </p:anim>
                                    <p:anim calcmode="lin" valueType="num">
                                      <p:cBhvr>
                                        <p:cTn id="618" dur="1000" fill="hold"/>
                                        <p:tgtEl>
                                          <p:spTgt spid="90114">
                                            <p:txEl>
                                              <p:pRg st="18" end="1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2" grpId="1" animBg="1"/>
      <p:bldP spid="2" grpId="0" animBg="1"/>
      <p:bldP spid="2" grpId="1" animBg="1"/>
      <p:bldP spid="2" grpId="2" animBg="1"/>
      <p:bldP spid="2" grpId="3" animBg="1"/>
      <p:bldP spid="13" grpId="0" animBg="1"/>
      <p:bldP spid="13" grpId="1" animBg="1"/>
      <p:bldP spid="13" grpId="2" animBg="1"/>
      <p:bldP spid="13" grpId="3" animBg="1"/>
      <p:bldP spid="7" grpId="0" animBg="1"/>
      <p:bldP spid="7" grpId="1" animBg="1"/>
      <p:bldP spid="7" grpId="2" animBg="1"/>
      <p:bldP spid="7" grpId="3" animBg="1"/>
      <p:bldP spid="7" grpId="4" animBg="1"/>
      <p:bldP spid="7" grpId="5" animBg="1"/>
      <p:bldP spid="7" grpId="6" animBg="1"/>
      <p:bldP spid="7" grpId="7" animBg="1"/>
      <p:bldP spid="7" grpId="8" animBg="1"/>
      <p:bldP spid="7" grpId="9" animBg="1"/>
      <p:bldP spid="24" grpId="0"/>
      <p:bldP spid="24" grpId="1"/>
      <p:bldP spid="25" grpId="0"/>
      <p:bldP spid="25" grpId="1"/>
      <p:bldP spid="26" grpId="0"/>
      <p:bldP spid="27" grpId="0"/>
      <p:bldP spid="28" grpId="0"/>
      <p:bldP spid="29" grpId="0"/>
      <p:bldP spid="29" grpId="1"/>
      <p:bldP spid="30" grpId="0"/>
      <p:bldP spid="31" grpId="0"/>
      <p:bldP spid="31" grpId="1"/>
      <p:bldP spid="32" grpId="0"/>
      <p:bldP spid="32" grpId="1"/>
      <p:bldP spid="33" grpId="0"/>
      <p:bldP spid="34" grpId="0"/>
      <p:bldP spid="35" grpId="0"/>
      <p:bldP spid="37" grpId="0"/>
      <p:bldP spid="37" grpId="1"/>
      <p:bldP spid="38" grpId="0"/>
      <p:bldP spid="38" grpId="1"/>
      <p:bldP spid="39" grpId="0"/>
      <p:bldP spid="40" grpId="0"/>
      <p:bldP spid="41" grpId="0"/>
      <p:bldP spid="42" grpId="0"/>
      <p:bldP spid="42" grpId="1"/>
      <p:bldP spid="43" grpId="0"/>
      <p:bldP spid="70" grpId="0"/>
      <p:bldP spid="70" grpId="1"/>
      <p:bldP spid="71" grpId="0"/>
      <p:bldP spid="71" grpId="1"/>
      <p:bldP spid="72" grpId="0"/>
      <p:bldP spid="72" grpId="1"/>
      <p:bldP spid="73" grpId="0"/>
      <p:bldP spid="73" grpId="1"/>
      <p:bldP spid="74" grpId="0"/>
      <p:bldP spid="74" grpId="1"/>
      <p:bldP spid="75" grpId="0"/>
      <p:bldP spid="75" grpId="1"/>
      <p:bldP spid="76" grpId="0"/>
      <p:bldP spid="76" grpId="1"/>
      <p:bldP spid="77" grpId="0"/>
      <p:bldP spid="77" grpId="1"/>
      <p:bldP spid="66" grpId="0"/>
      <p:bldP spid="66" grpId="1"/>
      <p:bldP spid="68" grpId="0"/>
      <p:bldP spid="68" grpId="1"/>
      <p:bldP spid="69" grpId="0"/>
      <p:bldP spid="69" grpId="1"/>
      <p:bldP spid="78" grpId="0"/>
      <p:bldP spid="79" grpId="0"/>
      <p:bldP spid="79" grpId="1"/>
      <p:bldP spid="80" grpId="0"/>
      <p:bldP spid="80" grpId="1"/>
      <p:bldP spid="81" grpId="0"/>
      <p:bldP spid="81" grpId="1"/>
      <p:bldP spid="82" grpId="0"/>
      <p:bldP spid="83" grpId="0"/>
      <p:bldP spid="83" grpId="1"/>
      <p:bldP spid="84" grpId="0"/>
      <p:bldP spid="84" grpId="1"/>
      <p:bldP spid="85" grpId="0"/>
      <p:bldP spid="85" grpId="1"/>
      <p:bldP spid="86" grpId="0"/>
      <p:bldP spid="17" grpId="0"/>
      <p:bldP spid="17" grpId="1"/>
      <p:bldP spid="11" grpId="0" animBg="1"/>
      <p:bldP spid="11" grpId="1" animBg="1"/>
      <p:bldP spid="46"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文本框 59">
            <a:extLst>
              <a:ext uri="{FF2B5EF4-FFF2-40B4-BE49-F238E27FC236}">
                <a16:creationId xmlns:a16="http://schemas.microsoft.com/office/drawing/2014/main" id="{98AD08C0-D309-43EA-8FC9-4B8A25F1B26B}"/>
              </a:ext>
            </a:extLst>
          </p:cNvPr>
          <p:cNvSpPr txBox="1"/>
          <p:nvPr/>
        </p:nvSpPr>
        <p:spPr>
          <a:xfrm>
            <a:off x="8246143" y="293491"/>
            <a:ext cx="2225369" cy="1200329"/>
          </a:xfrm>
          <a:prstGeom prst="rect">
            <a:avLst/>
          </a:prstGeom>
          <a:solidFill>
            <a:srgbClr val="FFFAEB"/>
          </a:solidFill>
        </p:spPr>
        <p:txBody>
          <a:bodyPr wrap="square" rtlCol="0">
            <a:spAutoFit/>
          </a:bodyPr>
          <a:lstStyle/>
          <a:p>
            <a:r>
              <a:rPr lang="en-US" altLang="zh-CN" b="1" dirty="0"/>
              <a:t>  3  </a:t>
            </a:r>
            <a:r>
              <a:rPr lang="en-US" altLang="zh-CN" sz="1800" b="1" dirty="0">
                <a:solidFill>
                  <a:srgbClr val="C00000"/>
                </a:solidFill>
                <a:latin typeface="等线" panose="02010600030101010101" pitchFamily="2" charset="-122"/>
                <a:ea typeface="等线" panose="02010600030101010101" pitchFamily="2" charset="-122"/>
                <a:cs typeface="Courier New" panose="02070309020205020404" pitchFamily="49" charset="0"/>
              </a:rPr>
              <a:t>◊  </a:t>
            </a:r>
            <a:r>
              <a:rPr lang="en-US" altLang="zh-CN" b="1" dirty="0">
                <a:latin typeface="等线" panose="02010600030101010101" pitchFamily="2" charset="-122"/>
                <a:ea typeface="等线" panose="02010600030101010101" pitchFamily="2" charset="-122"/>
                <a:cs typeface="Courier New" panose="02070309020205020404" pitchFamily="49" charset="0"/>
              </a:rPr>
              <a:t>2</a:t>
            </a:r>
            <a:r>
              <a:rPr lang="en-US" altLang="zh-CN" sz="1800" b="1" dirty="0">
                <a:latin typeface="等线" panose="02010600030101010101" pitchFamily="2" charset="-122"/>
                <a:ea typeface="等线" panose="02010600030101010101" pitchFamily="2" charset="-122"/>
                <a:cs typeface="Courier New" panose="02070309020205020404" pitchFamily="49" charset="0"/>
              </a:rPr>
              <a:t> = 6</a:t>
            </a:r>
            <a:endParaRPr lang="en-US" altLang="zh-CN" b="1" dirty="0"/>
          </a:p>
          <a:p>
            <a:r>
              <a:rPr lang="en-US" altLang="zh-CN" b="1" dirty="0"/>
              <a:t>  0  </a:t>
            </a:r>
            <a:r>
              <a:rPr lang="en-US" altLang="zh-CN" sz="1800" b="1" dirty="0">
                <a:solidFill>
                  <a:srgbClr val="C00000"/>
                </a:solidFill>
                <a:latin typeface="等线" panose="02010600030101010101" pitchFamily="2" charset="-122"/>
                <a:ea typeface="等线" panose="02010600030101010101" pitchFamily="2" charset="-122"/>
                <a:cs typeface="Courier New" panose="02070309020205020404" pitchFamily="49" charset="0"/>
              </a:rPr>
              <a:t>◊  </a:t>
            </a:r>
            <a:r>
              <a:rPr lang="en-US" altLang="zh-CN" b="1" dirty="0">
                <a:latin typeface="等线" panose="02010600030101010101" pitchFamily="2" charset="-122"/>
                <a:ea typeface="等线" panose="02010600030101010101" pitchFamily="2" charset="-122"/>
                <a:cs typeface="Courier New" panose="02070309020205020404" pitchFamily="49" charset="0"/>
              </a:rPr>
              <a:t>0</a:t>
            </a:r>
            <a:r>
              <a:rPr lang="en-US" altLang="zh-CN" sz="1800" b="1" dirty="0">
                <a:latin typeface="等线" panose="02010600030101010101" pitchFamily="2" charset="-122"/>
                <a:ea typeface="等线" panose="02010600030101010101" pitchFamily="2" charset="-122"/>
                <a:cs typeface="Courier New" panose="02070309020205020404" pitchFamily="49" charset="0"/>
              </a:rPr>
              <a:t> = 0</a:t>
            </a:r>
            <a:endParaRPr lang="en-US" altLang="zh-CN" b="1" dirty="0"/>
          </a:p>
          <a:p>
            <a:r>
              <a:rPr lang="en-US" altLang="zh-CN" b="1" dirty="0"/>
              <a:t>  0  </a:t>
            </a:r>
            <a:r>
              <a:rPr lang="en-US" altLang="zh-CN" b="1" dirty="0">
                <a:solidFill>
                  <a:srgbClr val="C00000"/>
                </a:solidFill>
                <a:latin typeface="等线" panose="02010600030101010101" pitchFamily="2" charset="-122"/>
                <a:ea typeface="等线" panose="02010600030101010101" pitchFamily="2" charset="-122"/>
                <a:cs typeface="Courier New" panose="02070309020205020404" pitchFamily="49" charset="0"/>
              </a:rPr>
              <a:t>◊</a:t>
            </a:r>
            <a:r>
              <a:rPr lang="en-US" altLang="zh-CN" b="1" dirty="0">
                <a:solidFill>
                  <a:srgbClr val="C00000"/>
                </a:solidFill>
                <a:latin typeface="等线" panose="02010600030101010101" pitchFamily="2" charset="-122"/>
                <a:cs typeface="Courier New" panose="02070309020205020404" pitchFamily="49" charset="0"/>
              </a:rPr>
              <a:t>  </a:t>
            </a:r>
            <a:r>
              <a:rPr lang="en-US" altLang="zh-CN" b="1" dirty="0">
                <a:latin typeface="等线" panose="02010600030101010101" pitchFamily="2" charset="-122"/>
                <a:cs typeface="Courier New" panose="02070309020205020404" pitchFamily="49" charset="0"/>
              </a:rPr>
              <a:t>4 = 0</a:t>
            </a:r>
            <a:endParaRPr lang="en-US" altLang="zh-CN" b="1" dirty="0"/>
          </a:p>
          <a:p>
            <a:r>
              <a:rPr lang="en-US" altLang="zh-CN" b="1" dirty="0"/>
              <a:t>  5</a:t>
            </a:r>
            <a:r>
              <a:rPr lang="en-US" altLang="zh-CN" sz="1800" b="1" dirty="0">
                <a:solidFill>
                  <a:srgbClr val="C00000"/>
                </a:solidFill>
                <a:latin typeface="等线" panose="02010600030101010101" pitchFamily="2" charset="-122"/>
                <a:ea typeface="等线" panose="02010600030101010101" pitchFamily="2" charset="-122"/>
                <a:cs typeface="Courier New" panose="02070309020205020404" pitchFamily="49" charset="0"/>
              </a:rPr>
              <a:t>  ◊  </a:t>
            </a:r>
            <a:r>
              <a:rPr lang="en-US" altLang="zh-CN" sz="1800" b="1" dirty="0">
                <a:latin typeface="等线" panose="02010600030101010101" pitchFamily="2" charset="-122"/>
                <a:ea typeface="等线" panose="02010600030101010101" pitchFamily="2" charset="-122"/>
                <a:cs typeface="Courier New" panose="02070309020205020404" pitchFamily="49" charset="0"/>
              </a:rPr>
              <a:t>0 = 0</a:t>
            </a:r>
            <a:endParaRPr lang="zh-CN" altLang="en-US" b="1" dirty="0"/>
          </a:p>
        </p:txBody>
      </p:sp>
      <p:sp>
        <p:nvSpPr>
          <p:cNvPr id="55" name="文本框 54">
            <a:extLst>
              <a:ext uri="{FF2B5EF4-FFF2-40B4-BE49-F238E27FC236}">
                <a16:creationId xmlns:a16="http://schemas.microsoft.com/office/drawing/2014/main" id="{C757C904-23B4-4A17-9F7D-836E7FB05F62}"/>
              </a:ext>
            </a:extLst>
          </p:cNvPr>
          <p:cNvSpPr txBox="1"/>
          <p:nvPr/>
        </p:nvSpPr>
        <p:spPr>
          <a:xfrm>
            <a:off x="5795473" y="300759"/>
            <a:ext cx="2225369" cy="1200329"/>
          </a:xfrm>
          <a:prstGeom prst="rect">
            <a:avLst/>
          </a:prstGeom>
          <a:solidFill>
            <a:srgbClr val="FFFAEB"/>
          </a:solidFill>
        </p:spPr>
        <p:txBody>
          <a:bodyPr wrap="square" rtlCol="0">
            <a:spAutoFit/>
          </a:bodyPr>
          <a:lstStyle/>
          <a:p>
            <a:r>
              <a:rPr lang="en-US" altLang="zh-CN" b="1" dirty="0"/>
              <a:t>  3  </a:t>
            </a:r>
            <a:r>
              <a:rPr lang="en-US" altLang="zh-CN" sz="1800" b="1" dirty="0">
                <a:solidFill>
                  <a:srgbClr val="C00000"/>
                </a:solidFill>
                <a:latin typeface="等线" panose="02010600030101010101" pitchFamily="2" charset="-122"/>
                <a:ea typeface="等线" panose="02010600030101010101" pitchFamily="2" charset="-122"/>
                <a:cs typeface="Courier New" panose="02070309020205020404" pitchFamily="49" charset="0"/>
              </a:rPr>
              <a:t>◊   </a:t>
            </a:r>
            <a:r>
              <a:rPr lang="en-US" altLang="zh-CN" sz="1800" b="1" dirty="0">
                <a:latin typeface="等线" panose="02010600030101010101" pitchFamily="2" charset="-122"/>
                <a:ea typeface="等线" panose="02010600030101010101" pitchFamily="2" charset="-122"/>
                <a:cs typeface="Courier New" panose="02070309020205020404" pitchFamily="49" charset="0"/>
              </a:rPr>
              <a:t>0 = 0</a:t>
            </a:r>
            <a:endParaRPr lang="en-US" altLang="zh-CN" b="1" dirty="0"/>
          </a:p>
          <a:p>
            <a:r>
              <a:rPr lang="en-US" altLang="zh-CN" b="1" dirty="0"/>
              <a:t>  0  </a:t>
            </a:r>
            <a:r>
              <a:rPr lang="en-US" altLang="zh-CN" sz="1800" b="1" dirty="0">
                <a:solidFill>
                  <a:srgbClr val="C00000"/>
                </a:solidFill>
                <a:latin typeface="等线" panose="02010600030101010101" pitchFamily="2" charset="-122"/>
                <a:ea typeface="等线" panose="02010600030101010101" pitchFamily="2" charset="-122"/>
                <a:cs typeface="Courier New" panose="02070309020205020404" pitchFamily="49" charset="0"/>
              </a:rPr>
              <a:t>◊   </a:t>
            </a:r>
            <a:r>
              <a:rPr lang="en-US" altLang="zh-CN" sz="1800" b="1" dirty="0">
                <a:latin typeface="等线" panose="02010600030101010101" pitchFamily="2" charset="-122"/>
                <a:ea typeface="等线" panose="02010600030101010101" pitchFamily="2" charset="-122"/>
                <a:cs typeface="Courier New" panose="02070309020205020404" pitchFamily="49" charset="0"/>
              </a:rPr>
              <a:t>1 = 0</a:t>
            </a:r>
            <a:endParaRPr lang="en-US" altLang="zh-CN" b="1" dirty="0"/>
          </a:p>
          <a:p>
            <a:r>
              <a:rPr lang="en-US" altLang="zh-CN" b="1" dirty="0"/>
              <a:t>  0  </a:t>
            </a:r>
            <a:r>
              <a:rPr lang="en-US" altLang="zh-CN" b="1" dirty="0">
                <a:solidFill>
                  <a:srgbClr val="C00000"/>
                </a:solidFill>
                <a:latin typeface="等线" panose="02010600030101010101" pitchFamily="2" charset="-122"/>
                <a:ea typeface="等线" panose="02010600030101010101" pitchFamily="2" charset="-122"/>
                <a:cs typeface="Courier New" panose="02070309020205020404" pitchFamily="49" charset="0"/>
              </a:rPr>
              <a:t>◊</a:t>
            </a:r>
            <a:r>
              <a:rPr lang="en-US" altLang="zh-CN" b="1" dirty="0">
                <a:solidFill>
                  <a:srgbClr val="C00000"/>
                </a:solidFill>
                <a:latin typeface="等线" panose="02010600030101010101" pitchFamily="2" charset="-122"/>
                <a:cs typeface="Courier New" panose="02070309020205020404" pitchFamily="49" charset="0"/>
              </a:rPr>
              <a:t> </a:t>
            </a:r>
            <a:r>
              <a:rPr lang="en-US" altLang="zh-CN" b="1" dirty="0">
                <a:latin typeface="等线" panose="02010600030101010101" pitchFamily="2" charset="-122"/>
                <a:cs typeface="Courier New" panose="02070309020205020404" pitchFamily="49" charset="0"/>
              </a:rPr>
              <a:t>-2 = 0</a:t>
            </a:r>
            <a:endParaRPr lang="en-US" altLang="zh-CN" b="1" dirty="0"/>
          </a:p>
          <a:p>
            <a:r>
              <a:rPr lang="en-US" altLang="zh-CN" b="1" dirty="0"/>
              <a:t>  5</a:t>
            </a:r>
            <a:r>
              <a:rPr lang="en-US" altLang="zh-CN" sz="1800" b="1" dirty="0">
                <a:solidFill>
                  <a:srgbClr val="C00000"/>
                </a:solidFill>
                <a:latin typeface="等线" panose="02010600030101010101" pitchFamily="2" charset="-122"/>
                <a:ea typeface="等线" panose="02010600030101010101" pitchFamily="2" charset="-122"/>
                <a:cs typeface="Courier New" panose="02070309020205020404" pitchFamily="49" charset="0"/>
              </a:rPr>
              <a:t>  ◊   </a:t>
            </a:r>
            <a:r>
              <a:rPr lang="en-US" altLang="zh-CN" sz="1800" b="1" dirty="0">
                <a:latin typeface="等线" panose="02010600030101010101" pitchFamily="2" charset="-122"/>
                <a:ea typeface="等线" panose="02010600030101010101" pitchFamily="2" charset="-122"/>
                <a:cs typeface="Courier New" panose="02070309020205020404" pitchFamily="49" charset="0"/>
              </a:rPr>
              <a:t>0 = 0</a:t>
            </a:r>
            <a:endParaRPr lang="zh-CN" altLang="en-US" b="1" dirty="0"/>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BFF38482-05FD-455B-BBC1-350EC64A898B}"/>
                  </a:ext>
                </a:extLst>
              </p:cNvPr>
              <p:cNvSpPr txBox="1"/>
              <p:nvPr/>
            </p:nvSpPr>
            <p:spPr>
              <a:xfrm>
                <a:off x="308780" y="920252"/>
                <a:ext cx="3370766" cy="999441"/>
              </a:xfrm>
              <a:prstGeom prst="rect">
                <a:avLst/>
              </a:prstGeom>
              <a:noFill/>
            </p:spPr>
            <p:txBody>
              <a:bodyPr wrap="square" rtlCol="0">
                <a:spAutoFit/>
              </a:bodyPr>
              <a:lstStyle/>
              <a:p>
                <a:pPr algn="ctr"/>
                <a:r>
                  <a:rPr lang="en-US" altLang="zh-CN" sz="1600" b="1" dirty="0"/>
                  <a:t>M=</a:t>
                </a:r>
                <a14:m>
                  <m:oMath xmlns:m="http://schemas.openxmlformats.org/officeDocument/2006/math">
                    <m:d>
                      <m:dPr>
                        <m:begChr m:val="["/>
                        <m:endChr m:val="]"/>
                        <m:ctrlPr>
                          <a:rPr lang="en-US" altLang="zh-CN" sz="1600" b="1" i="1" smtClean="0">
                            <a:latin typeface="Cambria Math" panose="02040503050406030204" pitchFamily="18" charset="0"/>
                          </a:rPr>
                        </m:ctrlPr>
                      </m:dPr>
                      <m:e>
                        <m:m>
                          <m:mPr>
                            <m:mcs>
                              <m:mc>
                                <m:mcPr>
                                  <m:count m:val="2"/>
                                  <m:mcJc m:val="center"/>
                                </m:mcPr>
                              </m:mc>
                            </m:mcs>
                            <m:ctrlPr>
                              <a:rPr lang="en-US" altLang="zh-CN" sz="1600" b="1" i="1" smtClean="0">
                                <a:latin typeface="Cambria Math" panose="02040503050406030204" pitchFamily="18" charset="0"/>
                              </a:rPr>
                            </m:ctrlPr>
                          </m:mPr>
                          <m:mr>
                            <m:e>
                              <m:m>
                                <m:mPr>
                                  <m:mcs>
                                    <m:mc>
                                      <m:mcPr>
                                        <m:count m:val="1"/>
                                        <m:mcJc m:val="center"/>
                                      </m:mcPr>
                                    </m:mc>
                                  </m:mcs>
                                  <m:ctrlPr>
                                    <a:rPr lang="en-US" altLang="zh-CN" sz="1600" b="1" i="1" smtClean="0">
                                      <a:latin typeface="Cambria Math" panose="02040503050406030204" pitchFamily="18" charset="0"/>
                                    </a:rPr>
                                  </m:ctrlPr>
                                </m:mPr>
                                <m:mr>
                                  <m:e>
                                    <m:r>
                                      <m:rPr>
                                        <m:brk m:alnAt="7"/>
                                      </m:rPr>
                                      <a:rPr lang="en-US" altLang="zh-CN" sz="1600" b="1" i="1" smtClean="0">
                                        <a:latin typeface="Cambria Math" panose="02040503050406030204" pitchFamily="18" charset="0"/>
                                      </a:rPr>
                                      <m:t>𝟑</m:t>
                                    </m:r>
                                  </m:e>
                                </m:mr>
                                <m:mr>
                                  <m:e>
                                    <m:r>
                                      <a:rPr lang="en-US" altLang="zh-CN" sz="1600" b="1" i="1" smtClean="0">
                                        <a:latin typeface="Cambria Math" panose="02040503050406030204" pitchFamily="18" charset="0"/>
                                      </a:rPr>
                                      <m:t>𝟎</m:t>
                                    </m:r>
                                  </m:e>
                                </m:mr>
                              </m:m>
                            </m:e>
                            <m:e>
                              <m:m>
                                <m:mPr>
                                  <m:mcs>
                                    <m:mc>
                                      <m:mcPr>
                                        <m:count m:val="1"/>
                                        <m:mcJc m:val="center"/>
                                      </m:mcPr>
                                    </m:mc>
                                  </m:mcs>
                                  <m:ctrlPr>
                                    <a:rPr lang="en-US" altLang="zh-CN" sz="1600" b="1" i="1" smtClean="0">
                                      <a:latin typeface="Cambria Math" panose="02040503050406030204" pitchFamily="18" charset="0"/>
                                    </a:rPr>
                                  </m:ctrlPr>
                                </m:mPr>
                                <m:mr>
                                  <m:e>
                                    <m:m>
                                      <m:mPr>
                                        <m:mcs>
                                          <m:mc>
                                            <m:mcPr>
                                              <m:count m:val="3"/>
                                              <m:mcJc m:val="center"/>
                                            </m:mcPr>
                                          </m:mc>
                                        </m:mcs>
                                        <m:ctrlPr>
                                          <a:rPr lang="en-US" altLang="zh-CN" sz="1600" b="1" i="1" smtClean="0">
                                            <a:latin typeface="Cambria Math" panose="02040503050406030204" pitchFamily="18" charset="0"/>
                                          </a:rPr>
                                        </m:ctrlPr>
                                      </m:mPr>
                                      <m:mr>
                                        <m:e>
                                          <m:r>
                                            <m:rPr>
                                              <m:brk m:alnAt="7"/>
                                            </m:rPr>
                                            <a:rPr lang="en-US" altLang="zh-CN" sz="1600" b="1" i="1" smtClean="0">
                                              <a:latin typeface="Cambria Math" panose="02040503050406030204" pitchFamily="18" charset="0"/>
                                            </a:rPr>
                                            <m:t> </m:t>
                                          </m:r>
                                          <m:r>
                                            <a:rPr lang="en-US" altLang="zh-CN" sz="1600" b="1" i="1" smtClean="0">
                                              <a:latin typeface="Cambria Math" panose="02040503050406030204" pitchFamily="18" charset="0"/>
                                            </a:rPr>
                                            <m:t>  </m:t>
                                          </m:r>
                                          <m:r>
                                            <a:rPr lang="en-US" altLang="zh-CN" sz="1600" b="1" i="1" smtClean="0">
                                              <a:latin typeface="Cambria Math" panose="02040503050406030204" pitchFamily="18" charset="0"/>
                                            </a:rPr>
                                            <m:t>𝟎</m:t>
                                          </m:r>
                                        </m:e>
                                        <m:e>
                                          <m:r>
                                            <a:rPr lang="en-US" altLang="zh-CN" sz="1600" b="1" i="1" smtClean="0">
                                              <a:latin typeface="Cambria Math" panose="02040503050406030204" pitchFamily="18" charset="0"/>
                                            </a:rPr>
                                            <m:t>𝟎</m:t>
                                          </m:r>
                                        </m:e>
                                        <m:e>
                                          <m:r>
                                            <a:rPr lang="en-US" altLang="zh-CN" sz="1600" b="1" i="1" smtClean="0">
                                              <a:latin typeface="Cambria Math" panose="02040503050406030204" pitchFamily="18" charset="0"/>
                                            </a:rPr>
                                            <m:t>𝟓</m:t>
                                          </m:r>
                                        </m:e>
                                      </m:mr>
                                    </m:m>
                                  </m:e>
                                </m:mr>
                                <m:mr>
                                  <m:e>
                                    <m:m>
                                      <m:mPr>
                                        <m:mcs>
                                          <m:mc>
                                            <m:mcPr>
                                              <m:count m:val="3"/>
                                              <m:mcJc m:val="center"/>
                                            </m:mcPr>
                                          </m:mc>
                                        </m:mcs>
                                        <m:ctrlPr>
                                          <a:rPr lang="en-US" altLang="zh-CN" sz="1600" b="1" i="1" smtClean="0">
                                            <a:latin typeface="Cambria Math" panose="02040503050406030204" pitchFamily="18" charset="0"/>
                                          </a:rPr>
                                        </m:ctrlPr>
                                      </m:mPr>
                                      <m:mr>
                                        <m:e>
                                          <m:r>
                                            <m:rPr>
                                              <m:brk m:alnAt="7"/>
                                            </m:rPr>
                                            <a:rPr lang="en-US" altLang="zh-CN" sz="1600" b="1" i="1" smtClean="0">
                                              <a:latin typeface="Cambria Math" panose="02040503050406030204" pitchFamily="18" charset="0"/>
                                            </a:rPr>
                                            <m:t>−</m:t>
                                          </m:r>
                                          <m:r>
                                            <a:rPr lang="en-US" altLang="zh-CN" sz="1600" b="1" i="1" smtClean="0">
                                              <a:latin typeface="Cambria Math" panose="02040503050406030204" pitchFamily="18" charset="0"/>
                                            </a:rPr>
                                            <m:t>𝟏</m:t>
                                          </m:r>
                                        </m:e>
                                        <m:e>
                                          <m:r>
                                            <a:rPr lang="en-US" altLang="zh-CN" sz="1600" b="1" i="1" smtClean="0">
                                              <a:latin typeface="Cambria Math" panose="02040503050406030204" pitchFamily="18" charset="0"/>
                                            </a:rPr>
                                            <m:t>𝟎</m:t>
                                          </m:r>
                                        </m:e>
                                        <m:e>
                                          <m:r>
                                            <a:rPr lang="en-US" altLang="zh-CN" sz="1600" b="1" i="1" smtClean="0">
                                              <a:latin typeface="Cambria Math" panose="02040503050406030204" pitchFamily="18" charset="0"/>
                                            </a:rPr>
                                            <m:t>𝟎</m:t>
                                          </m:r>
                                        </m:e>
                                      </m:mr>
                                    </m:m>
                                  </m:e>
                                </m:mr>
                              </m:m>
                            </m:e>
                          </m:mr>
                          <m:mr>
                            <m:e>
                              <m:r>
                                <a:rPr lang="en-US" altLang="zh-CN" sz="1600" b="1" i="1" smtClean="0">
                                  <a:latin typeface="Cambria Math" panose="02040503050406030204" pitchFamily="18" charset="0"/>
                                </a:rPr>
                                <m:t>𝟐</m:t>
                              </m:r>
                            </m:e>
                            <m:e>
                              <m:m>
                                <m:mPr>
                                  <m:mcs>
                                    <m:mc>
                                      <m:mcPr>
                                        <m:count m:val="3"/>
                                        <m:mcJc m:val="center"/>
                                      </m:mcPr>
                                    </m:mc>
                                  </m:mcs>
                                  <m:ctrlPr>
                                    <a:rPr lang="en-US" altLang="zh-CN" sz="1600" b="1" i="1" smtClean="0">
                                      <a:latin typeface="Cambria Math" panose="02040503050406030204" pitchFamily="18" charset="0"/>
                                    </a:rPr>
                                  </m:ctrlPr>
                                </m:mPr>
                                <m:mr>
                                  <m:e>
                                    <m:r>
                                      <m:rPr>
                                        <m:brk m:alnAt="7"/>
                                      </m:rPr>
                                      <a:rPr lang="en-US" altLang="zh-CN" sz="1600" b="1" i="1" smtClean="0">
                                        <a:latin typeface="Cambria Math" panose="02040503050406030204" pitchFamily="18" charset="0"/>
                                      </a:rPr>
                                      <m:t> </m:t>
                                    </m:r>
                                    <m:r>
                                      <a:rPr lang="en-US" altLang="zh-CN" sz="1600" b="1" i="1" smtClean="0">
                                        <a:latin typeface="Cambria Math" panose="02040503050406030204" pitchFamily="18" charset="0"/>
                                      </a:rPr>
                                      <m:t>  </m:t>
                                    </m:r>
                                    <m:r>
                                      <a:rPr lang="en-US" altLang="zh-CN" sz="1600" b="1" i="1" smtClean="0">
                                        <a:latin typeface="Cambria Math" panose="02040503050406030204" pitchFamily="18" charset="0"/>
                                      </a:rPr>
                                      <m:t>𝟎</m:t>
                                    </m:r>
                                  </m:e>
                                  <m:e>
                                    <m:r>
                                      <a:rPr lang="en-US" altLang="zh-CN" sz="1600" b="1" i="1" smtClean="0">
                                        <a:latin typeface="Cambria Math" panose="02040503050406030204" pitchFamily="18" charset="0"/>
                                      </a:rPr>
                                      <m:t>𝟎</m:t>
                                    </m:r>
                                  </m:e>
                                  <m:e>
                                    <m:r>
                                      <a:rPr lang="en-US" altLang="zh-CN" sz="1600" b="1" i="1" smtClean="0">
                                        <a:latin typeface="Cambria Math" panose="02040503050406030204" pitchFamily="18" charset="0"/>
                                      </a:rPr>
                                      <m:t>𝟎</m:t>
                                    </m:r>
                                  </m:e>
                                </m:mr>
                              </m:m>
                            </m:e>
                          </m:mr>
                        </m:m>
                      </m:e>
                    </m:d>
                  </m:oMath>
                </a14:m>
                <a:r>
                  <a:rPr lang="zh-CN" altLang="en-US" sz="1600" b="1" dirty="0"/>
                  <a:t>      </a:t>
                </a:r>
                <a:r>
                  <a:rPr lang="en-US" altLang="zh-CN" sz="1600" b="1" dirty="0"/>
                  <a:t>N=</a:t>
                </a:r>
                <a14:m>
                  <m:oMath xmlns:m="http://schemas.openxmlformats.org/officeDocument/2006/math">
                    <m:d>
                      <m:dPr>
                        <m:begChr m:val="["/>
                        <m:endChr m:val="]"/>
                        <m:ctrlPr>
                          <a:rPr lang="en-US" altLang="zh-CN" sz="1600" b="1" i="1" smtClean="0">
                            <a:latin typeface="Cambria Math" panose="02040503050406030204" pitchFamily="18" charset="0"/>
                          </a:rPr>
                        </m:ctrlPr>
                      </m:dPr>
                      <m:e>
                        <m:m>
                          <m:mPr>
                            <m:mcs>
                              <m:mc>
                                <m:mcPr>
                                  <m:count m:val="2"/>
                                  <m:mcJc m:val="center"/>
                                </m:mcPr>
                              </m:mc>
                            </m:mcs>
                            <m:ctrlPr>
                              <a:rPr lang="en-US" altLang="zh-CN" sz="1600" b="1" i="1" smtClean="0">
                                <a:latin typeface="Cambria Math" panose="02040503050406030204" pitchFamily="18" charset="0"/>
                              </a:rPr>
                            </m:ctrlPr>
                          </m:mPr>
                          <m:mr>
                            <m:e>
                              <m:m>
                                <m:mPr>
                                  <m:mcs>
                                    <m:mc>
                                      <m:mcPr>
                                        <m:count m:val="1"/>
                                        <m:mcJc m:val="center"/>
                                      </m:mcPr>
                                    </m:mc>
                                  </m:mcs>
                                  <m:ctrlPr>
                                    <a:rPr lang="en-US" altLang="zh-CN" sz="1600" b="1" i="1" smtClean="0">
                                      <a:latin typeface="Cambria Math" panose="02040503050406030204" pitchFamily="18" charset="0"/>
                                    </a:rPr>
                                  </m:ctrlPr>
                                </m:mPr>
                                <m:mr>
                                  <m:e>
                                    <m:r>
                                      <m:rPr>
                                        <m:brk m:alnAt="7"/>
                                      </m:rPr>
                                      <a:rPr lang="en-US" altLang="zh-CN" sz="1600" b="1" i="1" smtClean="0">
                                        <a:latin typeface="Cambria Math" panose="02040503050406030204" pitchFamily="18" charset="0"/>
                                      </a:rPr>
                                      <m:t> </m:t>
                                    </m:r>
                                    <m:r>
                                      <a:rPr lang="en-US" altLang="zh-CN" sz="1600" b="1" i="1" smtClean="0">
                                        <a:latin typeface="Cambria Math" panose="02040503050406030204" pitchFamily="18" charset="0"/>
                                      </a:rPr>
                                      <m:t>  </m:t>
                                    </m:r>
                                    <m:r>
                                      <a:rPr lang="en-US" altLang="zh-CN" sz="1600" b="1" i="1" smtClean="0">
                                        <a:latin typeface="Cambria Math" panose="02040503050406030204" pitchFamily="18" charset="0"/>
                                      </a:rPr>
                                      <m:t>𝟎</m:t>
                                    </m:r>
                                  </m:e>
                                </m:mr>
                                <m:mr>
                                  <m:e>
                                    <m:r>
                                      <a:rPr lang="en-US" altLang="zh-CN" sz="1600" b="1" i="1" smtClean="0">
                                        <a:latin typeface="Cambria Math" panose="02040503050406030204" pitchFamily="18" charset="0"/>
                                      </a:rPr>
                                      <m:t>   </m:t>
                                    </m:r>
                                    <m:r>
                                      <a:rPr lang="en-US" altLang="zh-CN" sz="1600" b="1" i="1" smtClean="0">
                                        <a:latin typeface="Cambria Math" panose="02040503050406030204" pitchFamily="18" charset="0"/>
                                      </a:rPr>
                                      <m:t>𝟏</m:t>
                                    </m:r>
                                  </m:e>
                                </m:mr>
                              </m:m>
                            </m:e>
                            <m:e>
                              <m:m>
                                <m:mPr>
                                  <m:mcs>
                                    <m:mc>
                                      <m:mcPr>
                                        <m:count m:val="1"/>
                                        <m:mcJc m:val="center"/>
                                      </m:mcPr>
                                    </m:mc>
                                  </m:mcs>
                                  <m:ctrlPr>
                                    <a:rPr lang="en-US" altLang="zh-CN" sz="1600" b="1" i="1" smtClean="0">
                                      <a:latin typeface="Cambria Math" panose="02040503050406030204" pitchFamily="18" charset="0"/>
                                    </a:rPr>
                                  </m:ctrlPr>
                                </m:mPr>
                                <m:mr>
                                  <m:e>
                                    <m:r>
                                      <m:rPr>
                                        <m:brk m:alnAt="7"/>
                                      </m:rPr>
                                      <a:rPr lang="en-US" altLang="zh-CN" sz="1600" b="1" i="1" smtClean="0">
                                        <a:latin typeface="Cambria Math" panose="02040503050406030204" pitchFamily="18" charset="0"/>
                                      </a:rPr>
                                      <m:t>𝟐</m:t>
                                    </m:r>
                                  </m:e>
                                </m:mr>
                                <m:mr>
                                  <m:e>
                                    <m:r>
                                      <a:rPr lang="en-US" altLang="zh-CN" sz="1600" b="1" i="1" smtClean="0">
                                        <a:latin typeface="Cambria Math" panose="02040503050406030204" pitchFamily="18" charset="0"/>
                                      </a:rPr>
                                      <m:t>𝟎</m:t>
                                    </m:r>
                                  </m:e>
                                </m:mr>
                              </m:m>
                            </m:e>
                          </m:mr>
                          <m:mr>
                            <m:e>
                              <m:m>
                                <m:mPr>
                                  <m:mcs>
                                    <m:mc>
                                      <m:mcPr>
                                        <m:count m:val="1"/>
                                        <m:mcJc m:val="center"/>
                                      </m:mcPr>
                                    </m:mc>
                                  </m:mcs>
                                  <m:ctrlPr>
                                    <a:rPr lang="en-US" altLang="zh-CN" sz="1600" b="1" i="1" smtClean="0">
                                      <a:latin typeface="Cambria Math" panose="02040503050406030204" pitchFamily="18" charset="0"/>
                                    </a:rPr>
                                  </m:ctrlPr>
                                </m:mPr>
                                <m:mr>
                                  <m:e>
                                    <m:r>
                                      <m:rPr>
                                        <m:brk m:alnAt="7"/>
                                      </m:rPr>
                                      <a:rPr lang="en-US" altLang="zh-CN" sz="1600" b="1" i="1" smtClean="0">
                                        <a:latin typeface="Cambria Math" panose="02040503050406030204" pitchFamily="18" charset="0"/>
                                      </a:rPr>
                                      <m:t>−</m:t>
                                    </m:r>
                                    <m:r>
                                      <a:rPr lang="en-US" altLang="zh-CN" sz="1600" b="1" i="1" smtClean="0">
                                        <a:latin typeface="Cambria Math" panose="02040503050406030204" pitchFamily="18" charset="0"/>
                                      </a:rPr>
                                      <m:t>𝟐</m:t>
                                    </m:r>
                                  </m:e>
                                </m:mr>
                                <m:mr>
                                  <m:e>
                                    <m:r>
                                      <a:rPr lang="en-US" altLang="zh-CN" sz="1600" b="1" i="1" smtClean="0">
                                        <a:latin typeface="Cambria Math" panose="02040503050406030204" pitchFamily="18" charset="0"/>
                                      </a:rPr>
                                      <m:t>   </m:t>
                                    </m:r>
                                    <m:r>
                                      <a:rPr lang="en-US" altLang="zh-CN" sz="1600" b="1" i="1" smtClean="0">
                                        <a:latin typeface="Cambria Math" panose="02040503050406030204" pitchFamily="18" charset="0"/>
                                      </a:rPr>
                                      <m:t>𝟎</m:t>
                                    </m:r>
                                  </m:e>
                                </m:mr>
                              </m:m>
                            </m:e>
                            <m:e>
                              <m:m>
                                <m:mPr>
                                  <m:mcs>
                                    <m:mc>
                                      <m:mcPr>
                                        <m:count m:val="1"/>
                                        <m:mcJc m:val="center"/>
                                      </m:mcPr>
                                    </m:mc>
                                  </m:mcs>
                                  <m:ctrlPr>
                                    <a:rPr lang="en-US" altLang="zh-CN" sz="1600" b="1" i="1" smtClean="0">
                                      <a:latin typeface="Cambria Math" panose="02040503050406030204" pitchFamily="18" charset="0"/>
                                    </a:rPr>
                                  </m:ctrlPr>
                                </m:mPr>
                                <m:mr>
                                  <m:e>
                                    <m:r>
                                      <m:rPr>
                                        <m:brk m:alnAt="7"/>
                                      </m:rPr>
                                      <a:rPr lang="en-US" altLang="zh-CN" sz="1600" b="1" i="1" smtClean="0">
                                        <a:latin typeface="Cambria Math" panose="02040503050406030204" pitchFamily="18" charset="0"/>
                                      </a:rPr>
                                      <m:t>𝟒</m:t>
                                    </m:r>
                                  </m:e>
                                </m:mr>
                                <m:mr>
                                  <m:e>
                                    <m:r>
                                      <a:rPr lang="en-US" altLang="zh-CN" sz="1600" b="1" i="1" smtClean="0">
                                        <a:latin typeface="Cambria Math" panose="02040503050406030204" pitchFamily="18" charset="0"/>
                                      </a:rPr>
                                      <m:t>𝟎</m:t>
                                    </m:r>
                                  </m:e>
                                </m:mr>
                              </m:m>
                            </m:e>
                          </m:mr>
                        </m:m>
                      </m:e>
                    </m:d>
                  </m:oMath>
                </a14:m>
                <a:endParaRPr lang="zh-CN" altLang="en-US" sz="1600" b="1" dirty="0"/>
              </a:p>
            </p:txBody>
          </p:sp>
        </mc:Choice>
        <mc:Fallback xmlns="">
          <p:sp>
            <p:nvSpPr>
              <p:cNvPr id="7" name="文本框 6">
                <a:extLst>
                  <a:ext uri="{FF2B5EF4-FFF2-40B4-BE49-F238E27FC236}">
                    <a16:creationId xmlns:a16="http://schemas.microsoft.com/office/drawing/2014/main" id="{BFF38482-05FD-455B-BBC1-350EC64A898B}"/>
                  </a:ext>
                </a:extLst>
              </p:cNvPr>
              <p:cNvSpPr txBox="1">
                <a:spLocks noRot="1" noChangeAspect="1" noMove="1" noResize="1" noEditPoints="1" noAdjustHandles="1" noChangeArrowheads="1" noChangeShapeType="1" noTextEdit="1"/>
              </p:cNvSpPr>
              <p:nvPr/>
            </p:nvSpPr>
            <p:spPr>
              <a:xfrm>
                <a:off x="308780" y="920252"/>
                <a:ext cx="3370766" cy="999441"/>
              </a:xfrm>
              <a:prstGeom prst="rect">
                <a:avLst/>
              </a:prstGeom>
              <a:blipFill>
                <a:blip r:embed="rId2"/>
                <a:stretch>
                  <a:fillRect l="-542"/>
                </a:stretch>
              </a:blipFill>
            </p:spPr>
            <p:txBody>
              <a:bodyPr/>
              <a:lstStyle/>
              <a:p>
                <a:r>
                  <a:rPr lang="zh-CN" altLang="en-US">
                    <a:noFill/>
                  </a:rPr>
                  <a:t> </a:t>
                </a:r>
              </a:p>
            </p:txBody>
          </p:sp>
        </mc:Fallback>
      </mc:AlternateContent>
      <p:sp>
        <p:nvSpPr>
          <p:cNvPr id="11" name="文本框 10">
            <a:extLst>
              <a:ext uri="{FF2B5EF4-FFF2-40B4-BE49-F238E27FC236}">
                <a16:creationId xmlns:a16="http://schemas.microsoft.com/office/drawing/2014/main" id="{E7D6642C-CB05-48BD-87A9-C883D3404234}"/>
              </a:ext>
            </a:extLst>
          </p:cNvPr>
          <p:cNvSpPr txBox="1"/>
          <p:nvPr/>
        </p:nvSpPr>
        <p:spPr>
          <a:xfrm>
            <a:off x="1751785" y="1806163"/>
            <a:ext cx="1872629" cy="461665"/>
          </a:xfrm>
          <a:prstGeom prst="rect">
            <a:avLst/>
          </a:prstGeom>
          <a:noFill/>
        </p:spPr>
        <p:txBody>
          <a:bodyPr wrap="none" rtlCol="0">
            <a:spAutoFit/>
          </a:bodyPr>
          <a:lstStyle/>
          <a:p>
            <a:r>
              <a:rPr lang="en-US" altLang="zh-CN" sz="2400" b="1" dirty="0">
                <a:latin typeface="Courier New" panose="02070309020205020404" pitchFamily="49" charset="0"/>
                <a:cs typeface="Courier New" panose="02070309020205020404" pitchFamily="49" charset="0"/>
              </a:rPr>
              <a:t>M</a:t>
            </a:r>
            <a:r>
              <a:rPr lang="en-US" altLang="zh-CN" sz="2400" dirty="0">
                <a:latin typeface="Courier New" panose="02070309020205020404" pitchFamily="49" charset="0"/>
                <a:cs typeface="Courier New" panose="02070309020205020404" pitchFamily="49" charset="0"/>
              </a:rPr>
              <a:t> </a:t>
            </a:r>
            <a:r>
              <a:rPr lang="en-US" altLang="zh-CN" sz="2400" b="1" dirty="0">
                <a:solidFill>
                  <a:srgbClr val="C00000"/>
                </a:solidFill>
                <a:latin typeface="Courier New" panose="02070309020205020404" pitchFamily="49" charset="0"/>
                <a:ea typeface="等线" panose="02010600030101010101" pitchFamily="2" charset="-122"/>
                <a:cs typeface="Courier New" panose="02070309020205020404" pitchFamily="49" charset="0"/>
              </a:rPr>
              <a:t>◊ </a:t>
            </a:r>
            <a:r>
              <a:rPr lang="en-US" altLang="zh-CN" sz="2400" b="1" dirty="0">
                <a:latin typeface="Courier New" panose="02070309020205020404" pitchFamily="49" charset="0"/>
                <a:ea typeface="等线" panose="02010600030101010101" pitchFamily="2" charset="-122"/>
                <a:cs typeface="Courier New" panose="02070309020205020404" pitchFamily="49" charset="0"/>
              </a:rPr>
              <a:t>N</a:t>
            </a:r>
            <a:r>
              <a:rPr lang="en-US" altLang="zh-CN" sz="2400" b="1" dirty="0">
                <a:solidFill>
                  <a:srgbClr val="C00000"/>
                </a:solidFill>
                <a:latin typeface="Courier New" panose="02070309020205020404" pitchFamily="49" charset="0"/>
                <a:ea typeface="等线" panose="02010600030101010101" pitchFamily="2" charset="-122"/>
                <a:cs typeface="Courier New" panose="02070309020205020404" pitchFamily="49" charset="0"/>
              </a:rPr>
              <a:t> = </a:t>
            </a:r>
            <a:r>
              <a:rPr lang="en-US" altLang="zh-CN" sz="2400" b="1" dirty="0">
                <a:latin typeface="Courier New" panose="02070309020205020404" pitchFamily="49" charset="0"/>
                <a:ea typeface="等线" panose="02010600030101010101" pitchFamily="2" charset="-122"/>
                <a:cs typeface="Courier New" panose="02070309020205020404" pitchFamily="49" charset="0"/>
              </a:rPr>
              <a:t>Q</a:t>
            </a:r>
            <a:endParaRPr lang="zh-CN" altLang="en-US" sz="2400" dirty="0">
              <a:latin typeface="Courier New" panose="02070309020205020404" pitchFamily="49" charset="0"/>
              <a:cs typeface="Courier New" panose="02070309020205020404" pitchFamily="49" charset="0"/>
            </a:endParaRPr>
          </a:p>
        </p:txBody>
      </p:sp>
      <p:grpSp>
        <p:nvGrpSpPr>
          <p:cNvPr id="20" name="组合 19">
            <a:extLst>
              <a:ext uri="{FF2B5EF4-FFF2-40B4-BE49-F238E27FC236}">
                <a16:creationId xmlns:a16="http://schemas.microsoft.com/office/drawing/2014/main" id="{A92240C0-E923-42AF-B08F-8CCF4D17E05D}"/>
              </a:ext>
            </a:extLst>
          </p:cNvPr>
          <p:cNvGrpSpPr/>
          <p:nvPr/>
        </p:nvGrpSpPr>
        <p:grpSpPr>
          <a:xfrm>
            <a:off x="164665" y="3395218"/>
            <a:ext cx="1612987" cy="1871732"/>
            <a:chOff x="308038" y="2479183"/>
            <a:chExt cx="1612987" cy="1871732"/>
          </a:xfrm>
        </p:grpSpPr>
        <p:sp>
          <p:nvSpPr>
            <p:cNvPr id="12" name="矩形 11">
              <a:extLst>
                <a:ext uri="{FF2B5EF4-FFF2-40B4-BE49-F238E27FC236}">
                  <a16:creationId xmlns:a16="http://schemas.microsoft.com/office/drawing/2014/main" id="{EFB54CB9-4018-4C8B-87F6-4DF4CA90FDEC}"/>
                </a:ext>
              </a:extLst>
            </p:cNvPr>
            <p:cNvSpPr/>
            <p:nvPr/>
          </p:nvSpPr>
          <p:spPr>
            <a:xfrm>
              <a:off x="637505" y="2788276"/>
              <a:ext cx="1242811" cy="309093"/>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rgbClr val="002060"/>
                  </a:solidFill>
                </a:rPr>
                <a:t>1    1      </a:t>
              </a:r>
              <a:r>
                <a:rPr lang="en-US" altLang="zh-CN" b="1" dirty="0">
                  <a:solidFill>
                    <a:srgbClr val="C00000"/>
                  </a:solidFill>
                </a:rPr>
                <a:t>3</a:t>
              </a:r>
              <a:endParaRPr lang="zh-CN" altLang="en-US" b="1" dirty="0">
                <a:solidFill>
                  <a:srgbClr val="C00000"/>
                </a:solidFill>
              </a:endParaRPr>
            </a:p>
          </p:txBody>
        </p:sp>
        <p:sp>
          <p:nvSpPr>
            <p:cNvPr id="13" name="矩形 12">
              <a:extLst>
                <a:ext uri="{FF2B5EF4-FFF2-40B4-BE49-F238E27FC236}">
                  <a16:creationId xmlns:a16="http://schemas.microsoft.com/office/drawing/2014/main" id="{837F0C31-B796-431D-BC7A-0D9685526228}"/>
                </a:ext>
              </a:extLst>
            </p:cNvPr>
            <p:cNvSpPr/>
            <p:nvPr/>
          </p:nvSpPr>
          <p:spPr>
            <a:xfrm>
              <a:off x="637505" y="3097369"/>
              <a:ext cx="1242811" cy="309093"/>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rgbClr val="002060"/>
                  </a:solidFill>
                </a:rPr>
                <a:t>1    4      </a:t>
              </a:r>
              <a:r>
                <a:rPr lang="en-US" altLang="zh-CN" b="1" dirty="0">
                  <a:solidFill>
                    <a:srgbClr val="C00000"/>
                  </a:solidFill>
                </a:rPr>
                <a:t>5</a:t>
              </a:r>
              <a:endParaRPr lang="zh-CN" altLang="en-US" b="1" dirty="0">
                <a:solidFill>
                  <a:srgbClr val="C00000"/>
                </a:solidFill>
              </a:endParaRPr>
            </a:p>
          </p:txBody>
        </p:sp>
        <p:sp>
          <p:nvSpPr>
            <p:cNvPr id="14" name="矩形 13">
              <a:extLst>
                <a:ext uri="{FF2B5EF4-FFF2-40B4-BE49-F238E27FC236}">
                  <a16:creationId xmlns:a16="http://schemas.microsoft.com/office/drawing/2014/main" id="{554BFFC8-5ED4-4F19-8DA4-901D4F07022F}"/>
                </a:ext>
              </a:extLst>
            </p:cNvPr>
            <p:cNvSpPr/>
            <p:nvPr/>
          </p:nvSpPr>
          <p:spPr>
            <a:xfrm>
              <a:off x="637505" y="3406462"/>
              <a:ext cx="1242811" cy="309093"/>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rgbClr val="002060"/>
                  </a:solidFill>
                </a:rPr>
                <a:t>2    2    </a:t>
              </a:r>
              <a:r>
                <a:rPr lang="en-US" altLang="zh-CN" b="1" dirty="0">
                  <a:solidFill>
                    <a:srgbClr val="C00000"/>
                  </a:solidFill>
                </a:rPr>
                <a:t>-1</a:t>
              </a:r>
              <a:endParaRPr lang="zh-CN" altLang="en-US" b="1" dirty="0">
                <a:solidFill>
                  <a:srgbClr val="C00000"/>
                </a:solidFill>
              </a:endParaRPr>
            </a:p>
          </p:txBody>
        </p:sp>
        <p:sp>
          <p:nvSpPr>
            <p:cNvPr id="15" name="矩形 14">
              <a:extLst>
                <a:ext uri="{FF2B5EF4-FFF2-40B4-BE49-F238E27FC236}">
                  <a16:creationId xmlns:a16="http://schemas.microsoft.com/office/drawing/2014/main" id="{253F5FCA-3859-4805-A385-C7B92868485A}"/>
                </a:ext>
              </a:extLst>
            </p:cNvPr>
            <p:cNvSpPr/>
            <p:nvPr/>
          </p:nvSpPr>
          <p:spPr>
            <a:xfrm>
              <a:off x="637505" y="3715555"/>
              <a:ext cx="1242811" cy="309093"/>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rgbClr val="002060"/>
                  </a:solidFill>
                </a:rPr>
                <a:t>3    1      </a:t>
              </a:r>
              <a:r>
                <a:rPr lang="en-US" altLang="zh-CN" b="1" dirty="0">
                  <a:solidFill>
                    <a:srgbClr val="C00000"/>
                  </a:solidFill>
                </a:rPr>
                <a:t>2</a:t>
              </a:r>
              <a:endParaRPr lang="zh-CN" altLang="en-US" b="1" dirty="0">
                <a:solidFill>
                  <a:srgbClr val="C00000"/>
                </a:solidFill>
              </a:endParaRPr>
            </a:p>
          </p:txBody>
        </p:sp>
        <p:sp>
          <p:nvSpPr>
            <p:cNvPr id="16" name="矩形 15">
              <a:extLst>
                <a:ext uri="{FF2B5EF4-FFF2-40B4-BE49-F238E27FC236}">
                  <a16:creationId xmlns:a16="http://schemas.microsoft.com/office/drawing/2014/main" id="{A0494E22-7B2C-4574-89A1-233D56957A26}"/>
                </a:ext>
              </a:extLst>
            </p:cNvPr>
            <p:cNvSpPr/>
            <p:nvPr/>
          </p:nvSpPr>
          <p:spPr>
            <a:xfrm>
              <a:off x="637505" y="2479183"/>
              <a:ext cx="1242812" cy="3090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err="1">
                  <a:solidFill>
                    <a:srgbClr val="00B0F0"/>
                  </a:solidFill>
                  <a:latin typeface="Courier New" panose="02070309020205020404" pitchFamily="49" charset="0"/>
                  <a:cs typeface="Courier New" panose="02070309020205020404" pitchFamily="49" charset="0"/>
                </a:rPr>
                <a:t>i</a:t>
              </a:r>
              <a:r>
                <a:rPr lang="en-US" altLang="zh-CN" b="1" dirty="0">
                  <a:solidFill>
                    <a:srgbClr val="00B0F0"/>
                  </a:solidFill>
                  <a:latin typeface="Courier New" panose="02070309020205020404" pitchFamily="49" charset="0"/>
                  <a:cs typeface="Courier New" panose="02070309020205020404" pitchFamily="49" charset="0"/>
                </a:rPr>
                <a:t>  j  e</a:t>
              </a:r>
              <a:endParaRPr lang="zh-CN" altLang="en-US" b="1" dirty="0">
                <a:solidFill>
                  <a:srgbClr val="00B0F0"/>
                </a:solidFill>
                <a:latin typeface="Courier New" panose="02070309020205020404" pitchFamily="49" charset="0"/>
                <a:cs typeface="Courier New" panose="02070309020205020404" pitchFamily="49" charset="0"/>
              </a:endParaRPr>
            </a:p>
          </p:txBody>
        </p:sp>
        <p:sp>
          <p:nvSpPr>
            <p:cNvPr id="17" name="矩形 16">
              <a:extLst>
                <a:ext uri="{FF2B5EF4-FFF2-40B4-BE49-F238E27FC236}">
                  <a16:creationId xmlns:a16="http://schemas.microsoft.com/office/drawing/2014/main" id="{0A3A2FF6-FE50-41FA-80AF-A1E5540970F5}"/>
                </a:ext>
              </a:extLst>
            </p:cNvPr>
            <p:cNvSpPr/>
            <p:nvPr/>
          </p:nvSpPr>
          <p:spPr>
            <a:xfrm>
              <a:off x="336996" y="2749640"/>
              <a:ext cx="319825" cy="12878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lnSpc>
                  <a:spcPts val="2400"/>
                </a:lnSpc>
              </a:pPr>
              <a:r>
                <a:rPr lang="en-US" altLang="zh-CN" sz="1600" b="1" dirty="0">
                  <a:solidFill>
                    <a:schemeClr val="tx1">
                      <a:lumMod val="65000"/>
                      <a:lumOff val="35000"/>
                    </a:schemeClr>
                  </a:solidFill>
                  <a:latin typeface="Courier New" panose="02070309020205020404" pitchFamily="49" charset="0"/>
                  <a:cs typeface="Courier New" panose="02070309020205020404" pitchFamily="49" charset="0"/>
                </a:rPr>
                <a:t>1</a:t>
              </a:r>
            </a:p>
            <a:p>
              <a:pPr algn="r">
                <a:lnSpc>
                  <a:spcPts val="2400"/>
                </a:lnSpc>
              </a:pPr>
              <a:r>
                <a:rPr lang="en-US" altLang="zh-CN" sz="1600" b="1" dirty="0">
                  <a:solidFill>
                    <a:schemeClr val="tx1">
                      <a:lumMod val="65000"/>
                      <a:lumOff val="35000"/>
                    </a:schemeClr>
                  </a:solidFill>
                  <a:latin typeface="Courier New" panose="02070309020205020404" pitchFamily="49" charset="0"/>
                  <a:cs typeface="Courier New" panose="02070309020205020404" pitchFamily="49" charset="0"/>
                </a:rPr>
                <a:t>2 3</a:t>
              </a:r>
            </a:p>
            <a:p>
              <a:pPr algn="r">
                <a:lnSpc>
                  <a:spcPts val="2400"/>
                </a:lnSpc>
              </a:pPr>
              <a:r>
                <a:rPr lang="en-US" altLang="zh-CN" sz="1600" b="1" dirty="0">
                  <a:solidFill>
                    <a:schemeClr val="tx1">
                      <a:lumMod val="65000"/>
                      <a:lumOff val="35000"/>
                    </a:schemeClr>
                  </a:solidFill>
                  <a:latin typeface="Courier New" panose="02070309020205020404" pitchFamily="49" charset="0"/>
                  <a:cs typeface="Courier New" panose="02070309020205020404" pitchFamily="49" charset="0"/>
                </a:rPr>
                <a:t>4</a:t>
              </a:r>
              <a:endParaRPr lang="zh-CN" altLang="en-US" sz="1600" b="1" dirty="0">
                <a:solidFill>
                  <a:schemeClr val="tx1">
                    <a:lumMod val="65000"/>
                    <a:lumOff val="35000"/>
                  </a:schemeClr>
                </a:solidFill>
                <a:latin typeface="Courier New" panose="02070309020205020404" pitchFamily="49" charset="0"/>
                <a:cs typeface="Courier New" panose="02070309020205020404" pitchFamily="49" charset="0"/>
              </a:endParaRPr>
            </a:p>
          </p:txBody>
        </p:sp>
        <p:sp>
          <p:nvSpPr>
            <p:cNvPr id="19" name="矩形 18">
              <a:extLst>
                <a:ext uri="{FF2B5EF4-FFF2-40B4-BE49-F238E27FC236}">
                  <a16:creationId xmlns:a16="http://schemas.microsoft.com/office/drawing/2014/main" id="{2CC336F2-F0DE-4665-954F-1D097773F2DF}"/>
                </a:ext>
              </a:extLst>
            </p:cNvPr>
            <p:cNvSpPr/>
            <p:nvPr/>
          </p:nvSpPr>
          <p:spPr>
            <a:xfrm>
              <a:off x="308038" y="4041822"/>
              <a:ext cx="1612987" cy="3090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rgbClr val="0070C0"/>
                  </a:solidFill>
                  <a:latin typeface="Courier New" panose="02070309020205020404" pitchFamily="49" charset="0"/>
                  <a:cs typeface="Courier New" panose="02070309020205020404" pitchFamily="49" charset="0"/>
                </a:rPr>
                <a:t>M-&gt;</a:t>
              </a:r>
              <a:r>
                <a:rPr lang="en-US" altLang="zh-CN" sz="2000" b="1" dirty="0" err="1">
                  <a:solidFill>
                    <a:srgbClr val="0070C0"/>
                  </a:solidFill>
                  <a:latin typeface="Courier New" panose="02070309020205020404" pitchFamily="49" charset="0"/>
                  <a:cs typeface="Courier New" panose="02070309020205020404" pitchFamily="49" charset="0"/>
                </a:rPr>
                <a:t>nzElem</a:t>
              </a:r>
              <a:endParaRPr lang="zh-CN" altLang="en-US" sz="2000" b="1" dirty="0">
                <a:solidFill>
                  <a:srgbClr val="0070C0"/>
                </a:solidFill>
                <a:latin typeface="Courier New" panose="02070309020205020404" pitchFamily="49" charset="0"/>
                <a:cs typeface="Courier New" panose="02070309020205020404" pitchFamily="49" charset="0"/>
              </a:endParaRPr>
            </a:p>
          </p:txBody>
        </p:sp>
      </p:grpSp>
      <p:grpSp>
        <p:nvGrpSpPr>
          <p:cNvPr id="21" name="组合 20">
            <a:extLst>
              <a:ext uri="{FF2B5EF4-FFF2-40B4-BE49-F238E27FC236}">
                <a16:creationId xmlns:a16="http://schemas.microsoft.com/office/drawing/2014/main" id="{98BFBA14-D174-457F-870F-1674A81607D5}"/>
              </a:ext>
            </a:extLst>
          </p:cNvPr>
          <p:cNvGrpSpPr/>
          <p:nvPr/>
        </p:nvGrpSpPr>
        <p:grpSpPr>
          <a:xfrm>
            <a:off x="1777652" y="3389852"/>
            <a:ext cx="1667873" cy="1871732"/>
            <a:chOff x="283264" y="2479183"/>
            <a:chExt cx="1667873" cy="1871732"/>
          </a:xfrm>
        </p:grpSpPr>
        <p:sp>
          <p:nvSpPr>
            <p:cNvPr id="22" name="矩形 21">
              <a:extLst>
                <a:ext uri="{FF2B5EF4-FFF2-40B4-BE49-F238E27FC236}">
                  <a16:creationId xmlns:a16="http://schemas.microsoft.com/office/drawing/2014/main" id="{14B10BCF-C431-4941-84A3-8E2041BC8EBC}"/>
                </a:ext>
              </a:extLst>
            </p:cNvPr>
            <p:cNvSpPr/>
            <p:nvPr/>
          </p:nvSpPr>
          <p:spPr>
            <a:xfrm>
              <a:off x="637505" y="2788276"/>
              <a:ext cx="1242811" cy="309093"/>
            </a:xfrm>
            <a:prstGeom prst="rect">
              <a:avLst/>
            </a:prstGeom>
            <a:solidFill>
              <a:srgbClr val="E1F5E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rgbClr val="002060"/>
                  </a:solidFill>
                </a:rPr>
                <a:t>1    2      </a:t>
              </a:r>
              <a:r>
                <a:rPr lang="en-US" altLang="zh-CN" b="1" dirty="0">
                  <a:solidFill>
                    <a:srgbClr val="C00000"/>
                  </a:solidFill>
                </a:rPr>
                <a:t>2</a:t>
              </a:r>
              <a:endParaRPr lang="zh-CN" altLang="en-US" b="1" dirty="0">
                <a:solidFill>
                  <a:srgbClr val="C00000"/>
                </a:solidFill>
              </a:endParaRPr>
            </a:p>
          </p:txBody>
        </p:sp>
        <p:sp>
          <p:nvSpPr>
            <p:cNvPr id="23" name="矩形 22">
              <a:extLst>
                <a:ext uri="{FF2B5EF4-FFF2-40B4-BE49-F238E27FC236}">
                  <a16:creationId xmlns:a16="http://schemas.microsoft.com/office/drawing/2014/main" id="{8814FA3D-65FC-402C-8D0E-213988950E0B}"/>
                </a:ext>
              </a:extLst>
            </p:cNvPr>
            <p:cNvSpPr/>
            <p:nvPr/>
          </p:nvSpPr>
          <p:spPr>
            <a:xfrm>
              <a:off x="637505" y="3097369"/>
              <a:ext cx="1242811" cy="309093"/>
            </a:xfrm>
            <a:prstGeom prst="rect">
              <a:avLst/>
            </a:prstGeom>
            <a:solidFill>
              <a:srgbClr val="E1F5E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rgbClr val="002060"/>
                  </a:solidFill>
                </a:rPr>
                <a:t>2    1      </a:t>
              </a:r>
              <a:r>
                <a:rPr lang="en-US" altLang="zh-CN" b="1" dirty="0">
                  <a:solidFill>
                    <a:srgbClr val="C00000"/>
                  </a:solidFill>
                </a:rPr>
                <a:t>1</a:t>
              </a:r>
              <a:endParaRPr lang="zh-CN" altLang="en-US" b="1" dirty="0">
                <a:solidFill>
                  <a:srgbClr val="C00000"/>
                </a:solidFill>
              </a:endParaRPr>
            </a:p>
          </p:txBody>
        </p:sp>
        <p:sp>
          <p:nvSpPr>
            <p:cNvPr id="24" name="矩形 23">
              <a:extLst>
                <a:ext uri="{FF2B5EF4-FFF2-40B4-BE49-F238E27FC236}">
                  <a16:creationId xmlns:a16="http://schemas.microsoft.com/office/drawing/2014/main" id="{A2F7DEBB-2899-40E3-AB0D-B146363C42A2}"/>
                </a:ext>
              </a:extLst>
            </p:cNvPr>
            <p:cNvSpPr/>
            <p:nvPr/>
          </p:nvSpPr>
          <p:spPr>
            <a:xfrm>
              <a:off x="637505" y="3406462"/>
              <a:ext cx="1242811" cy="309093"/>
            </a:xfrm>
            <a:prstGeom prst="rect">
              <a:avLst/>
            </a:prstGeom>
            <a:solidFill>
              <a:srgbClr val="E1F5E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rgbClr val="002060"/>
                  </a:solidFill>
                </a:rPr>
                <a:t>3    1    </a:t>
              </a:r>
              <a:r>
                <a:rPr lang="en-US" altLang="zh-CN" b="1" dirty="0">
                  <a:solidFill>
                    <a:srgbClr val="C00000"/>
                  </a:solidFill>
                </a:rPr>
                <a:t>-2</a:t>
              </a:r>
              <a:endParaRPr lang="zh-CN" altLang="en-US" b="1" dirty="0">
                <a:solidFill>
                  <a:srgbClr val="C00000"/>
                </a:solidFill>
              </a:endParaRPr>
            </a:p>
          </p:txBody>
        </p:sp>
        <p:sp>
          <p:nvSpPr>
            <p:cNvPr id="25" name="矩形 24">
              <a:extLst>
                <a:ext uri="{FF2B5EF4-FFF2-40B4-BE49-F238E27FC236}">
                  <a16:creationId xmlns:a16="http://schemas.microsoft.com/office/drawing/2014/main" id="{4A2860DB-B460-4A97-857E-8C6D45C4A993}"/>
                </a:ext>
              </a:extLst>
            </p:cNvPr>
            <p:cNvSpPr/>
            <p:nvPr/>
          </p:nvSpPr>
          <p:spPr>
            <a:xfrm>
              <a:off x="637505" y="3715555"/>
              <a:ext cx="1242811" cy="309093"/>
            </a:xfrm>
            <a:prstGeom prst="rect">
              <a:avLst/>
            </a:prstGeom>
            <a:solidFill>
              <a:srgbClr val="E1F5E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rgbClr val="002060"/>
                  </a:solidFill>
                </a:rPr>
                <a:t>3    2      </a:t>
              </a:r>
              <a:r>
                <a:rPr lang="en-US" altLang="zh-CN" b="1" dirty="0">
                  <a:solidFill>
                    <a:srgbClr val="C00000"/>
                  </a:solidFill>
                </a:rPr>
                <a:t>4</a:t>
              </a:r>
              <a:endParaRPr lang="zh-CN" altLang="en-US" b="1" dirty="0">
                <a:solidFill>
                  <a:srgbClr val="C00000"/>
                </a:solidFill>
              </a:endParaRPr>
            </a:p>
          </p:txBody>
        </p:sp>
        <p:sp>
          <p:nvSpPr>
            <p:cNvPr id="26" name="矩形 25">
              <a:extLst>
                <a:ext uri="{FF2B5EF4-FFF2-40B4-BE49-F238E27FC236}">
                  <a16:creationId xmlns:a16="http://schemas.microsoft.com/office/drawing/2014/main" id="{670087CE-E563-44AF-9E84-2BA7A5EDAFBF}"/>
                </a:ext>
              </a:extLst>
            </p:cNvPr>
            <p:cNvSpPr/>
            <p:nvPr/>
          </p:nvSpPr>
          <p:spPr>
            <a:xfrm>
              <a:off x="637505" y="2479183"/>
              <a:ext cx="1242812" cy="3090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err="1">
                  <a:solidFill>
                    <a:srgbClr val="00B0F0"/>
                  </a:solidFill>
                  <a:latin typeface="Courier New" panose="02070309020205020404" pitchFamily="49" charset="0"/>
                  <a:cs typeface="Courier New" panose="02070309020205020404" pitchFamily="49" charset="0"/>
                </a:rPr>
                <a:t>i</a:t>
              </a:r>
              <a:r>
                <a:rPr lang="en-US" altLang="zh-CN" b="1" dirty="0">
                  <a:solidFill>
                    <a:srgbClr val="00B0F0"/>
                  </a:solidFill>
                  <a:latin typeface="Courier New" panose="02070309020205020404" pitchFamily="49" charset="0"/>
                  <a:cs typeface="Courier New" panose="02070309020205020404" pitchFamily="49" charset="0"/>
                </a:rPr>
                <a:t>  j  e</a:t>
              </a:r>
              <a:endParaRPr lang="zh-CN" altLang="en-US" b="1" dirty="0">
                <a:solidFill>
                  <a:srgbClr val="00B0F0"/>
                </a:solidFill>
                <a:latin typeface="Courier New" panose="02070309020205020404" pitchFamily="49" charset="0"/>
                <a:cs typeface="Courier New" panose="02070309020205020404" pitchFamily="49" charset="0"/>
              </a:endParaRPr>
            </a:p>
          </p:txBody>
        </p:sp>
        <p:sp>
          <p:nvSpPr>
            <p:cNvPr id="27" name="矩形 26">
              <a:extLst>
                <a:ext uri="{FF2B5EF4-FFF2-40B4-BE49-F238E27FC236}">
                  <a16:creationId xmlns:a16="http://schemas.microsoft.com/office/drawing/2014/main" id="{84833AD8-8A6F-4DB4-A8F9-777E4C777CDD}"/>
                </a:ext>
              </a:extLst>
            </p:cNvPr>
            <p:cNvSpPr/>
            <p:nvPr/>
          </p:nvSpPr>
          <p:spPr>
            <a:xfrm>
              <a:off x="336996" y="2749640"/>
              <a:ext cx="319825" cy="12878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lnSpc>
                  <a:spcPts val="2400"/>
                </a:lnSpc>
              </a:pPr>
              <a:r>
                <a:rPr lang="en-US" altLang="zh-CN" sz="1600" b="1" dirty="0">
                  <a:solidFill>
                    <a:schemeClr val="tx1">
                      <a:lumMod val="65000"/>
                      <a:lumOff val="35000"/>
                    </a:schemeClr>
                  </a:solidFill>
                  <a:latin typeface="Courier New" panose="02070309020205020404" pitchFamily="49" charset="0"/>
                  <a:cs typeface="Courier New" panose="02070309020205020404" pitchFamily="49" charset="0"/>
                </a:rPr>
                <a:t>1</a:t>
              </a:r>
            </a:p>
            <a:p>
              <a:pPr algn="r">
                <a:lnSpc>
                  <a:spcPts val="2400"/>
                </a:lnSpc>
              </a:pPr>
              <a:r>
                <a:rPr lang="en-US" altLang="zh-CN" sz="1600" b="1" dirty="0">
                  <a:solidFill>
                    <a:schemeClr val="tx1">
                      <a:lumMod val="65000"/>
                      <a:lumOff val="35000"/>
                    </a:schemeClr>
                  </a:solidFill>
                  <a:latin typeface="Courier New" panose="02070309020205020404" pitchFamily="49" charset="0"/>
                  <a:cs typeface="Courier New" panose="02070309020205020404" pitchFamily="49" charset="0"/>
                </a:rPr>
                <a:t>2 3</a:t>
              </a:r>
            </a:p>
            <a:p>
              <a:pPr algn="r">
                <a:lnSpc>
                  <a:spcPts val="2400"/>
                </a:lnSpc>
              </a:pPr>
              <a:r>
                <a:rPr lang="en-US" altLang="zh-CN" sz="1600" b="1" dirty="0">
                  <a:solidFill>
                    <a:schemeClr val="tx1">
                      <a:lumMod val="65000"/>
                      <a:lumOff val="35000"/>
                    </a:schemeClr>
                  </a:solidFill>
                  <a:latin typeface="Courier New" panose="02070309020205020404" pitchFamily="49" charset="0"/>
                  <a:cs typeface="Courier New" panose="02070309020205020404" pitchFamily="49" charset="0"/>
                </a:rPr>
                <a:t>4</a:t>
              </a:r>
              <a:endParaRPr lang="zh-CN" altLang="en-US" sz="1600" b="1" dirty="0">
                <a:solidFill>
                  <a:schemeClr val="tx1">
                    <a:lumMod val="65000"/>
                    <a:lumOff val="35000"/>
                  </a:schemeClr>
                </a:solidFill>
                <a:latin typeface="Courier New" panose="02070309020205020404" pitchFamily="49" charset="0"/>
                <a:cs typeface="Courier New" panose="02070309020205020404" pitchFamily="49" charset="0"/>
              </a:endParaRPr>
            </a:p>
          </p:txBody>
        </p:sp>
        <p:sp>
          <p:nvSpPr>
            <p:cNvPr id="28" name="矩形 27">
              <a:extLst>
                <a:ext uri="{FF2B5EF4-FFF2-40B4-BE49-F238E27FC236}">
                  <a16:creationId xmlns:a16="http://schemas.microsoft.com/office/drawing/2014/main" id="{28A5BBDB-3174-40A8-B7CD-CC97B0664285}"/>
                </a:ext>
              </a:extLst>
            </p:cNvPr>
            <p:cNvSpPr/>
            <p:nvPr/>
          </p:nvSpPr>
          <p:spPr>
            <a:xfrm>
              <a:off x="283264" y="4041822"/>
              <a:ext cx="1667873" cy="3090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rgbClr val="0070C0"/>
                  </a:solidFill>
                  <a:latin typeface="Courier New" panose="02070309020205020404" pitchFamily="49" charset="0"/>
                  <a:cs typeface="Courier New" panose="02070309020205020404" pitchFamily="49" charset="0"/>
                </a:rPr>
                <a:t>N-&gt;</a:t>
              </a:r>
              <a:r>
                <a:rPr lang="en-US" altLang="zh-CN" sz="2000" b="1" dirty="0" err="1">
                  <a:solidFill>
                    <a:srgbClr val="0070C0"/>
                  </a:solidFill>
                  <a:latin typeface="Courier New" panose="02070309020205020404" pitchFamily="49" charset="0"/>
                  <a:cs typeface="Courier New" panose="02070309020205020404" pitchFamily="49" charset="0"/>
                </a:rPr>
                <a:t>nzElem</a:t>
              </a:r>
              <a:endParaRPr lang="zh-CN" altLang="en-US" sz="2000" b="1" dirty="0">
                <a:solidFill>
                  <a:srgbClr val="0070C0"/>
                </a:solidFill>
                <a:latin typeface="Courier New" panose="02070309020205020404" pitchFamily="49" charset="0"/>
                <a:cs typeface="Courier New" panose="02070309020205020404" pitchFamily="49" charset="0"/>
              </a:endParaRPr>
            </a:p>
          </p:txBody>
        </p:sp>
      </p:grpSp>
      <p:grpSp>
        <p:nvGrpSpPr>
          <p:cNvPr id="29" name="组合 28">
            <a:extLst>
              <a:ext uri="{FF2B5EF4-FFF2-40B4-BE49-F238E27FC236}">
                <a16:creationId xmlns:a16="http://schemas.microsoft.com/office/drawing/2014/main" id="{9FC2BEF5-6113-4CDB-A82A-3529888CCCF8}"/>
              </a:ext>
            </a:extLst>
          </p:cNvPr>
          <p:cNvGrpSpPr/>
          <p:nvPr/>
        </p:nvGrpSpPr>
        <p:grpSpPr>
          <a:xfrm>
            <a:off x="3445525" y="3389852"/>
            <a:ext cx="1622508" cy="1871732"/>
            <a:chOff x="336996" y="2479183"/>
            <a:chExt cx="1622508" cy="1871732"/>
          </a:xfrm>
        </p:grpSpPr>
        <p:sp>
          <p:nvSpPr>
            <p:cNvPr id="30" name="矩形 29">
              <a:extLst>
                <a:ext uri="{FF2B5EF4-FFF2-40B4-BE49-F238E27FC236}">
                  <a16:creationId xmlns:a16="http://schemas.microsoft.com/office/drawing/2014/main" id="{D5F72753-3D59-4A63-A919-DD07FAF0A6D0}"/>
                </a:ext>
              </a:extLst>
            </p:cNvPr>
            <p:cNvSpPr/>
            <p:nvPr/>
          </p:nvSpPr>
          <p:spPr>
            <a:xfrm>
              <a:off x="637505" y="2788276"/>
              <a:ext cx="1242811" cy="309093"/>
            </a:xfrm>
            <a:prstGeom prst="rect">
              <a:avLst/>
            </a:prstGeom>
            <a:solidFill>
              <a:srgbClr val="FFFAE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rgbClr val="002060"/>
                  </a:solidFill>
                </a:rPr>
                <a:t>1    2      </a:t>
              </a:r>
              <a:r>
                <a:rPr lang="en-US" altLang="zh-CN" b="1" dirty="0">
                  <a:solidFill>
                    <a:srgbClr val="C00000"/>
                  </a:solidFill>
                </a:rPr>
                <a:t>6</a:t>
              </a:r>
              <a:endParaRPr lang="zh-CN" altLang="en-US" b="1" dirty="0">
                <a:solidFill>
                  <a:srgbClr val="C00000"/>
                </a:solidFill>
              </a:endParaRPr>
            </a:p>
          </p:txBody>
        </p:sp>
        <p:sp>
          <p:nvSpPr>
            <p:cNvPr id="31" name="矩形 30">
              <a:extLst>
                <a:ext uri="{FF2B5EF4-FFF2-40B4-BE49-F238E27FC236}">
                  <a16:creationId xmlns:a16="http://schemas.microsoft.com/office/drawing/2014/main" id="{7353FCD7-D3DE-4F6A-BB93-FCEC0EDAAAFC}"/>
                </a:ext>
              </a:extLst>
            </p:cNvPr>
            <p:cNvSpPr/>
            <p:nvPr/>
          </p:nvSpPr>
          <p:spPr>
            <a:xfrm>
              <a:off x="637505" y="3097369"/>
              <a:ext cx="1242811" cy="309093"/>
            </a:xfrm>
            <a:prstGeom prst="rect">
              <a:avLst/>
            </a:prstGeom>
            <a:solidFill>
              <a:srgbClr val="FFFAE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rgbClr val="002060"/>
                  </a:solidFill>
                </a:rPr>
                <a:t>2    1    </a:t>
              </a:r>
              <a:r>
                <a:rPr lang="en-US" altLang="zh-CN" b="1" dirty="0">
                  <a:solidFill>
                    <a:srgbClr val="C00000"/>
                  </a:solidFill>
                </a:rPr>
                <a:t>-1</a:t>
              </a:r>
              <a:endParaRPr lang="zh-CN" altLang="en-US" b="1" dirty="0">
                <a:solidFill>
                  <a:srgbClr val="C00000"/>
                </a:solidFill>
              </a:endParaRPr>
            </a:p>
          </p:txBody>
        </p:sp>
        <p:sp>
          <p:nvSpPr>
            <p:cNvPr id="32" name="矩形 31">
              <a:extLst>
                <a:ext uri="{FF2B5EF4-FFF2-40B4-BE49-F238E27FC236}">
                  <a16:creationId xmlns:a16="http://schemas.microsoft.com/office/drawing/2014/main" id="{F1E9478D-E8AC-4786-BD5B-DE104A5C8800}"/>
                </a:ext>
              </a:extLst>
            </p:cNvPr>
            <p:cNvSpPr/>
            <p:nvPr/>
          </p:nvSpPr>
          <p:spPr>
            <a:xfrm>
              <a:off x="637505" y="3406462"/>
              <a:ext cx="1242811" cy="309093"/>
            </a:xfrm>
            <a:prstGeom prst="rect">
              <a:avLst/>
            </a:prstGeom>
            <a:solidFill>
              <a:srgbClr val="FFFAE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rgbClr val="002060"/>
                  </a:solidFill>
                </a:rPr>
                <a:t>3    1      </a:t>
              </a:r>
              <a:r>
                <a:rPr lang="en-US" altLang="zh-CN" b="1" dirty="0">
                  <a:solidFill>
                    <a:srgbClr val="C00000"/>
                  </a:solidFill>
                </a:rPr>
                <a:t>4</a:t>
              </a:r>
              <a:endParaRPr lang="zh-CN" altLang="en-US" b="1" dirty="0">
                <a:solidFill>
                  <a:srgbClr val="C00000"/>
                </a:solidFill>
              </a:endParaRPr>
            </a:p>
          </p:txBody>
        </p:sp>
        <p:sp>
          <p:nvSpPr>
            <p:cNvPr id="34" name="矩形 33">
              <a:extLst>
                <a:ext uri="{FF2B5EF4-FFF2-40B4-BE49-F238E27FC236}">
                  <a16:creationId xmlns:a16="http://schemas.microsoft.com/office/drawing/2014/main" id="{E2451386-4D8E-49B6-A38E-B5396CDC467E}"/>
                </a:ext>
              </a:extLst>
            </p:cNvPr>
            <p:cNvSpPr/>
            <p:nvPr/>
          </p:nvSpPr>
          <p:spPr>
            <a:xfrm>
              <a:off x="637505" y="2479183"/>
              <a:ext cx="1242812" cy="3090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err="1">
                  <a:solidFill>
                    <a:srgbClr val="00B0F0"/>
                  </a:solidFill>
                  <a:latin typeface="Courier New" panose="02070309020205020404" pitchFamily="49" charset="0"/>
                  <a:cs typeface="Courier New" panose="02070309020205020404" pitchFamily="49" charset="0"/>
                </a:rPr>
                <a:t>i</a:t>
              </a:r>
              <a:r>
                <a:rPr lang="en-US" altLang="zh-CN" b="1" dirty="0">
                  <a:solidFill>
                    <a:srgbClr val="00B0F0"/>
                  </a:solidFill>
                  <a:latin typeface="Courier New" panose="02070309020205020404" pitchFamily="49" charset="0"/>
                  <a:cs typeface="Courier New" panose="02070309020205020404" pitchFamily="49" charset="0"/>
                </a:rPr>
                <a:t>  j  e</a:t>
              </a:r>
              <a:endParaRPr lang="zh-CN" altLang="en-US" b="1" dirty="0">
                <a:solidFill>
                  <a:srgbClr val="00B0F0"/>
                </a:solidFill>
                <a:latin typeface="Courier New" panose="02070309020205020404" pitchFamily="49" charset="0"/>
                <a:cs typeface="Courier New" panose="02070309020205020404" pitchFamily="49" charset="0"/>
              </a:endParaRPr>
            </a:p>
          </p:txBody>
        </p:sp>
        <p:sp>
          <p:nvSpPr>
            <p:cNvPr id="35" name="矩形 34">
              <a:extLst>
                <a:ext uri="{FF2B5EF4-FFF2-40B4-BE49-F238E27FC236}">
                  <a16:creationId xmlns:a16="http://schemas.microsoft.com/office/drawing/2014/main" id="{AED9B895-E07C-47DE-91D0-F4E50EB5B53D}"/>
                </a:ext>
              </a:extLst>
            </p:cNvPr>
            <p:cNvSpPr/>
            <p:nvPr/>
          </p:nvSpPr>
          <p:spPr>
            <a:xfrm>
              <a:off x="336996" y="2749641"/>
              <a:ext cx="319825" cy="10397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lnSpc>
                  <a:spcPts val="2400"/>
                </a:lnSpc>
              </a:pPr>
              <a:r>
                <a:rPr lang="en-US" altLang="zh-CN" sz="1600" b="1" dirty="0">
                  <a:solidFill>
                    <a:schemeClr val="tx1">
                      <a:lumMod val="65000"/>
                      <a:lumOff val="35000"/>
                    </a:schemeClr>
                  </a:solidFill>
                  <a:latin typeface="Courier New" panose="02070309020205020404" pitchFamily="49" charset="0"/>
                  <a:cs typeface="Courier New" panose="02070309020205020404" pitchFamily="49" charset="0"/>
                </a:rPr>
                <a:t>1</a:t>
              </a:r>
            </a:p>
            <a:p>
              <a:pPr algn="r">
                <a:lnSpc>
                  <a:spcPts val="2400"/>
                </a:lnSpc>
              </a:pPr>
              <a:r>
                <a:rPr lang="en-US" altLang="zh-CN" sz="1600" b="1" dirty="0">
                  <a:solidFill>
                    <a:schemeClr val="tx1">
                      <a:lumMod val="65000"/>
                      <a:lumOff val="35000"/>
                    </a:schemeClr>
                  </a:solidFill>
                  <a:latin typeface="Courier New" panose="02070309020205020404" pitchFamily="49" charset="0"/>
                  <a:cs typeface="Courier New" panose="02070309020205020404" pitchFamily="49" charset="0"/>
                </a:rPr>
                <a:t>2 3</a:t>
              </a:r>
            </a:p>
          </p:txBody>
        </p:sp>
        <p:sp>
          <p:nvSpPr>
            <p:cNvPr id="36" name="矩形 35">
              <a:extLst>
                <a:ext uri="{FF2B5EF4-FFF2-40B4-BE49-F238E27FC236}">
                  <a16:creationId xmlns:a16="http://schemas.microsoft.com/office/drawing/2014/main" id="{539EAFD7-AC92-492C-9A98-2726873F0B51}"/>
                </a:ext>
              </a:extLst>
            </p:cNvPr>
            <p:cNvSpPr/>
            <p:nvPr/>
          </p:nvSpPr>
          <p:spPr>
            <a:xfrm>
              <a:off x="336996" y="4041822"/>
              <a:ext cx="1622508" cy="3090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rgbClr val="0070C0"/>
                  </a:solidFill>
                  <a:latin typeface="Courier New" panose="02070309020205020404" pitchFamily="49" charset="0"/>
                  <a:cs typeface="Courier New" panose="02070309020205020404" pitchFamily="49" charset="0"/>
                </a:rPr>
                <a:t>Q-&gt;</a:t>
              </a:r>
              <a:r>
                <a:rPr lang="en-US" altLang="zh-CN" sz="2000" b="1" dirty="0" err="1">
                  <a:solidFill>
                    <a:srgbClr val="0070C0"/>
                  </a:solidFill>
                  <a:latin typeface="Courier New" panose="02070309020205020404" pitchFamily="49" charset="0"/>
                  <a:cs typeface="Courier New" panose="02070309020205020404" pitchFamily="49" charset="0"/>
                </a:rPr>
                <a:t>nzElem</a:t>
              </a:r>
              <a:endParaRPr lang="zh-CN" altLang="en-US" sz="2000" b="1" dirty="0">
                <a:solidFill>
                  <a:srgbClr val="0070C0"/>
                </a:solidFill>
                <a:latin typeface="Courier New" panose="02070309020205020404" pitchFamily="49" charset="0"/>
                <a:cs typeface="Courier New" panose="02070309020205020404" pitchFamily="49" charset="0"/>
              </a:endParaRPr>
            </a:p>
          </p:txBody>
        </p:sp>
      </p:grpSp>
      <p:grpSp>
        <p:nvGrpSpPr>
          <p:cNvPr id="44" name="组合 43">
            <a:extLst>
              <a:ext uri="{FF2B5EF4-FFF2-40B4-BE49-F238E27FC236}">
                <a16:creationId xmlns:a16="http://schemas.microsoft.com/office/drawing/2014/main" id="{72039C94-7C01-440C-B51B-EED56E468C2F}"/>
              </a:ext>
            </a:extLst>
          </p:cNvPr>
          <p:cNvGrpSpPr/>
          <p:nvPr/>
        </p:nvGrpSpPr>
        <p:grpSpPr>
          <a:xfrm>
            <a:off x="3331159" y="5494777"/>
            <a:ext cx="1701894" cy="629604"/>
            <a:chOff x="2826403" y="4761436"/>
            <a:chExt cx="2418344" cy="629604"/>
          </a:xfrm>
        </p:grpSpPr>
        <p:sp>
          <p:nvSpPr>
            <p:cNvPr id="37" name="矩形 36">
              <a:extLst>
                <a:ext uri="{FF2B5EF4-FFF2-40B4-BE49-F238E27FC236}">
                  <a16:creationId xmlns:a16="http://schemas.microsoft.com/office/drawing/2014/main" id="{11169739-49DC-41E0-A355-0F4F792A2864}"/>
                </a:ext>
              </a:extLst>
            </p:cNvPr>
            <p:cNvSpPr/>
            <p:nvPr/>
          </p:nvSpPr>
          <p:spPr>
            <a:xfrm>
              <a:off x="4123597" y="5030754"/>
              <a:ext cx="1071318" cy="360286"/>
            </a:xfrm>
            <a:prstGeom prst="rect">
              <a:avLst/>
            </a:prstGeom>
            <a:solidFill>
              <a:srgbClr val="FFFAE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solidFill>
                  <a:srgbClr val="C00000"/>
                </a:solidFill>
              </a:endParaRPr>
            </a:p>
          </p:txBody>
        </p:sp>
        <p:sp>
          <p:nvSpPr>
            <p:cNvPr id="38" name="矩形 37">
              <a:extLst>
                <a:ext uri="{FF2B5EF4-FFF2-40B4-BE49-F238E27FC236}">
                  <a16:creationId xmlns:a16="http://schemas.microsoft.com/office/drawing/2014/main" id="{9AFFD467-6D80-4CFD-9C92-157B26A2F7FE}"/>
                </a:ext>
              </a:extLst>
            </p:cNvPr>
            <p:cNvSpPr/>
            <p:nvPr/>
          </p:nvSpPr>
          <p:spPr>
            <a:xfrm>
              <a:off x="4123597" y="4761436"/>
              <a:ext cx="1121150" cy="2861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2400"/>
                </a:lnSpc>
              </a:pPr>
              <a:r>
                <a:rPr lang="en-US" altLang="zh-CN" sz="1600" b="1" dirty="0">
                  <a:solidFill>
                    <a:schemeClr val="tx1">
                      <a:lumMod val="65000"/>
                      <a:lumOff val="35000"/>
                    </a:schemeClr>
                  </a:solidFill>
                  <a:latin typeface="Courier New" panose="02070309020205020404" pitchFamily="49" charset="0"/>
                  <a:cs typeface="Courier New" panose="02070309020205020404" pitchFamily="49" charset="0"/>
                </a:rPr>
                <a:t>1  2  </a:t>
              </a:r>
              <a:endParaRPr lang="zh-CN" altLang="en-US" sz="1600" b="1" dirty="0">
                <a:solidFill>
                  <a:schemeClr val="tx1">
                    <a:lumMod val="65000"/>
                    <a:lumOff val="35000"/>
                  </a:schemeClr>
                </a:solidFill>
                <a:latin typeface="Courier New" panose="02070309020205020404" pitchFamily="49" charset="0"/>
                <a:cs typeface="Courier New" panose="02070309020205020404" pitchFamily="49" charset="0"/>
              </a:endParaRPr>
            </a:p>
          </p:txBody>
        </p:sp>
        <p:sp>
          <p:nvSpPr>
            <p:cNvPr id="39" name="矩形 38">
              <a:extLst>
                <a:ext uri="{FF2B5EF4-FFF2-40B4-BE49-F238E27FC236}">
                  <a16:creationId xmlns:a16="http://schemas.microsoft.com/office/drawing/2014/main" id="{9FEEBD36-34C9-442A-9220-DD305D922008}"/>
                </a:ext>
              </a:extLst>
            </p:cNvPr>
            <p:cNvSpPr/>
            <p:nvPr/>
          </p:nvSpPr>
          <p:spPr>
            <a:xfrm>
              <a:off x="2826403" y="5080373"/>
              <a:ext cx="1365693" cy="2861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lnSpc>
                  <a:spcPts val="2400"/>
                </a:lnSpc>
              </a:pPr>
              <a:r>
                <a:rPr lang="en-US" altLang="zh-CN" sz="2000" b="1" dirty="0" err="1">
                  <a:solidFill>
                    <a:schemeClr val="tx1">
                      <a:lumMod val="65000"/>
                      <a:lumOff val="35000"/>
                    </a:schemeClr>
                  </a:solidFill>
                  <a:latin typeface="Courier New" panose="02070309020205020404" pitchFamily="49" charset="0"/>
                  <a:cs typeface="Courier New" panose="02070309020205020404" pitchFamily="49" charset="0"/>
                </a:rPr>
                <a:t>ctemp</a:t>
              </a:r>
              <a:endParaRPr lang="zh-CN" altLang="en-US" sz="2000" b="1" dirty="0">
                <a:solidFill>
                  <a:schemeClr val="tx1">
                    <a:lumMod val="65000"/>
                    <a:lumOff val="35000"/>
                  </a:schemeClr>
                </a:solidFill>
                <a:latin typeface="Courier New" panose="02070309020205020404" pitchFamily="49" charset="0"/>
                <a:cs typeface="Courier New" panose="02070309020205020404" pitchFamily="49" charset="0"/>
              </a:endParaRPr>
            </a:p>
          </p:txBody>
        </p:sp>
      </p:grpSp>
      <p:sp>
        <p:nvSpPr>
          <p:cNvPr id="40" name="矩形: 圆角 39">
            <a:extLst>
              <a:ext uri="{FF2B5EF4-FFF2-40B4-BE49-F238E27FC236}">
                <a16:creationId xmlns:a16="http://schemas.microsoft.com/office/drawing/2014/main" id="{7C602E5B-20C4-4983-8AB6-CCD7E9CBCFD4}"/>
              </a:ext>
            </a:extLst>
          </p:cNvPr>
          <p:cNvSpPr/>
          <p:nvPr/>
        </p:nvSpPr>
        <p:spPr>
          <a:xfrm>
            <a:off x="1303807" y="203246"/>
            <a:ext cx="3476564" cy="553022"/>
          </a:xfrm>
          <a:prstGeom prst="roundRect">
            <a:avLst/>
          </a:prstGeom>
          <a:solidFill>
            <a:schemeClr val="tx2">
              <a:lumMod val="10000"/>
              <a:lumOff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rgbClr val="C00000"/>
                </a:solidFill>
                <a:effectLst>
                  <a:outerShdw blurRad="38100" dist="38100" dir="2700000" algn="tl">
                    <a:srgbClr val="000000">
                      <a:alpha val="43137"/>
                    </a:srgbClr>
                  </a:outerShdw>
                </a:effectLst>
              </a:rPr>
              <a:t>算法</a:t>
            </a:r>
            <a:r>
              <a:rPr lang="en-US" altLang="zh-CN" sz="2400" b="1" dirty="0">
                <a:solidFill>
                  <a:srgbClr val="C00000"/>
                </a:solidFill>
                <a:effectLst>
                  <a:outerShdw blurRad="38100" dist="38100" dir="2700000" algn="tl">
                    <a:srgbClr val="000000">
                      <a:alpha val="43137"/>
                    </a:srgbClr>
                  </a:outerShdw>
                </a:effectLst>
              </a:rPr>
              <a:t>5.5  </a:t>
            </a:r>
            <a:r>
              <a:rPr lang="zh-CN" altLang="en-US" sz="2400" b="1" dirty="0">
                <a:solidFill>
                  <a:srgbClr val="002060"/>
                </a:solidFill>
                <a:effectLst>
                  <a:outerShdw blurRad="38100" dist="38100" dir="2700000" algn="tl">
                    <a:srgbClr val="000000">
                      <a:alpha val="43137"/>
                    </a:srgbClr>
                  </a:outerShdw>
                </a:effectLst>
              </a:rPr>
              <a:t>稀疏矩阵相乘</a:t>
            </a:r>
          </a:p>
        </p:txBody>
      </p:sp>
      <mc:AlternateContent xmlns:mc="http://schemas.openxmlformats.org/markup-compatibility/2006" xmlns:a14="http://schemas.microsoft.com/office/drawing/2010/main">
        <mc:Choice Requires="a14">
          <p:sp>
            <p:nvSpPr>
              <p:cNvPr id="43" name="文本框 42">
                <a:extLst>
                  <a:ext uri="{FF2B5EF4-FFF2-40B4-BE49-F238E27FC236}">
                    <a16:creationId xmlns:a16="http://schemas.microsoft.com/office/drawing/2014/main" id="{C29C809D-28B6-4DD0-B986-6CDEE2CDA977}"/>
                  </a:ext>
                </a:extLst>
              </p:cNvPr>
              <p:cNvSpPr txBox="1"/>
              <p:nvPr/>
            </p:nvSpPr>
            <p:spPr>
              <a:xfrm>
                <a:off x="203182" y="2244503"/>
                <a:ext cx="4870367" cy="432619"/>
              </a:xfrm>
              <a:prstGeom prst="rect">
                <a:avLst/>
              </a:prstGeom>
              <a:solidFill>
                <a:srgbClr val="FFFAEB"/>
              </a:solidFill>
            </p:spPr>
            <p:txBody>
              <a:bodyPr wrap="square" rtlCol="0">
                <a:spAutoFit/>
              </a:bodyPr>
              <a:lstStyle/>
              <a:p>
                <a:r>
                  <a:rPr lang="zh-CN" altLang="en-US" sz="2000" b="1" dirty="0">
                    <a:latin typeface="Courier New" panose="02070309020205020404" pitchFamily="49" charset="0"/>
                    <a:cs typeface="Courier New" panose="02070309020205020404" pitchFamily="49" charset="0"/>
                  </a:rPr>
                  <a:t>矩阵乘法规则：</a:t>
                </a:r>
                <a:r>
                  <a:rPr lang="en-US" altLang="zh-CN" sz="2200" b="1" i="1" dirty="0" err="1">
                    <a:latin typeface="Courier New" panose="02070309020205020404" pitchFamily="49" charset="0"/>
                    <a:cs typeface="Courier New" panose="02070309020205020404" pitchFamily="49" charset="0"/>
                  </a:rPr>
                  <a:t>q</a:t>
                </a:r>
                <a:r>
                  <a:rPr lang="en-US" altLang="zh-CN" sz="2200" b="1" i="1" baseline="-25000" dirty="0" err="1">
                    <a:solidFill>
                      <a:srgbClr val="C00000"/>
                    </a:solidFill>
                    <a:latin typeface="Courier New" panose="02070309020205020404" pitchFamily="49" charset="0"/>
                    <a:cs typeface="Courier New" panose="02070309020205020404" pitchFamily="49" charset="0"/>
                  </a:rPr>
                  <a:t>ij</a:t>
                </a:r>
                <a:r>
                  <a:rPr lang="en-US" altLang="zh-CN" sz="2200" b="1" dirty="0">
                    <a:latin typeface="Courier New" panose="02070309020205020404" pitchFamily="49" charset="0"/>
                    <a:cs typeface="Courier New" panose="02070309020205020404" pitchFamily="49" charset="0"/>
                  </a:rPr>
                  <a:t> = </a:t>
                </a:r>
                <a14:m>
                  <m:oMath xmlns:m="http://schemas.openxmlformats.org/officeDocument/2006/math">
                    <m:nary>
                      <m:naryPr>
                        <m:chr m:val="∑"/>
                        <m:limLoc m:val="subSup"/>
                        <m:ctrlPr>
                          <a:rPr lang="en-US" altLang="zh-CN" sz="2200" b="1" i="1" smtClean="0">
                            <a:latin typeface="Cambria Math" panose="02040503050406030204" pitchFamily="18" charset="0"/>
                            <a:cs typeface="Courier New" panose="02070309020205020404" pitchFamily="49" charset="0"/>
                          </a:rPr>
                        </m:ctrlPr>
                      </m:naryPr>
                      <m:sub>
                        <m:r>
                          <m:rPr>
                            <m:brk m:alnAt="25"/>
                          </m:rPr>
                          <a:rPr lang="en-US" altLang="zh-CN" sz="2200" b="1" i="1" smtClean="0">
                            <a:latin typeface="Cambria Math" panose="02040503050406030204" pitchFamily="18" charset="0"/>
                            <a:cs typeface="Courier New" panose="02070309020205020404" pitchFamily="49" charset="0"/>
                          </a:rPr>
                          <m:t>𝒌</m:t>
                        </m:r>
                        <m:r>
                          <a:rPr lang="en-US" altLang="zh-CN" sz="2200" b="1" i="1" smtClean="0">
                            <a:latin typeface="Cambria Math" panose="02040503050406030204" pitchFamily="18" charset="0"/>
                            <a:cs typeface="Courier New" panose="02070309020205020404" pitchFamily="49" charset="0"/>
                          </a:rPr>
                          <m:t>=</m:t>
                        </m:r>
                        <m:r>
                          <a:rPr lang="en-US" altLang="zh-CN" sz="2200" b="1" i="1" smtClean="0">
                            <a:latin typeface="Cambria Math" panose="02040503050406030204" pitchFamily="18" charset="0"/>
                            <a:cs typeface="Courier New" panose="02070309020205020404" pitchFamily="49" charset="0"/>
                          </a:rPr>
                          <m:t>𝟏</m:t>
                        </m:r>
                      </m:sub>
                      <m:sup>
                        <m:r>
                          <a:rPr lang="en-US" altLang="zh-CN" sz="2200" b="1" i="1" smtClean="0">
                            <a:latin typeface="Cambria Math" panose="02040503050406030204" pitchFamily="18" charset="0"/>
                            <a:cs typeface="Courier New" panose="02070309020205020404" pitchFamily="49" charset="0"/>
                          </a:rPr>
                          <m:t>𝒏</m:t>
                        </m:r>
                        <m:r>
                          <a:rPr lang="en-US" altLang="zh-CN" sz="2200" b="1" i="1" baseline="-25000" smtClean="0">
                            <a:latin typeface="Cambria Math" panose="02040503050406030204" pitchFamily="18" charset="0"/>
                            <a:cs typeface="Courier New" panose="02070309020205020404" pitchFamily="49" charset="0"/>
                          </a:rPr>
                          <m:t>𝟏</m:t>
                        </m:r>
                      </m:sup>
                      <m:e>
                        <m:r>
                          <a:rPr lang="en-US" altLang="zh-CN" sz="2200" b="1" i="1" smtClean="0">
                            <a:latin typeface="Cambria Math" panose="02040503050406030204" pitchFamily="18" charset="0"/>
                            <a:cs typeface="Courier New" panose="02070309020205020404" pitchFamily="49" charset="0"/>
                          </a:rPr>
                          <m:t>𝒎</m:t>
                        </m:r>
                        <m:r>
                          <a:rPr lang="en-US" altLang="zh-CN" sz="2200" b="1" i="1" baseline="-25000" smtClean="0">
                            <a:solidFill>
                              <a:srgbClr val="C00000"/>
                            </a:solidFill>
                            <a:latin typeface="Cambria Math" panose="02040503050406030204" pitchFamily="18" charset="0"/>
                            <a:cs typeface="Courier New" panose="02070309020205020404" pitchFamily="49" charset="0"/>
                          </a:rPr>
                          <m:t>𝒊</m:t>
                        </m:r>
                        <m:r>
                          <a:rPr lang="en-US" altLang="zh-CN" sz="2200" b="1" i="1" baseline="-25000" smtClean="0">
                            <a:latin typeface="Cambria Math" panose="02040503050406030204" pitchFamily="18" charset="0"/>
                            <a:cs typeface="Courier New" panose="02070309020205020404" pitchFamily="49" charset="0"/>
                          </a:rPr>
                          <m:t>𝒌</m:t>
                        </m:r>
                        <m:r>
                          <a:rPr lang="en-US" altLang="zh-CN" sz="2200" b="1" i="1" smtClean="0">
                            <a:latin typeface="Cambria Math" panose="02040503050406030204" pitchFamily="18" charset="0"/>
                            <a:ea typeface="Cambria Math" panose="02040503050406030204" pitchFamily="18" charset="0"/>
                            <a:cs typeface="Courier New" panose="02070309020205020404" pitchFamily="49" charset="0"/>
                          </a:rPr>
                          <m:t>×</m:t>
                        </m:r>
                        <m:r>
                          <a:rPr lang="en-US" altLang="zh-CN" sz="2200" b="1" i="1" smtClean="0">
                            <a:latin typeface="Cambria Math" panose="02040503050406030204" pitchFamily="18" charset="0"/>
                            <a:ea typeface="Cambria Math" panose="02040503050406030204" pitchFamily="18" charset="0"/>
                            <a:cs typeface="Courier New" panose="02070309020205020404" pitchFamily="49" charset="0"/>
                          </a:rPr>
                          <m:t>𝒏𝒌𝒋</m:t>
                        </m:r>
                      </m:e>
                    </m:nary>
                  </m:oMath>
                </a14:m>
                <a:endParaRPr lang="zh-CN" altLang="en-US" sz="2200" b="1" dirty="0">
                  <a:latin typeface="Courier New" panose="02070309020205020404" pitchFamily="49" charset="0"/>
                  <a:cs typeface="Courier New" panose="02070309020205020404" pitchFamily="49" charset="0"/>
                </a:endParaRPr>
              </a:p>
            </p:txBody>
          </p:sp>
        </mc:Choice>
        <mc:Fallback xmlns="">
          <p:sp>
            <p:nvSpPr>
              <p:cNvPr id="43" name="文本框 42">
                <a:extLst>
                  <a:ext uri="{FF2B5EF4-FFF2-40B4-BE49-F238E27FC236}">
                    <a16:creationId xmlns:a16="http://schemas.microsoft.com/office/drawing/2014/main" id="{C29C809D-28B6-4DD0-B986-6CDEE2CDA977}"/>
                  </a:ext>
                </a:extLst>
              </p:cNvPr>
              <p:cNvSpPr txBox="1">
                <a:spLocks noRot="1" noChangeAspect="1" noMove="1" noResize="1" noEditPoints="1" noAdjustHandles="1" noChangeArrowheads="1" noChangeShapeType="1" noTextEdit="1"/>
              </p:cNvSpPr>
              <p:nvPr/>
            </p:nvSpPr>
            <p:spPr>
              <a:xfrm>
                <a:off x="203182" y="2244503"/>
                <a:ext cx="4870367" cy="432619"/>
              </a:xfrm>
              <a:prstGeom prst="rect">
                <a:avLst/>
              </a:prstGeom>
              <a:blipFill>
                <a:blip r:embed="rId3"/>
                <a:stretch>
                  <a:fillRect l="-1252" t="-129577" b="-185915"/>
                </a:stretch>
              </a:blipFill>
            </p:spPr>
            <p:txBody>
              <a:bodyPr/>
              <a:lstStyle/>
              <a:p>
                <a:r>
                  <a:rPr lang="zh-CN" altLang="en-US">
                    <a:noFill/>
                  </a:rPr>
                  <a:t> </a:t>
                </a:r>
              </a:p>
            </p:txBody>
          </p:sp>
        </mc:Fallback>
      </mc:AlternateContent>
      <p:sp>
        <p:nvSpPr>
          <p:cNvPr id="45" name="文本框 44">
            <a:extLst>
              <a:ext uri="{FF2B5EF4-FFF2-40B4-BE49-F238E27FC236}">
                <a16:creationId xmlns:a16="http://schemas.microsoft.com/office/drawing/2014/main" id="{6744092E-0145-41A6-9915-8CA312D14486}"/>
              </a:ext>
            </a:extLst>
          </p:cNvPr>
          <p:cNvSpPr txBox="1"/>
          <p:nvPr/>
        </p:nvSpPr>
        <p:spPr>
          <a:xfrm>
            <a:off x="4313162" y="5764750"/>
            <a:ext cx="282498" cy="369332"/>
          </a:xfrm>
          <a:prstGeom prst="rect">
            <a:avLst/>
          </a:prstGeom>
          <a:noFill/>
        </p:spPr>
        <p:txBody>
          <a:bodyPr wrap="square" lIns="72000" tIns="0" rIns="72000" bIns="0" rtlCol="0">
            <a:spAutoFit/>
          </a:bodyPr>
          <a:lstStyle/>
          <a:p>
            <a:pPr algn="ctr"/>
            <a:r>
              <a:rPr lang="en-US" altLang="zh-CN" sz="2400" b="1" dirty="0">
                <a:solidFill>
                  <a:srgbClr val="2F18D8"/>
                </a:solidFill>
                <a:effectLst>
                  <a:outerShdw blurRad="38100" dist="38100" dir="2700000" algn="tl">
                    <a:srgbClr val="000000">
                      <a:alpha val="43137"/>
                    </a:srgbClr>
                  </a:outerShdw>
                </a:effectLst>
              </a:rPr>
              <a:t>0</a:t>
            </a:r>
            <a:endParaRPr lang="zh-CN" altLang="en-US" sz="2400" b="1" dirty="0">
              <a:solidFill>
                <a:srgbClr val="2F18D8"/>
              </a:solidFill>
              <a:effectLst>
                <a:outerShdw blurRad="38100" dist="38100" dir="2700000" algn="tl">
                  <a:srgbClr val="000000">
                    <a:alpha val="43137"/>
                  </a:srgbClr>
                </a:outerShdw>
              </a:effectLst>
            </a:endParaRPr>
          </a:p>
        </p:txBody>
      </p:sp>
      <p:sp>
        <p:nvSpPr>
          <p:cNvPr id="46" name="文本框 45">
            <a:extLst>
              <a:ext uri="{FF2B5EF4-FFF2-40B4-BE49-F238E27FC236}">
                <a16:creationId xmlns:a16="http://schemas.microsoft.com/office/drawing/2014/main" id="{B79EC93B-2AFF-400D-9731-1D700DB47104}"/>
              </a:ext>
            </a:extLst>
          </p:cNvPr>
          <p:cNvSpPr txBox="1"/>
          <p:nvPr/>
        </p:nvSpPr>
        <p:spPr>
          <a:xfrm>
            <a:off x="4686729" y="5762523"/>
            <a:ext cx="282498" cy="369332"/>
          </a:xfrm>
          <a:prstGeom prst="rect">
            <a:avLst/>
          </a:prstGeom>
          <a:noFill/>
        </p:spPr>
        <p:txBody>
          <a:bodyPr wrap="square" lIns="72000" tIns="0" rIns="72000" bIns="0" rtlCol="0">
            <a:spAutoFit/>
          </a:bodyPr>
          <a:lstStyle/>
          <a:p>
            <a:pPr algn="ctr"/>
            <a:r>
              <a:rPr lang="en-US" altLang="zh-CN" sz="2400" b="1" dirty="0">
                <a:solidFill>
                  <a:srgbClr val="2F18D8"/>
                </a:solidFill>
                <a:effectLst>
                  <a:outerShdw blurRad="38100" dist="38100" dir="2700000" algn="tl">
                    <a:srgbClr val="000000">
                      <a:alpha val="43137"/>
                    </a:srgbClr>
                  </a:outerShdw>
                </a:effectLst>
              </a:rPr>
              <a:t>0</a:t>
            </a:r>
            <a:endParaRPr lang="zh-CN" altLang="en-US" sz="2400" b="1" dirty="0">
              <a:solidFill>
                <a:srgbClr val="2F18D8"/>
              </a:solidFill>
              <a:effectLst>
                <a:outerShdw blurRad="38100" dist="38100" dir="2700000" algn="tl">
                  <a:srgbClr val="000000">
                    <a:alpha val="43137"/>
                  </a:srgbClr>
                </a:outerShdw>
              </a:effectLst>
            </a:endParaRPr>
          </a:p>
        </p:txBody>
      </p:sp>
      <mc:AlternateContent xmlns:mc="http://schemas.openxmlformats.org/markup-compatibility/2006" xmlns:a14="http://schemas.microsoft.com/office/drawing/2010/main">
        <mc:Choice Requires="a14">
          <p:sp>
            <p:nvSpPr>
              <p:cNvPr id="49" name="文本框 48">
                <a:extLst>
                  <a:ext uri="{FF2B5EF4-FFF2-40B4-BE49-F238E27FC236}">
                    <a16:creationId xmlns:a16="http://schemas.microsoft.com/office/drawing/2014/main" id="{C122E16C-42C4-434C-865B-16DBC15BE70A}"/>
                  </a:ext>
                </a:extLst>
              </p:cNvPr>
              <p:cNvSpPr txBox="1"/>
              <p:nvPr/>
            </p:nvSpPr>
            <p:spPr>
              <a:xfrm>
                <a:off x="3789497" y="1014604"/>
                <a:ext cx="1383520" cy="810735"/>
              </a:xfrm>
              <a:prstGeom prst="rect">
                <a:avLst/>
              </a:prstGeom>
              <a:noFill/>
            </p:spPr>
            <p:txBody>
              <a:bodyPr wrap="none" rtlCol="0">
                <a:spAutoFit/>
              </a:bodyPr>
              <a:lstStyle/>
              <a:p>
                <a:r>
                  <a:rPr lang="en-US" altLang="zh-CN" sz="1800" b="1" dirty="0"/>
                  <a:t>Q=</a:t>
                </a:r>
                <a14:m>
                  <m:oMath xmlns:m="http://schemas.openxmlformats.org/officeDocument/2006/math">
                    <m:d>
                      <m:dPr>
                        <m:begChr m:val="["/>
                        <m:endChr m:val="]"/>
                        <m:ctrlPr>
                          <a:rPr lang="en-US" altLang="zh-CN" sz="1800" b="1" i="1" smtClean="0">
                            <a:latin typeface="Cambria Math" panose="02040503050406030204" pitchFamily="18" charset="0"/>
                          </a:rPr>
                        </m:ctrlPr>
                      </m:dPr>
                      <m:e>
                        <m:m>
                          <m:mPr>
                            <m:mcs>
                              <m:mc>
                                <m:mcPr>
                                  <m:count m:val="2"/>
                                  <m:mcJc m:val="center"/>
                                </m:mcPr>
                              </m:mc>
                            </m:mcs>
                            <m:ctrlPr>
                              <a:rPr lang="en-US" altLang="zh-CN" sz="1800" b="1" i="1" smtClean="0">
                                <a:latin typeface="Cambria Math" panose="02040503050406030204" pitchFamily="18" charset="0"/>
                              </a:rPr>
                            </m:ctrlPr>
                          </m:mPr>
                          <m:mr>
                            <m:e>
                              <m:m>
                                <m:mPr>
                                  <m:mcs>
                                    <m:mc>
                                      <m:mcPr>
                                        <m:count m:val="1"/>
                                        <m:mcJc m:val="center"/>
                                      </m:mcPr>
                                    </m:mc>
                                  </m:mcs>
                                  <m:ctrlPr>
                                    <a:rPr lang="en-US" altLang="zh-CN" sz="1800" b="1" i="1" smtClean="0">
                                      <a:latin typeface="Cambria Math" panose="02040503050406030204" pitchFamily="18" charset="0"/>
                                    </a:rPr>
                                  </m:ctrlPr>
                                </m:mPr>
                                <m:mr>
                                  <m:e>
                                    <m:r>
                                      <m:rPr>
                                        <m:brk m:alnAt="7"/>
                                      </m:rPr>
                                      <a:rPr lang="en-US" altLang="zh-CN" sz="1800" b="1" i="1" smtClean="0">
                                        <a:latin typeface="Cambria Math" panose="02040503050406030204" pitchFamily="18" charset="0"/>
                                      </a:rPr>
                                      <m:t> </m:t>
                                    </m:r>
                                    <m:r>
                                      <a:rPr lang="en-US" altLang="zh-CN" sz="1800" b="1" i="1" smtClean="0">
                                        <a:latin typeface="Cambria Math" panose="02040503050406030204" pitchFamily="18" charset="0"/>
                                      </a:rPr>
                                      <m:t>  </m:t>
                                    </m:r>
                                    <m:r>
                                      <a:rPr lang="en-US" altLang="zh-CN" sz="1800" b="1" i="1" smtClean="0">
                                        <a:latin typeface="Cambria Math" panose="02040503050406030204" pitchFamily="18" charset="0"/>
                                      </a:rPr>
                                      <m:t>𝟎</m:t>
                                    </m:r>
                                  </m:e>
                                </m:mr>
                                <m:mr>
                                  <m:e>
                                    <m:r>
                                      <a:rPr lang="en-US" altLang="zh-CN" sz="1800" b="1" i="1" smtClean="0">
                                        <a:latin typeface="Cambria Math" panose="02040503050406030204" pitchFamily="18" charset="0"/>
                                      </a:rPr>
                                      <m:t>−</m:t>
                                    </m:r>
                                    <m:r>
                                      <a:rPr lang="en-US" altLang="zh-CN" sz="1800" b="1" i="1" smtClean="0">
                                        <a:latin typeface="Cambria Math" panose="02040503050406030204" pitchFamily="18" charset="0"/>
                                      </a:rPr>
                                      <m:t>𝟏</m:t>
                                    </m:r>
                                  </m:e>
                                </m:mr>
                              </m:m>
                            </m:e>
                            <m:e>
                              <m:m>
                                <m:mPr>
                                  <m:mcs>
                                    <m:mc>
                                      <m:mcPr>
                                        <m:count m:val="1"/>
                                        <m:mcJc m:val="center"/>
                                      </m:mcPr>
                                    </m:mc>
                                  </m:mcs>
                                  <m:ctrlPr>
                                    <a:rPr lang="en-US" altLang="zh-CN" sz="1800" b="1" i="1" smtClean="0">
                                      <a:latin typeface="Cambria Math" panose="02040503050406030204" pitchFamily="18" charset="0"/>
                                    </a:rPr>
                                  </m:ctrlPr>
                                </m:mPr>
                                <m:mr>
                                  <m:e>
                                    <m:r>
                                      <m:rPr>
                                        <m:brk m:alnAt="7"/>
                                      </m:rPr>
                                      <a:rPr lang="en-US" altLang="zh-CN" sz="1800" b="1" i="1" smtClean="0">
                                        <a:latin typeface="Cambria Math" panose="02040503050406030204" pitchFamily="18" charset="0"/>
                                      </a:rPr>
                                      <m:t>𝟔</m:t>
                                    </m:r>
                                  </m:e>
                                </m:mr>
                                <m:mr>
                                  <m:e>
                                    <m:r>
                                      <a:rPr lang="en-US" altLang="zh-CN" sz="1800" b="1" i="1" smtClean="0">
                                        <a:latin typeface="Cambria Math" panose="02040503050406030204" pitchFamily="18" charset="0"/>
                                      </a:rPr>
                                      <m:t>𝟎</m:t>
                                    </m:r>
                                  </m:e>
                                </m:mr>
                              </m:m>
                            </m:e>
                          </m:mr>
                          <m:mr>
                            <m:e>
                              <m:r>
                                <a:rPr lang="en-US" altLang="zh-CN" sz="1800" b="1" i="1" smtClean="0">
                                  <a:latin typeface="Cambria Math" panose="02040503050406030204" pitchFamily="18" charset="0"/>
                                </a:rPr>
                                <m:t>   </m:t>
                              </m:r>
                              <m:r>
                                <a:rPr lang="en-US" altLang="zh-CN" sz="1800" b="1" i="1" smtClean="0">
                                  <a:latin typeface="Cambria Math" panose="02040503050406030204" pitchFamily="18" charset="0"/>
                                </a:rPr>
                                <m:t>𝟎</m:t>
                              </m:r>
                            </m:e>
                            <m:e>
                              <m:r>
                                <a:rPr lang="en-US" altLang="zh-CN" sz="1800" b="1" i="1" smtClean="0">
                                  <a:latin typeface="Cambria Math" panose="02040503050406030204" pitchFamily="18" charset="0"/>
                                </a:rPr>
                                <m:t>𝟒</m:t>
                              </m:r>
                            </m:e>
                          </m:mr>
                        </m:m>
                      </m:e>
                    </m:d>
                  </m:oMath>
                </a14:m>
                <a:endParaRPr lang="zh-CN" altLang="en-US" dirty="0"/>
              </a:p>
            </p:txBody>
          </p:sp>
        </mc:Choice>
        <mc:Fallback xmlns="">
          <p:sp>
            <p:nvSpPr>
              <p:cNvPr id="49" name="文本框 48">
                <a:extLst>
                  <a:ext uri="{FF2B5EF4-FFF2-40B4-BE49-F238E27FC236}">
                    <a16:creationId xmlns:a16="http://schemas.microsoft.com/office/drawing/2014/main" id="{C122E16C-42C4-434C-865B-16DBC15BE70A}"/>
                  </a:ext>
                </a:extLst>
              </p:cNvPr>
              <p:cNvSpPr txBox="1">
                <a:spLocks noRot="1" noChangeAspect="1" noMove="1" noResize="1" noEditPoints="1" noAdjustHandles="1" noChangeArrowheads="1" noChangeShapeType="1" noTextEdit="1"/>
              </p:cNvSpPr>
              <p:nvPr/>
            </p:nvSpPr>
            <p:spPr>
              <a:xfrm>
                <a:off x="3789497" y="1014604"/>
                <a:ext cx="1383520" cy="810735"/>
              </a:xfrm>
              <a:prstGeom prst="rect">
                <a:avLst/>
              </a:prstGeom>
              <a:blipFill>
                <a:blip r:embed="rId4"/>
                <a:stretch>
                  <a:fillRect l="-3965"/>
                </a:stretch>
              </a:blipFill>
            </p:spPr>
            <p:txBody>
              <a:bodyPr/>
              <a:lstStyle/>
              <a:p>
                <a:r>
                  <a:rPr lang="zh-CN" altLang="en-US">
                    <a:noFill/>
                  </a:rPr>
                  <a:t> </a:t>
                </a:r>
              </a:p>
            </p:txBody>
          </p:sp>
        </mc:Fallback>
      </mc:AlternateContent>
      <p:sp>
        <p:nvSpPr>
          <p:cNvPr id="50" name="文本框 49">
            <a:extLst>
              <a:ext uri="{FF2B5EF4-FFF2-40B4-BE49-F238E27FC236}">
                <a16:creationId xmlns:a16="http://schemas.microsoft.com/office/drawing/2014/main" id="{AB456D13-251F-4993-A256-F729DAF1FDB1}"/>
              </a:ext>
            </a:extLst>
          </p:cNvPr>
          <p:cNvSpPr txBox="1"/>
          <p:nvPr/>
        </p:nvSpPr>
        <p:spPr>
          <a:xfrm>
            <a:off x="166934" y="2771403"/>
            <a:ext cx="4570482" cy="646331"/>
          </a:xfrm>
          <a:prstGeom prst="rect">
            <a:avLst/>
          </a:prstGeom>
          <a:noFill/>
        </p:spPr>
        <p:txBody>
          <a:bodyPr wrap="none" rtlCol="0">
            <a:spAutoFit/>
          </a:bodyPr>
          <a:lstStyle/>
          <a:p>
            <a:r>
              <a:rPr lang="zh-CN" altLang="en-US" dirty="0">
                <a:latin typeface="Courier New" panose="02070309020205020404" pitchFamily="49" charset="0"/>
                <a:cs typeface="Courier New" panose="02070309020205020404" pitchFamily="49" charset="0"/>
              </a:rPr>
              <a:t>稀疏矩阵采用行逻辑链接顺序表存储结构，</a:t>
            </a:r>
            <a:endParaRPr lang="en-US" altLang="zh-CN" dirty="0">
              <a:latin typeface="Courier New" panose="02070309020205020404" pitchFamily="49" charset="0"/>
              <a:cs typeface="Courier New" panose="02070309020205020404" pitchFamily="49" charset="0"/>
            </a:endParaRPr>
          </a:p>
          <a:p>
            <a:r>
              <a:rPr lang="zh-CN" altLang="en-US" dirty="0">
                <a:latin typeface="Courier New" panose="02070309020205020404" pitchFamily="49" charset="0"/>
                <a:cs typeface="Courier New" panose="02070309020205020404" pitchFamily="49" charset="0"/>
              </a:rPr>
              <a:t>需要相应的求</a:t>
            </a:r>
            <a:r>
              <a:rPr lang="en-US" altLang="zh-CN" b="1" i="1" dirty="0" err="1">
                <a:latin typeface="Courier New" panose="02070309020205020404" pitchFamily="49" charset="0"/>
                <a:cs typeface="Courier New" panose="02070309020205020404" pitchFamily="49" charset="0"/>
              </a:rPr>
              <a:t>q</a:t>
            </a:r>
            <a:r>
              <a:rPr lang="en-US" altLang="zh-CN" b="1" i="1" baseline="-25000" dirty="0" err="1">
                <a:latin typeface="Courier New" panose="02070309020205020404" pitchFamily="49" charset="0"/>
                <a:cs typeface="Courier New" panose="02070309020205020404" pitchFamily="49" charset="0"/>
              </a:rPr>
              <a:t>ij</a:t>
            </a:r>
            <a:r>
              <a:rPr lang="zh-CN" altLang="en-US" dirty="0">
                <a:latin typeface="Courier New" panose="02070309020205020404" pitchFamily="49" charset="0"/>
                <a:cs typeface="Courier New" panose="02070309020205020404" pitchFamily="49" charset="0"/>
              </a:rPr>
              <a:t>的方法。</a:t>
            </a:r>
          </a:p>
        </p:txBody>
      </p:sp>
      <p:sp>
        <p:nvSpPr>
          <p:cNvPr id="53" name="矩形: 圆角 52">
            <a:extLst>
              <a:ext uri="{FF2B5EF4-FFF2-40B4-BE49-F238E27FC236}">
                <a16:creationId xmlns:a16="http://schemas.microsoft.com/office/drawing/2014/main" id="{999A033E-BAF6-45FB-BACD-3462C24FF4E9}"/>
              </a:ext>
            </a:extLst>
          </p:cNvPr>
          <p:cNvSpPr/>
          <p:nvPr/>
        </p:nvSpPr>
        <p:spPr>
          <a:xfrm>
            <a:off x="769485" y="1082954"/>
            <a:ext cx="1374432" cy="229271"/>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b="1" dirty="0">
              <a:solidFill>
                <a:srgbClr val="C00000"/>
              </a:solidFill>
            </a:endParaRPr>
          </a:p>
        </p:txBody>
      </p:sp>
      <p:sp>
        <p:nvSpPr>
          <p:cNvPr id="54" name="矩形: 圆角 53">
            <a:extLst>
              <a:ext uri="{FF2B5EF4-FFF2-40B4-BE49-F238E27FC236}">
                <a16:creationId xmlns:a16="http://schemas.microsoft.com/office/drawing/2014/main" id="{56ED15D6-A3DF-4EC5-A413-4220B3719527}"/>
              </a:ext>
            </a:extLst>
          </p:cNvPr>
          <p:cNvSpPr/>
          <p:nvPr/>
        </p:nvSpPr>
        <p:spPr>
          <a:xfrm>
            <a:off x="2866329" y="976496"/>
            <a:ext cx="304191" cy="927620"/>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1800"/>
              </a:lnSpc>
            </a:pPr>
            <a:r>
              <a:rPr lang="en-US" altLang="zh-CN" b="1" dirty="0">
                <a:solidFill>
                  <a:srgbClr val="C00000"/>
                </a:solidFill>
              </a:rPr>
              <a:t>  </a:t>
            </a:r>
          </a:p>
          <a:p>
            <a:pPr algn="ctr">
              <a:lnSpc>
                <a:spcPts val="1800"/>
              </a:lnSpc>
            </a:pPr>
            <a:r>
              <a:rPr lang="en-US" altLang="zh-CN" b="1" dirty="0">
                <a:solidFill>
                  <a:srgbClr val="C00000"/>
                </a:solidFill>
              </a:rPr>
              <a:t>  </a:t>
            </a:r>
          </a:p>
          <a:p>
            <a:pPr algn="ctr">
              <a:lnSpc>
                <a:spcPts val="1800"/>
              </a:lnSpc>
            </a:pPr>
            <a:endParaRPr lang="en-US" altLang="zh-CN" b="1" dirty="0">
              <a:solidFill>
                <a:srgbClr val="C00000"/>
              </a:solidFill>
            </a:endParaRPr>
          </a:p>
          <a:p>
            <a:pPr algn="ctr">
              <a:lnSpc>
                <a:spcPts val="1800"/>
              </a:lnSpc>
            </a:pPr>
            <a:r>
              <a:rPr lang="en-US" altLang="zh-CN" b="1" dirty="0">
                <a:solidFill>
                  <a:srgbClr val="C00000"/>
                </a:solidFill>
              </a:rPr>
              <a:t>  </a:t>
            </a:r>
            <a:endParaRPr lang="zh-CN" altLang="en-US" b="1" dirty="0">
              <a:solidFill>
                <a:srgbClr val="C00000"/>
              </a:solidFill>
            </a:endParaRPr>
          </a:p>
        </p:txBody>
      </p:sp>
      <p:sp>
        <p:nvSpPr>
          <p:cNvPr id="56" name="右大括号 55">
            <a:extLst>
              <a:ext uri="{FF2B5EF4-FFF2-40B4-BE49-F238E27FC236}">
                <a16:creationId xmlns:a16="http://schemas.microsoft.com/office/drawing/2014/main" id="{939BC4AD-6540-49E1-855B-CD1FD750CDC5}"/>
              </a:ext>
            </a:extLst>
          </p:cNvPr>
          <p:cNvSpPr/>
          <p:nvPr/>
        </p:nvSpPr>
        <p:spPr>
          <a:xfrm>
            <a:off x="7241833" y="461382"/>
            <a:ext cx="281810" cy="933360"/>
          </a:xfrm>
          <a:prstGeom prst="rightBrace">
            <a:avLst/>
          </a:prstGeom>
          <a:ln w="19050">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7" name="文本框 56">
            <a:extLst>
              <a:ext uri="{FF2B5EF4-FFF2-40B4-BE49-F238E27FC236}">
                <a16:creationId xmlns:a16="http://schemas.microsoft.com/office/drawing/2014/main" id="{55D332E9-F3D0-42FF-9045-7FEAE727AAC5}"/>
              </a:ext>
            </a:extLst>
          </p:cNvPr>
          <p:cNvSpPr txBox="1"/>
          <p:nvPr/>
        </p:nvSpPr>
        <p:spPr>
          <a:xfrm>
            <a:off x="7647951" y="723489"/>
            <a:ext cx="327334" cy="400110"/>
          </a:xfrm>
          <a:prstGeom prst="rect">
            <a:avLst/>
          </a:prstGeom>
          <a:noFill/>
        </p:spPr>
        <p:txBody>
          <a:bodyPr wrap="none" rtlCol="0">
            <a:spAutoFit/>
          </a:bodyPr>
          <a:lstStyle/>
          <a:p>
            <a:r>
              <a:rPr lang="en-US" altLang="zh-CN" sz="2000" b="1" dirty="0">
                <a:solidFill>
                  <a:srgbClr val="C00000"/>
                </a:solidFill>
              </a:rPr>
              <a:t>0</a:t>
            </a:r>
            <a:endParaRPr lang="zh-CN" altLang="en-US" sz="2000" b="1" dirty="0">
              <a:solidFill>
                <a:srgbClr val="C00000"/>
              </a:solidFill>
            </a:endParaRPr>
          </a:p>
        </p:txBody>
      </p:sp>
      <p:sp>
        <p:nvSpPr>
          <p:cNvPr id="58" name="矩形: 圆角 57">
            <a:extLst>
              <a:ext uri="{FF2B5EF4-FFF2-40B4-BE49-F238E27FC236}">
                <a16:creationId xmlns:a16="http://schemas.microsoft.com/office/drawing/2014/main" id="{FD385174-9B8C-40F1-957E-ED0E6FDB95F7}"/>
              </a:ext>
            </a:extLst>
          </p:cNvPr>
          <p:cNvSpPr/>
          <p:nvPr/>
        </p:nvSpPr>
        <p:spPr>
          <a:xfrm>
            <a:off x="3289197" y="984173"/>
            <a:ext cx="241424" cy="927620"/>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1800"/>
              </a:lnSpc>
            </a:pPr>
            <a:r>
              <a:rPr lang="en-US" altLang="zh-CN" b="1" dirty="0">
                <a:solidFill>
                  <a:srgbClr val="C00000"/>
                </a:solidFill>
              </a:rPr>
              <a:t>  </a:t>
            </a:r>
          </a:p>
          <a:p>
            <a:pPr algn="ctr">
              <a:lnSpc>
                <a:spcPts val="1800"/>
              </a:lnSpc>
            </a:pPr>
            <a:r>
              <a:rPr lang="en-US" altLang="zh-CN" b="1" dirty="0">
                <a:solidFill>
                  <a:srgbClr val="C00000"/>
                </a:solidFill>
              </a:rPr>
              <a:t>  </a:t>
            </a:r>
          </a:p>
          <a:p>
            <a:pPr algn="ctr">
              <a:lnSpc>
                <a:spcPts val="1800"/>
              </a:lnSpc>
            </a:pPr>
            <a:endParaRPr lang="en-US" altLang="zh-CN" b="1" dirty="0">
              <a:solidFill>
                <a:srgbClr val="C00000"/>
              </a:solidFill>
            </a:endParaRPr>
          </a:p>
          <a:p>
            <a:pPr algn="ctr">
              <a:lnSpc>
                <a:spcPts val="1800"/>
              </a:lnSpc>
            </a:pPr>
            <a:r>
              <a:rPr lang="en-US" altLang="zh-CN" b="1" dirty="0">
                <a:solidFill>
                  <a:srgbClr val="C00000"/>
                </a:solidFill>
              </a:rPr>
              <a:t>  </a:t>
            </a:r>
            <a:endParaRPr lang="zh-CN" altLang="en-US" b="1" dirty="0">
              <a:solidFill>
                <a:srgbClr val="C00000"/>
              </a:solidFill>
            </a:endParaRPr>
          </a:p>
        </p:txBody>
      </p:sp>
      <p:sp>
        <p:nvSpPr>
          <p:cNvPr id="59" name="矩形: 圆角 58">
            <a:extLst>
              <a:ext uri="{FF2B5EF4-FFF2-40B4-BE49-F238E27FC236}">
                <a16:creationId xmlns:a16="http://schemas.microsoft.com/office/drawing/2014/main" id="{3510DD42-12F2-4A23-9E4B-807AE3E01068}"/>
              </a:ext>
            </a:extLst>
          </p:cNvPr>
          <p:cNvSpPr/>
          <p:nvPr/>
        </p:nvSpPr>
        <p:spPr>
          <a:xfrm>
            <a:off x="763796" y="1078179"/>
            <a:ext cx="1374432" cy="229271"/>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b="1" dirty="0">
              <a:solidFill>
                <a:srgbClr val="C00000"/>
              </a:solidFill>
            </a:endParaRPr>
          </a:p>
        </p:txBody>
      </p:sp>
      <p:sp>
        <p:nvSpPr>
          <p:cNvPr id="61" name="右大括号 60">
            <a:extLst>
              <a:ext uri="{FF2B5EF4-FFF2-40B4-BE49-F238E27FC236}">
                <a16:creationId xmlns:a16="http://schemas.microsoft.com/office/drawing/2014/main" id="{63F44486-F15A-4202-AC51-D3F3570C9C1C}"/>
              </a:ext>
            </a:extLst>
          </p:cNvPr>
          <p:cNvSpPr/>
          <p:nvPr/>
        </p:nvSpPr>
        <p:spPr>
          <a:xfrm>
            <a:off x="9692503" y="454114"/>
            <a:ext cx="281810" cy="933360"/>
          </a:xfrm>
          <a:prstGeom prst="rightBrace">
            <a:avLst/>
          </a:prstGeom>
          <a:ln w="19050">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62" name="文本框 61">
            <a:extLst>
              <a:ext uri="{FF2B5EF4-FFF2-40B4-BE49-F238E27FC236}">
                <a16:creationId xmlns:a16="http://schemas.microsoft.com/office/drawing/2014/main" id="{39DC21D6-FF46-4BA0-85A1-8B40E6580A9A}"/>
              </a:ext>
            </a:extLst>
          </p:cNvPr>
          <p:cNvSpPr txBox="1"/>
          <p:nvPr/>
        </p:nvSpPr>
        <p:spPr>
          <a:xfrm>
            <a:off x="10098621" y="716221"/>
            <a:ext cx="327334" cy="400110"/>
          </a:xfrm>
          <a:prstGeom prst="rect">
            <a:avLst/>
          </a:prstGeom>
          <a:noFill/>
        </p:spPr>
        <p:txBody>
          <a:bodyPr wrap="none" rtlCol="0">
            <a:spAutoFit/>
          </a:bodyPr>
          <a:lstStyle/>
          <a:p>
            <a:r>
              <a:rPr lang="en-US" altLang="zh-CN" sz="2000" b="1" dirty="0">
                <a:solidFill>
                  <a:srgbClr val="C00000"/>
                </a:solidFill>
              </a:rPr>
              <a:t>6</a:t>
            </a:r>
            <a:endParaRPr lang="zh-CN" altLang="en-US" sz="2000" b="1" dirty="0">
              <a:solidFill>
                <a:srgbClr val="C00000"/>
              </a:solidFill>
            </a:endParaRPr>
          </a:p>
        </p:txBody>
      </p:sp>
      <p:sp>
        <p:nvSpPr>
          <p:cNvPr id="63" name="文本框 62">
            <a:extLst>
              <a:ext uri="{FF2B5EF4-FFF2-40B4-BE49-F238E27FC236}">
                <a16:creationId xmlns:a16="http://schemas.microsoft.com/office/drawing/2014/main" id="{1377C5DB-9EE7-49FC-AA0A-2321DE01E817}"/>
              </a:ext>
            </a:extLst>
          </p:cNvPr>
          <p:cNvSpPr txBox="1"/>
          <p:nvPr/>
        </p:nvSpPr>
        <p:spPr>
          <a:xfrm>
            <a:off x="5620163" y="1529538"/>
            <a:ext cx="6544208" cy="4046492"/>
          </a:xfrm>
          <a:prstGeom prst="rect">
            <a:avLst/>
          </a:prstGeom>
          <a:noFill/>
        </p:spPr>
        <p:txBody>
          <a:bodyPr wrap="square" rtlCol="0">
            <a:spAutoFit/>
          </a:bodyPr>
          <a:lstStyle/>
          <a:p>
            <a:pPr>
              <a:lnSpc>
                <a:spcPct val="110000"/>
              </a:lnSpc>
            </a:pPr>
            <a:r>
              <a:rPr lang="zh-CN" altLang="en-US" b="1" dirty="0">
                <a:solidFill>
                  <a:srgbClr val="C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分析</a:t>
            </a:r>
            <a:endParaRPr lang="en-US" altLang="zh-CN" b="1" dirty="0">
              <a:solidFill>
                <a:srgbClr val="C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a:p>
            <a:pPr>
              <a:lnSpc>
                <a:spcPct val="110000"/>
              </a:lnSpc>
            </a:pPr>
            <a:r>
              <a:rPr lang="zh-CN" altLang="en-US" dirty="0">
                <a:latin typeface="Courier New" panose="02070309020205020404" pitchFamily="49" charset="0"/>
                <a:cs typeface="Courier New" panose="02070309020205020404" pitchFamily="49" charset="0"/>
                <a:sym typeface="Wingdings" panose="05000000000000000000" pitchFamily="2" charset="2"/>
              </a:rPr>
              <a:t>（</a:t>
            </a:r>
            <a:r>
              <a:rPr lang="en-US" altLang="zh-CN" dirty="0">
                <a:latin typeface="Courier New" panose="02070309020205020404" pitchFamily="49" charset="0"/>
                <a:cs typeface="Courier New" panose="02070309020205020404" pitchFamily="49" charset="0"/>
                <a:sym typeface="Wingdings" panose="05000000000000000000" pitchFamily="2" charset="2"/>
              </a:rPr>
              <a:t>1</a:t>
            </a:r>
            <a:r>
              <a:rPr lang="zh-CN" altLang="en-US" dirty="0">
                <a:latin typeface="Courier New" panose="02070309020205020404" pitchFamily="49" charset="0"/>
                <a:cs typeface="Courier New" panose="02070309020205020404" pitchFamily="49" charset="0"/>
                <a:sym typeface="Wingdings" panose="05000000000000000000" pitchFamily="2" charset="2"/>
              </a:rPr>
              <a:t>）稀疏矩阵乘法用常规二维数组求行和列点积方法，会做</a:t>
            </a:r>
            <a:endParaRPr lang="en-US" altLang="zh-CN" dirty="0">
              <a:latin typeface="Courier New" panose="02070309020205020404" pitchFamily="49" charset="0"/>
              <a:cs typeface="Courier New" panose="02070309020205020404" pitchFamily="49" charset="0"/>
              <a:sym typeface="Wingdings" panose="05000000000000000000" pitchFamily="2" charset="2"/>
            </a:endParaRPr>
          </a:p>
          <a:p>
            <a:pPr>
              <a:lnSpc>
                <a:spcPct val="110000"/>
              </a:lnSpc>
            </a:pPr>
            <a:r>
              <a:rPr lang="en-US" altLang="zh-CN" dirty="0">
                <a:latin typeface="Courier New" panose="02070309020205020404" pitchFamily="49" charset="0"/>
                <a:cs typeface="Courier New" panose="02070309020205020404" pitchFamily="49" charset="0"/>
                <a:sym typeface="Wingdings" panose="05000000000000000000" pitchFamily="2" charset="2"/>
              </a:rPr>
              <a:t>    </a:t>
            </a:r>
            <a:r>
              <a:rPr lang="zh-CN" altLang="en-US" dirty="0">
                <a:latin typeface="Courier New" panose="02070309020205020404" pitchFamily="49" charset="0"/>
                <a:cs typeface="Courier New" panose="02070309020205020404" pitchFamily="49" charset="0"/>
                <a:sym typeface="Wingdings" panose="05000000000000000000" pitchFamily="2" charset="2"/>
              </a:rPr>
              <a:t>大量</a:t>
            </a:r>
            <a:r>
              <a:rPr lang="zh-CN" altLang="en-US" b="1" dirty="0">
                <a:solidFill>
                  <a:srgbClr val="0070C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sym typeface="Wingdings" panose="05000000000000000000" pitchFamily="2" charset="2"/>
              </a:rPr>
              <a:t>积</a:t>
            </a:r>
            <a:r>
              <a:rPr lang="zh-CN" altLang="en-US" dirty="0">
                <a:latin typeface="Courier New" panose="02070309020205020404" pitchFamily="49" charset="0"/>
                <a:cs typeface="Courier New" panose="02070309020205020404" pitchFamily="49" charset="0"/>
                <a:sym typeface="Wingdings" panose="05000000000000000000" pitchFamily="2" charset="2"/>
              </a:rPr>
              <a:t>为</a:t>
            </a:r>
            <a:r>
              <a:rPr lang="en-US" altLang="zh-CN" b="1" dirty="0">
                <a:latin typeface="Courier New" panose="02070309020205020404" pitchFamily="49" charset="0"/>
                <a:cs typeface="Courier New" panose="02070309020205020404" pitchFamily="49" charset="0"/>
                <a:sym typeface="Wingdings" panose="05000000000000000000" pitchFamily="2" charset="2"/>
              </a:rPr>
              <a:t>0</a:t>
            </a:r>
            <a:r>
              <a:rPr lang="zh-CN" altLang="en-US" dirty="0">
                <a:latin typeface="Courier New" panose="02070309020205020404" pitchFamily="49" charset="0"/>
                <a:cs typeface="Courier New" panose="02070309020205020404" pitchFamily="49" charset="0"/>
                <a:sym typeface="Wingdings" panose="05000000000000000000" pitchFamily="2" charset="2"/>
              </a:rPr>
              <a:t>的无效乘法</a:t>
            </a:r>
            <a:endParaRPr lang="en-US" altLang="zh-CN" dirty="0">
              <a:latin typeface="Courier New" panose="02070309020205020404" pitchFamily="49" charset="0"/>
              <a:cs typeface="Courier New" panose="02070309020205020404" pitchFamily="49" charset="0"/>
              <a:sym typeface="Wingdings" panose="05000000000000000000" pitchFamily="2" charset="2"/>
            </a:endParaRPr>
          </a:p>
          <a:p>
            <a:pPr>
              <a:lnSpc>
                <a:spcPct val="110000"/>
              </a:lnSpc>
            </a:pPr>
            <a:r>
              <a:rPr lang="zh-CN" altLang="en-US" dirty="0">
                <a:latin typeface="Courier New" panose="02070309020205020404" pitchFamily="49" charset="0"/>
                <a:cs typeface="Courier New" panose="02070309020205020404" pitchFamily="49" charset="0"/>
                <a:sym typeface="Wingdings" panose="05000000000000000000" pitchFamily="2" charset="2"/>
              </a:rPr>
              <a:t>（</a:t>
            </a:r>
            <a:r>
              <a:rPr lang="en-US" altLang="zh-CN" dirty="0">
                <a:latin typeface="Courier New" panose="02070309020205020404" pitchFamily="49" charset="0"/>
                <a:cs typeface="Courier New" panose="02070309020205020404" pitchFamily="49" charset="0"/>
                <a:sym typeface="Wingdings" panose="05000000000000000000" pitchFamily="2" charset="2"/>
              </a:rPr>
              <a:t>2</a:t>
            </a:r>
            <a:r>
              <a:rPr lang="zh-CN" altLang="en-US" dirty="0">
                <a:latin typeface="Courier New" panose="02070309020205020404" pitchFamily="49" charset="0"/>
                <a:cs typeface="Courier New" panose="02070309020205020404" pitchFamily="49" charset="0"/>
                <a:sym typeface="Wingdings" panose="05000000000000000000" pitchFamily="2" charset="2"/>
              </a:rPr>
              <a:t>）存储结构决定了不能用二维数组求行和列</a:t>
            </a:r>
            <a:r>
              <a:rPr lang="zh-CN" altLang="en-US" b="1" dirty="0">
                <a:solidFill>
                  <a:srgbClr val="0070C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sym typeface="Wingdings" panose="05000000000000000000" pitchFamily="2" charset="2"/>
              </a:rPr>
              <a:t>点积</a:t>
            </a:r>
            <a:r>
              <a:rPr lang="zh-CN" altLang="en-US" dirty="0">
                <a:latin typeface="Courier New" panose="02070309020205020404" pitchFamily="49" charset="0"/>
                <a:cs typeface="Courier New" panose="02070309020205020404" pitchFamily="49" charset="0"/>
                <a:sym typeface="Wingdings" panose="05000000000000000000" pitchFamily="2" charset="2"/>
              </a:rPr>
              <a:t>方法。</a:t>
            </a:r>
            <a:endParaRPr lang="en-US" altLang="zh-CN" dirty="0">
              <a:latin typeface="Courier New" panose="02070309020205020404" pitchFamily="49" charset="0"/>
              <a:cs typeface="Courier New" panose="02070309020205020404" pitchFamily="49" charset="0"/>
            </a:endParaRPr>
          </a:p>
          <a:p>
            <a:pPr>
              <a:lnSpc>
                <a:spcPct val="110000"/>
              </a:lnSpc>
            </a:pPr>
            <a:r>
              <a:rPr lang="zh-CN" altLang="en-US" dirty="0">
                <a:latin typeface="Courier New" panose="02070309020205020404" pitchFamily="49" charset="0"/>
                <a:cs typeface="Courier New" panose="02070309020205020404" pitchFamily="49" charset="0"/>
              </a:rPr>
              <a:t>基于行逻辑链接顺序表</a:t>
            </a:r>
            <a:r>
              <a:rPr lang="zh-CN" altLang="en-US" b="1" dirty="0">
                <a:solidFill>
                  <a:srgbClr val="2F18D8"/>
                </a:solidFill>
                <a:latin typeface="Courier New" panose="02070309020205020404" pitchFamily="49" charset="0"/>
                <a:cs typeface="Courier New" panose="02070309020205020404" pitchFamily="49" charset="0"/>
              </a:rPr>
              <a:t>求</a:t>
            </a:r>
            <a:r>
              <a:rPr lang="en-US" altLang="zh-CN" b="1" i="1" dirty="0" err="1">
                <a:solidFill>
                  <a:srgbClr val="2F18D8"/>
                </a:solidFill>
                <a:latin typeface="Courier New" panose="02070309020205020404" pitchFamily="49" charset="0"/>
                <a:cs typeface="Courier New" panose="02070309020205020404" pitchFamily="49" charset="0"/>
              </a:rPr>
              <a:t>q</a:t>
            </a:r>
            <a:r>
              <a:rPr lang="en-US" altLang="zh-CN" b="1" i="1" baseline="-25000" dirty="0" err="1">
                <a:solidFill>
                  <a:srgbClr val="2F18D8"/>
                </a:solidFill>
                <a:latin typeface="Courier New" panose="02070309020205020404" pitchFamily="49" charset="0"/>
                <a:cs typeface="Courier New" panose="02070309020205020404" pitchFamily="49" charset="0"/>
              </a:rPr>
              <a:t>ij</a:t>
            </a:r>
            <a:r>
              <a:rPr lang="zh-CN" altLang="en-US" b="1" dirty="0">
                <a:solidFill>
                  <a:srgbClr val="2F18D8"/>
                </a:solidFill>
                <a:latin typeface="Courier New" panose="02070309020205020404" pitchFamily="49" charset="0"/>
                <a:cs typeface="Courier New" panose="02070309020205020404" pitchFamily="49" charset="0"/>
              </a:rPr>
              <a:t>的思路</a:t>
            </a:r>
            <a:r>
              <a:rPr lang="zh-CN" altLang="en-US" dirty="0">
                <a:latin typeface="Courier New" panose="02070309020205020404" pitchFamily="49" charset="0"/>
                <a:cs typeface="Courier New" panose="02070309020205020404" pitchFamily="49" charset="0"/>
              </a:rPr>
              <a:t>：</a:t>
            </a:r>
            <a:endParaRPr lang="en-US" altLang="zh-CN" dirty="0">
              <a:latin typeface="Courier New" panose="02070309020205020404" pitchFamily="49" charset="0"/>
              <a:cs typeface="Courier New" panose="02070309020205020404" pitchFamily="49" charset="0"/>
            </a:endParaRPr>
          </a:p>
          <a:p>
            <a:pPr>
              <a:lnSpc>
                <a:spcPct val="110000"/>
              </a:lnSpc>
            </a:pPr>
            <a:r>
              <a:rPr lang="zh-CN" altLang="en-US" dirty="0">
                <a:latin typeface="Courier New" panose="02070309020205020404" pitchFamily="49" charset="0"/>
                <a:cs typeface="Courier New" panose="02070309020205020404" pitchFamily="49" charset="0"/>
              </a:rPr>
              <a:t>（</a:t>
            </a:r>
            <a:r>
              <a:rPr lang="en-US" altLang="zh-CN" dirty="0">
                <a:latin typeface="Courier New" panose="02070309020205020404" pitchFamily="49" charset="0"/>
                <a:cs typeface="Courier New" panose="02070309020205020404" pitchFamily="49" charset="0"/>
              </a:rPr>
              <a:t>1</a:t>
            </a:r>
            <a:r>
              <a:rPr lang="zh-CN" altLang="en-US" dirty="0">
                <a:latin typeface="Courier New" panose="02070309020205020404" pitchFamily="49" charset="0"/>
                <a:cs typeface="Courier New" panose="02070309020205020404" pitchFamily="49" charset="0"/>
              </a:rPr>
              <a:t>）非零元以行序为主序存放，即行号是递增存放的，</a:t>
            </a:r>
            <a:endParaRPr lang="en-US" altLang="zh-CN" dirty="0">
              <a:latin typeface="Courier New" panose="02070309020205020404" pitchFamily="49" charset="0"/>
              <a:cs typeface="Courier New" panose="02070309020205020404" pitchFamily="49" charset="0"/>
            </a:endParaRPr>
          </a:p>
          <a:p>
            <a:pPr>
              <a:lnSpc>
                <a:spcPct val="110000"/>
              </a:lnSpc>
            </a:pPr>
            <a:r>
              <a:rPr lang="en-US" altLang="zh-CN" dirty="0">
                <a:latin typeface="Courier New" panose="02070309020205020404" pitchFamily="49" charset="0"/>
                <a:cs typeface="Courier New" panose="02070309020205020404" pitchFamily="49" charset="0"/>
              </a:rPr>
              <a:t>    </a:t>
            </a:r>
            <a:r>
              <a:rPr lang="zh-CN" altLang="en-US" dirty="0">
                <a:latin typeface="Courier New" panose="02070309020205020404" pitchFamily="49" charset="0"/>
                <a:cs typeface="Courier New" panose="02070309020205020404" pitchFamily="49" charset="0"/>
              </a:rPr>
              <a:t>且同行非零元按列号递增连续存放；</a:t>
            </a:r>
            <a:endParaRPr lang="en-US" altLang="zh-CN" dirty="0">
              <a:latin typeface="Courier New" panose="02070309020205020404" pitchFamily="49" charset="0"/>
              <a:cs typeface="Courier New" panose="02070309020205020404" pitchFamily="49" charset="0"/>
            </a:endParaRPr>
          </a:p>
          <a:p>
            <a:pPr>
              <a:lnSpc>
                <a:spcPct val="110000"/>
              </a:lnSpc>
            </a:pPr>
            <a:r>
              <a:rPr lang="zh-CN" altLang="en-US" dirty="0">
                <a:latin typeface="Courier New" panose="02070309020205020404" pitchFamily="49" charset="0"/>
                <a:cs typeface="Courier New" panose="02070309020205020404" pitchFamily="49" charset="0"/>
              </a:rPr>
              <a:t>（</a:t>
            </a:r>
            <a:r>
              <a:rPr lang="en-US" altLang="zh-CN" dirty="0">
                <a:latin typeface="Courier New" panose="02070309020205020404" pitchFamily="49" charset="0"/>
                <a:cs typeface="Courier New" panose="02070309020205020404" pitchFamily="49" charset="0"/>
              </a:rPr>
              <a:t>2</a:t>
            </a:r>
            <a:r>
              <a:rPr lang="zh-CN" altLang="en-US" dirty="0">
                <a:latin typeface="Courier New" panose="02070309020205020404" pitchFamily="49" charset="0"/>
                <a:cs typeface="Courier New" panose="02070309020205020404" pitchFamily="49" charset="0"/>
              </a:rPr>
              <a:t>）存储结构带有各行非零元起始位置表</a:t>
            </a:r>
            <a:r>
              <a:rPr lang="en-US" altLang="zh-CN" b="1" dirty="0" err="1">
                <a:latin typeface="Courier New" panose="02070309020205020404" pitchFamily="49" charset="0"/>
                <a:cs typeface="Courier New" panose="02070309020205020404" pitchFamily="49" charset="0"/>
              </a:rPr>
              <a:t>rpos</a:t>
            </a:r>
            <a:r>
              <a:rPr lang="en-US" altLang="zh-CN" b="1" dirty="0">
                <a:latin typeface="Courier New" panose="02070309020205020404" pitchFamily="49" charset="0"/>
                <a:cs typeface="Courier New" panose="02070309020205020404" pitchFamily="49" charset="0"/>
              </a:rPr>
              <a:t>[]</a:t>
            </a:r>
            <a:r>
              <a:rPr lang="zh-CN" altLang="en-US" dirty="0">
                <a:latin typeface="Courier New" panose="02070309020205020404" pitchFamily="49" charset="0"/>
                <a:cs typeface="Courier New" panose="02070309020205020404" pitchFamily="49" charset="0"/>
              </a:rPr>
              <a:t>，可直接找</a:t>
            </a:r>
            <a:endParaRPr lang="en-US" altLang="zh-CN" dirty="0">
              <a:latin typeface="Courier New" panose="02070309020205020404" pitchFamily="49" charset="0"/>
              <a:cs typeface="Courier New" panose="02070309020205020404" pitchFamily="49" charset="0"/>
            </a:endParaRPr>
          </a:p>
          <a:p>
            <a:pPr>
              <a:lnSpc>
                <a:spcPct val="110000"/>
              </a:lnSpc>
            </a:pPr>
            <a:r>
              <a:rPr lang="en-US" altLang="zh-CN" dirty="0">
                <a:latin typeface="Courier New" panose="02070309020205020404" pitchFamily="49" charset="0"/>
                <a:cs typeface="Courier New" panose="02070309020205020404" pitchFamily="49" charset="0"/>
              </a:rPr>
              <a:t>    </a:t>
            </a:r>
            <a:r>
              <a:rPr lang="zh-CN" altLang="en-US" dirty="0">
                <a:latin typeface="Courier New" panose="02070309020205020404" pitchFamily="49" charset="0"/>
                <a:cs typeface="Courier New" panose="02070309020205020404" pitchFamily="49" charset="0"/>
              </a:rPr>
              <a:t>任一行非零元；</a:t>
            </a:r>
            <a:endParaRPr lang="en-US" altLang="zh-CN" dirty="0">
              <a:latin typeface="Courier New" panose="02070309020205020404" pitchFamily="49" charset="0"/>
              <a:cs typeface="Courier New" panose="02070309020205020404" pitchFamily="49" charset="0"/>
            </a:endParaRPr>
          </a:p>
          <a:p>
            <a:pPr>
              <a:lnSpc>
                <a:spcPct val="110000"/>
              </a:lnSpc>
            </a:pPr>
            <a:r>
              <a:rPr lang="zh-CN" altLang="en-US" dirty="0">
                <a:latin typeface="Courier New" panose="02070309020205020404" pitchFamily="49" charset="0"/>
                <a:cs typeface="Courier New" panose="02070309020205020404" pitchFamily="49" charset="0"/>
              </a:rPr>
              <a:t>（</a:t>
            </a:r>
            <a:r>
              <a:rPr lang="en-US" altLang="zh-CN" dirty="0">
                <a:latin typeface="Courier New" panose="02070309020205020404" pitchFamily="49" charset="0"/>
                <a:cs typeface="Courier New" panose="02070309020205020404" pitchFamily="49" charset="0"/>
              </a:rPr>
              <a:t>3</a:t>
            </a:r>
            <a:r>
              <a:rPr lang="zh-CN" altLang="en-US" dirty="0">
                <a:latin typeface="Courier New" panose="02070309020205020404" pitchFamily="49" charset="0"/>
                <a:cs typeface="Courier New" panose="02070309020205020404" pitchFamily="49" charset="0"/>
              </a:rPr>
              <a:t>）</a:t>
            </a:r>
            <a:r>
              <a:rPr lang="en-US" altLang="zh-CN" b="1" dirty="0">
                <a:latin typeface="Courier New" panose="02070309020205020404" pitchFamily="49" charset="0"/>
                <a:cs typeface="Courier New" panose="02070309020205020404" pitchFamily="49" charset="0"/>
              </a:rPr>
              <a:t>Q</a:t>
            </a:r>
            <a:r>
              <a:rPr lang="zh-CN" altLang="en-US" dirty="0">
                <a:latin typeface="Courier New" panose="02070309020205020404" pitchFamily="49" charset="0"/>
                <a:cs typeface="Courier New" panose="02070309020205020404" pitchFamily="49" charset="0"/>
              </a:rPr>
              <a:t>的元素</a:t>
            </a:r>
            <a:r>
              <a:rPr lang="en-US" altLang="zh-CN" b="1" i="1" dirty="0" err="1">
                <a:latin typeface="Courier New" panose="02070309020205020404" pitchFamily="49" charset="0"/>
                <a:cs typeface="Courier New" panose="02070309020205020404" pitchFamily="49" charset="0"/>
              </a:rPr>
              <a:t>q</a:t>
            </a:r>
            <a:r>
              <a:rPr lang="en-US" altLang="zh-CN" b="1" i="1" baseline="-25000" dirty="0" err="1">
                <a:latin typeface="Courier New" panose="02070309020205020404" pitchFamily="49" charset="0"/>
                <a:cs typeface="Courier New" panose="02070309020205020404" pitchFamily="49" charset="0"/>
              </a:rPr>
              <a:t>ij</a:t>
            </a:r>
            <a:r>
              <a:rPr lang="zh-CN" altLang="en-US" dirty="0">
                <a:latin typeface="Courier New" panose="02070309020205020404" pitchFamily="49" charset="0"/>
                <a:cs typeface="Courier New" panose="02070309020205020404" pitchFamily="49" charset="0"/>
              </a:rPr>
              <a:t>是</a:t>
            </a:r>
            <a:r>
              <a:rPr lang="en-US" altLang="zh-CN" b="1" dirty="0">
                <a:latin typeface="Courier New" panose="02070309020205020404" pitchFamily="49" charset="0"/>
                <a:cs typeface="Courier New" panose="02070309020205020404" pitchFamily="49" charset="0"/>
              </a:rPr>
              <a:t>M</a:t>
            </a:r>
            <a:r>
              <a:rPr lang="zh-CN" altLang="en-US" dirty="0">
                <a:latin typeface="Courier New" panose="02070309020205020404" pitchFamily="49" charset="0"/>
                <a:cs typeface="Courier New" panose="02070309020205020404" pitchFamily="49" charset="0"/>
              </a:rPr>
              <a:t>的</a:t>
            </a:r>
            <a:r>
              <a:rPr lang="en-US" altLang="zh-CN" b="1" dirty="0" err="1">
                <a:latin typeface="Courier New" panose="02070309020205020404" pitchFamily="49" charset="0"/>
                <a:cs typeface="Courier New" panose="02070309020205020404" pitchFamily="49" charset="0"/>
              </a:rPr>
              <a:t>i</a:t>
            </a:r>
            <a:r>
              <a:rPr lang="zh-CN" altLang="en-US" dirty="0">
                <a:latin typeface="Courier New" panose="02070309020205020404" pitchFamily="49" charset="0"/>
                <a:cs typeface="Courier New" panose="02070309020205020404" pitchFamily="49" charset="0"/>
              </a:rPr>
              <a:t>行与</a:t>
            </a:r>
            <a:r>
              <a:rPr lang="en-US" altLang="zh-CN" b="1" dirty="0">
                <a:latin typeface="Courier New" panose="02070309020205020404" pitchFamily="49" charset="0"/>
                <a:cs typeface="Courier New" panose="02070309020205020404" pitchFamily="49" charset="0"/>
              </a:rPr>
              <a:t>N</a:t>
            </a:r>
            <a:r>
              <a:rPr lang="zh-CN" altLang="en-US" dirty="0">
                <a:latin typeface="Courier New" panose="02070309020205020404" pitchFamily="49" charset="0"/>
                <a:cs typeface="Courier New" panose="02070309020205020404" pitchFamily="49" charset="0"/>
              </a:rPr>
              <a:t>的</a:t>
            </a:r>
            <a:r>
              <a:rPr lang="en-US" altLang="zh-CN" b="1" dirty="0">
                <a:latin typeface="Courier New" panose="02070309020205020404" pitchFamily="49" charset="0"/>
                <a:cs typeface="Courier New" panose="02070309020205020404" pitchFamily="49" charset="0"/>
              </a:rPr>
              <a:t>j</a:t>
            </a:r>
            <a:r>
              <a:rPr lang="zh-CN" altLang="en-US" dirty="0">
                <a:latin typeface="Courier New" panose="02070309020205020404" pitchFamily="49" charset="0"/>
                <a:cs typeface="Courier New" panose="02070309020205020404" pitchFamily="49" charset="0"/>
              </a:rPr>
              <a:t>列的点积，需要一个累加器。</a:t>
            </a:r>
            <a:endParaRPr lang="en-US" altLang="zh-CN" dirty="0">
              <a:latin typeface="Courier New" panose="02070309020205020404" pitchFamily="49" charset="0"/>
              <a:cs typeface="Courier New" panose="02070309020205020404" pitchFamily="49" charset="0"/>
            </a:endParaRPr>
          </a:p>
          <a:p>
            <a:pPr>
              <a:lnSpc>
                <a:spcPct val="110000"/>
              </a:lnSpc>
            </a:pPr>
            <a:r>
              <a:rPr lang="zh-CN" altLang="en-US" dirty="0">
                <a:latin typeface="Courier New" panose="02070309020205020404" pitchFamily="49" charset="0"/>
                <a:cs typeface="Courier New" panose="02070309020205020404" pitchFamily="49" charset="0"/>
              </a:rPr>
              <a:t>（</a:t>
            </a:r>
            <a:r>
              <a:rPr lang="en-US" altLang="zh-CN" dirty="0">
                <a:latin typeface="Courier New" panose="02070309020205020404" pitchFamily="49" charset="0"/>
                <a:cs typeface="Courier New" panose="02070309020205020404" pitchFamily="49" charset="0"/>
              </a:rPr>
              <a:t>4</a:t>
            </a:r>
            <a:r>
              <a:rPr lang="zh-CN" altLang="en-US" dirty="0">
                <a:latin typeface="Courier New" panose="02070309020205020404" pitchFamily="49" charset="0"/>
                <a:cs typeface="Courier New" panose="02070309020205020404" pitchFamily="49" charset="0"/>
              </a:rPr>
              <a:t>）</a:t>
            </a:r>
            <a:r>
              <a:rPr lang="en-US" altLang="zh-CN" b="1" dirty="0">
                <a:latin typeface="Courier New" panose="02070309020205020404" pitchFamily="49" charset="0"/>
                <a:cs typeface="Courier New" panose="02070309020205020404" pitchFamily="49" charset="0"/>
              </a:rPr>
              <a:t>M</a:t>
            </a:r>
            <a:r>
              <a:rPr lang="zh-CN" altLang="en-US" dirty="0">
                <a:latin typeface="Courier New" panose="02070309020205020404" pitchFamily="49" charset="0"/>
                <a:cs typeface="Courier New" panose="02070309020205020404" pitchFamily="49" charset="0"/>
              </a:rPr>
              <a:t>的第</a:t>
            </a:r>
            <a:r>
              <a:rPr lang="en-US" altLang="zh-CN" b="1" dirty="0" err="1">
                <a:latin typeface="Courier New" panose="02070309020205020404" pitchFamily="49" charset="0"/>
                <a:cs typeface="Courier New" panose="02070309020205020404" pitchFamily="49" charset="0"/>
              </a:rPr>
              <a:t>i</a:t>
            </a:r>
            <a:r>
              <a:rPr lang="zh-CN" altLang="en-US" dirty="0">
                <a:latin typeface="Courier New" panose="02070309020205020404" pitchFamily="49" charset="0"/>
                <a:cs typeface="Courier New" panose="02070309020205020404" pitchFamily="49" charset="0"/>
              </a:rPr>
              <a:t>行元素只参与求</a:t>
            </a:r>
            <a:r>
              <a:rPr lang="en-US" altLang="zh-CN" b="1" dirty="0">
                <a:latin typeface="Courier New" panose="02070309020205020404" pitchFamily="49" charset="0"/>
                <a:cs typeface="Courier New" panose="02070309020205020404" pitchFamily="49" charset="0"/>
              </a:rPr>
              <a:t>Q</a:t>
            </a:r>
            <a:r>
              <a:rPr lang="zh-CN" altLang="en-US" dirty="0">
                <a:latin typeface="Courier New" panose="02070309020205020404" pitchFamily="49" charset="0"/>
                <a:cs typeface="Courier New" panose="02070309020205020404" pitchFamily="49" charset="0"/>
              </a:rPr>
              <a:t>的第</a:t>
            </a:r>
            <a:r>
              <a:rPr lang="en-US" altLang="zh-CN" b="1" dirty="0" err="1">
                <a:latin typeface="Courier New" panose="02070309020205020404" pitchFamily="49" charset="0"/>
                <a:cs typeface="Courier New" panose="02070309020205020404" pitchFamily="49" charset="0"/>
              </a:rPr>
              <a:t>i</a:t>
            </a:r>
            <a:r>
              <a:rPr lang="zh-CN" altLang="en-US" dirty="0">
                <a:latin typeface="Courier New" panose="02070309020205020404" pitchFamily="49" charset="0"/>
                <a:cs typeface="Courier New" panose="02070309020205020404" pitchFamily="49" charset="0"/>
              </a:rPr>
              <a:t>行元素的点积，</a:t>
            </a:r>
            <a:endParaRPr lang="en-US" altLang="zh-CN" dirty="0">
              <a:latin typeface="Courier New" panose="02070309020205020404" pitchFamily="49" charset="0"/>
              <a:cs typeface="Courier New" panose="02070309020205020404" pitchFamily="49" charset="0"/>
            </a:endParaRPr>
          </a:p>
          <a:p>
            <a:pPr>
              <a:lnSpc>
                <a:spcPct val="110000"/>
              </a:lnSpc>
            </a:pPr>
            <a:r>
              <a:rPr lang="zh-CN" altLang="en-US" dirty="0">
                <a:latin typeface="Courier New" panose="02070309020205020404" pitchFamily="49" charset="0"/>
                <a:cs typeface="Courier New" panose="02070309020205020404" pitchFamily="49" charset="0"/>
              </a:rPr>
              <a:t>    而且，</a:t>
            </a:r>
            <a:r>
              <a:rPr lang="en-US" altLang="zh-CN" b="1" dirty="0">
                <a:latin typeface="Courier New" panose="02070309020205020404" pitchFamily="49" charset="0"/>
                <a:cs typeface="Courier New" panose="02070309020205020404" pitchFamily="49" charset="0"/>
              </a:rPr>
              <a:t>M</a:t>
            </a:r>
            <a:r>
              <a:rPr lang="zh-CN" altLang="en-US" dirty="0">
                <a:latin typeface="Courier New" panose="02070309020205020404" pitchFamily="49" charset="0"/>
                <a:cs typeface="Courier New" panose="02070309020205020404" pitchFamily="49" charset="0"/>
              </a:rPr>
              <a:t>第</a:t>
            </a:r>
            <a:r>
              <a:rPr lang="en-US" altLang="zh-CN" b="1" dirty="0">
                <a:latin typeface="Courier New" panose="02070309020205020404" pitchFamily="49" charset="0"/>
                <a:cs typeface="Courier New" panose="02070309020205020404" pitchFamily="49" charset="0"/>
              </a:rPr>
              <a:t>j</a:t>
            </a:r>
            <a:r>
              <a:rPr lang="zh-CN" altLang="en-US" dirty="0">
                <a:latin typeface="Courier New" panose="02070309020205020404" pitchFamily="49" charset="0"/>
                <a:cs typeface="Courier New" panose="02070309020205020404" pitchFamily="49" charset="0"/>
              </a:rPr>
              <a:t>列的元素只与</a:t>
            </a:r>
            <a:r>
              <a:rPr lang="en-US" altLang="zh-CN" b="1" dirty="0">
                <a:latin typeface="Courier New" panose="02070309020205020404" pitchFamily="49" charset="0"/>
                <a:cs typeface="Courier New" panose="02070309020205020404" pitchFamily="49" charset="0"/>
              </a:rPr>
              <a:t>N</a:t>
            </a:r>
            <a:r>
              <a:rPr lang="zh-CN" altLang="en-US" dirty="0">
                <a:latin typeface="Courier New" panose="02070309020205020404" pitchFamily="49" charset="0"/>
                <a:cs typeface="Courier New" panose="02070309020205020404" pitchFamily="49" charset="0"/>
              </a:rPr>
              <a:t>的第</a:t>
            </a:r>
            <a:r>
              <a:rPr lang="en-US" altLang="zh-CN" b="1" dirty="0">
                <a:latin typeface="Courier New" panose="02070309020205020404" pitchFamily="49" charset="0"/>
                <a:cs typeface="Courier New" panose="02070309020205020404" pitchFamily="49" charset="0"/>
              </a:rPr>
              <a:t>j</a:t>
            </a:r>
            <a:r>
              <a:rPr lang="zh-CN" altLang="en-US" dirty="0">
                <a:latin typeface="Courier New" panose="02070309020205020404" pitchFamily="49" charset="0"/>
                <a:cs typeface="Courier New" panose="02070309020205020404" pitchFamily="49" charset="0"/>
              </a:rPr>
              <a:t>行的元素相乘。</a:t>
            </a:r>
            <a:endParaRPr lang="en-US" altLang="zh-CN" dirty="0">
              <a:latin typeface="Courier New" panose="02070309020205020404" pitchFamily="49" charset="0"/>
              <a:cs typeface="Courier New" panose="02070309020205020404" pitchFamily="49" charset="0"/>
            </a:endParaRPr>
          </a:p>
          <a:p>
            <a:pPr>
              <a:lnSpc>
                <a:spcPct val="110000"/>
              </a:lnSpc>
            </a:pPr>
            <a:r>
              <a:rPr lang="zh-CN" altLang="en-US" dirty="0">
                <a:latin typeface="Courier New" panose="02070309020205020404" pitchFamily="49" charset="0"/>
                <a:cs typeface="Courier New" panose="02070309020205020404" pitchFamily="49" charset="0"/>
              </a:rPr>
              <a:t>    为</a:t>
            </a:r>
            <a:r>
              <a:rPr lang="en-US" altLang="zh-CN" b="1" dirty="0">
                <a:latin typeface="Courier New" panose="02070309020205020404" pitchFamily="49" charset="0"/>
                <a:cs typeface="Courier New" panose="02070309020205020404" pitchFamily="49" charset="0"/>
              </a:rPr>
              <a:t>Q</a:t>
            </a:r>
            <a:r>
              <a:rPr lang="zh-CN" altLang="en-US" dirty="0">
                <a:latin typeface="Courier New" panose="02070309020205020404" pitchFamily="49" charset="0"/>
                <a:cs typeface="Courier New" panose="02070309020205020404" pitchFamily="49" charset="0"/>
              </a:rPr>
              <a:t>设一行元素的累加器向量，整行元素的点积同时求。</a:t>
            </a:r>
          </a:p>
        </p:txBody>
      </p:sp>
      <p:sp>
        <p:nvSpPr>
          <p:cNvPr id="64" name="矩形: 圆角 63">
            <a:extLst>
              <a:ext uri="{FF2B5EF4-FFF2-40B4-BE49-F238E27FC236}">
                <a16:creationId xmlns:a16="http://schemas.microsoft.com/office/drawing/2014/main" id="{E08B2887-47FD-47B8-AE0A-6951B988AF38}"/>
              </a:ext>
            </a:extLst>
          </p:cNvPr>
          <p:cNvSpPr/>
          <p:nvPr/>
        </p:nvSpPr>
        <p:spPr>
          <a:xfrm>
            <a:off x="4322091" y="1077972"/>
            <a:ext cx="745942" cy="232516"/>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b="1" dirty="0">
              <a:solidFill>
                <a:srgbClr val="C00000"/>
              </a:solidFill>
            </a:endParaRPr>
          </a:p>
        </p:txBody>
      </p:sp>
      <p:sp>
        <p:nvSpPr>
          <p:cNvPr id="65" name="矩形: 圆角 64">
            <a:extLst>
              <a:ext uri="{FF2B5EF4-FFF2-40B4-BE49-F238E27FC236}">
                <a16:creationId xmlns:a16="http://schemas.microsoft.com/office/drawing/2014/main" id="{091F5741-3BDF-4422-BA3D-CC9F962E7495}"/>
              </a:ext>
            </a:extLst>
          </p:cNvPr>
          <p:cNvSpPr/>
          <p:nvPr/>
        </p:nvSpPr>
        <p:spPr>
          <a:xfrm>
            <a:off x="479968" y="3730972"/>
            <a:ext cx="1277038" cy="261670"/>
          </a:xfrm>
          <a:prstGeom prst="round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b="1" dirty="0">
                <a:solidFill>
                  <a:srgbClr val="C00000"/>
                </a:solidFill>
              </a:rPr>
              <a:t>1    1      3</a:t>
            </a:r>
            <a:endParaRPr lang="zh-CN" altLang="en-US" b="1" dirty="0">
              <a:solidFill>
                <a:srgbClr val="C00000"/>
              </a:solidFill>
            </a:endParaRPr>
          </a:p>
        </p:txBody>
      </p:sp>
      <p:sp>
        <p:nvSpPr>
          <p:cNvPr id="66" name="椭圆 65">
            <a:extLst>
              <a:ext uri="{FF2B5EF4-FFF2-40B4-BE49-F238E27FC236}">
                <a16:creationId xmlns:a16="http://schemas.microsoft.com/office/drawing/2014/main" id="{EFF6916D-BE13-462C-8045-015F0D8A1FED}"/>
              </a:ext>
            </a:extLst>
          </p:cNvPr>
          <p:cNvSpPr/>
          <p:nvPr/>
        </p:nvSpPr>
        <p:spPr>
          <a:xfrm>
            <a:off x="743221" y="1038253"/>
            <a:ext cx="304191" cy="288000"/>
          </a:xfrm>
          <a:prstGeom prst="ellipse">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椭圆 68">
            <a:extLst>
              <a:ext uri="{FF2B5EF4-FFF2-40B4-BE49-F238E27FC236}">
                <a16:creationId xmlns:a16="http://schemas.microsoft.com/office/drawing/2014/main" id="{53B34CFA-FB29-4659-926C-B7C0F9A44FAD}"/>
              </a:ext>
            </a:extLst>
          </p:cNvPr>
          <p:cNvSpPr/>
          <p:nvPr/>
        </p:nvSpPr>
        <p:spPr>
          <a:xfrm>
            <a:off x="1852771" y="1048814"/>
            <a:ext cx="304191" cy="288000"/>
          </a:xfrm>
          <a:prstGeom prst="ellipse">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椭圆 69">
            <a:extLst>
              <a:ext uri="{FF2B5EF4-FFF2-40B4-BE49-F238E27FC236}">
                <a16:creationId xmlns:a16="http://schemas.microsoft.com/office/drawing/2014/main" id="{B5B4506A-86E4-4F2B-A15D-6B2AD3646894}"/>
              </a:ext>
            </a:extLst>
          </p:cNvPr>
          <p:cNvSpPr/>
          <p:nvPr/>
        </p:nvSpPr>
        <p:spPr>
          <a:xfrm>
            <a:off x="3010130" y="3713409"/>
            <a:ext cx="304191" cy="288000"/>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2" name="直接连接符 71">
            <a:extLst>
              <a:ext uri="{FF2B5EF4-FFF2-40B4-BE49-F238E27FC236}">
                <a16:creationId xmlns:a16="http://schemas.microsoft.com/office/drawing/2014/main" id="{AC2EA876-0F51-4D8C-9F84-AB8F49A0AB09}"/>
              </a:ext>
            </a:extLst>
          </p:cNvPr>
          <p:cNvCxnSpPr>
            <a:cxnSpLocks/>
            <a:stCxn id="22" idx="2"/>
          </p:cNvCxnSpPr>
          <p:nvPr/>
        </p:nvCxnSpPr>
        <p:spPr>
          <a:xfrm>
            <a:off x="2753299" y="4008038"/>
            <a:ext cx="1984117" cy="1629799"/>
          </a:xfrm>
          <a:prstGeom prst="line">
            <a:avLst/>
          </a:prstGeom>
          <a:ln w="28575">
            <a:solidFill>
              <a:schemeClr val="accent2"/>
            </a:solidFill>
            <a:prstDash val="lgDash"/>
          </a:ln>
        </p:spPr>
        <p:style>
          <a:lnRef idx="1">
            <a:schemeClr val="accent1"/>
          </a:lnRef>
          <a:fillRef idx="0">
            <a:schemeClr val="accent1"/>
          </a:fillRef>
          <a:effectRef idx="0">
            <a:schemeClr val="accent1"/>
          </a:effectRef>
          <a:fontRef idx="minor">
            <a:schemeClr val="tx1"/>
          </a:fontRef>
        </p:style>
      </p:cxnSp>
      <p:sp>
        <p:nvSpPr>
          <p:cNvPr id="74" name="文本框 73">
            <a:extLst>
              <a:ext uri="{FF2B5EF4-FFF2-40B4-BE49-F238E27FC236}">
                <a16:creationId xmlns:a16="http://schemas.microsoft.com/office/drawing/2014/main" id="{91CD2111-A106-4A6F-9BF4-DB27D82D62DA}"/>
              </a:ext>
            </a:extLst>
          </p:cNvPr>
          <p:cNvSpPr txBox="1"/>
          <p:nvPr/>
        </p:nvSpPr>
        <p:spPr>
          <a:xfrm>
            <a:off x="2398622" y="3395218"/>
            <a:ext cx="282498" cy="369332"/>
          </a:xfrm>
          <a:prstGeom prst="rect">
            <a:avLst/>
          </a:prstGeom>
          <a:noFill/>
        </p:spPr>
        <p:txBody>
          <a:bodyPr wrap="square" lIns="72000" tIns="0" rIns="72000" bIns="0" rtlCol="0">
            <a:spAutoFit/>
          </a:bodyPr>
          <a:lstStyle/>
          <a:p>
            <a:pPr algn="ctr"/>
            <a:r>
              <a:rPr lang="en-US" altLang="zh-CN" sz="2400" b="1" dirty="0">
                <a:solidFill>
                  <a:srgbClr val="C00000"/>
                </a:solidFill>
                <a:effectLst>
                  <a:outerShdw blurRad="38100" dist="38100" dir="2700000" algn="tl">
                    <a:srgbClr val="000000">
                      <a:alpha val="43137"/>
                    </a:srgbClr>
                  </a:outerShdw>
                </a:effectLst>
              </a:rPr>
              <a:t>6</a:t>
            </a:r>
            <a:endParaRPr lang="zh-CN" altLang="en-US" sz="2400" b="1" dirty="0">
              <a:solidFill>
                <a:srgbClr val="C00000"/>
              </a:solidFill>
              <a:effectLst>
                <a:outerShdw blurRad="38100" dist="38100" dir="2700000" algn="tl">
                  <a:srgbClr val="000000">
                    <a:alpha val="43137"/>
                  </a:srgbClr>
                </a:outerShdw>
              </a:effectLst>
            </a:endParaRPr>
          </a:p>
        </p:txBody>
      </p:sp>
      <p:sp>
        <p:nvSpPr>
          <p:cNvPr id="77" name="椭圆 76">
            <a:extLst>
              <a:ext uri="{FF2B5EF4-FFF2-40B4-BE49-F238E27FC236}">
                <a16:creationId xmlns:a16="http://schemas.microsoft.com/office/drawing/2014/main" id="{2A82B19D-2D59-4792-A1F4-C4B12968C085}"/>
              </a:ext>
            </a:extLst>
          </p:cNvPr>
          <p:cNvSpPr/>
          <p:nvPr/>
        </p:nvSpPr>
        <p:spPr>
          <a:xfrm>
            <a:off x="1374074" y="3723257"/>
            <a:ext cx="304191" cy="288000"/>
          </a:xfrm>
          <a:prstGeom prst="ellipse">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椭圆 77">
            <a:extLst>
              <a:ext uri="{FF2B5EF4-FFF2-40B4-BE49-F238E27FC236}">
                <a16:creationId xmlns:a16="http://schemas.microsoft.com/office/drawing/2014/main" id="{410FB1DB-3C59-4E15-B0AB-029867444A72}"/>
              </a:ext>
            </a:extLst>
          </p:cNvPr>
          <p:cNvSpPr/>
          <p:nvPr/>
        </p:nvSpPr>
        <p:spPr>
          <a:xfrm>
            <a:off x="1374074" y="4024467"/>
            <a:ext cx="304191" cy="288000"/>
          </a:xfrm>
          <a:prstGeom prst="ellipse">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9" name="组合 78">
            <a:extLst>
              <a:ext uri="{FF2B5EF4-FFF2-40B4-BE49-F238E27FC236}">
                <a16:creationId xmlns:a16="http://schemas.microsoft.com/office/drawing/2014/main" id="{14C07955-0F05-4293-AA96-E4903A89D7D9}"/>
              </a:ext>
            </a:extLst>
          </p:cNvPr>
          <p:cNvGrpSpPr/>
          <p:nvPr/>
        </p:nvGrpSpPr>
        <p:grpSpPr>
          <a:xfrm>
            <a:off x="275921" y="5474370"/>
            <a:ext cx="1100109" cy="967979"/>
            <a:chOff x="3551855" y="4972434"/>
            <a:chExt cx="1503140" cy="967979"/>
          </a:xfrm>
        </p:grpSpPr>
        <p:sp>
          <p:nvSpPr>
            <p:cNvPr id="80" name="矩形 79">
              <a:extLst>
                <a:ext uri="{FF2B5EF4-FFF2-40B4-BE49-F238E27FC236}">
                  <a16:creationId xmlns:a16="http://schemas.microsoft.com/office/drawing/2014/main" id="{D24D5766-5637-45AF-9305-5600AEB2DBF0}"/>
                </a:ext>
              </a:extLst>
            </p:cNvPr>
            <p:cNvSpPr/>
            <p:nvPr/>
          </p:nvSpPr>
          <p:spPr>
            <a:xfrm>
              <a:off x="3551855" y="5220055"/>
              <a:ext cx="1408710" cy="430493"/>
            </a:xfrm>
            <a:prstGeom prst="rect">
              <a:avLst/>
            </a:prstGeom>
            <a:solidFill>
              <a:schemeClr val="accent5">
                <a:lumMod val="20000"/>
                <a:lumOff val="80000"/>
              </a:schemeClr>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tIns="108000" rtlCol="0" anchor="ctr"/>
            <a:lstStyle/>
            <a:p>
              <a:pPr>
                <a:lnSpc>
                  <a:spcPts val="2200"/>
                </a:lnSpc>
              </a:pPr>
              <a:r>
                <a:rPr lang="en-US" altLang="zh-CN" sz="2200" b="1" dirty="0">
                  <a:solidFill>
                    <a:srgbClr val="C00000"/>
                  </a:solidFill>
                </a:rPr>
                <a:t>1 3 4 </a:t>
              </a:r>
            </a:p>
          </p:txBody>
        </p:sp>
        <p:sp>
          <p:nvSpPr>
            <p:cNvPr id="81" name="矩形 80">
              <a:extLst>
                <a:ext uri="{FF2B5EF4-FFF2-40B4-BE49-F238E27FC236}">
                  <a16:creationId xmlns:a16="http://schemas.microsoft.com/office/drawing/2014/main" id="{266A67F2-F731-405A-8FCC-611442102CAB}"/>
                </a:ext>
              </a:extLst>
            </p:cNvPr>
            <p:cNvSpPr/>
            <p:nvPr/>
          </p:nvSpPr>
          <p:spPr>
            <a:xfrm>
              <a:off x="3562354" y="4972434"/>
              <a:ext cx="1424233" cy="2715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ctr"/>
            <a:lstStyle/>
            <a:p>
              <a:pPr>
                <a:lnSpc>
                  <a:spcPts val="2200"/>
                </a:lnSpc>
              </a:pPr>
              <a:r>
                <a:rPr lang="en-US" altLang="zh-CN" sz="1600" b="1" dirty="0">
                  <a:solidFill>
                    <a:schemeClr val="tx1">
                      <a:lumMod val="65000"/>
                      <a:lumOff val="35000"/>
                    </a:schemeClr>
                  </a:solidFill>
                  <a:latin typeface="Courier New" panose="02070309020205020404" pitchFamily="49" charset="0"/>
                  <a:cs typeface="Courier New" panose="02070309020205020404" pitchFamily="49" charset="0"/>
                </a:rPr>
                <a:t> 1</a:t>
              </a:r>
              <a:r>
                <a:rPr lang="en-US" altLang="zh-CN" sz="1300" b="1" dirty="0">
                  <a:solidFill>
                    <a:schemeClr val="tx1">
                      <a:lumMod val="65000"/>
                      <a:lumOff val="35000"/>
                    </a:schemeClr>
                  </a:solidFill>
                  <a:latin typeface="Courier New" panose="02070309020205020404" pitchFamily="49" charset="0"/>
                  <a:cs typeface="Courier New" panose="02070309020205020404" pitchFamily="49" charset="0"/>
                </a:rPr>
                <a:t> </a:t>
              </a:r>
              <a:r>
                <a:rPr lang="en-US" altLang="zh-CN" sz="1600" b="1" dirty="0">
                  <a:solidFill>
                    <a:schemeClr val="tx1">
                      <a:lumMod val="65000"/>
                      <a:lumOff val="35000"/>
                    </a:schemeClr>
                  </a:solidFill>
                  <a:latin typeface="Courier New" panose="02070309020205020404" pitchFamily="49" charset="0"/>
                  <a:cs typeface="Courier New" panose="02070309020205020404" pitchFamily="49" charset="0"/>
                </a:rPr>
                <a:t>2</a:t>
              </a:r>
              <a:r>
                <a:rPr lang="en-US" altLang="zh-CN" sz="1300" b="1" dirty="0">
                  <a:solidFill>
                    <a:schemeClr val="tx1">
                      <a:lumMod val="65000"/>
                      <a:lumOff val="35000"/>
                    </a:schemeClr>
                  </a:solidFill>
                  <a:latin typeface="Courier New" panose="02070309020205020404" pitchFamily="49" charset="0"/>
                  <a:cs typeface="Courier New" panose="02070309020205020404" pitchFamily="49" charset="0"/>
                </a:rPr>
                <a:t> </a:t>
              </a:r>
              <a:r>
                <a:rPr lang="en-US" altLang="zh-CN" sz="1600" b="1" dirty="0">
                  <a:solidFill>
                    <a:schemeClr val="tx1">
                      <a:lumMod val="65000"/>
                      <a:lumOff val="35000"/>
                    </a:schemeClr>
                  </a:solidFill>
                  <a:latin typeface="Courier New" panose="02070309020205020404" pitchFamily="49" charset="0"/>
                  <a:cs typeface="Courier New" panose="02070309020205020404" pitchFamily="49" charset="0"/>
                </a:rPr>
                <a:t>3</a:t>
              </a:r>
              <a:r>
                <a:rPr lang="en-US" altLang="zh-CN" sz="1300" b="1" dirty="0">
                  <a:solidFill>
                    <a:schemeClr val="tx1">
                      <a:lumMod val="65000"/>
                      <a:lumOff val="35000"/>
                    </a:schemeClr>
                  </a:solidFill>
                  <a:latin typeface="Courier New" panose="02070309020205020404" pitchFamily="49" charset="0"/>
                  <a:cs typeface="Courier New" panose="02070309020205020404" pitchFamily="49" charset="0"/>
                </a:rPr>
                <a:t> </a:t>
              </a:r>
              <a:r>
                <a:rPr lang="en-US" altLang="zh-CN" sz="1600" b="1" dirty="0">
                  <a:solidFill>
                    <a:schemeClr val="tx1">
                      <a:lumMod val="65000"/>
                      <a:lumOff val="35000"/>
                    </a:schemeClr>
                  </a:solidFill>
                  <a:latin typeface="Courier New" panose="02070309020205020404" pitchFamily="49" charset="0"/>
                  <a:cs typeface="Courier New" panose="02070309020205020404" pitchFamily="49" charset="0"/>
                </a:rPr>
                <a:t>4</a:t>
              </a:r>
              <a:r>
                <a:rPr lang="en-US" altLang="zh-CN" sz="1300" b="1" dirty="0">
                  <a:solidFill>
                    <a:schemeClr val="tx1">
                      <a:lumMod val="65000"/>
                      <a:lumOff val="35000"/>
                    </a:schemeClr>
                  </a:solidFill>
                  <a:latin typeface="Courier New" panose="02070309020205020404" pitchFamily="49" charset="0"/>
                  <a:cs typeface="Courier New" panose="02070309020205020404" pitchFamily="49" charset="0"/>
                </a:rPr>
                <a:t> </a:t>
              </a:r>
              <a:endParaRPr lang="zh-CN" altLang="en-US" sz="1600" b="1" dirty="0">
                <a:solidFill>
                  <a:schemeClr val="tx1">
                    <a:lumMod val="65000"/>
                    <a:lumOff val="35000"/>
                  </a:schemeClr>
                </a:solidFill>
                <a:latin typeface="Courier New" panose="02070309020205020404" pitchFamily="49" charset="0"/>
                <a:cs typeface="Courier New" panose="02070309020205020404" pitchFamily="49" charset="0"/>
              </a:endParaRPr>
            </a:p>
          </p:txBody>
        </p:sp>
        <p:sp>
          <p:nvSpPr>
            <p:cNvPr id="82" name="矩形 81">
              <a:extLst>
                <a:ext uri="{FF2B5EF4-FFF2-40B4-BE49-F238E27FC236}">
                  <a16:creationId xmlns:a16="http://schemas.microsoft.com/office/drawing/2014/main" id="{536CE516-DDF8-41B2-B363-A8FAACD1DB94}"/>
                </a:ext>
              </a:extLst>
            </p:cNvPr>
            <p:cNvSpPr/>
            <p:nvPr/>
          </p:nvSpPr>
          <p:spPr>
            <a:xfrm>
              <a:off x="3577877" y="5620993"/>
              <a:ext cx="1477118" cy="31942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r">
                <a:lnSpc>
                  <a:spcPts val="2400"/>
                </a:lnSpc>
              </a:pPr>
              <a:r>
                <a:rPr lang="en-US" altLang="zh-CN" sz="2000" b="1" dirty="0">
                  <a:solidFill>
                    <a:schemeClr val="tx1">
                      <a:lumMod val="65000"/>
                      <a:lumOff val="35000"/>
                    </a:schemeClr>
                  </a:solidFill>
                  <a:latin typeface="Courier New" panose="02070309020205020404" pitchFamily="49" charset="0"/>
                  <a:cs typeface="Courier New" panose="02070309020205020404" pitchFamily="49" charset="0"/>
                </a:rPr>
                <a:t>M-&gt;</a:t>
              </a:r>
              <a:r>
                <a:rPr lang="en-US" altLang="zh-CN" sz="2000" b="1" dirty="0" err="1">
                  <a:solidFill>
                    <a:schemeClr val="tx1">
                      <a:lumMod val="65000"/>
                      <a:lumOff val="35000"/>
                    </a:schemeClr>
                  </a:solidFill>
                  <a:latin typeface="Courier New" panose="02070309020205020404" pitchFamily="49" charset="0"/>
                  <a:cs typeface="Courier New" panose="02070309020205020404" pitchFamily="49" charset="0"/>
                </a:rPr>
                <a:t>rpos</a:t>
              </a:r>
              <a:endParaRPr lang="zh-CN" altLang="en-US" sz="2000" b="1" dirty="0">
                <a:solidFill>
                  <a:schemeClr val="tx1">
                    <a:lumMod val="65000"/>
                    <a:lumOff val="35000"/>
                  </a:schemeClr>
                </a:solidFill>
                <a:latin typeface="Courier New" panose="02070309020205020404" pitchFamily="49" charset="0"/>
                <a:cs typeface="Courier New" panose="02070309020205020404" pitchFamily="49" charset="0"/>
              </a:endParaRPr>
            </a:p>
          </p:txBody>
        </p:sp>
      </p:grpSp>
      <p:sp>
        <p:nvSpPr>
          <p:cNvPr id="87" name="文本框 86">
            <a:extLst>
              <a:ext uri="{FF2B5EF4-FFF2-40B4-BE49-F238E27FC236}">
                <a16:creationId xmlns:a16="http://schemas.microsoft.com/office/drawing/2014/main" id="{CAC10C44-3C13-477A-8DDA-00A574A91A64}"/>
              </a:ext>
            </a:extLst>
          </p:cNvPr>
          <p:cNvSpPr txBox="1"/>
          <p:nvPr/>
        </p:nvSpPr>
        <p:spPr>
          <a:xfrm>
            <a:off x="7051515" y="5522764"/>
            <a:ext cx="5014193" cy="1200329"/>
          </a:xfrm>
          <a:prstGeom prst="rect">
            <a:avLst/>
          </a:prstGeom>
          <a:noFill/>
        </p:spPr>
        <p:txBody>
          <a:bodyPr wrap="square" rtlCol="0">
            <a:spAutoFit/>
          </a:bodyPr>
          <a:lstStyle/>
          <a:p>
            <a:r>
              <a:rPr lang="zh-CN" altLang="en-US" dirty="0">
                <a:latin typeface="Courier New" panose="02070309020205020404" pitchFamily="49" charset="0"/>
                <a:cs typeface="Courier New" panose="02070309020205020404" pitchFamily="49" charset="0"/>
              </a:rPr>
              <a:t>例如，</a:t>
            </a:r>
            <a:r>
              <a:rPr lang="en-US" altLang="zh-CN" b="1" dirty="0">
                <a:latin typeface="Courier New" panose="02070309020205020404" pitchFamily="49" charset="0"/>
                <a:cs typeface="Courier New" panose="02070309020205020404" pitchFamily="49" charset="0"/>
              </a:rPr>
              <a:t>M</a:t>
            </a:r>
            <a:r>
              <a:rPr lang="zh-CN" altLang="en-US" dirty="0">
                <a:latin typeface="Courier New" panose="02070309020205020404" pitchFamily="49" charset="0"/>
                <a:cs typeface="Courier New" panose="02070309020205020404" pitchFamily="49" charset="0"/>
              </a:rPr>
              <a:t>的第</a:t>
            </a:r>
            <a:r>
              <a:rPr lang="en-US" altLang="zh-CN" b="1" dirty="0">
                <a:latin typeface="Courier New" panose="02070309020205020404" pitchFamily="49" charset="0"/>
                <a:cs typeface="Courier New" panose="02070309020205020404" pitchFamily="49" charset="0"/>
              </a:rPr>
              <a:t>1</a:t>
            </a:r>
            <a:r>
              <a:rPr lang="zh-CN" altLang="en-US" dirty="0">
                <a:latin typeface="Courier New" panose="02070309020205020404" pitchFamily="49" charset="0"/>
                <a:cs typeface="Courier New" panose="02070309020205020404" pitchFamily="49" charset="0"/>
              </a:rPr>
              <a:t>个非零元是</a:t>
            </a:r>
            <a:r>
              <a:rPr lang="en-US" altLang="zh-CN" b="1" dirty="0">
                <a:latin typeface="Courier New" panose="02070309020205020404" pitchFamily="49" charset="0"/>
                <a:cs typeface="Courier New" panose="02070309020205020404" pitchFamily="49" charset="0"/>
              </a:rPr>
              <a:t>1</a:t>
            </a:r>
            <a:r>
              <a:rPr lang="zh-CN" altLang="en-US" dirty="0">
                <a:latin typeface="Courier New" panose="02070309020205020404" pitchFamily="49" charset="0"/>
                <a:cs typeface="Courier New" panose="02070309020205020404" pitchFamily="49" charset="0"/>
              </a:rPr>
              <a:t>行</a:t>
            </a:r>
            <a:r>
              <a:rPr lang="en-US" altLang="zh-CN" b="1" dirty="0">
                <a:latin typeface="Courier New" panose="02070309020205020404" pitchFamily="49" charset="0"/>
                <a:cs typeface="Courier New" panose="02070309020205020404" pitchFamily="49" charset="0"/>
              </a:rPr>
              <a:t>1</a:t>
            </a:r>
            <a:r>
              <a:rPr lang="zh-CN" altLang="en-US" dirty="0">
                <a:latin typeface="Courier New" panose="02070309020205020404" pitchFamily="49" charset="0"/>
                <a:cs typeface="Courier New" panose="02070309020205020404" pitchFamily="49" charset="0"/>
              </a:rPr>
              <a:t>列的，</a:t>
            </a:r>
            <a:endParaRPr lang="en-US" altLang="zh-CN" dirty="0">
              <a:latin typeface="Courier New" panose="02070309020205020404" pitchFamily="49" charset="0"/>
              <a:cs typeface="Courier New" panose="02070309020205020404" pitchFamily="49" charset="0"/>
            </a:endParaRPr>
          </a:p>
          <a:p>
            <a:r>
              <a:rPr lang="zh-CN" altLang="en-US" dirty="0">
                <a:latin typeface="Courier New" panose="02070309020205020404" pitchFamily="49" charset="0"/>
                <a:cs typeface="Courier New" panose="02070309020205020404" pitchFamily="49" charset="0"/>
              </a:rPr>
              <a:t>只能与</a:t>
            </a:r>
            <a:r>
              <a:rPr lang="en-US" altLang="zh-CN" b="1" dirty="0">
                <a:latin typeface="Courier New" panose="02070309020205020404" pitchFamily="49" charset="0"/>
                <a:cs typeface="Courier New" panose="02070309020205020404" pitchFamily="49" charset="0"/>
              </a:rPr>
              <a:t>N</a:t>
            </a:r>
            <a:r>
              <a:rPr lang="zh-CN" altLang="en-US" dirty="0">
                <a:latin typeface="Courier New" panose="02070309020205020404" pitchFamily="49" charset="0"/>
                <a:cs typeface="Courier New" panose="02070309020205020404" pitchFamily="49" charset="0"/>
              </a:rPr>
              <a:t>的第</a:t>
            </a:r>
            <a:r>
              <a:rPr lang="en-US" altLang="zh-CN" b="1" dirty="0">
                <a:latin typeface="Courier New" panose="02070309020205020404" pitchFamily="49" charset="0"/>
                <a:cs typeface="Courier New" panose="02070309020205020404" pitchFamily="49" charset="0"/>
              </a:rPr>
              <a:t>1</a:t>
            </a:r>
            <a:r>
              <a:rPr lang="zh-CN" altLang="en-US" dirty="0">
                <a:latin typeface="Courier New" panose="02070309020205020404" pitchFamily="49" charset="0"/>
                <a:cs typeface="Courier New" panose="02070309020205020404" pitchFamily="49" charset="0"/>
              </a:rPr>
              <a:t>行的非零元相乘，</a:t>
            </a:r>
            <a:endParaRPr lang="en-US" altLang="zh-CN" dirty="0">
              <a:latin typeface="Courier New" panose="02070309020205020404" pitchFamily="49" charset="0"/>
              <a:cs typeface="Courier New" panose="02070309020205020404" pitchFamily="49" charset="0"/>
            </a:endParaRPr>
          </a:p>
          <a:p>
            <a:r>
              <a:rPr lang="zh-CN" altLang="en-US" dirty="0">
                <a:latin typeface="Courier New" panose="02070309020205020404" pitchFamily="49" charset="0"/>
                <a:cs typeface="Courier New" panose="02070309020205020404" pitchFamily="49" charset="0"/>
              </a:rPr>
              <a:t>并累加到</a:t>
            </a:r>
            <a:r>
              <a:rPr lang="en-US" altLang="zh-CN" b="1" dirty="0">
                <a:latin typeface="Courier New" panose="02070309020205020404" pitchFamily="49" charset="0"/>
                <a:cs typeface="Courier New" panose="02070309020205020404" pitchFamily="49" charset="0"/>
              </a:rPr>
              <a:t>Q</a:t>
            </a:r>
            <a:r>
              <a:rPr lang="zh-CN" altLang="en-US" dirty="0">
                <a:latin typeface="Courier New" panose="02070309020205020404" pitchFamily="49" charset="0"/>
                <a:cs typeface="Courier New" panose="02070309020205020404" pitchFamily="49" charset="0"/>
              </a:rPr>
              <a:t>的第</a:t>
            </a:r>
            <a:r>
              <a:rPr lang="en-US" altLang="zh-CN" b="1" dirty="0">
                <a:latin typeface="Courier New" panose="02070309020205020404" pitchFamily="49" charset="0"/>
                <a:cs typeface="Courier New" panose="02070309020205020404" pitchFamily="49" charset="0"/>
              </a:rPr>
              <a:t>1</a:t>
            </a:r>
            <a:r>
              <a:rPr lang="zh-CN" altLang="en-US" dirty="0">
                <a:latin typeface="Courier New" panose="02070309020205020404" pitchFamily="49" charset="0"/>
                <a:cs typeface="Courier New" panose="02070309020205020404" pitchFamily="49" charset="0"/>
              </a:rPr>
              <a:t>行元素累加器，</a:t>
            </a:r>
            <a:endParaRPr lang="en-US" altLang="zh-CN" dirty="0">
              <a:latin typeface="Courier New" panose="02070309020205020404" pitchFamily="49" charset="0"/>
              <a:cs typeface="Courier New" panose="02070309020205020404" pitchFamily="49" charset="0"/>
            </a:endParaRPr>
          </a:p>
          <a:p>
            <a:r>
              <a:rPr lang="zh-CN" altLang="en-US" dirty="0">
                <a:latin typeface="Courier New" panose="02070309020205020404" pitchFamily="49" charset="0"/>
                <a:cs typeface="Courier New" panose="02070309020205020404" pitchFamily="49" charset="0"/>
              </a:rPr>
              <a:t>与</a:t>
            </a:r>
            <a:r>
              <a:rPr lang="en-US" altLang="zh-CN" b="1" dirty="0">
                <a:latin typeface="Courier New" panose="02070309020205020404" pitchFamily="49" charset="0"/>
                <a:cs typeface="Courier New" panose="02070309020205020404" pitchFamily="49" charset="0"/>
              </a:rPr>
              <a:t>N</a:t>
            </a:r>
            <a:r>
              <a:rPr lang="zh-CN" altLang="en-US" dirty="0">
                <a:latin typeface="Courier New" panose="02070309020205020404" pitchFamily="49" charset="0"/>
                <a:cs typeface="Courier New" panose="02070309020205020404" pitchFamily="49" charset="0"/>
              </a:rPr>
              <a:t>中与其相乘的非零元的列号决定累加器序号</a:t>
            </a:r>
            <a:endParaRPr lang="en-US" altLang="zh-CN" dirty="0">
              <a:latin typeface="Courier New" panose="02070309020205020404" pitchFamily="49" charset="0"/>
              <a:cs typeface="Courier New" panose="02070309020205020404" pitchFamily="49" charset="0"/>
            </a:endParaRPr>
          </a:p>
        </p:txBody>
      </p:sp>
      <p:cxnSp>
        <p:nvCxnSpPr>
          <p:cNvPr id="89" name="直接连接符 88">
            <a:extLst>
              <a:ext uri="{FF2B5EF4-FFF2-40B4-BE49-F238E27FC236}">
                <a16:creationId xmlns:a16="http://schemas.microsoft.com/office/drawing/2014/main" id="{936CD0B3-286B-44B3-A940-69A4018659CB}"/>
              </a:ext>
            </a:extLst>
          </p:cNvPr>
          <p:cNvCxnSpPr>
            <a:cxnSpLocks/>
          </p:cNvCxnSpPr>
          <p:nvPr/>
        </p:nvCxnSpPr>
        <p:spPr>
          <a:xfrm flipH="1">
            <a:off x="8485337" y="5726277"/>
            <a:ext cx="1598760" cy="213974"/>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91" name="直接连接符 90">
            <a:extLst>
              <a:ext uri="{FF2B5EF4-FFF2-40B4-BE49-F238E27FC236}">
                <a16:creationId xmlns:a16="http://schemas.microsoft.com/office/drawing/2014/main" id="{0ECE4666-C83A-46A9-93B1-C18357F2256F}"/>
              </a:ext>
            </a:extLst>
          </p:cNvPr>
          <p:cNvCxnSpPr>
            <a:cxnSpLocks/>
          </p:cNvCxnSpPr>
          <p:nvPr/>
        </p:nvCxnSpPr>
        <p:spPr>
          <a:xfrm flipH="1">
            <a:off x="8750248" y="5687437"/>
            <a:ext cx="979314" cy="515707"/>
          </a:xfrm>
          <a:prstGeom prst="line">
            <a:avLst/>
          </a:prstGeom>
          <a:ln w="12700">
            <a:solidFill>
              <a:srgbClr val="00B050"/>
            </a:solidFill>
          </a:ln>
        </p:spPr>
        <p:style>
          <a:lnRef idx="1">
            <a:schemeClr val="accent1"/>
          </a:lnRef>
          <a:fillRef idx="0">
            <a:schemeClr val="accent1"/>
          </a:fillRef>
          <a:effectRef idx="0">
            <a:schemeClr val="accent1"/>
          </a:effectRef>
          <a:fontRef idx="minor">
            <a:schemeClr val="tx1"/>
          </a:fontRef>
        </p:style>
      </p:cxnSp>
      <p:grpSp>
        <p:nvGrpSpPr>
          <p:cNvPr id="73" name="组合 72">
            <a:extLst>
              <a:ext uri="{FF2B5EF4-FFF2-40B4-BE49-F238E27FC236}">
                <a16:creationId xmlns:a16="http://schemas.microsoft.com/office/drawing/2014/main" id="{9B9AE040-4E53-4774-8FB3-914DF7E04BE0}"/>
              </a:ext>
            </a:extLst>
          </p:cNvPr>
          <p:cNvGrpSpPr/>
          <p:nvPr/>
        </p:nvGrpSpPr>
        <p:grpSpPr>
          <a:xfrm>
            <a:off x="1780168" y="5474370"/>
            <a:ext cx="1287443" cy="967979"/>
            <a:chOff x="3551855" y="4972434"/>
            <a:chExt cx="1759105" cy="967979"/>
          </a:xfrm>
        </p:grpSpPr>
        <p:sp>
          <p:nvSpPr>
            <p:cNvPr id="75" name="矩形 74">
              <a:extLst>
                <a:ext uri="{FF2B5EF4-FFF2-40B4-BE49-F238E27FC236}">
                  <a16:creationId xmlns:a16="http://schemas.microsoft.com/office/drawing/2014/main" id="{51A782CA-121B-4CA9-8ACE-9B5F0549287E}"/>
                </a:ext>
              </a:extLst>
            </p:cNvPr>
            <p:cNvSpPr/>
            <p:nvPr/>
          </p:nvSpPr>
          <p:spPr>
            <a:xfrm>
              <a:off x="3551855" y="5220055"/>
              <a:ext cx="1733085" cy="430493"/>
            </a:xfrm>
            <a:prstGeom prst="rect">
              <a:avLst/>
            </a:prstGeom>
            <a:solidFill>
              <a:srgbClr val="E1F5E5"/>
            </a:solidFill>
          </p:spPr>
          <p:style>
            <a:lnRef idx="2">
              <a:schemeClr val="accent1">
                <a:shade val="50000"/>
              </a:schemeClr>
            </a:lnRef>
            <a:fillRef idx="1">
              <a:schemeClr val="accent1"/>
            </a:fillRef>
            <a:effectRef idx="0">
              <a:schemeClr val="accent1"/>
            </a:effectRef>
            <a:fontRef idx="minor">
              <a:schemeClr val="lt1"/>
            </a:fontRef>
          </p:style>
          <p:txBody>
            <a:bodyPr tIns="108000" rtlCol="0" anchor="ctr"/>
            <a:lstStyle/>
            <a:p>
              <a:pPr>
                <a:lnSpc>
                  <a:spcPts val="2200"/>
                </a:lnSpc>
              </a:pPr>
              <a:r>
                <a:rPr lang="en-US" altLang="zh-CN" sz="2200" b="1" dirty="0">
                  <a:solidFill>
                    <a:srgbClr val="C00000"/>
                  </a:solidFill>
                </a:rPr>
                <a:t>1 2 3 5 </a:t>
              </a:r>
            </a:p>
          </p:txBody>
        </p:sp>
        <p:sp>
          <p:nvSpPr>
            <p:cNvPr id="76" name="矩形 75">
              <a:extLst>
                <a:ext uri="{FF2B5EF4-FFF2-40B4-BE49-F238E27FC236}">
                  <a16:creationId xmlns:a16="http://schemas.microsoft.com/office/drawing/2014/main" id="{B413728B-7A3D-4E07-AED8-5BE24F5B3548}"/>
                </a:ext>
              </a:extLst>
            </p:cNvPr>
            <p:cNvSpPr/>
            <p:nvPr/>
          </p:nvSpPr>
          <p:spPr>
            <a:xfrm>
              <a:off x="3562354" y="4972434"/>
              <a:ext cx="1698122" cy="2715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ctr"/>
            <a:lstStyle/>
            <a:p>
              <a:pPr>
                <a:lnSpc>
                  <a:spcPts val="2200"/>
                </a:lnSpc>
              </a:pPr>
              <a:r>
                <a:rPr lang="en-US" altLang="zh-CN" sz="1600" b="1" dirty="0">
                  <a:solidFill>
                    <a:schemeClr val="tx1">
                      <a:lumMod val="65000"/>
                      <a:lumOff val="35000"/>
                    </a:schemeClr>
                  </a:solidFill>
                  <a:latin typeface="Courier New" panose="02070309020205020404" pitchFamily="49" charset="0"/>
                  <a:cs typeface="Courier New" panose="02070309020205020404" pitchFamily="49" charset="0"/>
                </a:rPr>
                <a:t> 1</a:t>
              </a:r>
              <a:r>
                <a:rPr lang="en-US" altLang="zh-CN" sz="1300" b="1" dirty="0">
                  <a:solidFill>
                    <a:schemeClr val="tx1">
                      <a:lumMod val="65000"/>
                      <a:lumOff val="35000"/>
                    </a:schemeClr>
                  </a:solidFill>
                  <a:latin typeface="Courier New" panose="02070309020205020404" pitchFamily="49" charset="0"/>
                  <a:cs typeface="Courier New" panose="02070309020205020404" pitchFamily="49" charset="0"/>
                </a:rPr>
                <a:t> </a:t>
              </a:r>
              <a:r>
                <a:rPr lang="en-US" altLang="zh-CN" sz="1600" b="1" dirty="0">
                  <a:solidFill>
                    <a:schemeClr val="tx1">
                      <a:lumMod val="65000"/>
                      <a:lumOff val="35000"/>
                    </a:schemeClr>
                  </a:solidFill>
                  <a:latin typeface="Courier New" panose="02070309020205020404" pitchFamily="49" charset="0"/>
                  <a:cs typeface="Courier New" panose="02070309020205020404" pitchFamily="49" charset="0"/>
                </a:rPr>
                <a:t>2</a:t>
              </a:r>
              <a:r>
                <a:rPr lang="en-US" altLang="zh-CN" sz="1300" b="1" dirty="0">
                  <a:solidFill>
                    <a:schemeClr val="tx1">
                      <a:lumMod val="65000"/>
                      <a:lumOff val="35000"/>
                    </a:schemeClr>
                  </a:solidFill>
                  <a:latin typeface="Courier New" panose="02070309020205020404" pitchFamily="49" charset="0"/>
                  <a:cs typeface="Courier New" panose="02070309020205020404" pitchFamily="49" charset="0"/>
                </a:rPr>
                <a:t> </a:t>
              </a:r>
              <a:r>
                <a:rPr lang="en-US" altLang="zh-CN" sz="1600" b="1" dirty="0">
                  <a:solidFill>
                    <a:schemeClr val="tx1">
                      <a:lumMod val="65000"/>
                      <a:lumOff val="35000"/>
                    </a:schemeClr>
                  </a:solidFill>
                  <a:latin typeface="Courier New" panose="02070309020205020404" pitchFamily="49" charset="0"/>
                  <a:cs typeface="Courier New" panose="02070309020205020404" pitchFamily="49" charset="0"/>
                </a:rPr>
                <a:t>3</a:t>
              </a:r>
              <a:r>
                <a:rPr lang="en-US" altLang="zh-CN" sz="1300" b="1" dirty="0">
                  <a:solidFill>
                    <a:schemeClr val="tx1">
                      <a:lumMod val="65000"/>
                      <a:lumOff val="35000"/>
                    </a:schemeClr>
                  </a:solidFill>
                  <a:latin typeface="Courier New" panose="02070309020205020404" pitchFamily="49" charset="0"/>
                  <a:cs typeface="Courier New" panose="02070309020205020404" pitchFamily="49" charset="0"/>
                </a:rPr>
                <a:t> </a:t>
              </a:r>
              <a:r>
                <a:rPr lang="en-US" altLang="zh-CN" sz="1600" b="1" dirty="0">
                  <a:solidFill>
                    <a:schemeClr val="tx1">
                      <a:lumMod val="65000"/>
                      <a:lumOff val="35000"/>
                    </a:schemeClr>
                  </a:solidFill>
                  <a:latin typeface="Courier New" panose="02070309020205020404" pitchFamily="49" charset="0"/>
                  <a:cs typeface="Courier New" panose="02070309020205020404" pitchFamily="49" charset="0"/>
                </a:rPr>
                <a:t>4</a:t>
              </a:r>
              <a:r>
                <a:rPr lang="en-US" altLang="zh-CN" sz="1300" b="1" dirty="0">
                  <a:solidFill>
                    <a:schemeClr val="tx1">
                      <a:lumMod val="65000"/>
                      <a:lumOff val="35000"/>
                    </a:schemeClr>
                  </a:solidFill>
                  <a:latin typeface="Courier New" panose="02070309020205020404" pitchFamily="49" charset="0"/>
                  <a:cs typeface="Courier New" panose="02070309020205020404" pitchFamily="49" charset="0"/>
                </a:rPr>
                <a:t> </a:t>
              </a:r>
              <a:r>
                <a:rPr lang="en-US" altLang="zh-CN" sz="1600" b="1" dirty="0">
                  <a:solidFill>
                    <a:schemeClr val="tx1">
                      <a:lumMod val="65000"/>
                      <a:lumOff val="35000"/>
                    </a:schemeClr>
                  </a:solidFill>
                  <a:latin typeface="Courier New" panose="02070309020205020404" pitchFamily="49" charset="0"/>
                  <a:cs typeface="Courier New" panose="02070309020205020404" pitchFamily="49" charset="0"/>
                </a:rPr>
                <a:t>5</a:t>
              </a:r>
              <a:endParaRPr lang="zh-CN" altLang="en-US" sz="1600" b="1" dirty="0">
                <a:solidFill>
                  <a:schemeClr val="tx1">
                    <a:lumMod val="65000"/>
                    <a:lumOff val="35000"/>
                  </a:schemeClr>
                </a:solidFill>
                <a:latin typeface="Courier New" panose="02070309020205020404" pitchFamily="49" charset="0"/>
                <a:cs typeface="Courier New" panose="02070309020205020404" pitchFamily="49" charset="0"/>
              </a:endParaRPr>
            </a:p>
          </p:txBody>
        </p:sp>
        <p:sp>
          <p:nvSpPr>
            <p:cNvPr id="83" name="矩形 82">
              <a:extLst>
                <a:ext uri="{FF2B5EF4-FFF2-40B4-BE49-F238E27FC236}">
                  <a16:creationId xmlns:a16="http://schemas.microsoft.com/office/drawing/2014/main" id="{13877EEB-BB0A-4D20-B84C-0155E5975019}"/>
                </a:ext>
              </a:extLst>
            </p:cNvPr>
            <p:cNvSpPr/>
            <p:nvPr/>
          </p:nvSpPr>
          <p:spPr>
            <a:xfrm>
              <a:off x="3577876" y="5620993"/>
              <a:ext cx="1733084" cy="31942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lnSpc>
                  <a:spcPts val="2400"/>
                </a:lnSpc>
              </a:pPr>
              <a:r>
                <a:rPr lang="en-US" altLang="zh-CN" sz="2000" b="1" dirty="0">
                  <a:solidFill>
                    <a:schemeClr val="tx1">
                      <a:lumMod val="65000"/>
                      <a:lumOff val="35000"/>
                    </a:schemeClr>
                  </a:solidFill>
                  <a:latin typeface="Courier New" panose="02070309020205020404" pitchFamily="49" charset="0"/>
                  <a:cs typeface="Courier New" panose="02070309020205020404" pitchFamily="49" charset="0"/>
                </a:rPr>
                <a:t>N-&gt;</a:t>
              </a:r>
              <a:r>
                <a:rPr lang="en-US" altLang="zh-CN" sz="2000" b="1" dirty="0" err="1">
                  <a:solidFill>
                    <a:schemeClr val="tx1">
                      <a:lumMod val="65000"/>
                      <a:lumOff val="35000"/>
                    </a:schemeClr>
                  </a:solidFill>
                  <a:latin typeface="Courier New" panose="02070309020205020404" pitchFamily="49" charset="0"/>
                  <a:cs typeface="Courier New" panose="02070309020205020404" pitchFamily="49" charset="0"/>
                </a:rPr>
                <a:t>rpos</a:t>
              </a:r>
              <a:endParaRPr lang="zh-CN" altLang="en-US" sz="2000" b="1" dirty="0">
                <a:solidFill>
                  <a:schemeClr val="tx1">
                    <a:lumMod val="65000"/>
                    <a:lumOff val="35000"/>
                  </a:schemeClr>
                </a:solidFill>
                <a:latin typeface="Courier New" panose="02070309020205020404" pitchFamily="49" charset="0"/>
                <a:cs typeface="Courier New" panose="02070309020205020404" pitchFamily="49" charset="0"/>
              </a:endParaRPr>
            </a:p>
          </p:txBody>
        </p:sp>
      </p:grpSp>
      <p:cxnSp>
        <p:nvCxnSpPr>
          <p:cNvPr id="71" name="直接箭头连接符 70">
            <a:extLst>
              <a:ext uri="{FF2B5EF4-FFF2-40B4-BE49-F238E27FC236}">
                <a16:creationId xmlns:a16="http://schemas.microsoft.com/office/drawing/2014/main" id="{342FDC13-2AE3-43BB-B931-57FE82AC54BA}"/>
              </a:ext>
            </a:extLst>
          </p:cNvPr>
          <p:cNvCxnSpPr>
            <a:cxnSpLocks/>
          </p:cNvCxnSpPr>
          <p:nvPr/>
        </p:nvCxnSpPr>
        <p:spPr>
          <a:xfrm flipH="1">
            <a:off x="2633500" y="5802992"/>
            <a:ext cx="4865" cy="270457"/>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2" name="文本框 51">
            <a:extLst>
              <a:ext uri="{FF2B5EF4-FFF2-40B4-BE49-F238E27FC236}">
                <a16:creationId xmlns:a16="http://schemas.microsoft.com/office/drawing/2014/main" id="{375F8039-92B5-4AF8-B397-7359A63C31C8}"/>
              </a:ext>
            </a:extLst>
          </p:cNvPr>
          <p:cNvSpPr txBox="1"/>
          <p:nvPr/>
        </p:nvSpPr>
        <p:spPr>
          <a:xfrm>
            <a:off x="3583630" y="6164671"/>
            <a:ext cx="1438606" cy="369332"/>
          </a:xfrm>
          <a:prstGeom prst="rect">
            <a:avLst/>
          </a:prstGeom>
          <a:noFill/>
        </p:spPr>
        <p:txBody>
          <a:bodyPr wrap="square" rtlCol="0">
            <a:spAutoFit/>
          </a:bodyPr>
          <a:lstStyle/>
          <a:p>
            <a:r>
              <a:rPr lang="zh-CN" altLang="en-US" b="1" dirty="0">
                <a:solidFill>
                  <a:srgbClr val="2F18D8"/>
                </a:solidFill>
              </a:rPr>
              <a:t>求</a:t>
            </a:r>
            <a:r>
              <a:rPr lang="en-US" altLang="zh-CN" b="1" dirty="0">
                <a:solidFill>
                  <a:srgbClr val="C00000"/>
                </a:solidFill>
              </a:rPr>
              <a:t>Q</a:t>
            </a:r>
            <a:r>
              <a:rPr lang="zh-CN" altLang="en-US" b="1" dirty="0">
                <a:solidFill>
                  <a:srgbClr val="2F18D8"/>
                </a:solidFill>
              </a:rPr>
              <a:t>的第</a:t>
            </a:r>
            <a:r>
              <a:rPr lang="en-US" altLang="zh-CN" b="1" dirty="0">
                <a:solidFill>
                  <a:srgbClr val="C00000"/>
                </a:solidFill>
              </a:rPr>
              <a:t>1</a:t>
            </a:r>
            <a:r>
              <a:rPr lang="zh-CN" altLang="en-US" b="1" dirty="0">
                <a:solidFill>
                  <a:srgbClr val="2F18D8"/>
                </a:solidFill>
              </a:rPr>
              <a:t>行</a:t>
            </a:r>
          </a:p>
        </p:txBody>
      </p:sp>
      <p:cxnSp>
        <p:nvCxnSpPr>
          <p:cNvPr id="68" name="直接箭头连接符 67">
            <a:extLst>
              <a:ext uri="{FF2B5EF4-FFF2-40B4-BE49-F238E27FC236}">
                <a16:creationId xmlns:a16="http://schemas.microsoft.com/office/drawing/2014/main" id="{05318B6B-C3DF-44A1-AFEC-00A366DBD72A}"/>
              </a:ext>
            </a:extLst>
          </p:cNvPr>
          <p:cNvCxnSpPr>
            <a:cxnSpLocks/>
          </p:cNvCxnSpPr>
          <p:nvPr/>
        </p:nvCxnSpPr>
        <p:spPr>
          <a:xfrm flipH="1">
            <a:off x="1949001" y="5795362"/>
            <a:ext cx="4865" cy="270457"/>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 name="直接连接符 2">
            <a:extLst>
              <a:ext uri="{FF2B5EF4-FFF2-40B4-BE49-F238E27FC236}">
                <a16:creationId xmlns:a16="http://schemas.microsoft.com/office/drawing/2014/main" id="{4E5A847C-38B0-446F-AD87-46212726FB5F}"/>
              </a:ext>
            </a:extLst>
          </p:cNvPr>
          <p:cNvCxnSpPr>
            <a:cxnSpLocks/>
          </p:cNvCxnSpPr>
          <p:nvPr/>
        </p:nvCxnSpPr>
        <p:spPr>
          <a:xfrm>
            <a:off x="1004552" y="3857222"/>
            <a:ext cx="950888" cy="1793493"/>
          </a:xfrm>
          <a:prstGeom prst="line">
            <a:avLst/>
          </a:prstGeom>
          <a:ln w="19050">
            <a:solidFill>
              <a:srgbClr val="92D050"/>
            </a:solidFill>
            <a:prstDash val="lgDash"/>
          </a:ln>
        </p:spPr>
        <p:style>
          <a:lnRef idx="1">
            <a:schemeClr val="accent1"/>
          </a:lnRef>
          <a:fillRef idx="0">
            <a:schemeClr val="accent1"/>
          </a:fillRef>
          <a:effectRef idx="0">
            <a:schemeClr val="accent1"/>
          </a:effectRef>
          <a:fontRef idx="minor">
            <a:schemeClr val="tx1"/>
          </a:fontRef>
        </p:style>
      </p:cxnSp>
      <p:sp>
        <p:nvSpPr>
          <p:cNvPr id="84" name="文本框 83">
            <a:extLst>
              <a:ext uri="{FF2B5EF4-FFF2-40B4-BE49-F238E27FC236}">
                <a16:creationId xmlns:a16="http://schemas.microsoft.com/office/drawing/2014/main" id="{F61DA598-AA53-41D2-A312-BBB0E659F3DE}"/>
              </a:ext>
            </a:extLst>
          </p:cNvPr>
          <p:cNvSpPr txBox="1"/>
          <p:nvPr/>
        </p:nvSpPr>
        <p:spPr>
          <a:xfrm>
            <a:off x="4455957" y="6169889"/>
            <a:ext cx="282498" cy="307777"/>
          </a:xfrm>
          <a:prstGeom prst="rect">
            <a:avLst/>
          </a:prstGeom>
          <a:noFill/>
        </p:spPr>
        <p:txBody>
          <a:bodyPr wrap="square" lIns="72000" tIns="0" rIns="72000" bIns="0" rtlCol="0">
            <a:spAutoFit/>
          </a:bodyPr>
          <a:lstStyle/>
          <a:p>
            <a:pPr algn="ctr"/>
            <a:r>
              <a:rPr lang="en-US" altLang="zh-CN" sz="2000" b="1" dirty="0">
                <a:solidFill>
                  <a:srgbClr val="C00000"/>
                </a:solidFill>
                <a:effectLst>
                  <a:outerShdw blurRad="38100" dist="38100" dir="2700000" algn="tl">
                    <a:srgbClr val="000000">
                      <a:alpha val="43137"/>
                    </a:srgbClr>
                  </a:outerShdw>
                </a:effectLst>
              </a:rPr>
              <a:t>1</a:t>
            </a:r>
            <a:endParaRPr lang="zh-CN" altLang="en-US" sz="2000" b="1" dirty="0">
              <a:solidFill>
                <a:srgbClr val="C00000"/>
              </a:solidFill>
              <a:effectLst>
                <a:outerShdw blurRad="38100" dist="38100" dir="2700000" algn="tl">
                  <a:srgbClr val="000000">
                    <a:alpha val="43137"/>
                  </a:srgbClr>
                </a:outerShdw>
              </a:effectLst>
            </a:endParaRPr>
          </a:p>
        </p:txBody>
      </p:sp>
      <p:sp>
        <p:nvSpPr>
          <p:cNvPr id="85" name="文本框 84">
            <a:extLst>
              <a:ext uri="{FF2B5EF4-FFF2-40B4-BE49-F238E27FC236}">
                <a16:creationId xmlns:a16="http://schemas.microsoft.com/office/drawing/2014/main" id="{D0AB13D9-0871-4948-B5D1-FE1012320533}"/>
              </a:ext>
            </a:extLst>
          </p:cNvPr>
          <p:cNvSpPr txBox="1"/>
          <p:nvPr/>
        </p:nvSpPr>
        <p:spPr>
          <a:xfrm>
            <a:off x="4686729" y="5485076"/>
            <a:ext cx="282498" cy="307777"/>
          </a:xfrm>
          <a:prstGeom prst="rect">
            <a:avLst/>
          </a:prstGeom>
          <a:noFill/>
        </p:spPr>
        <p:txBody>
          <a:bodyPr wrap="square" lIns="72000" tIns="0" rIns="72000" bIns="0" rtlCol="0">
            <a:spAutoFit/>
          </a:bodyPr>
          <a:lstStyle/>
          <a:p>
            <a:pPr algn="ctr"/>
            <a:r>
              <a:rPr lang="en-US" altLang="zh-CN" sz="2000" b="1" dirty="0">
                <a:solidFill>
                  <a:srgbClr val="C00000"/>
                </a:solidFill>
                <a:effectLst>
                  <a:outerShdw blurRad="38100" dist="38100" dir="2700000" algn="tl">
                    <a:srgbClr val="000000">
                      <a:alpha val="43137"/>
                    </a:srgbClr>
                  </a:outerShdw>
                </a:effectLst>
              </a:rPr>
              <a:t>2</a:t>
            </a:r>
            <a:endParaRPr lang="zh-CN" altLang="en-US" sz="2000" b="1" dirty="0">
              <a:solidFill>
                <a:srgbClr val="C00000"/>
              </a:solidFill>
              <a:effectLst>
                <a:outerShdw blurRad="38100" dist="38100" dir="2700000" algn="tl">
                  <a:srgbClr val="000000">
                    <a:alpha val="43137"/>
                  </a:srgbClr>
                </a:outerShdw>
              </a:effectLst>
            </a:endParaRPr>
          </a:p>
        </p:txBody>
      </p:sp>
      <p:cxnSp>
        <p:nvCxnSpPr>
          <p:cNvPr id="88" name="直接连接符 87">
            <a:extLst>
              <a:ext uri="{FF2B5EF4-FFF2-40B4-BE49-F238E27FC236}">
                <a16:creationId xmlns:a16="http://schemas.microsoft.com/office/drawing/2014/main" id="{9CB82208-B7F8-4752-94C9-1445E7BC7580}"/>
              </a:ext>
            </a:extLst>
          </p:cNvPr>
          <p:cNvCxnSpPr>
            <a:cxnSpLocks/>
          </p:cNvCxnSpPr>
          <p:nvPr/>
        </p:nvCxnSpPr>
        <p:spPr>
          <a:xfrm>
            <a:off x="1047412" y="4179194"/>
            <a:ext cx="1586088" cy="1458643"/>
          </a:xfrm>
          <a:prstGeom prst="line">
            <a:avLst/>
          </a:prstGeom>
          <a:ln w="19050">
            <a:solidFill>
              <a:srgbClr val="92D050"/>
            </a:solidFill>
            <a:prstDash val="lg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193192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left)">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9"/>
                                        </p:tgtEl>
                                        <p:attrNameLst>
                                          <p:attrName>style.visibility</p:attrName>
                                        </p:attrNameLst>
                                      </p:cBhvr>
                                      <p:to>
                                        <p:strVal val="visible"/>
                                      </p:to>
                                    </p:set>
                                    <p:animEffect transition="in" filter="wipe(left)">
                                      <p:cBhvr>
                                        <p:cTn id="17" dur="500"/>
                                        <p:tgtEl>
                                          <p:spTgt spid="4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43"/>
                                        </p:tgtEl>
                                        <p:attrNameLst>
                                          <p:attrName>style.visibility</p:attrName>
                                        </p:attrNameLst>
                                      </p:cBhvr>
                                      <p:to>
                                        <p:strVal val="visible"/>
                                      </p:to>
                                    </p:set>
                                    <p:animEffect transition="in" filter="wipe(left)">
                                      <p:cBhvr>
                                        <p:cTn id="22" dur="500"/>
                                        <p:tgtEl>
                                          <p:spTgt spid="4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53"/>
                                        </p:tgtEl>
                                        <p:attrNameLst>
                                          <p:attrName>style.visibility</p:attrName>
                                        </p:attrNameLst>
                                      </p:cBhvr>
                                      <p:to>
                                        <p:strVal val="visible"/>
                                      </p:to>
                                    </p:set>
                                    <p:animEffect transition="in" filter="fade">
                                      <p:cBhvr>
                                        <p:cTn id="27" dur="500"/>
                                        <p:tgtEl>
                                          <p:spTgt spid="53"/>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54"/>
                                        </p:tgtEl>
                                        <p:attrNameLst>
                                          <p:attrName>style.visibility</p:attrName>
                                        </p:attrNameLst>
                                      </p:cBhvr>
                                      <p:to>
                                        <p:strVal val="visible"/>
                                      </p:to>
                                    </p:set>
                                    <p:animEffect transition="in" filter="wipe(up)">
                                      <p:cBhvr>
                                        <p:cTn id="32" dur="500"/>
                                        <p:tgtEl>
                                          <p:spTgt spid="54"/>
                                        </p:tgtEl>
                                      </p:cBhvr>
                                    </p:animEffect>
                                  </p:childTnLst>
                                </p:cTn>
                              </p:par>
                            </p:childTnLst>
                          </p:cTn>
                        </p:par>
                      </p:childTnLst>
                    </p:cTn>
                  </p:par>
                  <p:par>
                    <p:cTn id="33" fill="hold">
                      <p:stCondLst>
                        <p:cond delay="indefinite"/>
                      </p:stCondLst>
                      <p:childTnLst>
                        <p:par>
                          <p:cTn id="34" fill="hold">
                            <p:stCondLst>
                              <p:cond delay="0"/>
                            </p:stCondLst>
                            <p:childTnLst>
                              <p:par>
                                <p:cTn id="35" presetID="63" presetClass="path" presetSubtype="0" accel="50000" decel="50000" fill="hold" grpId="1" nodeType="clickEffect">
                                  <p:stCondLst>
                                    <p:cond delay="0"/>
                                  </p:stCondLst>
                                  <p:childTnLst>
                                    <p:animMotion origin="layout" path="M -1.04167E-6 2.96296E-6 L 0.37943 -0.04398 " pathEditMode="relative" rAng="0" ptsTypes="AA">
                                      <p:cBhvr>
                                        <p:cTn id="36" dur="2000" fill="hold"/>
                                        <p:tgtEl>
                                          <p:spTgt spid="53"/>
                                        </p:tgtEl>
                                        <p:attrNameLst>
                                          <p:attrName>ppt_x</p:attrName>
                                          <p:attrName>ppt_y</p:attrName>
                                        </p:attrNameLst>
                                      </p:cBhvr>
                                      <p:rCtr x="18971" y="-2199"/>
                                    </p:animMotion>
                                  </p:childTnLst>
                                </p:cTn>
                              </p:par>
                              <p:par>
                                <p:cTn id="37" presetID="63" presetClass="path" presetSubtype="0" accel="50000" decel="50000" fill="hold" grpId="2" nodeType="withEffect">
                                  <p:stCondLst>
                                    <p:cond delay="0"/>
                                  </p:stCondLst>
                                  <p:childTnLst>
                                    <p:animMotion origin="layout" path="M 3.95833E-6 -3.7037E-6 L 0.29961 -0.07754 " pathEditMode="relative" rAng="0" ptsTypes="AA">
                                      <p:cBhvr>
                                        <p:cTn id="38" dur="2000" fill="hold"/>
                                        <p:tgtEl>
                                          <p:spTgt spid="54"/>
                                        </p:tgtEl>
                                        <p:attrNameLst>
                                          <p:attrName>ppt_x</p:attrName>
                                          <p:attrName>ppt_y</p:attrName>
                                        </p:attrNameLst>
                                      </p:cBhvr>
                                      <p:rCtr x="14974" y="-3889"/>
                                    </p:animMotion>
                                  </p:childTnLst>
                                </p:cTn>
                              </p:par>
                            </p:childTnLst>
                          </p:cTn>
                        </p:par>
                        <p:par>
                          <p:cTn id="39" fill="hold">
                            <p:stCondLst>
                              <p:cond delay="2000"/>
                            </p:stCondLst>
                            <p:childTnLst>
                              <p:par>
                                <p:cTn id="40" presetID="10" presetClass="exit" presetSubtype="0" fill="hold" grpId="2" nodeType="afterEffect">
                                  <p:stCondLst>
                                    <p:cond delay="0"/>
                                  </p:stCondLst>
                                  <p:childTnLst>
                                    <p:animEffect transition="out" filter="fade">
                                      <p:cBhvr>
                                        <p:cTn id="41" dur="500"/>
                                        <p:tgtEl>
                                          <p:spTgt spid="53"/>
                                        </p:tgtEl>
                                      </p:cBhvr>
                                    </p:animEffect>
                                    <p:set>
                                      <p:cBhvr>
                                        <p:cTn id="42" dur="1" fill="hold">
                                          <p:stCondLst>
                                            <p:cond delay="499"/>
                                          </p:stCondLst>
                                        </p:cTn>
                                        <p:tgtEl>
                                          <p:spTgt spid="53"/>
                                        </p:tgtEl>
                                        <p:attrNameLst>
                                          <p:attrName>style.visibility</p:attrName>
                                        </p:attrNameLst>
                                      </p:cBhvr>
                                      <p:to>
                                        <p:strVal val="hidden"/>
                                      </p:to>
                                    </p:set>
                                  </p:childTnLst>
                                </p:cTn>
                              </p:par>
                              <p:par>
                                <p:cTn id="43" presetID="10" presetClass="exit" presetSubtype="0" fill="hold" grpId="1" nodeType="withEffect">
                                  <p:stCondLst>
                                    <p:cond delay="0"/>
                                  </p:stCondLst>
                                  <p:childTnLst>
                                    <p:animEffect transition="out" filter="fade">
                                      <p:cBhvr>
                                        <p:cTn id="44" dur="500"/>
                                        <p:tgtEl>
                                          <p:spTgt spid="54"/>
                                        </p:tgtEl>
                                      </p:cBhvr>
                                    </p:animEffect>
                                    <p:set>
                                      <p:cBhvr>
                                        <p:cTn id="45" dur="1" fill="hold">
                                          <p:stCondLst>
                                            <p:cond delay="499"/>
                                          </p:stCondLst>
                                        </p:cTn>
                                        <p:tgtEl>
                                          <p:spTgt spid="54"/>
                                        </p:tgtEl>
                                        <p:attrNameLst>
                                          <p:attrName>style.visibility</p:attrName>
                                        </p:attrNameLst>
                                      </p:cBhvr>
                                      <p:to>
                                        <p:strVal val="hidden"/>
                                      </p:to>
                                    </p:set>
                                  </p:childTnLst>
                                </p:cTn>
                              </p:par>
                              <p:par>
                                <p:cTn id="46" presetID="22" presetClass="entr" presetSubtype="1" fill="hold" grpId="0" nodeType="withEffect">
                                  <p:stCondLst>
                                    <p:cond delay="0"/>
                                  </p:stCondLst>
                                  <p:childTnLst>
                                    <p:set>
                                      <p:cBhvr>
                                        <p:cTn id="47" dur="1" fill="hold">
                                          <p:stCondLst>
                                            <p:cond delay="0"/>
                                          </p:stCondLst>
                                        </p:cTn>
                                        <p:tgtEl>
                                          <p:spTgt spid="55"/>
                                        </p:tgtEl>
                                        <p:attrNameLst>
                                          <p:attrName>style.visibility</p:attrName>
                                        </p:attrNameLst>
                                      </p:cBhvr>
                                      <p:to>
                                        <p:strVal val="visible"/>
                                      </p:to>
                                    </p:set>
                                    <p:animEffect transition="in" filter="wipe(up)">
                                      <p:cBhvr>
                                        <p:cTn id="48" dur="500"/>
                                        <p:tgtEl>
                                          <p:spTgt spid="55"/>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56"/>
                                        </p:tgtEl>
                                        <p:attrNameLst>
                                          <p:attrName>style.visibility</p:attrName>
                                        </p:attrNameLst>
                                      </p:cBhvr>
                                      <p:to>
                                        <p:strVal val="visible"/>
                                      </p:to>
                                    </p:set>
                                    <p:animEffect transition="in" filter="wipe(left)">
                                      <p:cBhvr>
                                        <p:cTn id="53" dur="500"/>
                                        <p:tgtEl>
                                          <p:spTgt spid="56"/>
                                        </p:tgtEl>
                                      </p:cBhvr>
                                    </p:animEffect>
                                  </p:childTnLst>
                                </p:cTn>
                              </p:par>
                            </p:childTnLst>
                          </p:cTn>
                        </p:par>
                        <p:par>
                          <p:cTn id="54" fill="hold">
                            <p:stCondLst>
                              <p:cond delay="500"/>
                            </p:stCondLst>
                            <p:childTnLst>
                              <p:par>
                                <p:cTn id="55" presetID="16" presetClass="entr" presetSubtype="21" fill="hold" grpId="0" nodeType="afterEffect">
                                  <p:stCondLst>
                                    <p:cond delay="0"/>
                                  </p:stCondLst>
                                  <p:childTnLst>
                                    <p:set>
                                      <p:cBhvr>
                                        <p:cTn id="56" dur="1" fill="hold">
                                          <p:stCondLst>
                                            <p:cond delay="0"/>
                                          </p:stCondLst>
                                        </p:cTn>
                                        <p:tgtEl>
                                          <p:spTgt spid="57"/>
                                        </p:tgtEl>
                                        <p:attrNameLst>
                                          <p:attrName>style.visibility</p:attrName>
                                        </p:attrNameLst>
                                      </p:cBhvr>
                                      <p:to>
                                        <p:strVal val="visible"/>
                                      </p:to>
                                    </p:set>
                                    <p:animEffect transition="in" filter="barn(inVertical)">
                                      <p:cBhvr>
                                        <p:cTn id="57" dur="500"/>
                                        <p:tgtEl>
                                          <p:spTgt spid="57"/>
                                        </p:tgtEl>
                                      </p:cBhvr>
                                    </p:animEffect>
                                  </p:childTnLst>
                                </p:cTn>
                              </p:par>
                            </p:childTnLst>
                          </p:cTn>
                        </p:par>
                      </p:childTnLst>
                    </p:cTn>
                  </p:par>
                  <p:par>
                    <p:cTn id="58" fill="hold">
                      <p:stCondLst>
                        <p:cond delay="indefinite"/>
                      </p:stCondLst>
                      <p:childTnLst>
                        <p:par>
                          <p:cTn id="59" fill="hold">
                            <p:stCondLst>
                              <p:cond delay="0"/>
                            </p:stCondLst>
                            <p:childTnLst>
                              <p:par>
                                <p:cTn id="60" presetID="64" presetClass="path" presetSubtype="0" accel="50000" decel="50000" fill="hold" grpId="1" nodeType="clickEffect">
                                  <p:stCondLst>
                                    <p:cond delay="0"/>
                                  </p:stCondLst>
                                  <p:childTnLst>
                                    <p:animMotion origin="layout" path="M 4.79167E-6 -2.22222E-6 L -0.2681 0.0375 " pathEditMode="relative" rAng="0" ptsTypes="AA">
                                      <p:cBhvr>
                                        <p:cTn id="61" dur="2000" fill="hold"/>
                                        <p:tgtEl>
                                          <p:spTgt spid="57"/>
                                        </p:tgtEl>
                                        <p:attrNameLst>
                                          <p:attrName>ppt_x</p:attrName>
                                          <p:attrName>ppt_y</p:attrName>
                                        </p:attrNameLst>
                                      </p:cBhvr>
                                      <p:rCtr x="-13411" y="1875"/>
                                    </p:animMotion>
                                  </p:childTnLst>
                                </p:cTn>
                              </p:par>
                            </p:childTnLst>
                          </p:cTn>
                        </p:par>
                      </p:childTnLst>
                    </p:cTn>
                  </p:par>
                  <p:par>
                    <p:cTn id="62" fill="hold">
                      <p:stCondLst>
                        <p:cond delay="indefinite"/>
                      </p:stCondLst>
                      <p:childTnLst>
                        <p:par>
                          <p:cTn id="63" fill="hold">
                            <p:stCondLst>
                              <p:cond delay="0"/>
                            </p:stCondLst>
                            <p:childTnLst>
                              <p:par>
                                <p:cTn id="64" presetID="22" presetClass="entr" presetSubtype="1" fill="hold" grpId="0" nodeType="clickEffect">
                                  <p:stCondLst>
                                    <p:cond delay="0"/>
                                  </p:stCondLst>
                                  <p:childTnLst>
                                    <p:set>
                                      <p:cBhvr>
                                        <p:cTn id="65" dur="1" fill="hold">
                                          <p:stCondLst>
                                            <p:cond delay="0"/>
                                          </p:stCondLst>
                                        </p:cTn>
                                        <p:tgtEl>
                                          <p:spTgt spid="58"/>
                                        </p:tgtEl>
                                        <p:attrNameLst>
                                          <p:attrName>style.visibility</p:attrName>
                                        </p:attrNameLst>
                                      </p:cBhvr>
                                      <p:to>
                                        <p:strVal val="visible"/>
                                      </p:to>
                                    </p:set>
                                    <p:animEffect transition="in" filter="wipe(up)">
                                      <p:cBhvr>
                                        <p:cTn id="66" dur="500"/>
                                        <p:tgtEl>
                                          <p:spTgt spid="58"/>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59"/>
                                        </p:tgtEl>
                                        <p:attrNameLst>
                                          <p:attrName>style.visibility</p:attrName>
                                        </p:attrNameLst>
                                      </p:cBhvr>
                                      <p:to>
                                        <p:strVal val="visible"/>
                                      </p:to>
                                    </p:set>
                                    <p:animEffect transition="in" filter="fade">
                                      <p:cBhvr>
                                        <p:cTn id="69" dur="500"/>
                                        <p:tgtEl>
                                          <p:spTgt spid="59"/>
                                        </p:tgtEl>
                                      </p:cBhvr>
                                    </p:animEffect>
                                  </p:childTnLst>
                                </p:cTn>
                              </p:par>
                            </p:childTnLst>
                          </p:cTn>
                        </p:par>
                      </p:childTnLst>
                    </p:cTn>
                  </p:par>
                  <p:par>
                    <p:cTn id="70" fill="hold">
                      <p:stCondLst>
                        <p:cond delay="indefinite"/>
                      </p:stCondLst>
                      <p:childTnLst>
                        <p:par>
                          <p:cTn id="71" fill="hold">
                            <p:stCondLst>
                              <p:cond delay="0"/>
                            </p:stCondLst>
                            <p:childTnLst>
                              <p:par>
                                <p:cTn id="72" presetID="63" presetClass="path" presetSubtype="0" accel="50000" decel="50000" fill="hold" grpId="2" nodeType="clickEffect">
                                  <p:stCondLst>
                                    <p:cond delay="0"/>
                                  </p:stCondLst>
                                  <p:childTnLst>
                                    <p:animMotion origin="layout" path="M 2.5E-6 -1.11111E-6 L 0.46393 -0.07708 " pathEditMode="relative" rAng="0" ptsTypes="AA">
                                      <p:cBhvr>
                                        <p:cTn id="73" dur="2000" fill="hold"/>
                                        <p:tgtEl>
                                          <p:spTgt spid="58"/>
                                        </p:tgtEl>
                                        <p:attrNameLst>
                                          <p:attrName>ppt_x</p:attrName>
                                          <p:attrName>ppt_y</p:attrName>
                                        </p:attrNameLst>
                                      </p:cBhvr>
                                      <p:rCtr x="23190" y="-3866"/>
                                    </p:animMotion>
                                  </p:childTnLst>
                                </p:cTn>
                              </p:par>
                              <p:par>
                                <p:cTn id="74" presetID="63" presetClass="path" presetSubtype="0" accel="50000" decel="50000" fill="hold" grpId="1" nodeType="withEffect">
                                  <p:stCondLst>
                                    <p:cond delay="0"/>
                                  </p:stCondLst>
                                  <p:childTnLst>
                                    <p:animMotion origin="layout" path="M -4.16667E-7 -2.59259E-6 L 0.5987 -0.03819 " pathEditMode="relative" rAng="0" ptsTypes="AA">
                                      <p:cBhvr>
                                        <p:cTn id="75" dur="2000" fill="hold"/>
                                        <p:tgtEl>
                                          <p:spTgt spid="59"/>
                                        </p:tgtEl>
                                        <p:attrNameLst>
                                          <p:attrName>ppt_x</p:attrName>
                                          <p:attrName>ppt_y</p:attrName>
                                        </p:attrNameLst>
                                      </p:cBhvr>
                                      <p:rCtr x="29935" y="-1921"/>
                                    </p:animMotion>
                                  </p:childTnLst>
                                </p:cTn>
                              </p:par>
                            </p:childTnLst>
                          </p:cTn>
                        </p:par>
                        <p:par>
                          <p:cTn id="76" fill="hold">
                            <p:stCondLst>
                              <p:cond delay="2000"/>
                            </p:stCondLst>
                            <p:childTnLst>
                              <p:par>
                                <p:cTn id="77" presetID="10" presetClass="exit" presetSubtype="0" fill="hold" grpId="1" nodeType="afterEffect">
                                  <p:stCondLst>
                                    <p:cond delay="0"/>
                                  </p:stCondLst>
                                  <p:childTnLst>
                                    <p:animEffect transition="out" filter="fade">
                                      <p:cBhvr>
                                        <p:cTn id="78" dur="500"/>
                                        <p:tgtEl>
                                          <p:spTgt spid="58"/>
                                        </p:tgtEl>
                                      </p:cBhvr>
                                    </p:animEffect>
                                    <p:set>
                                      <p:cBhvr>
                                        <p:cTn id="79" dur="1" fill="hold">
                                          <p:stCondLst>
                                            <p:cond delay="499"/>
                                          </p:stCondLst>
                                        </p:cTn>
                                        <p:tgtEl>
                                          <p:spTgt spid="58"/>
                                        </p:tgtEl>
                                        <p:attrNameLst>
                                          <p:attrName>style.visibility</p:attrName>
                                        </p:attrNameLst>
                                      </p:cBhvr>
                                      <p:to>
                                        <p:strVal val="hidden"/>
                                      </p:to>
                                    </p:set>
                                  </p:childTnLst>
                                </p:cTn>
                              </p:par>
                              <p:par>
                                <p:cTn id="80" presetID="10" presetClass="exit" presetSubtype="0" fill="hold" grpId="2" nodeType="withEffect">
                                  <p:stCondLst>
                                    <p:cond delay="0"/>
                                  </p:stCondLst>
                                  <p:childTnLst>
                                    <p:animEffect transition="out" filter="fade">
                                      <p:cBhvr>
                                        <p:cTn id="81" dur="500"/>
                                        <p:tgtEl>
                                          <p:spTgt spid="59"/>
                                        </p:tgtEl>
                                      </p:cBhvr>
                                    </p:animEffect>
                                    <p:set>
                                      <p:cBhvr>
                                        <p:cTn id="82" dur="1" fill="hold">
                                          <p:stCondLst>
                                            <p:cond delay="499"/>
                                          </p:stCondLst>
                                        </p:cTn>
                                        <p:tgtEl>
                                          <p:spTgt spid="59"/>
                                        </p:tgtEl>
                                        <p:attrNameLst>
                                          <p:attrName>style.visibility</p:attrName>
                                        </p:attrNameLst>
                                      </p:cBhvr>
                                      <p:to>
                                        <p:strVal val="hidden"/>
                                      </p:to>
                                    </p:set>
                                  </p:childTnLst>
                                </p:cTn>
                              </p:par>
                              <p:par>
                                <p:cTn id="83" presetID="22" presetClass="entr" presetSubtype="1" fill="hold" grpId="0" nodeType="withEffect">
                                  <p:stCondLst>
                                    <p:cond delay="0"/>
                                  </p:stCondLst>
                                  <p:childTnLst>
                                    <p:set>
                                      <p:cBhvr>
                                        <p:cTn id="84" dur="1" fill="hold">
                                          <p:stCondLst>
                                            <p:cond delay="0"/>
                                          </p:stCondLst>
                                        </p:cTn>
                                        <p:tgtEl>
                                          <p:spTgt spid="60"/>
                                        </p:tgtEl>
                                        <p:attrNameLst>
                                          <p:attrName>style.visibility</p:attrName>
                                        </p:attrNameLst>
                                      </p:cBhvr>
                                      <p:to>
                                        <p:strVal val="visible"/>
                                      </p:to>
                                    </p:set>
                                    <p:animEffect transition="in" filter="wipe(up)">
                                      <p:cBhvr>
                                        <p:cTn id="85" dur="500"/>
                                        <p:tgtEl>
                                          <p:spTgt spid="60"/>
                                        </p:tgtEl>
                                      </p:cBhvr>
                                    </p:animEffect>
                                  </p:childTnLst>
                                </p:cTn>
                              </p:par>
                            </p:childTnLst>
                          </p:cTn>
                        </p:par>
                      </p:childTnLst>
                    </p:cTn>
                  </p:par>
                  <p:par>
                    <p:cTn id="86" fill="hold">
                      <p:stCondLst>
                        <p:cond delay="indefinite"/>
                      </p:stCondLst>
                      <p:childTnLst>
                        <p:par>
                          <p:cTn id="87" fill="hold">
                            <p:stCondLst>
                              <p:cond delay="0"/>
                            </p:stCondLst>
                            <p:childTnLst>
                              <p:par>
                                <p:cTn id="88" presetID="22" presetClass="entr" presetSubtype="8" fill="hold" grpId="0" nodeType="clickEffect">
                                  <p:stCondLst>
                                    <p:cond delay="0"/>
                                  </p:stCondLst>
                                  <p:childTnLst>
                                    <p:set>
                                      <p:cBhvr>
                                        <p:cTn id="89" dur="1" fill="hold">
                                          <p:stCondLst>
                                            <p:cond delay="0"/>
                                          </p:stCondLst>
                                        </p:cTn>
                                        <p:tgtEl>
                                          <p:spTgt spid="61"/>
                                        </p:tgtEl>
                                        <p:attrNameLst>
                                          <p:attrName>style.visibility</p:attrName>
                                        </p:attrNameLst>
                                      </p:cBhvr>
                                      <p:to>
                                        <p:strVal val="visible"/>
                                      </p:to>
                                    </p:set>
                                    <p:animEffect transition="in" filter="wipe(left)">
                                      <p:cBhvr>
                                        <p:cTn id="90" dur="500"/>
                                        <p:tgtEl>
                                          <p:spTgt spid="61"/>
                                        </p:tgtEl>
                                      </p:cBhvr>
                                    </p:animEffect>
                                  </p:childTnLst>
                                </p:cTn>
                              </p:par>
                            </p:childTnLst>
                          </p:cTn>
                        </p:par>
                        <p:par>
                          <p:cTn id="91" fill="hold">
                            <p:stCondLst>
                              <p:cond delay="500"/>
                            </p:stCondLst>
                            <p:childTnLst>
                              <p:par>
                                <p:cTn id="92" presetID="16" presetClass="entr" presetSubtype="21" fill="hold" grpId="0" nodeType="afterEffect">
                                  <p:stCondLst>
                                    <p:cond delay="0"/>
                                  </p:stCondLst>
                                  <p:childTnLst>
                                    <p:set>
                                      <p:cBhvr>
                                        <p:cTn id="93" dur="1" fill="hold">
                                          <p:stCondLst>
                                            <p:cond delay="0"/>
                                          </p:stCondLst>
                                        </p:cTn>
                                        <p:tgtEl>
                                          <p:spTgt spid="62"/>
                                        </p:tgtEl>
                                        <p:attrNameLst>
                                          <p:attrName>style.visibility</p:attrName>
                                        </p:attrNameLst>
                                      </p:cBhvr>
                                      <p:to>
                                        <p:strVal val="visible"/>
                                      </p:to>
                                    </p:set>
                                    <p:animEffect transition="in" filter="barn(inVertical)">
                                      <p:cBhvr>
                                        <p:cTn id="94" dur="500"/>
                                        <p:tgtEl>
                                          <p:spTgt spid="62"/>
                                        </p:tgtEl>
                                      </p:cBhvr>
                                    </p:animEffect>
                                  </p:childTnLst>
                                </p:cTn>
                              </p:par>
                            </p:childTnLst>
                          </p:cTn>
                        </p:par>
                      </p:childTnLst>
                    </p:cTn>
                  </p:par>
                  <p:par>
                    <p:cTn id="95" fill="hold">
                      <p:stCondLst>
                        <p:cond delay="indefinite"/>
                      </p:stCondLst>
                      <p:childTnLst>
                        <p:par>
                          <p:cTn id="96" fill="hold">
                            <p:stCondLst>
                              <p:cond delay="0"/>
                            </p:stCondLst>
                            <p:childTnLst>
                              <p:par>
                                <p:cTn id="97" presetID="64" presetClass="path" presetSubtype="0" accel="50000" decel="50000" fill="hold" grpId="1" nodeType="clickEffect">
                                  <p:stCondLst>
                                    <p:cond delay="0"/>
                                  </p:stCondLst>
                                  <p:childTnLst>
                                    <p:animMotion origin="layout" path="M 3.33333E-6 -4.81481E-6 L -0.44024 0.03866 " pathEditMode="relative" rAng="0" ptsTypes="AA">
                                      <p:cBhvr>
                                        <p:cTn id="98" dur="2000" fill="hold"/>
                                        <p:tgtEl>
                                          <p:spTgt spid="62"/>
                                        </p:tgtEl>
                                        <p:attrNameLst>
                                          <p:attrName>ppt_x</p:attrName>
                                          <p:attrName>ppt_y</p:attrName>
                                        </p:attrNameLst>
                                      </p:cBhvr>
                                      <p:rCtr x="-22018" y="1921"/>
                                    </p:animMotion>
                                  </p:childTnLst>
                                </p:cTn>
                              </p:par>
                            </p:childTnLst>
                          </p:cTn>
                        </p:par>
                      </p:childTnLst>
                    </p:cTn>
                  </p:par>
                  <p:par>
                    <p:cTn id="99" fill="hold">
                      <p:stCondLst>
                        <p:cond delay="indefinite"/>
                      </p:stCondLst>
                      <p:childTnLst>
                        <p:par>
                          <p:cTn id="100" fill="hold">
                            <p:stCondLst>
                              <p:cond delay="0"/>
                            </p:stCondLst>
                            <p:childTnLst>
                              <p:par>
                                <p:cTn id="101" presetID="22" presetClass="entr" presetSubtype="1" fill="hold" grpId="0" nodeType="clickEffect">
                                  <p:stCondLst>
                                    <p:cond delay="0"/>
                                  </p:stCondLst>
                                  <p:childTnLst>
                                    <p:set>
                                      <p:cBhvr>
                                        <p:cTn id="102" dur="1" fill="hold">
                                          <p:stCondLst>
                                            <p:cond delay="0"/>
                                          </p:stCondLst>
                                        </p:cTn>
                                        <p:tgtEl>
                                          <p:spTgt spid="50">
                                            <p:txEl>
                                              <p:pRg st="0" end="0"/>
                                            </p:txEl>
                                          </p:spTgt>
                                        </p:tgtEl>
                                        <p:attrNameLst>
                                          <p:attrName>style.visibility</p:attrName>
                                        </p:attrNameLst>
                                      </p:cBhvr>
                                      <p:to>
                                        <p:strVal val="visible"/>
                                      </p:to>
                                    </p:set>
                                    <p:animEffect transition="in" filter="wipe(up)">
                                      <p:cBhvr>
                                        <p:cTn id="103" dur="500"/>
                                        <p:tgtEl>
                                          <p:spTgt spid="50">
                                            <p:txEl>
                                              <p:pRg st="0" end="0"/>
                                            </p:txEl>
                                          </p:spTgt>
                                        </p:tgtEl>
                                      </p:cBhvr>
                                    </p:animEffect>
                                  </p:childTnLst>
                                </p:cTn>
                              </p:par>
                            </p:childTnLst>
                          </p:cTn>
                        </p:par>
                      </p:childTnLst>
                    </p:cTn>
                  </p:par>
                  <p:par>
                    <p:cTn id="104" fill="hold">
                      <p:stCondLst>
                        <p:cond delay="indefinite"/>
                      </p:stCondLst>
                      <p:childTnLst>
                        <p:par>
                          <p:cTn id="105" fill="hold">
                            <p:stCondLst>
                              <p:cond delay="0"/>
                            </p:stCondLst>
                            <p:childTnLst>
                              <p:par>
                                <p:cTn id="106" presetID="22" presetClass="entr" presetSubtype="1" fill="hold" nodeType="clickEffect">
                                  <p:stCondLst>
                                    <p:cond delay="0"/>
                                  </p:stCondLst>
                                  <p:childTnLst>
                                    <p:set>
                                      <p:cBhvr>
                                        <p:cTn id="107" dur="1" fill="hold">
                                          <p:stCondLst>
                                            <p:cond delay="0"/>
                                          </p:stCondLst>
                                        </p:cTn>
                                        <p:tgtEl>
                                          <p:spTgt spid="20"/>
                                        </p:tgtEl>
                                        <p:attrNameLst>
                                          <p:attrName>style.visibility</p:attrName>
                                        </p:attrNameLst>
                                      </p:cBhvr>
                                      <p:to>
                                        <p:strVal val="visible"/>
                                      </p:to>
                                    </p:set>
                                    <p:animEffect transition="in" filter="wipe(up)">
                                      <p:cBhvr>
                                        <p:cTn id="108" dur="500"/>
                                        <p:tgtEl>
                                          <p:spTgt spid="20"/>
                                        </p:tgtEl>
                                      </p:cBhvr>
                                    </p:animEffect>
                                  </p:childTnLst>
                                </p:cTn>
                              </p:par>
                              <p:par>
                                <p:cTn id="109" presetID="22" presetClass="entr" presetSubtype="1" fill="hold" nodeType="withEffect">
                                  <p:stCondLst>
                                    <p:cond delay="0"/>
                                  </p:stCondLst>
                                  <p:childTnLst>
                                    <p:set>
                                      <p:cBhvr>
                                        <p:cTn id="110" dur="1" fill="hold">
                                          <p:stCondLst>
                                            <p:cond delay="0"/>
                                          </p:stCondLst>
                                        </p:cTn>
                                        <p:tgtEl>
                                          <p:spTgt spid="21"/>
                                        </p:tgtEl>
                                        <p:attrNameLst>
                                          <p:attrName>style.visibility</p:attrName>
                                        </p:attrNameLst>
                                      </p:cBhvr>
                                      <p:to>
                                        <p:strVal val="visible"/>
                                      </p:to>
                                    </p:set>
                                    <p:animEffect transition="in" filter="wipe(up)">
                                      <p:cBhvr>
                                        <p:cTn id="111" dur="500"/>
                                        <p:tgtEl>
                                          <p:spTgt spid="21"/>
                                        </p:tgtEl>
                                      </p:cBhvr>
                                    </p:animEffect>
                                  </p:childTnLst>
                                </p:cTn>
                              </p:par>
                            </p:childTnLst>
                          </p:cTn>
                        </p:par>
                      </p:childTnLst>
                    </p:cTn>
                  </p:par>
                  <p:par>
                    <p:cTn id="112" fill="hold">
                      <p:stCondLst>
                        <p:cond delay="indefinite"/>
                      </p:stCondLst>
                      <p:childTnLst>
                        <p:par>
                          <p:cTn id="113" fill="hold">
                            <p:stCondLst>
                              <p:cond delay="0"/>
                            </p:stCondLst>
                            <p:childTnLst>
                              <p:par>
                                <p:cTn id="114" presetID="22" presetClass="entr" presetSubtype="1" fill="hold" nodeType="clickEffect">
                                  <p:stCondLst>
                                    <p:cond delay="0"/>
                                  </p:stCondLst>
                                  <p:childTnLst>
                                    <p:set>
                                      <p:cBhvr>
                                        <p:cTn id="115" dur="1" fill="hold">
                                          <p:stCondLst>
                                            <p:cond delay="0"/>
                                          </p:stCondLst>
                                        </p:cTn>
                                        <p:tgtEl>
                                          <p:spTgt spid="29"/>
                                        </p:tgtEl>
                                        <p:attrNameLst>
                                          <p:attrName>style.visibility</p:attrName>
                                        </p:attrNameLst>
                                      </p:cBhvr>
                                      <p:to>
                                        <p:strVal val="visible"/>
                                      </p:to>
                                    </p:set>
                                    <p:animEffect transition="in" filter="wipe(up)">
                                      <p:cBhvr>
                                        <p:cTn id="116" dur="500"/>
                                        <p:tgtEl>
                                          <p:spTgt spid="29"/>
                                        </p:tgtEl>
                                      </p:cBhvr>
                                    </p:animEffect>
                                  </p:childTnLst>
                                </p:cTn>
                              </p:par>
                            </p:childTnLst>
                          </p:cTn>
                        </p:par>
                      </p:childTnLst>
                    </p:cTn>
                  </p:par>
                  <p:par>
                    <p:cTn id="117" fill="hold">
                      <p:stCondLst>
                        <p:cond delay="indefinite"/>
                      </p:stCondLst>
                      <p:childTnLst>
                        <p:par>
                          <p:cTn id="118" fill="hold">
                            <p:stCondLst>
                              <p:cond delay="0"/>
                            </p:stCondLst>
                            <p:childTnLst>
                              <p:par>
                                <p:cTn id="119" presetID="22" presetClass="entr" presetSubtype="1" fill="hold" grpId="0" nodeType="clickEffect">
                                  <p:stCondLst>
                                    <p:cond delay="0"/>
                                  </p:stCondLst>
                                  <p:childTnLst>
                                    <p:set>
                                      <p:cBhvr>
                                        <p:cTn id="120" dur="1" fill="hold">
                                          <p:stCondLst>
                                            <p:cond delay="0"/>
                                          </p:stCondLst>
                                        </p:cTn>
                                        <p:tgtEl>
                                          <p:spTgt spid="50">
                                            <p:txEl>
                                              <p:pRg st="1" end="1"/>
                                            </p:txEl>
                                          </p:spTgt>
                                        </p:tgtEl>
                                        <p:attrNameLst>
                                          <p:attrName>style.visibility</p:attrName>
                                        </p:attrNameLst>
                                      </p:cBhvr>
                                      <p:to>
                                        <p:strVal val="visible"/>
                                      </p:to>
                                    </p:set>
                                    <p:animEffect transition="in" filter="wipe(up)">
                                      <p:cBhvr>
                                        <p:cTn id="121" dur="500"/>
                                        <p:tgtEl>
                                          <p:spTgt spid="50">
                                            <p:txEl>
                                              <p:pRg st="1" end="1"/>
                                            </p:txEl>
                                          </p:spTgt>
                                        </p:tgtEl>
                                      </p:cBhvr>
                                    </p:animEffect>
                                  </p:childTnLst>
                                </p:cTn>
                              </p:par>
                            </p:childTnLst>
                          </p:cTn>
                        </p:par>
                      </p:childTnLst>
                    </p:cTn>
                  </p:par>
                  <p:par>
                    <p:cTn id="122" fill="hold">
                      <p:stCondLst>
                        <p:cond delay="indefinite"/>
                      </p:stCondLst>
                      <p:childTnLst>
                        <p:par>
                          <p:cTn id="123" fill="hold">
                            <p:stCondLst>
                              <p:cond delay="0"/>
                            </p:stCondLst>
                            <p:childTnLst>
                              <p:par>
                                <p:cTn id="124" presetID="22" presetClass="entr" presetSubtype="1" fill="hold" grpId="0" nodeType="clickEffect">
                                  <p:stCondLst>
                                    <p:cond delay="0"/>
                                  </p:stCondLst>
                                  <p:childTnLst>
                                    <p:set>
                                      <p:cBhvr>
                                        <p:cTn id="125" dur="1" fill="hold">
                                          <p:stCondLst>
                                            <p:cond delay="0"/>
                                          </p:stCondLst>
                                        </p:cTn>
                                        <p:tgtEl>
                                          <p:spTgt spid="63">
                                            <p:txEl>
                                              <p:pRg st="0" end="0"/>
                                            </p:txEl>
                                          </p:spTgt>
                                        </p:tgtEl>
                                        <p:attrNameLst>
                                          <p:attrName>style.visibility</p:attrName>
                                        </p:attrNameLst>
                                      </p:cBhvr>
                                      <p:to>
                                        <p:strVal val="visible"/>
                                      </p:to>
                                    </p:set>
                                    <p:animEffect transition="in" filter="wipe(up)">
                                      <p:cBhvr>
                                        <p:cTn id="126" dur="500"/>
                                        <p:tgtEl>
                                          <p:spTgt spid="63">
                                            <p:txEl>
                                              <p:pRg st="0" end="0"/>
                                            </p:txEl>
                                          </p:spTgt>
                                        </p:tgtEl>
                                      </p:cBhvr>
                                    </p:animEffect>
                                  </p:childTnLst>
                                </p:cTn>
                              </p:par>
                            </p:childTnLst>
                          </p:cTn>
                        </p:par>
                      </p:childTnLst>
                    </p:cTn>
                  </p:par>
                  <p:par>
                    <p:cTn id="127" fill="hold">
                      <p:stCondLst>
                        <p:cond delay="indefinite"/>
                      </p:stCondLst>
                      <p:childTnLst>
                        <p:par>
                          <p:cTn id="128" fill="hold">
                            <p:stCondLst>
                              <p:cond delay="0"/>
                            </p:stCondLst>
                            <p:childTnLst>
                              <p:par>
                                <p:cTn id="129" presetID="22" presetClass="entr" presetSubtype="1" fill="hold" grpId="0" nodeType="clickEffect">
                                  <p:stCondLst>
                                    <p:cond delay="0"/>
                                  </p:stCondLst>
                                  <p:childTnLst>
                                    <p:set>
                                      <p:cBhvr>
                                        <p:cTn id="130" dur="1" fill="hold">
                                          <p:stCondLst>
                                            <p:cond delay="0"/>
                                          </p:stCondLst>
                                        </p:cTn>
                                        <p:tgtEl>
                                          <p:spTgt spid="63">
                                            <p:txEl>
                                              <p:pRg st="1" end="1"/>
                                            </p:txEl>
                                          </p:spTgt>
                                        </p:tgtEl>
                                        <p:attrNameLst>
                                          <p:attrName>style.visibility</p:attrName>
                                        </p:attrNameLst>
                                      </p:cBhvr>
                                      <p:to>
                                        <p:strVal val="visible"/>
                                      </p:to>
                                    </p:set>
                                    <p:animEffect transition="in" filter="wipe(up)">
                                      <p:cBhvr>
                                        <p:cTn id="131" dur="500"/>
                                        <p:tgtEl>
                                          <p:spTgt spid="63">
                                            <p:txEl>
                                              <p:pRg st="1" end="1"/>
                                            </p:txEl>
                                          </p:spTgt>
                                        </p:tgtEl>
                                      </p:cBhvr>
                                    </p:animEffect>
                                  </p:childTnLst>
                                </p:cTn>
                              </p:par>
                            </p:childTnLst>
                          </p:cTn>
                        </p:par>
                        <p:par>
                          <p:cTn id="132" fill="hold">
                            <p:stCondLst>
                              <p:cond delay="500"/>
                            </p:stCondLst>
                            <p:childTnLst>
                              <p:par>
                                <p:cTn id="133" presetID="22" presetClass="entr" presetSubtype="1" fill="hold" grpId="0" nodeType="afterEffect">
                                  <p:stCondLst>
                                    <p:cond delay="0"/>
                                  </p:stCondLst>
                                  <p:childTnLst>
                                    <p:set>
                                      <p:cBhvr>
                                        <p:cTn id="134" dur="1" fill="hold">
                                          <p:stCondLst>
                                            <p:cond delay="0"/>
                                          </p:stCondLst>
                                        </p:cTn>
                                        <p:tgtEl>
                                          <p:spTgt spid="63">
                                            <p:txEl>
                                              <p:pRg st="2" end="2"/>
                                            </p:txEl>
                                          </p:spTgt>
                                        </p:tgtEl>
                                        <p:attrNameLst>
                                          <p:attrName>style.visibility</p:attrName>
                                        </p:attrNameLst>
                                      </p:cBhvr>
                                      <p:to>
                                        <p:strVal val="visible"/>
                                      </p:to>
                                    </p:set>
                                    <p:animEffect transition="in" filter="wipe(up)">
                                      <p:cBhvr>
                                        <p:cTn id="135" dur="500"/>
                                        <p:tgtEl>
                                          <p:spTgt spid="63">
                                            <p:txEl>
                                              <p:pRg st="2" end="2"/>
                                            </p:txEl>
                                          </p:spTgt>
                                        </p:tgtEl>
                                      </p:cBhvr>
                                    </p:animEffect>
                                  </p:childTnLst>
                                </p:cTn>
                              </p:par>
                            </p:childTnLst>
                          </p:cTn>
                        </p:par>
                      </p:childTnLst>
                    </p:cTn>
                  </p:par>
                  <p:par>
                    <p:cTn id="136" fill="hold">
                      <p:stCondLst>
                        <p:cond delay="indefinite"/>
                      </p:stCondLst>
                      <p:childTnLst>
                        <p:par>
                          <p:cTn id="137" fill="hold">
                            <p:stCondLst>
                              <p:cond delay="0"/>
                            </p:stCondLst>
                            <p:childTnLst>
                              <p:par>
                                <p:cTn id="138" presetID="22" presetClass="entr" presetSubtype="1" fill="hold" grpId="0" nodeType="clickEffect">
                                  <p:stCondLst>
                                    <p:cond delay="0"/>
                                  </p:stCondLst>
                                  <p:childTnLst>
                                    <p:set>
                                      <p:cBhvr>
                                        <p:cTn id="139" dur="1" fill="hold">
                                          <p:stCondLst>
                                            <p:cond delay="0"/>
                                          </p:stCondLst>
                                        </p:cTn>
                                        <p:tgtEl>
                                          <p:spTgt spid="63">
                                            <p:txEl>
                                              <p:pRg st="3" end="3"/>
                                            </p:txEl>
                                          </p:spTgt>
                                        </p:tgtEl>
                                        <p:attrNameLst>
                                          <p:attrName>style.visibility</p:attrName>
                                        </p:attrNameLst>
                                      </p:cBhvr>
                                      <p:to>
                                        <p:strVal val="visible"/>
                                      </p:to>
                                    </p:set>
                                    <p:animEffect transition="in" filter="wipe(up)">
                                      <p:cBhvr>
                                        <p:cTn id="140" dur="500"/>
                                        <p:tgtEl>
                                          <p:spTgt spid="63">
                                            <p:txEl>
                                              <p:pRg st="3" end="3"/>
                                            </p:txEl>
                                          </p:spTgt>
                                        </p:tgtEl>
                                      </p:cBhvr>
                                    </p:animEffect>
                                  </p:childTnLst>
                                </p:cTn>
                              </p:par>
                            </p:childTnLst>
                          </p:cTn>
                        </p:par>
                      </p:childTnLst>
                    </p:cTn>
                  </p:par>
                  <p:par>
                    <p:cTn id="141" fill="hold">
                      <p:stCondLst>
                        <p:cond delay="indefinite"/>
                      </p:stCondLst>
                      <p:childTnLst>
                        <p:par>
                          <p:cTn id="142" fill="hold">
                            <p:stCondLst>
                              <p:cond delay="0"/>
                            </p:stCondLst>
                            <p:childTnLst>
                              <p:par>
                                <p:cTn id="143" presetID="22" presetClass="entr" presetSubtype="1" fill="hold" grpId="0" nodeType="clickEffect">
                                  <p:stCondLst>
                                    <p:cond delay="0"/>
                                  </p:stCondLst>
                                  <p:childTnLst>
                                    <p:set>
                                      <p:cBhvr>
                                        <p:cTn id="144" dur="1" fill="hold">
                                          <p:stCondLst>
                                            <p:cond delay="0"/>
                                          </p:stCondLst>
                                        </p:cTn>
                                        <p:tgtEl>
                                          <p:spTgt spid="63">
                                            <p:txEl>
                                              <p:pRg st="4" end="4"/>
                                            </p:txEl>
                                          </p:spTgt>
                                        </p:tgtEl>
                                        <p:attrNameLst>
                                          <p:attrName>style.visibility</p:attrName>
                                        </p:attrNameLst>
                                      </p:cBhvr>
                                      <p:to>
                                        <p:strVal val="visible"/>
                                      </p:to>
                                    </p:set>
                                    <p:animEffect transition="in" filter="wipe(up)">
                                      <p:cBhvr>
                                        <p:cTn id="145" dur="500"/>
                                        <p:tgtEl>
                                          <p:spTgt spid="63">
                                            <p:txEl>
                                              <p:pRg st="4" end="4"/>
                                            </p:txEl>
                                          </p:spTgt>
                                        </p:tgtEl>
                                      </p:cBhvr>
                                    </p:animEffect>
                                  </p:childTnLst>
                                </p:cTn>
                              </p:par>
                            </p:childTnLst>
                          </p:cTn>
                        </p:par>
                      </p:childTnLst>
                    </p:cTn>
                  </p:par>
                  <p:par>
                    <p:cTn id="146" fill="hold">
                      <p:stCondLst>
                        <p:cond delay="indefinite"/>
                      </p:stCondLst>
                      <p:childTnLst>
                        <p:par>
                          <p:cTn id="147" fill="hold">
                            <p:stCondLst>
                              <p:cond delay="0"/>
                            </p:stCondLst>
                            <p:childTnLst>
                              <p:par>
                                <p:cTn id="148" presetID="22" presetClass="entr" presetSubtype="1" fill="hold" grpId="0" nodeType="clickEffect">
                                  <p:stCondLst>
                                    <p:cond delay="0"/>
                                  </p:stCondLst>
                                  <p:childTnLst>
                                    <p:set>
                                      <p:cBhvr>
                                        <p:cTn id="149" dur="1" fill="hold">
                                          <p:stCondLst>
                                            <p:cond delay="0"/>
                                          </p:stCondLst>
                                        </p:cTn>
                                        <p:tgtEl>
                                          <p:spTgt spid="63">
                                            <p:txEl>
                                              <p:pRg st="5" end="5"/>
                                            </p:txEl>
                                          </p:spTgt>
                                        </p:tgtEl>
                                        <p:attrNameLst>
                                          <p:attrName>style.visibility</p:attrName>
                                        </p:attrNameLst>
                                      </p:cBhvr>
                                      <p:to>
                                        <p:strVal val="visible"/>
                                      </p:to>
                                    </p:set>
                                    <p:animEffect transition="in" filter="wipe(up)">
                                      <p:cBhvr>
                                        <p:cTn id="150" dur="500"/>
                                        <p:tgtEl>
                                          <p:spTgt spid="63">
                                            <p:txEl>
                                              <p:pRg st="5" end="5"/>
                                            </p:txEl>
                                          </p:spTgt>
                                        </p:tgtEl>
                                      </p:cBhvr>
                                    </p:animEffect>
                                  </p:childTnLst>
                                </p:cTn>
                              </p:par>
                            </p:childTnLst>
                          </p:cTn>
                        </p:par>
                        <p:par>
                          <p:cTn id="151" fill="hold">
                            <p:stCondLst>
                              <p:cond delay="500"/>
                            </p:stCondLst>
                            <p:childTnLst>
                              <p:par>
                                <p:cTn id="152" presetID="22" presetClass="entr" presetSubtype="1" fill="hold" grpId="0" nodeType="afterEffect">
                                  <p:stCondLst>
                                    <p:cond delay="0"/>
                                  </p:stCondLst>
                                  <p:childTnLst>
                                    <p:set>
                                      <p:cBhvr>
                                        <p:cTn id="153" dur="1" fill="hold">
                                          <p:stCondLst>
                                            <p:cond delay="0"/>
                                          </p:stCondLst>
                                        </p:cTn>
                                        <p:tgtEl>
                                          <p:spTgt spid="63">
                                            <p:txEl>
                                              <p:pRg st="6" end="6"/>
                                            </p:txEl>
                                          </p:spTgt>
                                        </p:tgtEl>
                                        <p:attrNameLst>
                                          <p:attrName>style.visibility</p:attrName>
                                        </p:attrNameLst>
                                      </p:cBhvr>
                                      <p:to>
                                        <p:strVal val="visible"/>
                                      </p:to>
                                    </p:set>
                                    <p:animEffect transition="in" filter="wipe(up)">
                                      <p:cBhvr>
                                        <p:cTn id="154" dur="500"/>
                                        <p:tgtEl>
                                          <p:spTgt spid="63">
                                            <p:txEl>
                                              <p:pRg st="6" end="6"/>
                                            </p:txEl>
                                          </p:spTgt>
                                        </p:tgtEl>
                                      </p:cBhvr>
                                    </p:animEffect>
                                  </p:childTnLst>
                                </p:cTn>
                              </p:par>
                            </p:childTnLst>
                          </p:cTn>
                        </p:par>
                      </p:childTnLst>
                    </p:cTn>
                  </p:par>
                  <p:par>
                    <p:cTn id="155" fill="hold">
                      <p:stCondLst>
                        <p:cond delay="indefinite"/>
                      </p:stCondLst>
                      <p:childTnLst>
                        <p:par>
                          <p:cTn id="156" fill="hold">
                            <p:stCondLst>
                              <p:cond delay="0"/>
                            </p:stCondLst>
                            <p:childTnLst>
                              <p:par>
                                <p:cTn id="157" presetID="31" presetClass="entr" presetSubtype="0" fill="hold" grpId="0" nodeType="clickEffect">
                                  <p:stCondLst>
                                    <p:cond delay="0"/>
                                  </p:stCondLst>
                                  <p:childTnLst>
                                    <p:set>
                                      <p:cBhvr>
                                        <p:cTn id="158" dur="1" fill="hold">
                                          <p:stCondLst>
                                            <p:cond delay="0"/>
                                          </p:stCondLst>
                                        </p:cTn>
                                        <p:tgtEl>
                                          <p:spTgt spid="66"/>
                                        </p:tgtEl>
                                        <p:attrNameLst>
                                          <p:attrName>style.visibility</p:attrName>
                                        </p:attrNameLst>
                                      </p:cBhvr>
                                      <p:to>
                                        <p:strVal val="visible"/>
                                      </p:to>
                                    </p:set>
                                    <p:anim calcmode="lin" valueType="num">
                                      <p:cBhvr>
                                        <p:cTn id="159" dur="1000" fill="hold"/>
                                        <p:tgtEl>
                                          <p:spTgt spid="66"/>
                                        </p:tgtEl>
                                        <p:attrNameLst>
                                          <p:attrName>ppt_w</p:attrName>
                                        </p:attrNameLst>
                                      </p:cBhvr>
                                      <p:tavLst>
                                        <p:tav tm="0">
                                          <p:val>
                                            <p:fltVal val="0"/>
                                          </p:val>
                                        </p:tav>
                                        <p:tav tm="100000">
                                          <p:val>
                                            <p:strVal val="#ppt_w"/>
                                          </p:val>
                                        </p:tav>
                                      </p:tavLst>
                                    </p:anim>
                                    <p:anim calcmode="lin" valueType="num">
                                      <p:cBhvr>
                                        <p:cTn id="160" dur="1000" fill="hold"/>
                                        <p:tgtEl>
                                          <p:spTgt spid="66"/>
                                        </p:tgtEl>
                                        <p:attrNameLst>
                                          <p:attrName>ppt_h</p:attrName>
                                        </p:attrNameLst>
                                      </p:cBhvr>
                                      <p:tavLst>
                                        <p:tav tm="0">
                                          <p:val>
                                            <p:fltVal val="0"/>
                                          </p:val>
                                        </p:tav>
                                        <p:tav tm="100000">
                                          <p:val>
                                            <p:strVal val="#ppt_h"/>
                                          </p:val>
                                        </p:tav>
                                      </p:tavLst>
                                    </p:anim>
                                    <p:anim calcmode="lin" valueType="num">
                                      <p:cBhvr>
                                        <p:cTn id="161" dur="1000" fill="hold"/>
                                        <p:tgtEl>
                                          <p:spTgt spid="66"/>
                                        </p:tgtEl>
                                        <p:attrNameLst>
                                          <p:attrName>style.rotation</p:attrName>
                                        </p:attrNameLst>
                                      </p:cBhvr>
                                      <p:tavLst>
                                        <p:tav tm="0">
                                          <p:val>
                                            <p:fltVal val="90"/>
                                          </p:val>
                                        </p:tav>
                                        <p:tav tm="100000">
                                          <p:val>
                                            <p:fltVal val="0"/>
                                          </p:val>
                                        </p:tav>
                                      </p:tavLst>
                                    </p:anim>
                                    <p:animEffect transition="in" filter="fade">
                                      <p:cBhvr>
                                        <p:cTn id="162" dur="1000"/>
                                        <p:tgtEl>
                                          <p:spTgt spid="66"/>
                                        </p:tgtEl>
                                      </p:cBhvr>
                                    </p:animEffect>
                                  </p:childTnLst>
                                </p:cTn>
                              </p:par>
                            </p:childTnLst>
                          </p:cTn>
                        </p:par>
                        <p:par>
                          <p:cTn id="163" fill="hold">
                            <p:stCondLst>
                              <p:cond delay="1000"/>
                            </p:stCondLst>
                            <p:childTnLst>
                              <p:par>
                                <p:cTn id="164" presetID="31" presetClass="entr" presetSubtype="0" fill="hold" grpId="0" nodeType="afterEffect">
                                  <p:stCondLst>
                                    <p:cond delay="0"/>
                                  </p:stCondLst>
                                  <p:childTnLst>
                                    <p:set>
                                      <p:cBhvr>
                                        <p:cTn id="165" dur="1" fill="hold">
                                          <p:stCondLst>
                                            <p:cond delay="0"/>
                                          </p:stCondLst>
                                        </p:cTn>
                                        <p:tgtEl>
                                          <p:spTgt spid="69"/>
                                        </p:tgtEl>
                                        <p:attrNameLst>
                                          <p:attrName>style.visibility</p:attrName>
                                        </p:attrNameLst>
                                      </p:cBhvr>
                                      <p:to>
                                        <p:strVal val="visible"/>
                                      </p:to>
                                    </p:set>
                                    <p:anim calcmode="lin" valueType="num">
                                      <p:cBhvr>
                                        <p:cTn id="166" dur="1000" fill="hold"/>
                                        <p:tgtEl>
                                          <p:spTgt spid="69"/>
                                        </p:tgtEl>
                                        <p:attrNameLst>
                                          <p:attrName>ppt_w</p:attrName>
                                        </p:attrNameLst>
                                      </p:cBhvr>
                                      <p:tavLst>
                                        <p:tav tm="0">
                                          <p:val>
                                            <p:fltVal val="0"/>
                                          </p:val>
                                        </p:tav>
                                        <p:tav tm="100000">
                                          <p:val>
                                            <p:strVal val="#ppt_w"/>
                                          </p:val>
                                        </p:tav>
                                      </p:tavLst>
                                    </p:anim>
                                    <p:anim calcmode="lin" valueType="num">
                                      <p:cBhvr>
                                        <p:cTn id="167" dur="1000" fill="hold"/>
                                        <p:tgtEl>
                                          <p:spTgt spid="69"/>
                                        </p:tgtEl>
                                        <p:attrNameLst>
                                          <p:attrName>ppt_h</p:attrName>
                                        </p:attrNameLst>
                                      </p:cBhvr>
                                      <p:tavLst>
                                        <p:tav tm="0">
                                          <p:val>
                                            <p:fltVal val="0"/>
                                          </p:val>
                                        </p:tav>
                                        <p:tav tm="100000">
                                          <p:val>
                                            <p:strVal val="#ppt_h"/>
                                          </p:val>
                                        </p:tav>
                                      </p:tavLst>
                                    </p:anim>
                                    <p:anim calcmode="lin" valueType="num">
                                      <p:cBhvr>
                                        <p:cTn id="168" dur="1000" fill="hold"/>
                                        <p:tgtEl>
                                          <p:spTgt spid="69"/>
                                        </p:tgtEl>
                                        <p:attrNameLst>
                                          <p:attrName>style.rotation</p:attrName>
                                        </p:attrNameLst>
                                      </p:cBhvr>
                                      <p:tavLst>
                                        <p:tav tm="0">
                                          <p:val>
                                            <p:fltVal val="90"/>
                                          </p:val>
                                        </p:tav>
                                        <p:tav tm="100000">
                                          <p:val>
                                            <p:fltVal val="0"/>
                                          </p:val>
                                        </p:tav>
                                      </p:tavLst>
                                    </p:anim>
                                    <p:animEffect transition="in" filter="fade">
                                      <p:cBhvr>
                                        <p:cTn id="169" dur="1000"/>
                                        <p:tgtEl>
                                          <p:spTgt spid="69"/>
                                        </p:tgtEl>
                                      </p:cBhvr>
                                    </p:animEffect>
                                  </p:childTnLst>
                                </p:cTn>
                              </p:par>
                            </p:childTnLst>
                          </p:cTn>
                        </p:par>
                      </p:childTnLst>
                    </p:cTn>
                  </p:par>
                  <p:par>
                    <p:cTn id="170" fill="hold">
                      <p:stCondLst>
                        <p:cond delay="indefinite"/>
                      </p:stCondLst>
                      <p:childTnLst>
                        <p:par>
                          <p:cTn id="171" fill="hold">
                            <p:stCondLst>
                              <p:cond delay="0"/>
                            </p:stCondLst>
                            <p:childTnLst>
                              <p:par>
                                <p:cTn id="172" presetID="31" presetClass="entr" presetSubtype="0" fill="hold" grpId="0" nodeType="clickEffect">
                                  <p:stCondLst>
                                    <p:cond delay="0"/>
                                  </p:stCondLst>
                                  <p:childTnLst>
                                    <p:set>
                                      <p:cBhvr>
                                        <p:cTn id="173" dur="1" fill="hold">
                                          <p:stCondLst>
                                            <p:cond delay="0"/>
                                          </p:stCondLst>
                                        </p:cTn>
                                        <p:tgtEl>
                                          <p:spTgt spid="77"/>
                                        </p:tgtEl>
                                        <p:attrNameLst>
                                          <p:attrName>style.visibility</p:attrName>
                                        </p:attrNameLst>
                                      </p:cBhvr>
                                      <p:to>
                                        <p:strVal val="visible"/>
                                      </p:to>
                                    </p:set>
                                    <p:anim calcmode="lin" valueType="num">
                                      <p:cBhvr>
                                        <p:cTn id="174" dur="1000" fill="hold"/>
                                        <p:tgtEl>
                                          <p:spTgt spid="77"/>
                                        </p:tgtEl>
                                        <p:attrNameLst>
                                          <p:attrName>ppt_w</p:attrName>
                                        </p:attrNameLst>
                                      </p:cBhvr>
                                      <p:tavLst>
                                        <p:tav tm="0">
                                          <p:val>
                                            <p:fltVal val="0"/>
                                          </p:val>
                                        </p:tav>
                                        <p:tav tm="100000">
                                          <p:val>
                                            <p:strVal val="#ppt_w"/>
                                          </p:val>
                                        </p:tav>
                                      </p:tavLst>
                                    </p:anim>
                                    <p:anim calcmode="lin" valueType="num">
                                      <p:cBhvr>
                                        <p:cTn id="175" dur="1000" fill="hold"/>
                                        <p:tgtEl>
                                          <p:spTgt spid="77"/>
                                        </p:tgtEl>
                                        <p:attrNameLst>
                                          <p:attrName>ppt_h</p:attrName>
                                        </p:attrNameLst>
                                      </p:cBhvr>
                                      <p:tavLst>
                                        <p:tav tm="0">
                                          <p:val>
                                            <p:fltVal val="0"/>
                                          </p:val>
                                        </p:tav>
                                        <p:tav tm="100000">
                                          <p:val>
                                            <p:strVal val="#ppt_h"/>
                                          </p:val>
                                        </p:tav>
                                      </p:tavLst>
                                    </p:anim>
                                    <p:anim calcmode="lin" valueType="num">
                                      <p:cBhvr>
                                        <p:cTn id="176" dur="1000" fill="hold"/>
                                        <p:tgtEl>
                                          <p:spTgt spid="77"/>
                                        </p:tgtEl>
                                        <p:attrNameLst>
                                          <p:attrName>style.rotation</p:attrName>
                                        </p:attrNameLst>
                                      </p:cBhvr>
                                      <p:tavLst>
                                        <p:tav tm="0">
                                          <p:val>
                                            <p:fltVal val="90"/>
                                          </p:val>
                                        </p:tav>
                                        <p:tav tm="100000">
                                          <p:val>
                                            <p:fltVal val="0"/>
                                          </p:val>
                                        </p:tav>
                                      </p:tavLst>
                                    </p:anim>
                                    <p:animEffect transition="in" filter="fade">
                                      <p:cBhvr>
                                        <p:cTn id="177" dur="1000"/>
                                        <p:tgtEl>
                                          <p:spTgt spid="77"/>
                                        </p:tgtEl>
                                      </p:cBhvr>
                                    </p:animEffect>
                                  </p:childTnLst>
                                </p:cTn>
                              </p:par>
                            </p:childTnLst>
                          </p:cTn>
                        </p:par>
                        <p:par>
                          <p:cTn id="178" fill="hold">
                            <p:stCondLst>
                              <p:cond delay="1000"/>
                            </p:stCondLst>
                            <p:childTnLst>
                              <p:par>
                                <p:cTn id="179" presetID="31" presetClass="entr" presetSubtype="0" fill="hold" grpId="0" nodeType="afterEffect">
                                  <p:stCondLst>
                                    <p:cond delay="0"/>
                                  </p:stCondLst>
                                  <p:childTnLst>
                                    <p:set>
                                      <p:cBhvr>
                                        <p:cTn id="180" dur="1" fill="hold">
                                          <p:stCondLst>
                                            <p:cond delay="0"/>
                                          </p:stCondLst>
                                        </p:cTn>
                                        <p:tgtEl>
                                          <p:spTgt spid="78"/>
                                        </p:tgtEl>
                                        <p:attrNameLst>
                                          <p:attrName>style.visibility</p:attrName>
                                        </p:attrNameLst>
                                      </p:cBhvr>
                                      <p:to>
                                        <p:strVal val="visible"/>
                                      </p:to>
                                    </p:set>
                                    <p:anim calcmode="lin" valueType="num">
                                      <p:cBhvr>
                                        <p:cTn id="181" dur="1000" fill="hold"/>
                                        <p:tgtEl>
                                          <p:spTgt spid="78"/>
                                        </p:tgtEl>
                                        <p:attrNameLst>
                                          <p:attrName>ppt_w</p:attrName>
                                        </p:attrNameLst>
                                      </p:cBhvr>
                                      <p:tavLst>
                                        <p:tav tm="0">
                                          <p:val>
                                            <p:fltVal val="0"/>
                                          </p:val>
                                        </p:tav>
                                        <p:tav tm="100000">
                                          <p:val>
                                            <p:strVal val="#ppt_w"/>
                                          </p:val>
                                        </p:tav>
                                      </p:tavLst>
                                    </p:anim>
                                    <p:anim calcmode="lin" valueType="num">
                                      <p:cBhvr>
                                        <p:cTn id="182" dur="1000" fill="hold"/>
                                        <p:tgtEl>
                                          <p:spTgt spid="78"/>
                                        </p:tgtEl>
                                        <p:attrNameLst>
                                          <p:attrName>ppt_h</p:attrName>
                                        </p:attrNameLst>
                                      </p:cBhvr>
                                      <p:tavLst>
                                        <p:tav tm="0">
                                          <p:val>
                                            <p:fltVal val="0"/>
                                          </p:val>
                                        </p:tav>
                                        <p:tav tm="100000">
                                          <p:val>
                                            <p:strVal val="#ppt_h"/>
                                          </p:val>
                                        </p:tav>
                                      </p:tavLst>
                                    </p:anim>
                                    <p:anim calcmode="lin" valueType="num">
                                      <p:cBhvr>
                                        <p:cTn id="183" dur="1000" fill="hold"/>
                                        <p:tgtEl>
                                          <p:spTgt spid="78"/>
                                        </p:tgtEl>
                                        <p:attrNameLst>
                                          <p:attrName>style.rotation</p:attrName>
                                        </p:attrNameLst>
                                      </p:cBhvr>
                                      <p:tavLst>
                                        <p:tav tm="0">
                                          <p:val>
                                            <p:fltVal val="90"/>
                                          </p:val>
                                        </p:tav>
                                        <p:tav tm="100000">
                                          <p:val>
                                            <p:fltVal val="0"/>
                                          </p:val>
                                        </p:tav>
                                      </p:tavLst>
                                    </p:anim>
                                    <p:animEffect transition="in" filter="fade">
                                      <p:cBhvr>
                                        <p:cTn id="184" dur="1000"/>
                                        <p:tgtEl>
                                          <p:spTgt spid="78"/>
                                        </p:tgtEl>
                                      </p:cBhvr>
                                    </p:animEffect>
                                  </p:childTnLst>
                                </p:cTn>
                              </p:par>
                            </p:childTnLst>
                          </p:cTn>
                        </p:par>
                      </p:childTnLst>
                    </p:cTn>
                  </p:par>
                  <p:par>
                    <p:cTn id="185" fill="hold">
                      <p:stCondLst>
                        <p:cond delay="indefinite"/>
                      </p:stCondLst>
                      <p:childTnLst>
                        <p:par>
                          <p:cTn id="186" fill="hold">
                            <p:stCondLst>
                              <p:cond delay="0"/>
                            </p:stCondLst>
                            <p:childTnLst>
                              <p:par>
                                <p:cTn id="187" presetID="22" presetClass="entr" presetSubtype="1" fill="hold" grpId="0" nodeType="clickEffect">
                                  <p:stCondLst>
                                    <p:cond delay="0"/>
                                  </p:stCondLst>
                                  <p:childTnLst>
                                    <p:set>
                                      <p:cBhvr>
                                        <p:cTn id="188" dur="1" fill="hold">
                                          <p:stCondLst>
                                            <p:cond delay="0"/>
                                          </p:stCondLst>
                                        </p:cTn>
                                        <p:tgtEl>
                                          <p:spTgt spid="63">
                                            <p:txEl>
                                              <p:pRg st="7" end="7"/>
                                            </p:txEl>
                                          </p:spTgt>
                                        </p:tgtEl>
                                        <p:attrNameLst>
                                          <p:attrName>style.visibility</p:attrName>
                                        </p:attrNameLst>
                                      </p:cBhvr>
                                      <p:to>
                                        <p:strVal val="visible"/>
                                      </p:to>
                                    </p:set>
                                    <p:animEffect transition="in" filter="wipe(up)">
                                      <p:cBhvr>
                                        <p:cTn id="189" dur="500"/>
                                        <p:tgtEl>
                                          <p:spTgt spid="63">
                                            <p:txEl>
                                              <p:pRg st="7" end="7"/>
                                            </p:txEl>
                                          </p:spTgt>
                                        </p:tgtEl>
                                      </p:cBhvr>
                                    </p:animEffect>
                                  </p:childTnLst>
                                </p:cTn>
                              </p:par>
                            </p:childTnLst>
                          </p:cTn>
                        </p:par>
                        <p:par>
                          <p:cTn id="190" fill="hold">
                            <p:stCondLst>
                              <p:cond delay="500"/>
                            </p:stCondLst>
                            <p:childTnLst>
                              <p:par>
                                <p:cTn id="191" presetID="22" presetClass="entr" presetSubtype="1" fill="hold" grpId="0" nodeType="afterEffect">
                                  <p:stCondLst>
                                    <p:cond delay="0"/>
                                  </p:stCondLst>
                                  <p:childTnLst>
                                    <p:set>
                                      <p:cBhvr>
                                        <p:cTn id="192" dur="1" fill="hold">
                                          <p:stCondLst>
                                            <p:cond delay="0"/>
                                          </p:stCondLst>
                                        </p:cTn>
                                        <p:tgtEl>
                                          <p:spTgt spid="63">
                                            <p:txEl>
                                              <p:pRg st="8" end="8"/>
                                            </p:txEl>
                                          </p:spTgt>
                                        </p:tgtEl>
                                        <p:attrNameLst>
                                          <p:attrName>style.visibility</p:attrName>
                                        </p:attrNameLst>
                                      </p:cBhvr>
                                      <p:to>
                                        <p:strVal val="visible"/>
                                      </p:to>
                                    </p:set>
                                    <p:animEffect transition="in" filter="wipe(up)">
                                      <p:cBhvr>
                                        <p:cTn id="193" dur="500"/>
                                        <p:tgtEl>
                                          <p:spTgt spid="63">
                                            <p:txEl>
                                              <p:pRg st="8" end="8"/>
                                            </p:txEl>
                                          </p:spTgt>
                                        </p:tgtEl>
                                      </p:cBhvr>
                                    </p:animEffect>
                                  </p:childTnLst>
                                </p:cTn>
                              </p:par>
                            </p:childTnLst>
                          </p:cTn>
                        </p:par>
                      </p:childTnLst>
                    </p:cTn>
                  </p:par>
                  <p:par>
                    <p:cTn id="194" fill="hold">
                      <p:stCondLst>
                        <p:cond delay="indefinite"/>
                      </p:stCondLst>
                      <p:childTnLst>
                        <p:par>
                          <p:cTn id="195" fill="hold">
                            <p:stCondLst>
                              <p:cond delay="0"/>
                            </p:stCondLst>
                            <p:childTnLst>
                              <p:par>
                                <p:cTn id="196" presetID="22" presetClass="entr" presetSubtype="8" fill="hold" nodeType="clickEffect">
                                  <p:stCondLst>
                                    <p:cond delay="0"/>
                                  </p:stCondLst>
                                  <p:childTnLst>
                                    <p:set>
                                      <p:cBhvr>
                                        <p:cTn id="197" dur="1" fill="hold">
                                          <p:stCondLst>
                                            <p:cond delay="0"/>
                                          </p:stCondLst>
                                        </p:cTn>
                                        <p:tgtEl>
                                          <p:spTgt spid="79"/>
                                        </p:tgtEl>
                                        <p:attrNameLst>
                                          <p:attrName>style.visibility</p:attrName>
                                        </p:attrNameLst>
                                      </p:cBhvr>
                                      <p:to>
                                        <p:strVal val="visible"/>
                                      </p:to>
                                    </p:set>
                                    <p:animEffect transition="in" filter="wipe(left)">
                                      <p:cBhvr>
                                        <p:cTn id="198" dur="500"/>
                                        <p:tgtEl>
                                          <p:spTgt spid="79"/>
                                        </p:tgtEl>
                                      </p:cBhvr>
                                    </p:animEffect>
                                  </p:childTnLst>
                                </p:cTn>
                              </p:par>
                            </p:childTnLst>
                          </p:cTn>
                        </p:par>
                        <p:par>
                          <p:cTn id="199" fill="hold">
                            <p:stCondLst>
                              <p:cond delay="500"/>
                            </p:stCondLst>
                            <p:childTnLst>
                              <p:par>
                                <p:cTn id="200" presetID="22" presetClass="entr" presetSubtype="8" fill="hold" nodeType="afterEffect">
                                  <p:stCondLst>
                                    <p:cond delay="0"/>
                                  </p:stCondLst>
                                  <p:childTnLst>
                                    <p:set>
                                      <p:cBhvr>
                                        <p:cTn id="201" dur="1" fill="hold">
                                          <p:stCondLst>
                                            <p:cond delay="0"/>
                                          </p:stCondLst>
                                        </p:cTn>
                                        <p:tgtEl>
                                          <p:spTgt spid="73"/>
                                        </p:tgtEl>
                                        <p:attrNameLst>
                                          <p:attrName>style.visibility</p:attrName>
                                        </p:attrNameLst>
                                      </p:cBhvr>
                                      <p:to>
                                        <p:strVal val="visible"/>
                                      </p:to>
                                    </p:set>
                                    <p:animEffect transition="in" filter="wipe(left)">
                                      <p:cBhvr>
                                        <p:cTn id="202" dur="500"/>
                                        <p:tgtEl>
                                          <p:spTgt spid="73"/>
                                        </p:tgtEl>
                                      </p:cBhvr>
                                    </p:animEffect>
                                  </p:childTnLst>
                                </p:cTn>
                              </p:par>
                            </p:childTnLst>
                          </p:cTn>
                        </p:par>
                      </p:childTnLst>
                    </p:cTn>
                  </p:par>
                  <p:par>
                    <p:cTn id="203" fill="hold">
                      <p:stCondLst>
                        <p:cond delay="indefinite"/>
                      </p:stCondLst>
                      <p:childTnLst>
                        <p:par>
                          <p:cTn id="204" fill="hold">
                            <p:stCondLst>
                              <p:cond delay="0"/>
                            </p:stCondLst>
                            <p:childTnLst>
                              <p:par>
                                <p:cTn id="205" presetID="22" presetClass="entr" presetSubtype="1" fill="hold" grpId="0" nodeType="clickEffect">
                                  <p:stCondLst>
                                    <p:cond delay="0"/>
                                  </p:stCondLst>
                                  <p:childTnLst>
                                    <p:set>
                                      <p:cBhvr>
                                        <p:cTn id="206" dur="1" fill="hold">
                                          <p:stCondLst>
                                            <p:cond delay="0"/>
                                          </p:stCondLst>
                                        </p:cTn>
                                        <p:tgtEl>
                                          <p:spTgt spid="63">
                                            <p:txEl>
                                              <p:pRg st="9" end="9"/>
                                            </p:txEl>
                                          </p:spTgt>
                                        </p:tgtEl>
                                        <p:attrNameLst>
                                          <p:attrName>style.visibility</p:attrName>
                                        </p:attrNameLst>
                                      </p:cBhvr>
                                      <p:to>
                                        <p:strVal val="visible"/>
                                      </p:to>
                                    </p:set>
                                    <p:animEffect transition="in" filter="wipe(up)">
                                      <p:cBhvr>
                                        <p:cTn id="207" dur="500"/>
                                        <p:tgtEl>
                                          <p:spTgt spid="63">
                                            <p:txEl>
                                              <p:pRg st="9" end="9"/>
                                            </p:txEl>
                                          </p:spTgt>
                                        </p:tgtEl>
                                      </p:cBhvr>
                                    </p:animEffect>
                                  </p:childTnLst>
                                </p:cTn>
                              </p:par>
                            </p:childTnLst>
                          </p:cTn>
                        </p:par>
                      </p:childTnLst>
                    </p:cTn>
                  </p:par>
                  <p:par>
                    <p:cTn id="208" fill="hold">
                      <p:stCondLst>
                        <p:cond delay="indefinite"/>
                      </p:stCondLst>
                      <p:childTnLst>
                        <p:par>
                          <p:cTn id="209" fill="hold">
                            <p:stCondLst>
                              <p:cond delay="0"/>
                            </p:stCondLst>
                            <p:childTnLst>
                              <p:par>
                                <p:cTn id="210" presetID="22" presetClass="entr" presetSubtype="1" fill="hold" grpId="0" nodeType="clickEffect">
                                  <p:stCondLst>
                                    <p:cond delay="0"/>
                                  </p:stCondLst>
                                  <p:childTnLst>
                                    <p:set>
                                      <p:cBhvr>
                                        <p:cTn id="211" dur="1" fill="hold">
                                          <p:stCondLst>
                                            <p:cond delay="0"/>
                                          </p:stCondLst>
                                        </p:cTn>
                                        <p:tgtEl>
                                          <p:spTgt spid="63">
                                            <p:txEl>
                                              <p:pRg st="10" end="10"/>
                                            </p:txEl>
                                          </p:spTgt>
                                        </p:tgtEl>
                                        <p:attrNameLst>
                                          <p:attrName>style.visibility</p:attrName>
                                        </p:attrNameLst>
                                      </p:cBhvr>
                                      <p:to>
                                        <p:strVal val="visible"/>
                                      </p:to>
                                    </p:set>
                                    <p:animEffect transition="in" filter="wipe(up)">
                                      <p:cBhvr>
                                        <p:cTn id="212" dur="500"/>
                                        <p:tgtEl>
                                          <p:spTgt spid="63">
                                            <p:txEl>
                                              <p:pRg st="10" end="10"/>
                                            </p:txEl>
                                          </p:spTgt>
                                        </p:tgtEl>
                                      </p:cBhvr>
                                    </p:animEffect>
                                  </p:childTnLst>
                                </p:cTn>
                              </p:par>
                            </p:childTnLst>
                          </p:cTn>
                        </p:par>
                      </p:childTnLst>
                    </p:cTn>
                  </p:par>
                  <p:par>
                    <p:cTn id="213" fill="hold">
                      <p:stCondLst>
                        <p:cond delay="indefinite"/>
                      </p:stCondLst>
                      <p:childTnLst>
                        <p:par>
                          <p:cTn id="214" fill="hold">
                            <p:stCondLst>
                              <p:cond delay="0"/>
                            </p:stCondLst>
                            <p:childTnLst>
                              <p:par>
                                <p:cTn id="215" presetID="22" presetClass="entr" presetSubtype="1" fill="hold" grpId="0" nodeType="clickEffect">
                                  <p:stCondLst>
                                    <p:cond delay="0"/>
                                  </p:stCondLst>
                                  <p:childTnLst>
                                    <p:set>
                                      <p:cBhvr>
                                        <p:cTn id="216" dur="1" fill="hold">
                                          <p:stCondLst>
                                            <p:cond delay="0"/>
                                          </p:stCondLst>
                                        </p:cTn>
                                        <p:tgtEl>
                                          <p:spTgt spid="63">
                                            <p:txEl>
                                              <p:pRg st="11" end="11"/>
                                            </p:txEl>
                                          </p:spTgt>
                                        </p:tgtEl>
                                        <p:attrNameLst>
                                          <p:attrName>style.visibility</p:attrName>
                                        </p:attrNameLst>
                                      </p:cBhvr>
                                      <p:to>
                                        <p:strVal val="visible"/>
                                      </p:to>
                                    </p:set>
                                    <p:animEffect transition="in" filter="wipe(up)">
                                      <p:cBhvr>
                                        <p:cTn id="217" dur="500"/>
                                        <p:tgtEl>
                                          <p:spTgt spid="63">
                                            <p:txEl>
                                              <p:pRg st="11" end="11"/>
                                            </p:txEl>
                                          </p:spTgt>
                                        </p:tgtEl>
                                      </p:cBhvr>
                                    </p:animEffect>
                                  </p:childTnLst>
                                </p:cTn>
                              </p:par>
                            </p:childTnLst>
                          </p:cTn>
                        </p:par>
                      </p:childTnLst>
                    </p:cTn>
                  </p:par>
                  <p:par>
                    <p:cTn id="218" fill="hold">
                      <p:stCondLst>
                        <p:cond delay="indefinite"/>
                      </p:stCondLst>
                      <p:childTnLst>
                        <p:par>
                          <p:cTn id="219" fill="hold">
                            <p:stCondLst>
                              <p:cond delay="0"/>
                            </p:stCondLst>
                            <p:childTnLst>
                              <p:par>
                                <p:cTn id="220" presetID="22" presetClass="entr" presetSubtype="1" fill="hold" grpId="0" nodeType="clickEffect">
                                  <p:stCondLst>
                                    <p:cond delay="0"/>
                                  </p:stCondLst>
                                  <p:childTnLst>
                                    <p:set>
                                      <p:cBhvr>
                                        <p:cTn id="221" dur="1" fill="hold">
                                          <p:stCondLst>
                                            <p:cond delay="0"/>
                                          </p:stCondLst>
                                        </p:cTn>
                                        <p:tgtEl>
                                          <p:spTgt spid="63">
                                            <p:txEl>
                                              <p:pRg st="12" end="12"/>
                                            </p:txEl>
                                          </p:spTgt>
                                        </p:tgtEl>
                                        <p:attrNameLst>
                                          <p:attrName>style.visibility</p:attrName>
                                        </p:attrNameLst>
                                      </p:cBhvr>
                                      <p:to>
                                        <p:strVal val="visible"/>
                                      </p:to>
                                    </p:set>
                                    <p:animEffect transition="in" filter="wipe(up)">
                                      <p:cBhvr>
                                        <p:cTn id="222" dur="500"/>
                                        <p:tgtEl>
                                          <p:spTgt spid="63">
                                            <p:txEl>
                                              <p:pRg st="12" end="12"/>
                                            </p:txEl>
                                          </p:spTgt>
                                        </p:tgtEl>
                                      </p:cBhvr>
                                    </p:animEffect>
                                  </p:childTnLst>
                                </p:cTn>
                              </p:par>
                            </p:childTnLst>
                          </p:cTn>
                        </p:par>
                      </p:childTnLst>
                    </p:cTn>
                  </p:par>
                  <p:par>
                    <p:cTn id="223" fill="hold">
                      <p:stCondLst>
                        <p:cond delay="indefinite"/>
                      </p:stCondLst>
                      <p:childTnLst>
                        <p:par>
                          <p:cTn id="224" fill="hold">
                            <p:stCondLst>
                              <p:cond delay="0"/>
                            </p:stCondLst>
                            <p:childTnLst>
                              <p:par>
                                <p:cTn id="225" presetID="22" presetClass="entr" presetSubtype="8" fill="hold" nodeType="clickEffect">
                                  <p:stCondLst>
                                    <p:cond delay="0"/>
                                  </p:stCondLst>
                                  <p:childTnLst>
                                    <p:set>
                                      <p:cBhvr>
                                        <p:cTn id="226" dur="1" fill="hold">
                                          <p:stCondLst>
                                            <p:cond delay="0"/>
                                          </p:stCondLst>
                                        </p:cTn>
                                        <p:tgtEl>
                                          <p:spTgt spid="44"/>
                                        </p:tgtEl>
                                        <p:attrNameLst>
                                          <p:attrName>style.visibility</p:attrName>
                                        </p:attrNameLst>
                                      </p:cBhvr>
                                      <p:to>
                                        <p:strVal val="visible"/>
                                      </p:to>
                                    </p:set>
                                    <p:animEffect transition="in" filter="wipe(left)">
                                      <p:cBhvr>
                                        <p:cTn id="227" dur="500"/>
                                        <p:tgtEl>
                                          <p:spTgt spid="44"/>
                                        </p:tgtEl>
                                      </p:cBhvr>
                                    </p:animEffect>
                                  </p:childTnLst>
                                </p:cTn>
                              </p:par>
                            </p:childTnLst>
                          </p:cTn>
                        </p:par>
                        <p:par>
                          <p:cTn id="228" fill="hold">
                            <p:stCondLst>
                              <p:cond delay="500"/>
                            </p:stCondLst>
                            <p:childTnLst>
                              <p:par>
                                <p:cTn id="229" presetID="16" presetClass="entr" presetSubtype="21" fill="hold" grpId="0" nodeType="afterEffect">
                                  <p:stCondLst>
                                    <p:cond delay="0"/>
                                  </p:stCondLst>
                                  <p:childTnLst>
                                    <p:set>
                                      <p:cBhvr>
                                        <p:cTn id="230" dur="1" fill="hold">
                                          <p:stCondLst>
                                            <p:cond delay="0"/>
                                          </p:stCondLst>
                                        </p:cTn>
                                        <p:tgtEl>
                                          <p:spTgt spid="45"/>
                                        </p:tgtEl>
                                        <p:attrNameLst>
                                          <p:attrName>style.visibility</p:attrName>
                                        </p:attrNameLst>
                                      </p:cBhvr>
                                      <p:to>
                                        <p:strVal val="visible"/>
                                      </p:to>
                                    </p:set>
                                    <p:animEffect transition="in" filter="barn(inVertical)">
                                      <p:cBhvr>
                                        <p:cTn id="231" dur="250"/>
                                        <p:tgtEl>
                                          <p:spTgt spid="45"/>
                                        </p:tgtEl>
                                      </p:cBhvr>
                                    </p:animEffect>
                                  </p:childTnLst>
                                </p:cTn>
                              </p:par>
                            </p:childTnLst>
                          </p:cTn>
                        </p:par>
                        <p:par>
                          <p:cTn id="232" fill="hold">
                            <p:stCondLst>
                              <p:cond delay="750"/>
                            </p:stCondLst>
                            <p:childTnLst>
                              <p:par>
                                <p:cTn id="233" presetID="16" presetClass="entr" presetSubtype="21" fill="hold" grpId="0" nodeType="afterEffect">
                                  <p:stCondLst>
                                    <p:cond delay="0"/>
                                  </p:stCondLst>
                                  <p:childTnLst>
                                    <p:set>
                                      <p:cBhvr>
                                        <p:cTn id="234" dur="1" fill="hold">
                                          <p:stCondLst>
                                            <p:cond delay="0"/>
                                          </p:stCondLst>
                                        </p:cTn>
                                        <p:tgtEl>
                                          <p:spTgt spid="46"/>
                                        </p:tgtEl>
                                        <p:attrNameLst>
                                          <p:attrName>style.visibility</p:attrName>
                                        </p:attrNameLst>
                                      </p:cBhvr>
                                      <p:to>
                                        <p:strVal val="visible"/>
                                      </p:to>
                                    </p:set>
                                    <p:animEffect transition="in" filter="barn(inVertical)">
                                      <p:cBhvr>
                                        <p:cTn id="235" dur="250"/>
                                        <p:tgtEl>
                                          <p:spTgt spid="46"/>
                                        </p:tgtEl>
                                      </p:cBhvr>
                                    </p:animEffect>
                                  </p:childTnLst>
                                </p:cTn>
                              </p:par>
                            </p:childTnLst>
                          </p:cTn>
                        </p:par>
                      </p:childTnLst>
                    </p:cTn>
                  </p:par>
                  <p:par>
                    <p:cTn id="236" fill="hold">
                      <p:stCondLst>
                        <p:cond delay="indefinite"/>
                      </p:stCondLst>
                      <p:childTnLst>
                        <p:par>
                          <p:cTn id="237" fill="hold">
                            <p:stCondLst>
                              <p:cond delay="0"/>
                            </p:stCondLst>
                            <p:childTnLst>
                              <p:par>
                                <p:cTn id="238" presetID="63" presetClass="path" presetSubtype="0" accel="50000" decel="50000" fill="hold" grpId="1" nodeType="clickEffect">
                                  <p:stCondLst>
                                    <p:cond delay="0"/>
                                  </p:stCondLst>
                                  <p:childTnLst>
                                    <p:animMotion origin="layout" path="M 3.33333E-6 -2.96296E-6 L 0.43437 0.26898 " pathEditMode="relative" rAng="0" ptsTypes="AA">
                                      <p:cBhvr>
                                        <p:cTn id="239" dur="2000" fill="hold"/>
                                        <p:tgtEl>
                                          <p:spTgt spid="65"/>
                                        </p:tgtEl>
                                        <p:attrNameLst>
                                          <p:attrName>ppt_x</p:attrName>
                                          <p:attrName>ppt_y</p:attrName>
                                        </p:attrNameLst>
                                      </p:cBhvr>
                                      <p:rCtr x="21719" y="13449"/>
                                    </p:animMotion>
                                  </p:childTnLst>
                                </p:cTn>
                              </p:par>
                            </p:childTnLst>
                          </p:cTn>
                        </p:par>
                      </p:childTnLst>
                    </p:cTn>
                  </p:par>
                  <p:par>
                    <p:cTn id="240" fill="hold">
                      <p:stCondLst>
                        <p:cond delay="indefinite"/>
                      </p:stCondLst>
                      <p:childTnLst>
                        <p:par>
                          <p:cTn id="241" fill="hold">
                            <p:stCondLst>
                              <p:cond delay="0"/>
                            </p:stCondLst>
                            <p:childTnLst>
                              <p:par>
                                <p:cTn id="242" presetID="22" presetClass="entr" presetSubtype="1" fill="hold" grpId="0" nodeType="clickEffect">
                                  <p:stCondLst>
                                    <p:cond delay="0"/>
                                  </p:stCondLst>
                                  <p:childTnLst>
                                    <p:set>
                                      <p:cBhvr>
                                        <p:cTn id="243" dur="1" fill="hold">
                                          <p:stCondLst>
                                            <p:cond delay="0"/>
                                          </p:stCondLst>
                                        </p:cTn>
                                        <p:tgtEl>
                                          <p:spTgt spid="87">
                                            <p:txEl>
                                              <p:pRg st="0" end="0"/>
                                            </p:txEl>
                                          </p:spTgt>
                                        </p:tgtEl>
                                        <p:attrNameLst>
                                          <p:attrName>style.visibility</p:attrName>
                                        </p:attrNameLst>
                                      </p:cBhvr>
                                      <p:to>
                                        <p:strVal val="visible"/>
                                      </p:to>
                                    </p:set>
                                    <p:animEffect transition="in" filter="wipe(up)">
                                      <p:cBhvr>
                                        <p:cTn id="244" dur="500"/>
                                        <p:tgtEl>
                                          <p:spTgt spid="87">
                                            <p:txEl>
                                              <p:pRg st="0" end="0"/>
                                            </p:txEl>
                                          </p:spTgt>
                                        </p:tgtEl>
                                      </p:cBhvr>
                                    </p:animEffect>
                                  </p:childTnLst>
                                </p:cTn>
                              </p:par>
                            </p:childTnLst>
                          </p:cTn>
                        </p:par>
                      </p:childTnLst>
                    </p:cTn>
                  </p:par>
                  <p:par>
                    <p:cTn id="245" fill="hold">
                      <p:stCondLst>
                        <p:cond delay="indefinite"/>
                      </p:stCondLst>
                      <p:childTnLst>
                        <p:par>
                          <p:cTn id="246" fill="hold">
                            <p:stCondLst>
                              <p:cond delay="0"/>
                            </p:stCondLst>
                            <p:childTnLst>
                              <p:par>
                                <p:cTn id="247" presetID="22" presetClass="entr" presetSubtype="1" fill="hold" grpId="0" nodeType="clickEffect">
                                  <p:stCondLst>
                                    <p:cond delay="0"/>
                                  </p:stCondLst>
                                  <p:childTnLst>
                                    <p:set>
                                      <p:cBhvr>
                                        <p:cTn id="248" dur="1" fill="hold">
                                          <p:stCondLst>
                                            <p:cond delay="0"/>
                                          </p:stCondLst>
                                        </p:cTn>
                                        <p:tgtEl>
                                          <p:spTgt spid="87">
                                            <p:txEl>
                                              <p:pRg st="1" end="1"/>
                                            </p:txEl>
                                          </p:spTgt>
                                        </p:tgtEl>
                                        <p:attrNameLst>
                                          <p:attrName>style.visibility</p:attrName>
                                        </p:attrNameLst>
                                      </p:cBhvr>
                                      <p:to>
                                        <p:strVal val="visible"/>
                                      </p:to>
                                    </p:set>
                                    <p:animEffect transition="in" filter="wipe(up)">
                                      <p:cBhvr>
                                        <p:cTn id="249" dur="500"/>
                                        <p:tgtEl>
                                          <p:spTgt spid="87">
                                            <p:txEl>
                                              <p:pRg st="1" end="1"/>
                                            </p:txEl>
                                          </p:spTgt>
                                        </p:tgtEl>
                                      </p:cBhvr>
                                    </p:animEffect>
                                  </p:childTnLst>
                                </p:cTn>
                              </p:par>
                            </p:childTnLst>
                          </p:cTn>
                        </p:par>
                      </p:childTnLst>
                    </p:cTn>
                  </p:par>
                  <p:par>
                    <p:cTn id="250" fill="hold">
                      <p:stCondLst>
                        <p:cond delay="indefinite"/>
                      </p:stCondLst>
                      <p:childTnLst>
                        <p:par>
                          <p:cTn id="251" fill="hold">
                            <p:stCondLst>
                              <p:cond delay="0"/>
                            </p:stCondLst>
                            <p:childTnLst>
                              <p:par>
                                <p:cTn id="252" presetID="22" presetClass="entr" presetSubtype="2" fill="hold" nodeType="clickEffect">
                                  <p:stCondLst>
                                    <p:cond delay="0"/>
                                  </p:stCondLst>
                                  <p:childTnLst>
                                    <p:set>
                                      <p:cBhvr>
                                        <p:cTn id="253" dur="1" fill="hold">
                                          <p:stCondLst>
                                            <p:cond delay="0"/>
                                          </p:stCondLst>
                                        </p:cTn>
                                        <p:tgtEl>
                                          <p:spTgt spid="89"/>
                                        </p:tgtEl>
                                        <p:attrNameLst>
                                          <p:attrName>style.visibility</p:attrName>
                                        </p:attrNameLst>
                                      </p:cBhvr>
                                      <p:to>
                                        <p:strVal val="visible"/>
                                      </p:to>
                                    </p:set>
                                    <p:animEffect transition="in" filter="wipe(right)">
                                      <p:cBhvr>
                                        <p:cTn id="254" dur="500"/>
                                        <p:tgtEl>
                                          <p:spTgt spid="89"/>
                                        </p:tgtEl>
                                      </p:cBhvr>
                                    </p:animEffect>
                                  </p:childTnLst>
                                </p:cTn>
                              </p:par>
                            </p:childTnLst>
                          </p:cTn>
                        </p:par>
                      </p:childTnLst>
                    </p:cTn>
                  </p:par>
                  <p:par>
                    <p:cTn id="255" fill="hold">
                      <p:stCondLst>
                        <p:cond delay="indefinite"/>
                      </p:stCondLst>
                      <p:childTnLst>
                        <p:par>
                          <p:cTn id="256" fill="hold">
                            <p:stCondLst>
                              <p:cond delay="0"/>
                            </p:stCondLst>
                            <p:childTnLst>
                              <p:par>
                                <p:cTn id="257" presetID="22" presetClass="entr" presetSubtype="1" fill="hold" grpId="0" nodeType="clickEffect">
                                  <p:stCondLst>
                                    <p:cond delay="0"/>
                                  </p:stCondLst>
                                  <p:childTnLst>
                                    <p:set>
                                      <p:cBhvr>
                                        <p:cTn id="258" dur="1" fill="hold">
                                          <p:stCondLst>
                                            <p:cond delay="0"/>
                                          </p:stCondLst>
                                        </p:cTn>
                                        <p:tgtEl>
                                          <p:spTgt spid="87">
                                            <p:txEl>
                                              <p:pRg st="2" end="2"/>
                                            </p:txEl>
                                          </p:spTgt>
                                        </p:tgtEl>
                                        <p:attrNameLst>
                                          <p:attrName>style.visibility</p:attrName>
                                        </p:attrNameLst>
                                      </p:cBhvr>
                                      <p:to>
                                        <p:strVal val="visible"/>
                                      </p:to>
                                    </p:set>
                                    <p:animEffect transition="in" filter="wipe(up)">
                                      <p:cBhvr>
                                        <p:cTn id="259" dur="500"/>
                                        <p:tgtEl>
                                          <p:spTgt spid="87">
                                            <p:txEl>
                                              <p:pRg st="2" end="2"/>
                                            </p:txEl>
                                          </p:spTgt>
                                        </p:tgtEl>
                                      </p:cBhvr>
                                    </p:animEffect>
                                  </p:childTnLst>
                                </p:cTn>
                              </p:par>
                            </p:childTnLst>
                          </p:cTn>
                        </p:par>
                      </p:childTnLst>
                    </p:cTn>
                  </p:par>
                  <p:par>
                    <p:cTn id="260" fill="hold">
                      <p:stCondLst>
                        <p:cond delay="indefinite"/>
                      </p:stCondLst>
                      <p:childTnLst>
                        <p:par>
                          <p:cTn id="261" fill="hold">
                            <p:stCondLst>
                              <p:cond delay="0"/>
                            </p:stCondLst>
                            <p:childTnLst>
                              <p:par>
                                <p:cTn id="262" presetID="22" presetClass="entr" presetSubtype="2" fill="hold" nodeType="clickEffect">
                                  <p:stCondLst>
                                    <p:cond delay="0"/>
                                  </p:stCondLst>
                                  <p:childTnLst>
                                    <p:set>
                                      <p:cBhvr>
                                        <p:cTn id="263" dur="1" fill="hold">
                                          <p:stCondLst>
                                            <p:cond delay="0"/>
                                          </p:stCondLst>
                                        </p:cTn>
                                        <p:tgtEl>
                                          <p:spTgt spid="91"/>
                                        </p:tgtEl>
                                        <p:attrNameLst>
                                          <p:attrName>style.visibility</p:attrName>
                                        </p:attrNameLst>
                                      </p:cBhvr>
                                      <p:to>
                                        <p:strVal val="visible"/>
                                      </p:to>
                                    </p:set>
                                    <p:animEffect transition="in" filter="wipe(right)">
                                      <p:cBhvr>
                                        <p:cTn id="264" dur="500"/>
                                        <p:tgtEl>
                                          <p:spTgt spid="91"/>
                                        </p:tgtEl>
                                      </p:cBhvr>
                                    </p:animEffect>
                                  </p:childTnLst>
                                </p:cTn>
                              </p:par>
                            </p:childTnLst>
                          </p:cTn>
                        </p:par>
                      </p:childTnLst>
                    </p:cTn>
                  </p:par>
                  <p:par>
                    <p:cTn id="265" fill="hold">
                      <p:stCondLst>
                        <p:cond delay="indefinite"/>
                      </p:stCondLst>
                      <p:childTnLst>
                        <p:par>
                          <p:cTn id="266" fill="hold">
                            <p:stCondLst>
                              <p:cond delay="0"/>
                            </p:stCondLst>
                            <p:childTnLst>
                              <p:par>
                                <p:cTn id="267" presetID="22" presetClass="entr" presetSubtype="1" fill="hold" grpId="0" nodeType="clickEffect">
                                  <p:stCondLst>
                                    <p:cond delay="0"/>
                                  </p:stCondLst>
                                  <p:childTnLst>
                                    <p:set>
                                      <p:cBhvr>
                                        <p:cTn id="268" dur="1" fill="hold">
                                          <p:stCondLst>
                                            <p:cond delay="0"/>
                                          </p:stCondLst>
                                        </p:cTn>
                                        <p:tgtEl>
                                          <p:spTgt spid="87">
                                            <p:txEl>
                                              <p:pRg st="3" end="3"/>
                                            </p:txEl>
                                          </p:spTgt>
                                        </p:tgtEl>
                                        <p:attrNameLst>
                                          <p:attrName>style.visibility</p:attrName>
                                        </p:attrNameLst>
                                      </p:cBhvr>
                                      <p:to>
                                        <p:strVal val="visible"/>
                                      </p:to>
                                    </p:set>
                                    <p:animEffect transition="in" filter="wipe(up)">
                                      <p:cBhvr>
                                        <p:cTn id="269" dur="500"/>
                                        <p:tgtEl>
                                          <p:spTgt spid="87">
                                            <p:txEl>
                                              <p:pRg st="3" end="3"/>
                                            </p:txEl>
                                          </p:spTgt>
                                        </p:tgtEl>
                                      </p:cBhvr>
                                    </p:animEffect>
                                  </p:childTnLst>
                                </p:cTn>
                              </p:par>
                            </p:childTnLst>
                          </p:cTn>
                        </p:par>
                      </p:childTnLst>
                    </p:cTn>
                  </p:par>
                  <p:par>
                    <p:cTn id="270" fill="hold">
                      <p:stCondLst>
                        <p:cond delay="indefinite"/>
                      </p:stCondLst>
                      <p:childTnLst>
                        <p:par>
                          <p:cTn id="271" fill="hold">
                            <p:stCondLst>
                              <p:cond delay="0"/>
                            </p:stCondLst>
                            <p:childTnLst>
                              <p:par>
                                <p:cTn id="272" presetID="22" presetClass="entr" presetSubtype="4" fill="hold" grpId="0" nodeType="clickEffect">
                                  <p:stCondLst>
                                    <p:cond delay="0"/>
                                  </p:stCondLst>
                                  <p:childTnLst>
                                    <p:set>
                                      <p:cBhvr>
                                        <p:cTn id="273" dur="1" fill="hold">
                                          <p:stCondLst>
                                            <p:cond delay="0"/>
                                          </p:stCondLst>
                                        </p:cTn>
                                        <p:tgtEl>
                                          <p:spTgt spid="52"/>
                                        </p:tgtEl>
                                        <p:attrNameLst>
                                          <p:attrName>style.visibility</p:attrName>
                                        </p:attrNameLst>
                                      </p:cBhvr>
                                      <p:to>
                                        <p:strVal val="visible"/>
                                      </p:to>
                                    </p:set>
                                    <p:animEffect transition="in" filter="wipe(down)">
                                      <p:cBhvr>
                                        <p:cTn id="274" dur="500"/>
                                        <p:tgtEl>
                                          <p:spTgt spid="52"/>
                                        </p:tgtEl>
                                      </p:cBhvr>
                                    </p:animEffect>
                                  </p:childTnLst>
                                </p:cTn>
                              </p:par>
                            </p:childTnLst>
                          </p:cTn>
                        </p:par>
                        <p:par>
                          <p:cTn id="275" fill="hold">
                            <p:stCondLst>
                              <p:cond delay="500"/>
                            </p:stCondLst>
                            <p:childTnLst>
                              <p:par>
                                <p:cTn id="276" presetID="22" presetClass="entr" presetSubtype="8" fill="hold" grpId="0" nodeType="afterEffect">
                                  <p:stCondLst>
                                    <p:cond delay="0"/>
                                  </p:stCondLst>
                                  <p:childTnLst>
                                    <p:set>
                                      <p:cBhvr>
                                        <p:cTn id="277" dur="1" fill="hold">
                                          <p:stCondLst>
                                            <p:cond delay="0"/>
                                          </p:stCondLst>
                                        </p:cTn>
                                        <p:tgtEl>
                                          <p:spTgt spid="64"/>
                                        </p:tgtEl>
                                        <p:attrNameLst>
                                          <p:attrName>style.visibility</p:attrName>
                                        </p:attrNameLst>
                                      </p:cBhvr>
                                      <p:to>
                                        <p:strVal val="visible"/>
                                      </p:to>
                                    </p:set>
                                    <p:animEffect transition="in" filter="wipe(left)">
                                      <p:cBhvr>
                                        <p:cTn id="278" dur="500"/>
                                        <p:tgtEl>
                                          <p:spTgt spid="64"/>
                                        </p:tgtEl>
                                      </p:cBhvr>
                                    </p:animEffect>
                                  </p:childTnLst>
                                </p:cTn>
                              </p:par>
                            </p:childTnLst>
                          </p:cTn>
                        </p:par>
                      </p:childTnLst>
                    </p:cTn>
                  </p:par>
                  <p:par>
                    <p:cTn id="279" fill="hold">
                      <p:stCondLst>
                        <p:cond delay="indefinite"/>
                      </p:stCondLst>
                      <p:childTnLst>
                        <p:par>
                          <p:cTn id="280" fill="hold">
                            <p:stCondLst>
                              <p:cond delay="0"/>
                            </p:stCondLst>
                            <p:childTnLst>
                              <p:par>
                                <p:cTn id="281" presetID="16" presetClass="entr" presetSubtype="21" fill="hold" grpId="0" nodeType="clickEffect">
                                  <p:stCondLst>
                                    <p:cond delay="0"/>
                                  </p:stCondLst>
                                  <p:childTnLst>
                                    <p:set>
                                      <p:cBhvr>
                                        <p:cTn id="282" dur="1" fill="hold">
                                          <p:stCondLst>
                                            <p:cond delay="0"/>
                                          </p:stCondLst>
                                        </p:cTn>
                                        <p:tgtEl>
                                          <p:spTgt spid="65"/>
                                        </p:tgtEl>
                                        <p:attrNameLst>
                                          <p:attrName>style.visibility</p:attrName>
                                        </p:attrNameLst>
                                      </p:cBhvr>
                                      <p:to>
                                        <p:strVal val="visible"/>
                                      </p:to>
                                    </p:set>
                                    <p:animEffect transition="in" filter="barn(inVertical)">
                                      <p:cBhvr>
                                        <p:cTn id="283" dur="500"/>
                                        <p:tgtEl>
                                          <p:spTgt spid="65"/>
                                        </p:tgtEl>
                                      </p:cBhvr>
                                    </p:animEffect>
                                  </p:childTnLst>
                                </p:cTn>
                              </p:par>
                            </p:childTnLst>
                          </p:cTn>
                        </p:par>
                      </p:childTnLst>
                    </p:cTn>
                  </p:par>
                  <p:par>
                    <p:cTn id="284" fill="hold">
                      <p:stCondLst>
                        <p:cond delay="indefinite"/>
                      </p:stCondLst>
                      <p:childTnLst>
                        <p:par>
                          <p:cTn id="285" fill="hold">
                            <p:stCondLst>
                              <p:cond delay="0"/>
                            </p:stCondLst>
                            <p:childTnLst>
                              <p:par>
                                <p:cTn id="286" presetID="7" presetClass="emph" presetSubtype="2" fill="hold" nodeType="clickEffect">
                                  <p:stCondLst>
                                    <p:cond delay="0"/>
                                  </p:stCondLst>
                                  <p:childTnLst>
                                    <p:animClr clrSpc="rgb" dir="cw">
                                      <p:cBhvr>
                                        <p:cTn id="287" dur="2000" fill="hold"/>
                                        <p:tgtEl>
                                          <p:spTgt spid="77"/>
                                        </p:tgtEl>
                                        <p:attrNameLst>
                                          <p:attrName>stroke.color</p:attrName>
                                        </p:attrNameLst>
                                      </p:cBhvr>
                                      <p:to>
                                        <a:srgbClr val="FF0000"/>
                                      </p:to>
                                    </p:animClr>
                                    <p:set>
                                      <p:cBhvr>
                                        <p:cTn id="288" dur="2000" fill="hold"/>
                                        <p:tgtEl>
                                          <p:spTgt spid="77"/>
                                        </p:tgtEl>
                                        <p:attrNameLst>
                                          <p:attrName>stroke.on</p:attrName>
                                        </p:attrNameLst>
                                      </p:cBhvr>
                                      <p:to>
                                        <p:strVal val="true"/>
                                      </p:to>
                                    </p:set>
                                  </p:childTnLst>
                                </p:cTn>
                              </p:par>
                            </p:childTnLst>
                          </p:cTn>
                        </p:par>
                      </p:childTnLst>
                    </p:cTn>
                  </p:par>
                  <p:par>
                    <p:cTn id="289" fill="hold">
                      <p:stCondLst>
                        <p:cond delay="indefinite"/>
                      </p:stCondLst>
                      <p:childTnLst>
                        <p:par>
                          <p:cTn id="290" fill="hold">
                            <p:stCondLst>
                              <p:cond delay="0"/>
                            </p:stCondLst>
                            <p:childTnLst>
                              <p:par>
                                <p:cTn id="291" presetID="22" presetClass="entr" presetSubtype="1" fill="hold" nodeType="clickEffect">
                                  <p:stCondLst>
                                    <p:cond delay="0"/>
                                  </p:stCondLst>
                                  <p:childTnLst>
                                    <p:set>
                                      <p:cBhvr>
                                        <p:cTn id="292" dur="1" fill="hold">
                                          <p:stCondLst>
                                            <p:cond delay="0"/>
                                          </p:stCondLst>
                                        </p:cTn>
                                        <p:tgtEl>
                                          <p:spTgt spid="3"/>
                                        </p:tgtEl>
                                        <p:attrNameLst>
                                          <p:attrName>style.visibility</p:attrName>
                                        </p:attrNameLst>
                                      </p:cBhvr>
                                      <p:to>
                                        <p:strVal val="visible"/>
                                      </p:to>
                                    </p:set>
                                    <p:animEffect transition="in" filter="wipe(up)">
                                      <p:cBhvr>
                                        <p:cTn id="293" dur="500"/>
                                        <p:tgtEl>
                                          <p:spTgt spid="3"/>
                                        </p:tgtEl>
                                      </p:cBhvr>
                                    </p:animEffect>
                                  </p:childTnLst>
                                </p:cTn>
                              </p:par>
                            </p:childTnLst>
                          </p:cTn>
                        </p:par>
                        <p:par>
                          <p:cTn id="294" fill="hold">
                            <p:stCondLst>
                              <p:cond delay="500"/>
                            </p:stCondLst>
                            <p:childTnLst>
                              <p:par>
                                <p:cTn id="295" presetID="22" presetClass="entr" presetSubtype="1" fill="hold" nodeType="afterEffect">
                                  <p:stCondLst>
                                    <p:cond delay="0"/>
                                  </p:stCondLst>
                                  <p:childTnLst>
                                    <p:set>
                                      <p:cBhvr>
                                        <p:cTn id="296" dur="1" fill="hold">
                                          <p:stCondLst>
                                            <p:cond delay="0"/>
                                          </p:stCondLst>
                                        </p:cTn>
                                        <p:tgtEl>
                                          <p:spTgt spid="68"/>
                                        </p:tgtEl>
                                        <p:attrNameLst>
                                          <p:attrName>style.visibility</p:attrName>
                                        </p:attrNameLst>
                                      </p:cBhvr>
                                      <p:to>
                                        <p:strVal val="visible"/>
                                      </p:to>
                                    </p:set>
                                    <p:animEffect transition="in" filter="wipe(up)">
                                      <p:cBhvr>
                                        <p:cTn id="297" dur="500"/>
                                        <p:tgtEl>
                                          <p:spTgt spid="68"/>
                                        </p:tgtEl>
                                      </p:cBhvr>
                                    </p:animEffect>
                                  </p:childTnLst>
                                </p:cTn>
                              </p:par>
                            </p:childTnLst>
                          </p:cTn>
                        </p:par>
                        <p:par>
                          <p:cTn id="298" fill="hold">
                            <p:stCondLst>
                              <p:cond delay="1000"/>
                            </p:stCondLst>
                            <p:childTnLst>
                              <p:par>
                                <p:cTn id="299" presetID="64" presetClass="path" presetSubtype="0" accel="50000" decel="50000" fill="hold" nodeType="afterEffect">
                                  <p:stCondLst>
                                    <p:cond delay="0"/>
                                  </p:stCondLst>
                                  <p:childTnLst>
                                    <p:animMotion origin="layout" path="M 3.95833E-6 -4.81481E-6 L 0.01015 -0.30046 " pathEditMode="relative" rAng="0" ptsTypes="AA">
                                      <p:cBhvr>
                                        <p:cTn id="300" dur="2000" fill="hold"/>
                                        <p:tgtEl>
                                          <p:spTgt spid="68"/>
                                        </p:tgtEl>
                                        <p:attrNameLst>
                                          <p:attrName>ppt_x</p:attrName>
                                          <p:attrName>ppt_y</p:attrName>
                                        </p:attrNameLst>
                                      </p:cBhvr>
                                      <p:rCtr x="508" y="-15023"/>
                                    </p:animMotion>
                                  </p:childTnLst>
                                </p:cTn>
                              </p:par>
                            </p:childTnLst>
                          </p:cTn>
                        </p:par>
                      </p:childTnLst>
                    </p:cTn>
                  </p:par>
                  <p:par>
                    <p:cTn id="301" fill="hold">
                      <p:stCondLst>
                        <p:cond delay="indefinite"/>
                      </p:stCondLst>
                      <p:childTnLst>
                        <p:par>
                          <p:cTn id="302" fill="hold">
                            <p:stCondLst>
                              <p:cond delay="0"/>
                            </p:stCondLst>
                            <p:childTnLst>
                              <p:par>
                                <p:cTn id="303" presetID="31" presetClass="entr" presetSubtype="0" fill="hold" grpId="0" nodeType="clickEffect">
                                  <p:stCondLst>
                                    <p:cond delay="0"/>
                                  </p:stCondLst>
                                  <p:childTnLst>
                                    <p:set>
                                      <p:cBhvr>
                                        <p:cTn id="304" dur="1" fill="hold">
                                          <p:stCondLst>
                                            <p:cond delay="0"/>
                                          </p:stCondLst>
                                        </p:cTn>
                                        <p:tgtEl>
                                          <p:spTgt spid="70"/>
                                        </p:tgtEl>
                                        <p:attrNameLst>
                                          <p:attrName>style.visibility</p:attrName>
                                        </p:attrNameLst>
                                      </p:cBhvr>
                                      <p:to>
                                        <p:strVal val="visible"/>
                                      </p:to>
                                    </p:set>
                                    <p:anim calcmode="lin" valueType="num">
                                      <p:cBhvr>
                                        <p:cTn id="305" dur="1000" fill="hold"/>
                                        <p:tgtEl>
                                          <p:spTgt spid="70"/>
                                        </p:tgtEl>
                                        <p:attrNameLst>
                                          <p:attrName>ppt_w</p:attrName>
                                        </p:attrNameLst>
                                      </p:cBhvr>
                                      <p:tavLst>
                                        <p:tav tm="0">
                                          <p:val>
                                            <p:fltVal val="0"/>
                                          </p:val>
                                        </p:tav>
                                        <p:tav tm="100000">
                                          <p:val>
                                            <p:strVal val="#ppt_w"/>
                                          </p:val>
                                        </p:tav>
                                      </p:tavLst>
                                    </p:anim>
                                    <p:anim calcmode="lin" valueType="num">
                                      <p:cBhvr>
                                        <p:cTn id="306" dur="1000" fill="hold"/>
                                        <p:tgtEl>
                                          <p:spTgt spid="70"/>
                                        </p:tgtEl>
                                        <p:attrNameLst>
                                          <p:attrName>ppt_h</p:attrName>
                                        </p:attrNameLst>
                                      </p:cBhvr>
                                      <p:tavLst>
                                        <p:tav tm="0">
                                          <p:val>
                                            <p:fltVal val="0"/>
                                          </p:val>
                                        </p:tav>
                                        <p:tav tm="100000">
                                          <p:val>
                                            <p:strVal val="#ppt_h"/>
                                          </p:val>
                                        </p:tav>
                                      </p:tavLst>
                                    </p:anim>
                                    <p:anim calcmode="lin" valueType="num">
                                      <p:cBhvr>
                                        <p:cTn id="307" dur="1000" fill="hold"/>
                                        <p:tgtEl>
                                          <p:spTgt spid="70"/>
                                        </p:tgtEl>
                                        <p:attrNameLst>
                                          <p:attrName>style.rotation</p:attrName>
                                        </p:attrNameLst>
                                      </p:cBhvr>
                                      <p:tavLst>
                                        <p:tav tm="0">
                                          <p:val>
                                            <p:fltVal val="90"/>
                                          </p:val>
                                        </p:tav>
                                        <p:tav tm="100000">
                                          <p:val>
                                            <p:fltVal val="0"/>
                                          </p:val>
                                        </p:tav>
                                      </p:tavLst>
                                    </p:anim>
                                    <p:animEffect transition="in" filter="fade">
                                      <p:cBhvr>
                                        <p:cTn id="308" dur="1000"/>
                                        <p:tgtEl>
                                          <p:spTgt spid="70"/>
                                        </p:tgtEl>
                                      </p:cBhvr>
                                    </p:animEffect>
                                  </p:childTnLst>
                                </p:cTn>
                              </p:par>
                            </p:childTnLst>
                          </p:cTn>
                        </p:par>
                      </p:childTnLst>
                    </p:cTn>
                  </p:par>
                  <p:par>
                    <p:cTn id="309" fill="hold">
                      <p:stCondLst>
                        <p:cond delay="indefinite"/>
                      </p:stCondLst>
                      <p:childTnLst>
                        <p:par>
                          <p:cTn id="310" fill="hold">
                            <p:stCondLst>
                              <p:cond delay="0"/>
                            </p:stCondLst>
                            <p:childTnLst>
                              <p:par>
                                <p:cTn id="311" presetID="16" presetClass="entr" presetSubtype="21" fill="hold" grpId="0" nodeType="clickEffect">
                                  <p:stCondLst>
                                    <p:cond delay="0"/>
                                  </p:stCondLst>
                                  <p:childTnLst>
                                    <p:set>
                                      <p:cBhvr>
                                        <p:cTn id="312" dur="1" fill="hold">
                                          <p:stCondLst>
                                            <p:cond delay="0"/>
                                          </p:stCondLst>
                                        </p:cTn>
                                        <p:tgtEl>
                                          <p:spTgt spid="74"/>
                                        </p:tgtEl>
                                        <p:attrNameLst>
                                          <p:attrName>style.visibility</p:attrName>
                                        </p:attrNameLst>
                                      </p:cBhvr>
                                      <p:to>
                                        <p:strVal val="visible"/>
                                      </p:to>
                                    </p:set>
                                    <p:animEffect transition="in" filter="barn(inVertical)">
                                      <p:cBhvr>
                                        <p:cTn id="313" dur="1000"/>
                                        <p:tgtEl>
                                          <p:spTgt spid="74"/>
                                        </p:tgtEl>
                                      </p:cBhvr>
                                    </p:animEffect>
                                  </p:childTnLst>
                                </p:cTn>
                              </p:par>
                            </p:childTnLst>
                          </p:cTn>
                        </p:par>
                      </p:childTnLst>
                    </p:cTn>
                  </p:par>
                  <p:par>
                    <p:cTn id="314" fill="hold">
                      <p:stCondLst>
                        <p:cond delay="indefinite"/>
                      </p:stCondLst>
                      <p:childTnLst>
                        <p:par>
                          <p:cTn id="315" fill="hold">
                            <p:stCondLst>
                              <p:cond delay="0"/>
                            </p:stCondLst>
                            <p:childTnLst>
                              <p:par>
                                <p:cTn id="316" presetID="22" presetClass="entr" presetSubtype="1" fill="hold" nodeType="clickEffect">
                                  <p:stCondLst>
                                    <p:cond delay="0"/>
                                  </p:stCondLst>
                                  <p:childTnLst>
                                    <p:set>
                                      <p:cBhvr>
                                        <p:cTn id="317" dur="1" fill="hold">
                                          <p:stCondLst>
                                            <p:cond delay="0"/>
                                          </p:stCondLst>
                                        </p:cTn>
                                        <p:tgtEl>
                                          <p:spTgt spid="72"/>
                                        </p:tgtEl>
                                        <p:attrNameLst>
                                          <p:attrName>style.visibility</p:attrName>
                                        </p:attrNameLst>
                                      </p:cBhvr>
                                      <p:to>
                                        <p:strVal val="visible"/>
                                      </p:to>
                                    </p:set>
                                    <p:animEffect transition="in" filter="wipe(up)">
                                      <p:cBhvr>
                                        <p:cTn id="318" dur="1000"/>
                                        <p:tgtEl>
                                          <p:spTgt spid="72"/>
                                        </p:tgtEl>
                                      </p:cBhvr>
                                    </p:animEffect>
                                  </p:childTnLst>
                                </p:cTn>
                              </p:par>
                              <p:par>
                                <p:cTn id="319" presetID="42" presetClass="path" presetSubtype="0" accel="50000" decel="50000" fill="hold" grpId="1" nodeType="withEffect">
                                  <p:stCondLst>
                                    <p:cond delay="1000"/>
                                  </p:stCondLst>
                                  <p:childTnLst>
                                    <p:animMotion origin="layout" path="M -3.33333E-6 -7.40741E-7 L 0.18828 0.34375 " pathEditMode="relative" rAng="0" ptsTypes="AA">
                                      <p:cBhvr>
                                        <p:cTn id="320" dur="1000" fill="hold"/>
                                        <p:tgtEl>
                                          <p:spTgt spid="74"/>
                                        </p:tgtEl>
                                        <p:attrNameLst>
                                          <p:attrName>ppt_x</p:attrName>
                                          <p:attrName>ppt_y</p:attrName>
                                        </p:attrNameLst>
                                      </p:cBhvr>
                                      <p:rCtr x="9414" y="17176"/>
                                    </p:animMotion>
                                  </p:childTnLst>
                                </p:cTn>
                              </p:par>
                              <p:par>
                                <p:cTn id="321" presetID="10" presetClass="exit" presetSubtype="0" fill="hold" grpId="1" nodeType="withEffect">
                                  <p:stCondLst>
                                    <p:cond delay="1500"/>
                                  </p:stCondLst>
                                  <p:childTnLst>
                                    <p:animEffect transition="out" filter="fade">
                                      <p:cBhvr>
                                        <p:cTn id="322" dur="500"/>
                                        <p:tgtEl>
                                          <p:spTgt spid="46"/>
                                        </p:tgtEl>
                                      </p:cBhvr>
                                    </p:animEffect>
                                    <p:set>
                                      <p:cBhvr>
                                        <p:cTn id="323" dur="1" fill="hold">
                                          <p:stCondLst>
                                            <p:cond delay="499"/>
                                          </p:stCondLst>
                                        </p:cTn>
                                        <p:tgtEl>
                                          <p:spTgt spid="46"/>
                                        </p:tgtEl>
                                        <p:attrNameLst>
                                          <p:attrName>style.visibility</p:attrName>
                                        </p:attrNameLst>
                                      </p:cBhvr>
                                      <p:to>
                                        <p:strVal val="hidden"/>
                                      </p:to>
                                    </p:set>
                                  </p:childTnLst>
                                </p:cTn>
                              </p:par>
                            </p:childTnLst>
                          </p:cTn>
                        </p:par>
                      </p:childTnLst>
                    </p:cTn>
                  </p:par>
                  <p:par>
                    <p:cTn id="324" fill="hold">
                      <p:stCondLst>
                        <p:cond delay="indefinite"/>
                      </p:stCondLst>
                      <p:childTnLst>
                        <p:par>
                          <p:cTn id="325" fill="hold">
                            <p:stCondLst>
                              <p:cond delay="0"/>
                            </p:stCondLst>
                            <p:childTnLst>
                              <p:par>
                                <p:cTn id="326" presetID="22" presetClass="exit" presetSubtype="4" fill="hold" nodeType="clickEffect">
                                  <p:stCondLst>
                                    <p:cond delay="0"/>
                                  </p:stCondLst>
                                  <p:childTnLst>
                                    <p:animEffect transition="out" filter="wipe(down)">
                                      <p:cBhvr>
                                        <p:cTn id="327" dur="500"/>
                                        <p:tgtEl>
                                          <p:spTgt spid="68"/>
                                        </p:tgtEl>
                                      </p:cBhvr>
                                    </p:animEffect>
                                    <p:set>
                                      <p:cBhvr>
                                        <p:cTn id="328" dur="1" fill="hold">
                                          <p:stCondLst>
                                            <p:cond delay="499"/>
                                          </p:stCondLst>
                                        </p:cTn>
                                        <p:tgtEl>
                                          <p:spTgt spid="68"/>
                                        </p:tgtEl>
                                        <p:attrNameLst>
                                          <p:attrName>style.visibility</p:attrName>
                                        </p:attrNameLst>
                                      </p:cBhvr>
                                      <p:to>
                                        <p:strVal val="hidden"/>
                                      </p:to>
                                    </p:set>
                                  </p:childTnLst>
                                </p:cTn>
                              </p:par>
                            </p:childTnLst>
                          </p:cTn>
                        </p:par>
                      </p:childTnLst>
                    </p:cTn>
                  </p:par>
                  <p:par>
                    <p:cTn id="329" fill="hold">
                      <p:stCondLst>
                        <p:cond delay="indefinite"/>
                      </p:stCondLst>
                      <p:childTnLst>
                        <p:par>
                          <p:cTn id="330" fill="hold">
                            <p:stCondLst>
                              <p:cond delay="0"/>
                            </p:stCondLst>
                            <p:childTnLst>
                              <p:par>
                                <p:cTn id="331" presetID="7" presetClass="emph" presetSubtype="2" fill="hold" nodeType="clickEffect">
                                  <p:stCondLst>
                                    <p:cond delay="0"/>
                                  </p:stCondLst>
                                  <p:childTnLst>
                                    <p:animClr clrSpc="rgb" dir="cw">
                                      <p:cBhvr>
                                        <p:cTn id="332" dur="2000" fill="hold"/>
                                        <p:tgtEl>
                                          <p:spTgt spid="78"/>
                                        </p:tgtEl>
                                        <p:attrNameLst>
                                          <p:attrName>stroke.color</p:attrName>
                                        </p:attrNameLst>
                                      </p:cBhvr>
                                      <p:to>
                                        <a:srgbClr val="FF0000"/>
                                      </p:to>
                                    </p:animClr>
                                    <p:set>
                                      <p:cBhvr>
                                        <p:cTn id="333" dur="2000" fill="hold"/>
                                        <p:tgtEl>
                                          <p:spTgt spid="78"/>
                                        </p:tgtEl>
                                        <p:attrNameLst>
                                          <p:attrName>stroke.on</p:attrName>
                                        </p:attrNameLst>
                                      </p:cBhvr>
                                      <p:to>
                                        <p:strVal val="true"/>
                                      </p:to>
                                    </p:set>
                                  </p:childTnLst>
                                </p:cTn>
                              </p:par>
                            </p:childTnLst>
                          </p:cTn>
                        </p:par>
                      </p:childTnLst>
                    </p:cTn>
                  </p:par>
                  <p:par>
                    <p:cTn id="334" fill="hold">
                      <p:stCondLst>
                        <p:cond delay="indefinite"/>
                      </p:stCondLst>
                      <p:childTnLst>
                        <p:par>
                          <p:cTn id="335" fill="hold">
                            <p:stCondLst>
                              <p:cond delay="0"/>
                            </p:stCondLst>
                            <p:childTnLst>
                              <p:par>
                                <p:cTn id="336" presetID="22" presetClass="exit" presetSubtype="4" fill="hold" nodeType="clickEffect">
                                  <p:stCondLst>
                                    <p:cond delay="0"/>
                                  </p:stCondLst>
                                  <p:childTnLst>
                                    <p:animEffect transition="out" filter="wipe(down)">
                                      <p:cBhvr>
                                        <p:cTn id="337" dur="500"/>
                                        <p:tgtEl>
                                          <p:spTgt spid="3"/>
                                        </p:tgtEl>
                                      </p:cBhvr>
                                    </p:animEffect>
                                    <p:set>
                                      <p:cBhvr>
                                        <p:cTn id="338" dur="1" fill="hold">
                                          <p:stCondLst>
                                            <p:cond delay="499"/>
                                          </p:stCondLst>
                                        </p:cTn>
                                        <p:tgtEl>
                                          <p:spTgt spid="3"/>
                                        </p:tgtEl>
                                        <p:attrNameLst>
                                          <p:attrName>style.visibility</p:attrName>
                                        </p:attrNameLst>
                                      </p:cBhvr>
                                      <p:to>
                                        <p:strVal val="hidden"/>
                                      </p:to>
                                    </p:set>
                                  </p:childTnLst>
                                </p:cTn>
                              </p:par>
                            </p:childTnLst>
                          </p:cTn>
                        </p:par>
                        <p:par>
                          <p:cTn id="339" fill="hold">
                            <p:stCondLst>
                              <p:cond delay="500"/>
                            </p:stCondLst>
                            <p:childTnLst>
                              <p:par>
                                <p:cTn id="340" presetID="22" presetClass="entr" presetSubtype="1" fill="hold" nodeType="afterEffect">
                                  <p:stCondLst>
                                    <p:cond delay="0"/>
                                  </p:stCondLst>
                                  <p:childTnLst>
                                    <p:set>
                                      <p:cBhvr>
                                        <p:cTn id="341" dur="1" fill="hold">
                                          <p:stCondLst>
                                            <p:cond delay="0"/>
                                          </p:stCondLst>
                                        </p:cTn>
                                        <p:tgtEl>
                                          <p:spTgt spid="88"/>
                                        </p:tgtEl>
                                        <p:attrNameLst>
                                          <p:attrName>style.visibility</p:attrName>
                                        </p:attrNameLst>
                                      </p:cBhvr>
                                      <p:to>
                                        <p:strVal val="visible"/>
                                      </p:to>
                                    </p:set>
                                    <p:animEffect transition="in" filter="wipe(up)">
                                      <p:cBhvr>
                                        <p:cTn id="342" dur="500"/>
                                        <p:tgtEl>
                                          <p:spTgt spid="88"/>
                                        </p:tgtEl>
                                      </p:cBhvr>
                                    </p:animEffect>
                                  </p:childTnLst>
                                </p:cTn>
                              </p:par>
                            </p:childTnLst>
                          </p:cTn>
                        </p:par>
                      </p:childTnLst>
                    </p:cTn>
                  </p:par>
                  <p:par>
                    <p:cTn id="343" fill="hold">
                      <p:stCondLst>
                        <p:cond delay="indefinite"/>
                      </p:stCondLst>
                      <p:childTnLst>
                        <p:par>
                          <p:cTn id="344" fill="hold">
                            <p:stCondLst>
                              <p:cond delay="0"/>
                            </p:stCondLst>
                            <p:childTnLst>
                              <p:par>
                                <p:cTn id="345" presetID="22" presetClass="entr" presetSubtype="1" fill="hold" nodeType="clickEffect">
                                  <p:stCondLst>
                                    <p:cond delay="0"/>
                                  </p:stCondLst>
                                  <p:childTnLst>
                                    <p:set>
                                      <p:cBhvr>
                                        <p:cTn id="346" dur="1" fill="hold">
                                          <p:stCondLst>
                                            <p:cond delay="0"/>
                                          </p:stCondLst>
                                        </p:cTn>
                                        <p:tgtEl>
                                          <p:spTgt spid="71"/>
                                        </p:tgtEl>
                                        <p:attrNameLst>
                                          <p:attrName>style.visibility</p:attrName>
                                        </p:attrNameLst>
                                      </p:cBhvr>
                                      <p:to>
                                        <p:strVal val="visible"/>
                                      </p:to>
                                    </p:set>
                                    <p:animEffect transition="in" filter="wipe(up)">
                                      <p:cBhvr>
                                        <p:cTn id="347" dur="500"/>
                                        <p:tgtEl>
                                          <p:spTgt spid="71"/>
                                        </p:tgtEl>
                                      </p:cBhvr>
                                    </p:animEffect>
                                  </p:childTnLst>
                                </p:cTn>
                              </p:par>
                            </p:childTnLst>
                          </p:cTn>
                        </p:par>
                        <p:par>
                          <p:cTn id="348" fill="hold">
                            <p:stCondLst>
                              <p:cond delay="500"/>
                            </p:stCondLst>
                            <p:childTnLst>
                              <p:par>
                                <p:cTn id="349" presetID="64" presetClass="path" presetSubtype="0" accel="50000" decel="50000" fill="hold" nodeType="afterEffect">
                                  <p:stCondLst>
                                    <p:cond delay="0"/>
                                  </p:stCondLst>
                                  <p:childTnLst>
                                    <p:animMotion origin="layout" path="M 4.16667E-6 -7.40741E-7 L -0.04675 -0.12361 " pathEditMode="relative" rAng="0" ptsTypes="AA">
                                      <p:cBhvr>
                                        <p:cTn id="350" dur="2000" fill="hold"/>
                                        <p:tgtEl>
                                          <p:spTgt spid="71"/>
                                        </p:tgtEl>
                                        <p:attrNameLst>
                                          <p:attrName>ppt_x</p:attrName>
                                          <p:attrName>ppt_y</p:attrName>
                                        </p:attrNameLst>
                                      </p:cBhvr>
                                      <p:rCtr x="-2344" y="-6181"/>
                                    </p:animMotion>
                                  </p:childTnLst>
                                </p:cTn>
                              </p:par>
                            </p:childTnLst>
                          </p:cTn>
                        </p:par>
                      </p:childTnLst>
                    </p:cTn>
                  </p:par>
                  <p:par>
                    <p:cTn id="351" fill="hold">
                      <p:stCondLst>
                        <p:cond delay="indefinite"/>
                      </p:stCondLst>
                      <p:childTnLst>
                        <p:par>
                          <p:cTn id="352" fill="hold">
                            <p:stCondLst>
                              <p:cond delay="0"/>
                            </p:stCondLst>
                            <p:childTnLst>
                              <p:par>
                                <p:cTn id="353" presetID="22" presetClass="exit" presetSubtype="4" fill="hold" nodeType="clickEffect">
                                  <p:stCondLst>
                                    <p:cond delay="0"/>
                                  </p:stCondLst>
                                  <p:childTnLst>
                                    <p:animEffect transition="out" filter="wipe(down)">
                                      <p:cBhvr>
                                        <p:cTn id="354" dur="500"/>
                                        <p:tgtEl>
                                          <p:spTgt spid="71"/>
                                        </p:tgtEl>
                                      </p:cBhvr>
                                    </p:animEffect>
                                    <p:set>
                                      <p:cBhvr>
                                        <p:cTn id="355" dur="1" fill="hold">
                                          <p:stCondLst>
                                            <p:cond delay="499"/>
                                          </p:stCondLst>
                                        </p:cTn>
                                        <p:tgtEl>
                                          <p:spTgt spid="71"/>
                                        </p:tgtEl>
                                        <p:attrNameLst>
                                          <p:attrName>style.visibility</p:attrName>
                                        </p:attrNameLst>
                                      </p:cBhvr>
                                      <p:to>
                                        <p:strVal val="hidden"/>
                                      </p:to>
                                    </p:set>
                                  </p:childTnLst>
                                </p:cTn>
                              </p:par>
                            </p:childTnLst>
                          </p:cTn>
                        </p:par>
                      </p:childTnLst>
                    </p:cTn>
                  </p:par>
                  <p:par>
                    <p:cTn id="356" fill="hold">
                      <p:stCondLst>
                        <p:cond delay="indefinite"/>
                      </p:stCondLst>
                      <p:childTnLst>
                        <p:par>
                          <p:cTn id="357" fill="hold">
                            <p:stCondLst>
                              <p:cond delay="0"/>
                            </p:stCondLst>
                            <p:childTnLst>
                              <p:par>
                                <p:cTn id="358" presetID="16" presetClass="entr" presetSubtype="21" fill="hold" grpId="0" nodeType="clickEffect">
                                  <p:stCondLst>
                                    <p:cond delay="0"/>
                                  </p:stCondLst>
                                  <p:childTnLst>
                                    <p:set>
                                      <p:cBhvr>
                                        <p:cTn id="359" dur="1" fill="hold">
                                          <p:stCondLst>
                                            <p:cond delay="0"/>
                                          </p:stCondLst>
                                        </p:cTn>
                                        <p:tgtEl>
                                          <p:spTgt spid="84"/>
                                        </p:tgtEl>
                                        <p:attrNameLst>
                                          <p:attrName>style.visibility</p:attrName>
                                        </p:attrNameLst>
                                      </p:cBhvr>
                                      <p:to>
                                        <p:strVal val="visible"/>
                                      </p:to>
                                    </p:set>
                                    <p:animEffect transition="in" filter="barn(inVertical)">
                                      <p:cBhvr>
                                        <p:cTn id="360" dur="1000"/>
                                        <p:tgtEl>
                                          <p:spTgt spid="84"/>
                                        </p:tgtEl>
                                      </p:cBhvr>
                                    </p:animEffect>
                                  </p:childTnLst>
                                </p:cTn>
                              </p:par>
                              <p:par>
                                <p:cTn id="361" presetID="16" presetClass="entr" presetSubtype="21" fill="hold" grpId="0" nodeType="withEffect">
                                  <p:stCondLst>
                                    <p:cond delay="0"/>
                                  </p:stCondLst>
                                  <p:childTnLst>
                                    <p:set>
                                      <p:cBhvr>
                                        <p:cTn id="362" dur="1" fill="hold">
                                          <p:stCondLst>
                                            <p:cond delay="0"/>
                                          </p:stCondLst>
                                        </p:cTn>
                                        <p:tgtEl>
                                          <p:spTgt spid="85"/>
                                        </p:tgtEl>
                                        <p:attrNameLst>
                                          <p:attrName>style.visibility</p:attrName>
                                        </p:attrNameLst>
                                      </p:cBhvr>
                                      <p:to>
                                        <p:strVal val="visible"/>
                                      </p:to>
                                    </p:set>
                                    <p:animEffect transition="in" filter="barn(inVertical)">
                                      <p:cBhvr>
                                        <p:cTn id="363" dur="1000"/>
                                        <p:tgtEl>
                                          <p:spTgt spid="85"/>
                                        </p:tgtEl>
                                      </p:cBhvr>
                                    </p:animEffect>
                                  </p:childTnLst>
                                </p:cTn>
                              </p:par>
                              <p:par>
                                <p:cTn id="364" presetID="64" presetClass="path" presetSubtype="0" accel="50000" decel="50000" fill="hold" grpId="1" nodeType="withEffect">
                                  <p:stCondLst>
                                    <p:cond delay="0"/>
                                  </p:stCondLst>
                                  <p:childTnLst>
                                    <p:animMotion origin="layout" path="M -3.33333E-6 -7.40741E-7 L -0.05468 -0.35949 " pathEditMode="relative" rAng="0" ptsTypes="AA">
                                      <p:cBhvr>
                                        <p:cTn id="365" dur="1000" fill="hold"/>
                                        <p:tgtEl>
                                          <p:spTgt spid="84"/>
                                        </p:tgtEl>
                                        <p:attrNameLst>
                                          <p:attrName>ppt_x</p:attrName>
                                          <p:attrName>ppt_y</p:attrName>
                                        </p:attrNameLst>
                                      </p:cBhvr>
                                      <p:rCtr x="-2734" y="-17986"/>
                                    </p:animMotion>
                                  </p:childTnLst>
                                </p:cTn>
                              </p:par>
                              <p:par>
                                <p:cTn id="366" presetID="64" presetClass="path" presetSubtype="0" accel="50000" decel="50000" fill="hold" grpId="1" nodeType="withEffect">
                                  <p:stCondLst>
                                    <p:cond delay="0"/>
                                  </p:stCondLst>
                                  <p:childTnLst>
                                    <p:animMotion origin="layout" path="M -3.54167E-6 -2.22222E-6 L -0.04218 -0.26018 " pathEditMode="relative" rAng="0" ptsTypes="AA">
                                      <p:cBhvr>
                                        <p:cTn id="367" dur="1000" fill="hold"/>
                                        <p:tgtEl>
                                          <p:spTgt spid="85"/>
                                        </p:tgtEl>
                                        <p:attrNameLst>
                                          <p:attrName>ppt_x</p:attrName>
                                          <p:attrName>ppt_y</p:attrName>
                                        </p:attrNameLst>
                                      </p:cBhvr>
                                      <p:rCtr x="-2109" y="-13009"/>
                                    </p:animMotion>
                                  </p:childTnLst>
                                </p:cTn>
                              </p:par>
                              <p:par>
                                <p:cTn id="368" presetID="64" presetClass="path" presetSubtype="0" accel="50000" decel="50000" fill="hold" grpId="2" nodeType="withEffect">
                                  <p:stCondLst>
                                    <p:cond delay="0"/>
                                  </p:stCondLst>
                                  <p:childTnLst>
                                    <p:animMotion origin="layout" path="M 0.18828 0.34375 L 0.18594 0.04051 " pathEditMode="relative" rAng="0" ptsTypes="AA">
                                      <p:cBhvr>
                                        <p:cTn id="369" dur="1000" fill="hold"/>
                                        <p:tgtEl>
                                          <p:spTgt spid="74"/>
                                        </p:tgtEl>
                                        <p:attrNameLst>
                                          <p:attrName>ppt_x</p:attrName>
                                          <p:attrName>ppt_y</p:attrName>
                                        </p:attrNameLst>
                                      </p:cBhvr>
                                      <p:rCtr x="-117" y="-15162"/>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animBg="1"/>
      <p:bldP spid="55" grpId="0" animBg="1"/>
      <p:bldP spid="7" grpId="0"/>
      <p:bldP spid="11" grpId="0"/>
      <p:bldP spid="43" grpId="0" animBg="1"/>
      <p:bldP spid="45" grpId="0"/>
      <p:bldP spid="46" grpId="0"/>
      <p:bldP spid="46" grpId="1"/>
      <p:bldP spid="49" grpId="0"/>
      <p:bldP spid="50" grpId="0" uiExpand="1" build="p"/>
      <p:bldP spid="53" grpId="0" animBg="1"/>
      <p:bldP spid="53" grpId="1" animBg="1"/>
      <p:bldP spid="53" grpId="2" animBg="1"/>
      <p:bldP spid="54" grpId="0" animBg="1"/>
      <p:bldP spid="54" grpId="1" animBg="1"/>
      <p:bldP spid="54" grpId="2" animBg="1"/>
      <p:bldP spid="56" grpId="0" animBg="1"/>
      <p:bldP spid="57" grpId="0"/>
      <p:bldP spid="57" grpId="1"/>
      <p:bldP spid="58" grpId="0" animBg="1"/>
      <p:bldP spid="58" grpId="1" animBg="1"/>
      <p:bldP spid="58" grpId="2" animBg="1"/>
      <p:bldP spid="59" grpId="0" animBg="1"/>
      <p:bldP spid="59" grpId="1" animBg="1"/>
      <p:bldP spid="59" grpId="2" animBg="1"/>
      <p:bldP spid="61" grpId="0" animBg="1"/>
      <p:bldP spid="62" grpId="0"/>
      <p:bldP spid="62" grpId="1"/>
      <p:bldP spid="63" grpId="0" uiExpand="1" build="p"/>
      <p:bldP spid="64" grpId="0" animBg="1"/>
      <p:bldP spid="65" grpId="0" animBg="1"/>
      <p:bldP spid="65" grpId="1" animBg="1"/>
      <p:bldP spid="66" grpId="0" animBg="1"/>
      <p:bldP spid="69" grpId="0" animBg="1"/>
      <p:bldP spid="70" grpId="0" animBg="1"/>
      <p:bldP spid="74" grpId="0"/>
      <p:bldP spid="74" grpId="1"/>
      <p:bldP spid="74" grpId="2"/>
      <p:bldP spid="77" grpId="0" animBg="1"/>
      <p:bldP spid="78" grpId="0" animBg="1"/>
      <p:bldP spid="87" grpId="0" uiExpand="1" build="p"/>
      <p:bldP spid="52" grpId="0"/>
      <p:bldP spid="84" grpId="0"/>
      <p:bldP spid="84" grpId="1"/>
      <p:bldP spid="85" grpId="0"/>
      <p:bldP spid="85" grpId="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86ADBC88-9171-40EE-95BB-C830C946B4C3}"/>
              </a:ext>
            </a:extLst>
          </p:cNvPr>
          <p:cNvSpPr txBox="1"/>
          <p:nvPr/>
        </p:nvSpPr>
        <p:spPr>
          <a:xfrm>
            <a:off x="5250732" y="230748"/>
            <a:ext cx="6941268" cy="6555641"/>
          </a:xfrm>
          <a:prstGeom prst="rect">
            <a:avLst/>
          </a:prstGeom>
          <a:solidFill>
            <a:srgbClr val="F2F7FC"/>
          </a:solidFill>
          <a:ln>
            <a:noFill/>
          </a:ln>
        </p:spPr>
        <p:txBody>
          <a:bodyPr wrap="square">
            <a:spAutoFit/>
          </a:bodyPr>
          <a:lstStyle/>
          <a:p>
            <a:r>
              <a:rPr lang="en-US" altLang="zh-CN" sz="1400" b="1" dirty="0" err="1">
                <a:latin typeface="Courier New" panose="02070309020205020404" pitchFamily="49" charset="0"/>
                <a:cs typeface="Courier New" panose="02070309020205020404" pitchFamily="49" charset="0"/>
              </a:rPr>
              <a:t>RLSMat</a:t>
            </a:r>
            <a:r>
              <a:rPr lang="en-US" altLang="zh-CN" sz="1400" b="1" dirty="0">
                <a:latin typeface="Courier New" panose="02070309020205020404" pitchFamily="49" charset="0"/>
                <a:cs typeface="Courier New" panose="02070309020205020404" pitchFamily="49" charset="0"/>
              </a:rPr>
              <a:t> </a:t>
            </a:r>
            <a:r>
              <a:rPr lang="en-US" altLang="zh-CN" sz="1400" b="1" dirty="0" err="1">
                <a:latin typeface="Courier New" panose="02070309020205020404" pitchFamily="49" charset="0"/>
                <a:cs typeface="Courier New" panose="02070309020205020404" pitchFamily="49" charset="0"/>
              </a:rPr>
              <a:t>MultSMatrix</a:t>
            </a:r>
            <a:r>
              <a:rPr lang="en-US" altLang="zh-CN" sz="1400" b="1" dirty="0">
                <a:latin typeface="Courier New" panose="02070309020205020404" pitchFamily="49" charset="0"/>
                <a:cs typeface="Courier New" panose="02070309020205020404" pitchFamily="49" charset="0"/>
              </a:rPr>
              <a:t>(</a:t>
            </a:r>
            <a:r>
              <a:rPr lang="en-US" altLang="zh-CN" sz="1400" b="1" dirty="0" err="1">
                <a:latin typeface="Courier New" panose="02070309020205020404" pitchFamily="49" charset="0"/>
                <a:cs typeface="Courier New" panose="02070309020205020404" pitchFamily="49" charset="0"/>
              </a:rPr>
              <a:t>RLSMat</a:t>
            </a:r>
            <a:r>
              <a:rPr lang="en-US" altLang="zh-CN" sz="1400" b="1" dirty="0">
                <a:latin typeface="Courier New" panose="02070309020205020404" pitchFamily="49" charset="0"/>
                <a:cs typeface="Courier New" panose="02070309020205020404" pitchFamily="49" charset="0"/>
              </a:rPr>
              <a:t> M, </a:t>
            </a:r>
            <a:r>
              <a:rPr lang="en-US" altLang="zh-CN" sz="1400" b="1" dirty="0" err="1">
                <a:latin typeface="Courier New" panose="02070309020205020404" pitchFamily="49" charset="0"/>
                <a:cs typeface="Courier New" panose="02070309020205020404" pitchFamily="49" charset="0"/>
              </a:rPr>
              <a:t>RLSMat</a:t>
            </a:r>
            <a:r>
              <a:rPr lang="en-US" altLang="zh-CN" sz="1400" b="1" dirty="0">
                <a:latin typeface="Courier New" panose="02070309020205020404" pitchFamily="49" charset="0"/>
                <a:cs typeface="Courier New" panose="02070309020205020404" pitchFamily="49" charset="0"/>
              </a:rPr>
              <a:t> N) </a:t>
            </a:r>
            <a:r>
              <a:rPr lang="en-US" altLang="zh-CN" sz="1400" b="1" dirty="0">
                <a:solidFill>
                  <a:srgbClr val="041ABC"/>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en-US" altLang="zh-CN" sz="1400" b="1" dirty="0">
                <a:latin typeface="Courier New" panose="02070309020205020404" pitchFamily="49" charset="0"/>
                <a:cs typeface="Courier New" panose="02070309020205020404" pitchFamily="49" charset="0"/>
              </a:rPr>
              <a:t>  </a:t>
            </a:r>
            <a:r>
              <a:rPr lang="en-US" altLang="zh-CN" sz="1400" b="1" dirty="0">
                <a:solidFill>
                  <a:srgbClr val="0070C0"/>
                </a:solidFill>
                <a:latin typeface="Courier New" panose="02070309020205020404" pitchFamily="49" charset="0"/>
                <a:cs typeface="Courier New" panose="02070309020205020404" pitchFamily="49" charset="0"/>
              </a:rPr>
              <a:t>// </a:t>
            </a:r>
            <a:r>
              <a:rPr lang="zh-CN" altLang="en-US" sz="1400" b="1" dirty="0">
                <a:solidFill>
                  <a:srgbClr val="C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算法</a:t>
            </a:r>
            <a:r>
              <a:rPr lang="en-US" altLang="zh-CN" sz="1400" b="1" dirty="0">
                <a:solidFill>
                  <a:srgbClr val="C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5.5</a:t>
            </a:r>
            <a:r>
              <a:rPr lang="en-US" altLang="zh-CN" sz="1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endParaRPr lang="en-US" altLang="zh-CN" sz="1400" b="1" dirty="0">
              <a:solidFill>
                <a:srgbClr val="0070C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a:p>
            <a:r>
              <a:rPr lang="en-US" altLang="zh-CN" sz="1400" b="1" dirty="0">
                <a:latin typeface="Courier New" panose="02070309020205020404" pitchFamily="49" charset="0"/>
                <a:cs typeface="Courier New" panose="02070309020205020404" pitchFamily="49" charset="0"/>
              </a:rPr>
              <a:t>  </a:t>
            </a:r>
            <a:r>
              <a:rPr lang="en-US" altLang="zh-CN" sz="1400" b="1" dirty="0">
                <a:solidFill>
                  <a:schemeClr val="accent6">
                    <a:lumMod val="75000"/>
                  </a:schemeClr>
                </a:solidFill>
                <a:latin typeface="Courier New" panose="02070309020205020404" pitchFamily="49" charset="0"/>
                <a:cs typeface="Courier New" panose="02070309020205020404" pitchFamily="49" charset="0"/>
              </a:rPr>
              <a:t>// </a:t>
            </a:r>
            <a:r>
              <a:rPr lang="zh-CN" altLang="en-US" sz="1400" b="1" dirty="0">
                <a:solidFill>
                  <a:schemeClr val="accent6">
                    <a:lumMod val="75000"/>
                  </a:schemeClr>
                </a:solidFill>
                <a:latin typeface="Courier New" panose="02070309020205020404" pitchFamily="49" charset="0"/>
                <a:cs typeface="Courier New" panose="02070309020205020404" pitchFamily="49" charset="0"/>
              </a:rPr>
              <a:t>求稀疏矩阵乘积 </a:t>
            </a:r>
            <a:r>
              <a:rPr lang="en-US" altLang="zh-CN" sz="1400" b="1" dirty="0">
                <a:solidFill>
                  <a:srgbClr val="C00000"/>
                </a:solidFill>
                <a:latin typeface="Courier New" panose="02070309020205020404" pitchFamily="49" charset="0"/>
                <a:cs typeface="Courier New" panose="02070309020205020404" pitchFamily="49" charset="0"/>
              </a:rPr>
              <a:t>Q=M</a:t>
            </a:r>
            <a:r>
              <a:rPr lang="en-US" altLang="zh-CN" sz="1400" b="1" dirty="0">
                <a:solidFill>
                  <a:srgbClr val="C00000"/>
                </a:solidFill>
                <a:latin typeface="等线" panose="02010600030101010101" pitchFamily="2" charset="-122"/>
                <a:ea typeface="等线" panose="02010600030101010101" pitchFamily="2" charset="-122"/>
                <a:cs typeface="Courier New" panose="02070309020205020404" pitchFamily="49" charset="0"/>
              </a:rPr>
              <a:t>◊</a:t>
            </a:r>
            <a:r>
              <a:rPr lang="en-US" altLang="zh-CN" sz="1400" b="1" dirty="0">
                <a:solidFill>
                  <a:srgbClr val="C00000"/>
                </a:solidFill>
                <a:latin typeface="Courier New" panose="02070309020205020404" pitchFamily="49" charset="0"/>
                <a:cs typeface="Courier New" panose="02070309020205020404" pitchFamily="49" charset="0"/>
              </a:rPr>
              <a:t>N</a:t>
            </a:r>
            <a:r>
              <a:rPr lang="zh-CN" altLang="en-US" sz="1400" b="1" dirty="0">
                <a:solidFill>
                  <a:schemeClr val="accent6">
                    <a:lumMod val="75000"/>
                  </a:schemeClr>
                </a:solidFill>
                <a:latin typeface="Courier New" panose="02070309020205020404" pitchFamily="49" charset="0"/>
                <a:cs typeface="Courier New" panose="02070309020205020404" pitchFamily="49" charset="0"/>
              </a:rPr>
              <a:t>，采用行逻辑链接存储表示</a:t>
            </a:r>
            <a:r>
              <a:rPr lang="zh-CN" altLang="en-US" sz="1400" b="1" dirty="0">
                <a:solidFill>
                  <a:srgbClr val="0070C0"/>
                </a:solidFill>
                <a:latin typeface="Courier New" panose="02070309020205020404" pitchFamily="49" charset="0"/>
                <a:cs typeface="Courier New" panose="02070309020205020404" pitchFamily="49" charset="0"/>
              </a:rPr>
              <a:t>。</a:t>
            </a:r>
            <a:endParaRPr lang="en-US" altLang="zh-CN" sz="1400" b="1" dirty="0">
              <a:solidFill>
                <a:srgbClr val="0070C0"/>
              </a:solidFill>
              <a:latin typeface="Courier New" panose="02070309020205020404" pitchFamily="49" charset="0"/>
              <a:cs typeface="Courier New" panose="02070309020205020404" pitchFamily="49" charset="0"/>
            </a:endParaRPr>
          </a:p>
          <a:p>
            <a:r>
              <a:rPr lang="en-US" altLang="zh-CN" sz="1400" b="1" dirty="0">
                <a:latin typeface="Courier New" panose="02070309020205020404" pitchFamily="49" charset="0"/>
                <a:cs typeface="Courier New" panose="02070309020205020404" pitchFamily="49" charset="0"/>
              </a:rPr>
              <a:t>  </a:t>
            </a:r>
            <a:r>
              <a:rPr lang="en-US" altLang="zh-CN" sz="1400" b="1" dirty="0">
                <a:solidFill>
                  <a:srgbClr val="041ABC"/>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en-US" altLang="zh-CN" sz="1400" b="1" dirty="0">
                <a:latin typeface="Courier New" panose="02070309020205020404" pitchFamily="49" charset="0"/>
                <a:cs typeface="Courier New" panose="02070309020205020404" pitchFamily="49" charset="0"/>
              </a:rPr>
              <a:t>(!M || !N ||M-&gt;n!=N-&gt;m) </a:t>
            </a:r>
            <a:r>
              <a:rPr lang="en-US" altLang="zh-CN" sz="1400" b="1" dirty="0">
                <a:solidFill>
                  <a:srgbClr val="041ABC"/>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return</a:t>
            </a:r>
            <a:r>
              <a:rPr lang="en-US" altLang="zh-CN" sz="1400" b="1" dirty="0">
                <a:latin typeface="Courier New" panose="02070309020205020404" pitchFamily="49" charset="0"/>
                <a:cs typeface="Courier New" panose="02070309020205020404" pitchFamily="49" charset="0"/>
              </a:rPr>
              <a:t> NULL; </a:t>
            </a:r>
            <a:r>
              <a:rPr lang="en-US" altLang="zh-CN" sz="1400" b="1" dirty="0">
                <a:solidFill>
                  <a:schemeClr val="accent6">
                    <a:lumMod val="75000"/>
                  </a:schemeClr>
                </a:solidFill>
                <a:latin typeface="Courier New" panose="02070309020205020404" pitchFamily="49" charset="0"/>
                <a:cs typeface="Courier New" panose="02070309020205020404" pitchFamily="49" charset="0"/>
              </a:rPr>
              <a:t>//</a:t>
            </a:r>
            <a:r>
              <a:rPr lang="zh-CN" altLang="en-US" sz="1400" b="1" dirty="0">
                <a:solidFill>
                  <a:schemeClr val="accent6">
                    <a:lumMod val="75000"/>
                  </a:schemeClr>
                </a:solidFill>
                <a:latin typeface="Courier New" panose="02070309020205020404" pitchFamily="49" charset="0"/>
                <a:cs typeface="Courier New" panose="02070309020205020404" pitchFamily="49" charset="0"/>
              </a:rPr>
              <a:t> 矩阵相乘的合规检查</a:t>
            </a:r>
            <a:endParaRPr lang="en-US" altLang="zh-CN" sz="1400" b="1" dirty="0">
              <a:solidFill>
                <a:schemeClr val="accent6">
                  <a:lumMod val="75000"/>
                </a:schemeClr>
              </a:solidFill>
              <a:latin typeface="Courier New" panose="02070309020205020404" pitchFamily="49" charset="0"/>
              <a:cs typeface="Courier New" panose="02070309020205020404" pitchFamily="49" charset="0"/>
            </a:endParaRPr>
          </a:p>
          <a:p>
            <a:r>
              <a:rPr lang="en-US" altLang="zh-CN" sz="1400" b="1" dirty="0">
                <a:latin typeface="Courier New" panose="02070309020205020404" pitchFamily="49" charset="0"/>
                <a:cs typeface="Courier New" panose="02070309020205020404" pitchFamily="49" charset="0"/>
              </a:rPr>
              <a:t>  </a:t>
            </a:r>
            <a:r>
              <a:rPr lang="en-US" altLang="zh-CN" sz="1400" b="1" dirty="0" err="1">
                <a:latin typeface="Courier New" panose="02070309020205020404" pitchFamily="49" charset="0"/>
                <a:cs typeface="Courier New" panose="02070309020205020404" pitchFamily="49" charset="0"/>
              </a:rPr>
              <a:t>RLSMat</a:t>
            </a:r>
            <a:r>
              <a:rPr lang="en-US" altLang="zh-CN" sz="1400" b="1" dirty="0">
                <a:latin typeface="Courier New" panose="02070309020205020404" pitchFamily="49" charset="0"/>
                <a:cs typeface="Courier New" panose="02070309020205020404" pitchFamily="49" charset="0"/>
              </a:rPr>
              <a:t> Q = </a:t>
            </a:r>
            <a:r>
              <a:rPr lang="en-US" altLang="zh-CN" sz="1400" b="1" dirty="0" err="1">
                <a:latin typeface="Courier New" panose="02070309020205020404" pitchFamily="49" charset="0"/>
                <a:cs typeface="Courier New" panose="02070309020205020404" pitchFamily="49" charset="0"/>
              </a:rPr>
              <a:t>allocRLSMat</a:t>
            </a:r>
            <a:r>
              <a:rPr lang="en-US" altLang="zh-CN" sz="1400" b="1" dirty="0">
                <a:latin typeface="Courier New" panose="02070309020205020404" pitchFamily="49" charset="0"/>
                <a:cs typeface="Courier New" panose="02070309020205020404" pitchFamily="49" charset="0"/>
              </a:rPr>
              <a:t>(M-&gt;m, N-&gt;n, 2*M-&gt;t); </a:t>
            </a:r>
            <a:r>
              <a:rPr lang="en-US" altLang="zh-CN" sz="1400" b="1" dirty="0">
                <a:solidFill>
                  <a:schemeClr val="accent6">
                    <a:lumMod val="75000"/>
                  </a:schemeClr>
                </a:solidFill>
                <a:latin typeface="Courier New" panose="02070309020205020404" pitchFamily="49" charset="0"/>
                <a:cs typeface="Courier New" panose="02070309020205020404" pitchFamily="49" charset="0"/>
              </a:rPr>
              <a:t>// </a:t>
            </a:r>
            <a:r>
              <a:rPr lang="zh-CN" altLang="en-US" sz="1400" b="1" dirty="0">
                <a:solidFill>
                  <a:schemeClr val="accent6">
                    <a:lumMod val="75000"/>
                  </a:schemeClr>
                </a:solidFill>
                <a:latin typeface="Courier New" panose="02070309020205020404" pitchFamily="49" charset="0"/>
                <a:cs typeface="Courier New" panose="02070309020205020404" pitchFamily="49" charset="0"/>
              </a:rPr>
              <a:t>乘积矩阵</a:t>
            </a:r>
            <a:r>
              <a:rPr lang="en-US" altLang="zh-CN" sz="1400" b="1" dirty="0">
                <a:solidFill>
                  <a:srgbClr val="C00000"/>
                </a:solidFill>
                <a:latin typeface="Courier New" panose="02070309020205020404" pitchFamily="49" charset="0"/>
                <a:cs typeface="Courier New" panose="02070309020205020404" pitchFamily="49" charset="0"/>
              </a:rPr>
              <a:t>Q</a:t>
            </a:r>
            <a:r>
              <a:rPr lang="zh-CN" altLang="en-US" sz="1400" b="1" dirty="0">
                <a:solidFill>
                  <a:schemeClr val="accent6">
                    <a:lumMod val="75000"/>
                  </a:schemeClr>
                </a:solidFill>
                <a:latin typeface="Courier New" panose="02070309020205020404" pitchFamily="49" charset="0"/>
                <a:cs typeface="Courier New" panose="02070309020205020404" pitchFamily="49" charset="0"/>
              </a:rPr>
              <a:t>初始</a:t>
            </a:r>
            <a:r>
              <a:rPr lang="zh-CN" altLang="en-US" sz="1400" b="1" dirty="0">
                <a:solidFill>
                  <a:srgbClr val="0070C0"/>
                </a:solidFill>
                <a:latin typeface="Courier New" panose="02070309020205020404" pitchFamily="49" charset="0"/>
                <a:cs typeface="Courier New" panose="02070309020205020404" pitchFamily="49" charset="0"/>
              </a:rPr>
              <a:t>化</a:t>
            </a:r>
            <a:endParaRPr lang="en-US" altLang="zh-CN" sz="1400" b="1" dirty="0">
              <a:solidFill>
                <a:srgbClr val="0070C0"/>
              </a:solidFill>
              <a:latin typeface="Courier New" panose="02070309020205020404" pitchFamily="49" charset="0"/>
              <a:cs typeface="Courier New" panose="02070309020205020404" pitchFamily="49" charset="0"/>
            </a:endParaRPr>
          </a:p>
          <a:p>
            <a:r>
              <a:rPr lang="en-US" altLang="zh-CN" sz="1400" b="1" dirty="0">
                <a:solidFill>
                  <a:srgbClr val="0070C0"/>
                </a:solidFill>
                <a:latin typeface="Courier New" panose="02070309020205020404" pitchFamily="49" charset="0"/>
                <a:cs typeface="Courier New" panose="02070309020205020404" pitchFamily="49" charset="0"/>
              </a:rPr>
              <a:t>  </a:t>
            </a:r>
            <a:r>
              <a:rPr lang="en-US" altLang="zh-CN" sz="1400" b="1" dirty="0">
                <a:latin typeface="Courier New" panose="02070309020205020404" pitchFamily="49" charset="0"/>
                <a:cs typeface="Courier New" panose="02070309020205020404" pitchFamily="49" charset="0"/>
              </a:rPr>
              <a:t>Q-&gt;t = 0;   int </a:t>
            </a:r>
            <a:r>
              <a:rPr lang="en-US" altLang="zh-CN" sz="1400" b="1" dirty="0" err="1">
                <a:latin typeface="Courier New" panose="02070309020205020404" pitchFamily="49" charset="0"/>
                <a:cs typeface="Courier New" panose="02070309020205020404" pitchFamily="49" charset="0"/>
              </a:rPr>
              <a:t>mi,ni,p,q,t,k,qj,tp,qtemp</a:t>
            </a:r>
            <a:r>
              <a:rPr lang="en-US" altLang="zh-CN" sz="1400" b="1" dirty="0">
                <a:latin typeface="Courier New" panose="02070309020205020404" pitchFamily="49" charset="0"/>
                <a:cs typeface="Courier New" panose="02070309020205020404" pitchFamily="49" charset="0"/>
              </a:rPr>
              <a:t>[30];</a:t>
            </a:r>
            <a:endParaRPr lang="zh-CN" altLang="en-US" sz="1400" b="1" dirty="0">
              <a:latin typeface="Courier New" panose="02070309020205020404" pitchFamily="49" charset="0"/>
              <a:cs typeface="Courier New" panose="02070309020205020404" pitchFamily="49" charset="0"/>
            </a:endParaRPr>
          </a:p>
          <a:p>
            <a:r>
              <a:rPr lang="zh-CN" altLang="en-US" sz="1400" b="1" dirty="0">
                <a:latin typeface="Courier New" panose="02070309020205020404" pitchFamily="49" charset="0"/>
                <a:cs typeface="Courier New" panose="02070309020205020404" pitchFamily="49" charset="0"/>
              </a:rPr>
              <a:t>  </a:t>
            </a:r>
            <a:r>
              <a:rPr lang="en-US" altLang="zh-CN" sz="1400" b="1" dirty="0">
                <a:solidFill>
                  <a:srgbClr val="041ABC"/>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en-US" altLang="zh-CN" sz="1400" b="1" dirty="0">
                <a:latin typeface="Courier New" panose="02070309020205020404" pitchFamily="49" charset="0"/>
                <a:cs typeface="Courier New" panose="02070309020205020404" pitchFamily="49" charset="0"/>
              </a:rPr>
              <a:t>(M-&gt;t*N-&gt;t != 0) </a:t>
            </a:r>
            <a:r>
              <a:rPr lang="en-US" altLang="zh-CN" sz="1400" b="1" dirty="0">
                <a:solidFill>
                  <a:srgbClr val="041ABC"/>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en-US" altLang="zh-CN" sz="1400" b="1" dirty="0">
                <a:latin typeface="Courier New" panose="02070309020205020404" pitchFamily="49" charset="0"/>
                <a:cs typeface="Courier New" panose="02070309020205020404" pitchFamily="49" charset="0"/>
              </a:rPr>
              <a:t>          </a:t>
            </a:r>
            <a:r>
              <a:rPr lang="en-US" altLang="zh-CN" sz="1400" b="1" dirty="0">
                <a:solidFill>
                  <a:schemeClr val="accent6">
                    <a:lumMod val="75000"/>
                  </a:schemeClr>
                </a:solidFill>
                <a:latin typeface="Courier New" panose="02070309020205020404" pitchFamily="49" charset="0"/>
                <a:cs typeface="Courier New" panose="02070309020205020404" pitchFamily="49" charset="0"/>
              </a:rPr>
              <a:t>// Q</a:t>
            </a:r>
            <a:r>
              <a:rPr lang="zh-CN" altLang="en-US" sz="1400" b="1" dirty="0">
                <a:solidFill>
                  <a:schemeClr val="accent6">
                    <a:lumMod val="75000"/>
                  </a:schemeClr>
                </a:solidFill>
                <a:latin typeface="Courier New" panose="02070309020205020404" pitchFamily="49" charset="0"/>
                <a:cs typeface="Courier New" panose="02070309020205020404" pitchFamily="49" charset="0"/>
              </a:rPr>
              <a:t>是非零矩阵</a:t>
            </a:r>
          </a:p>
          <a:p>
            <a:r>
              <a:rPr lang="zh-CN" altLang="en-US" sz="1400" b="1" dirty="0">
                <a:latin typeface="Courier New" panose="02070309020205020404" pitchFamily="49" charset="0"/>
                <a:cs typeface="Courier New" panose="02070309020205020404" pitchFamily="49" charset="0"/>
              </a:rPr>
              <a:t>    </a:t>
            </a:r>
            <a:r>
              <a:rPr lang="en-US" altLang="zh-CN" sz="1400" b="1" dirty="0">
                <a:solidFill>
                  <a:srgbClr val="041ABC"/>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for</a:t>
            </a:r>
            <a:r>
              <a:rPr lang="en-US" altLang="zh-CN" sz="1400" b="1" dirty="0">
                <a:latin typeface="Courier New" panose="02070309020205020404" pitchFamily="49" charset="0"/>
                <a:cs typeface="Courier New" panose="02070309020205020404" pitchFamily="49" charset="0"/>
              </a:rPr>
              <a:t>(mi=1; mi&lt;=M-&gt;m; ++mi) </a:t>
            </a:r>
            <a:r>
              <a:rPr lang="en-US" altLang="zh-CN" sz="1400" b="1" dirty="0">
                <a:solidFill>
                  <a:srgbClr val="041ABC"/>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en-US" altLang="zh-CN" sz="1400" b="1" dirty="0">
                <a:latin typeface="Courier New" panose="02070309020205020404" pitchFamily="49" charset="0"/>
                <a:cs typeface="Courier New" panose="02070309020205020404" pitchFamily="49" charset="0"/>
              </a:rPr>
              <a:t> </a:t>
            </a:r>
            <a:r>
              <a:rPr lang="en-US" altLang="zh-CN" sz="1400" b="1" dirty="0">
                <a:solidFill>
                  <a:schemeClr val="accent6">
                    <a:lumMod val="75000"/>
                  </a:schemeClr>
                </a:solidFill>
                <a:latin typeface="Courier New" panose="02070309020205020404" pitchFamily="49" charset="0"/>
                <a:cs typeface="Courier New" panose="02070309020205020404" pitchFamily="49" charset="0"/>
              </a:rPr>
              <a:t>// </a:t>
            </a:r>
            <a:r>
              <a:rPr lang="zh-CN" altLang="en-US" sz="1400" b="1" dirty="0">
                <a:solidFill>
                  <a:schemeClr val="accent6">
                    <a:lumMod val="75000"/>
                  </a:schemeClr>
                </a:solidFill>
                <a:latin typeface="Courier New" panose="02070309020205020404" pitchFamily="49" charset="0"/>
                <a:cs typeface="Courier New" panose="02070309020205020404" pitchFamily="49" charset="0"/>
              </a:rPr>
              <a:t>处理</a:t>
            </a:r>
            <a:r>
              <a:rPr lang="en-US" altLang="zh-CN" sz="1400" b="1" dirty="0">
                <a:solidFill>
                  <a:schemeClr val="accent6">
                    <a:lumMod val="75000"/>
                  </a:schemeClr>
                </a:solidFill>
                <a:latin typeface="Courier New" panose="02070309020205020404" pitchFamily="49" charset="0"/>
                <a:cs typeface="Courier New" panose="02070309020205020404" pitchFamily="49" charset="0"/>
              </a:rPr>
              <a:t>M</a:t>
            </a:r>
            <a:r>
              <a:rPr lang="zh-CN" altLang="en-US" sz="1400" b="1" dirty="0">
                <a:solidFill>
                  <a:schemeClr val="accent6">
                    <a:lumMod val="75000"/>
                  </a:schemeClr>
                </a:solidFill>
                <a:latin typeface="Courier New" panose="02070309020205020404" pitchFamily="49" charset="0"/>
                <a:cs typeface="Courier New" panose="02070309020205020404" pitchFamily="49" charset="0"/>
              </a:rPr>
              <a:t>的每一行，当前是</a:t>
            </a:r>
            <a:r>
              <a:rPr lang="en-US" altLang="zh-CN" sz="1400" b="1" dirty="0">
                <a:solidFill>
                  <a:schemeClr val="accent6">
                    <a:lumMod val="75000"/>
                  </a:schemeClr>
                </a:solidFill>
                <a:latin typeface="Courier New" panose="02070309020205020404" pitchFamily="49" charset="0"/>
                <a:cs typeface="Courier New" panose="02070309020205020404" pitchFamily="49" charset="0"/>
              </a:rPr>
              <a:t>mi</a:t>
            </a:r>
            <a:r>
              <a:rPr lang="zh-CN" altLang="en-US" sz="1400" b="1" dirty="0">
                <a:solidFill>
                  <a:schemeClr val="accent6">
                    <a:lumMod val="75000"/>
                  </a:schemeClr>
                </a:solidFill>
                <a:latin typeface="Courier New" panose="02070309020205020404" pitchFamily="49" charset="0"/>
                <a:cs typeface="Courier New" panose="02070309020205020404" pitchFamily="49" charset="0"/>
              </a:rPr>
              <a:t>行</a:t>
            </a:r>
          </a:p>
          <a:p>
            <a:r>
              <a:rPr lang="zh-CN" altLang="en-US" sz="1400" b="1" dirty="0">
                <a:latin typeface="Courier New" panose="02070309020205020404" pitchFamily="49" charset="0"/>
                <a:cs typeface="Courier New" panose="02070309020205020404" pitchFamily="49" charset="0"/>
              </a:rPr>
              <a:t>      </a:t>
            </a:r>
            <a:r>
              <a:rPr lang="en-US" altLang="zh-CN" sz="1400" b="1" dirty="0">
                <a:solidFill>
                  <a:srgbClr val="041ABC"/>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for</a:t>
            </a:r>
            <a:r>
              <a:rPr lang="en-US" altLang="zh-CN" sz="1400" b="1" dirty="0">
                <a:latin typeface="Courier New" panose="02070309020205020404" pitchFamily="49" charset="0"/>
                <a:cs typeface="Courier New" panose="02070309020205020404" pitchFamily="49" charset="0"/>
              </a:rPr>
              <a:t>(k=1; k&lt;=Q-&gt;n; ++</a:t>
            </a:r>
            <a:r>
              <a:rPr lang="en-US" altLang="zh-CN" sz="1400" b="1" dirty="0" err="1">
                <a:latin typeface="Courier New" panose="02070309020205020404" pitchFamily="49" charset="0"/>
                <a:cs typeface="Courier New" panose="02070309020205020404" pitchFamily="49" charset="0"/>
              </a:rPr>
              <a:t>i</a:t>
            </a:r>
            <a:r>
              <a:rPr lang="en-US" altLang="zh-CN" sz="1400" b="1" dirty="0">
                <a:latin typeface="Courier New" panose="02070309020205020404" pitchFamily="49" charset="0"/>
                <a:cs typeface="Courier New" panose="02070309020205020404" pitchFamily="49" charset="0"/>
              </a:rPr>
              <a:t>) </a:t>
            </a:r>
            <a:r>
              <a:rPr lang="en-US" altLang="zh-CN" sz="1400" b="1" dirty="0" err="1">
                <a:latin typeface="Courier New" panose="02070309020205020404" pitchFamily="49" charset="0"/>
                <a:cs typeface="Courier New" panose="02070309020205020404" pitchFamily="49" charset="0"/>
              </a:rPr>
              <a:t>qtemp</a:t>
            </a:r>
            <a:r>
              <a:rPr lang="en-US" altLang="zh-CN" sz="1400" b="1" dirty="0">
                <a:latin typeface="Courier New" panose="02070309020205020404" pitchFamily="49" charset="0"/>
                <a:cs typeface="Courier New" panose="02070309020205020404" pitchFamily="49" charset="0"/>
              </a:rPr>
              <a:t>[</a:t>
            </a:r>
            <a:r>
              <a:rPr lang="en-US" altLang="zh-CN" sz="1400" b="1" dirty="0" err="1">
                <a:latin typeface="Courier New" panose="02070309020205020404" pitchFamily="49" charset="0"/>
                <a:cs typeface="Courier New" panose="02070309020205020404" pitchFamily="49" charset="0"/>
              </a:rPr>
              <a:t>i</a:t>
            </a:r>
            <a:r>
              <a:rPr lang="en-US" altLang="zh-CN" sz="1400" b="1" dirty="0">
                <a:latin typeface="Courier New" panose="02070309020205020404" pitchFamily="49" charset="0"/>
                <a:cs typeface="Courier New" panose="02070309020205020404" pitchFamily="49" charset="0"/>
              </a:rPr>
              <a:t>] = 0;  </a:t>
            </a:r>
            <a:r>
              <a:rPr lang="en-US" altLang="zh-CN" sz="1400" b="1" dirty="0">
                <a:solidFill>
                  <a:schemeClr val="accent6">
                    <a:lumMod val="75000"/>
                  </a:schemeClr>
                </a:solidFill>
                <a:latin typeface="Courier New" panose="02070309020205020404" pitchFamily="49" charset="0"/>
                <a:cs typeface="Courier New" panose="02070309020205020404" pitchFamily="49" charset="0"/>
              </a:rPr>
              <a:t>// Q</a:t>
            </a:r>
            <a:r>
              <a:rPr lang="zh-CN" altLang="en-US" sz="1400" b="1" dirty="0">
                <a:solidFill>
                  <a:schemeClr val="accent6">
                    <a:lumMod val="75000"/>
                  </a:schemeClr>
                </a:solidFill>
                <a:latin typeface="Courier New" panose="02070309020205020404" pitchFamily="49" charset="0"/>
                <a:cs typeface="Courier New" panose="02070309020205020404" pitchFamily="49" charset="0"/>
              </a:rPr>
              <a:t>的</a:t>
            </a:r>
            <a:r>
              <a:rPr lang="en-US" altLang="zh-CN" sz="1400" b="1" dirty="0">
                <a:solidFill>
                  <a:schemeClr val="accent6">
                    <a:lumMod val="75000"/>
                  </a:schemeClr>
                </a:solidFill>
                <a:latin typeface="Courier New" panose="02070309020205020404" pitchFamily="49" charset="0"/>
                <a:cs typeface="Courier New" panose="02070309020205020404" pitchFamily="49" charset="0"/>
              </a:rPr>
              <a:t>mi</a:t>
            </a:r>
            <a:r>
              <a:rPr lang="zh-CN" altLang="en-US" sz="1400" b="1" dirty="0">
                <a:solidFill>
                  <a:schemeClr val="accent6">
                    <a:lumMod val="75000"/>
                  </a:schemeClr>
                </a:solidFill>
                <a:latin typeface="Courier New" panose="02070309020205020404" pitchFamily="49" charset="0"/>
                <a:cs typeface="Courier New" panose="02070309020205020404" pitchFamily="49" charset="0"/>
              </a:rPr>
              <a:t>行累加器清零</a:t>
            </a:r>
          </a:p>
          <a:p>
            <a:r>
              <a:rPr lang="zh-CN" altLang="en-US" sz="1400" b="1" dirty="0">
                <a:latin typeface="Courier New" panose="02070309020205020404" pitchFamily="49" charset="0"/>
                <a:cs typeface="Courier New" panose="02070309020205020404" pitchFamily="49" charset="0"/>
              </a:rPr>
              <a:t>      </a:t>
            </a:r>
            <a:r>
              <a:rPr lang="en-US" altLang="zh-CN" sz="1400" b="1" dirty="0">
                <a:latin typeface="Courier New" panose="02070309020205020404" pitchFamily="49" charset="0"/>
                <a:cs typeface="Courier New" panose="02070309020205020404" pitchFamily="49" charset="0"/>
              </a:rPr>
              <a:t>Q-&gt;</a:t>
            </a:r>
            <a:r>
              <a:rPr lang="en-US" altLang="zh-CN" sz="1400" b="1" dirty="0" err="1">
                <a:latin typeface="Courier New" panose="02070309020205020404" pitchFamily="49" charset="0"/>
                <a:cs typeface="Courier New" panose="02070309020205020404" pitchFamily="49" charset="0"/>
              </a:rPr>
              <a:t>rpos</a:t>
            </a:r>
            <a:r>
              <a:rPr lang="en-US" altLang="zh-CN" sz="1400" b="1" dirty="0">
                <a:latin typeface="Courier New" panose="02070309020205020404" pitchFamily="49" charset="0"/>
                <a:cs typeface="Courier New" panose="02070309020205020404" pitchFamily="49" charset="0"/>
              </a:rPr>
              <a:t>[mi] = Q-&gt;</a:t>
            </a:r>
            <a:r>
              <a:rPr lang="en-US" altLang="zh-CN" sz="1400" b="1" dirty="0" err="1">
                <a:latin typeface="Courier New" panose="02070309020205020404" pitchFamily="49" charset="0"/>
                <a:cs typeface="Courier New" panose="02070309020205020404" pitchFamily="49" charset="0"/>
              </a:rPr>
              <a:t>t+1</a:t>
            </a:r>
            <a:r>
              <a:rPr lang="en-US" altLang="zh-CN" sz="1400" b="1" dirty="0">
                <a:latin typeface="Courier New" panose="02070309020205020404" pitchFamily="49" charset="0"/>
                <a:cs typeface="Courier New" panose="02070309020205020404" pitchFamily="49" charset="0"/>
              </a:rPr>
              <a:t>;    </a:t>
            </a:r>
            <a:r>
              <a:rPr lang="en-US" altLang="zh-CN" sz="1400" b="1" dirty="0">
                <a:solidFill>
                  <a:schemeClr val="accent6">
                    <a:lumMod val="75000"/>
                  </a:schemeClr>
                </a:solidFill>
                <a:latin typeface="Courier New" panose="02070309020205020404" pitchFamily="49" charset="0"/>
                <a:cs typeface="Courier New" panose="02070309020205020404" pitchFamily="49" charset="0"/>
              </a:rPr>
              <a:t>// </a:t>
            </a:r>
            <a:r>
              <a:rPr lang="zh-CN" altLang="en-US" sz="1400" b="1" dirty="0">
                <a:solidFill>
                  <a:schemeClr val="accent6">
                    <a:lumMod val="75000"/>
                  </a:schemeClr>
                </a:solidFill>
                <a:latin typeface="Courier New" panose="02070309020205020404" pitchFamily="49" charset="0"/>
                <a:cs typeface="Courier New" panose="02070309020205020404" pitchFamily="49" charset="0"/>
              </a:rPr>
              <a:t>置</a:t>
            </a:r>
            <a:r>
              <a:rPr lang="en-US" altLang="zh-CN" sz="1400" b="1" dirty="0">
                <a:solidFill>
                  <a:schemeClr val="accent6">
                    <a:lumMod val="75000"/>
                  </a:schemeClr>
                </a:solidFill>
                <a:latin typeface="Courier New" panose="02070309020205020404" pitchFamily="49" charset="0"/>
                <a:cs typeface="Courier New" panose="02070309020205020404" pitchFamily="49" charset="0"/>
              </a:rPr>
              <a:t>Q</a:t>
            </a:r>
            <a:r>
              <a:rPr lang="zh-CN" altLang="en-US" sz="1400" b="1" dirty="0">
                <a:solidFill>
                  <a:schemeClr val="accent6">
                    <a:lumMod val="75000"/>
                  </a:schemeClr>
                </a:solidFill>
                <a:latin typeface="Courier New" panose="02070309020205020404" pitchFamily="49" charset="0"/>
                <a:cs typeface="Courier New" panose="02070309020205020404" pitchFamily="49" charset="0"/>
              </a:rPr>
              <a:t>的</a:t>
            </a:r>
            <a:r>
              <a:rPr lang="en-US" altLang="zh-CN" sz="1400" b="1" dirty="0">
                <a:solidFill>
                  <a:schemeClr val="accent6">
                    <a:lumMod val="75000"/>
                  </a:schemeClr>
                </a:solidFill>
                <a:latin typeface="Courier New" panose="02070309020205020404" pitchFamily="49" charset="0"/>
                <a:cs typeface="Courier New" panose="02070309020205020404" pitchFamily="49" charset="0"/>
              </a:rPr>
              <a:t>mi</a:t>
            </a:r>
            <a:r>
              <a:rPr lang="zh-CN" altLang="en-US" sz="1400" b="1" dirty="0">
                <a:solidFill>
                  <a:schemeClr val="accent6">
                    <a:lumMod val="75000"/>
                  </a:schemeClr>
                </a:solidFill>
                <a:latin typeface="Courier New" panose="02070309020205020404" pitchFamily="49" charset="0"/>
                <a:cs typeface="Courier New" panose="02070309020205020404" pitchFamily="49" charset="0"/>
              </a:rPr>
              <a:t>行的起始位置</a:t>
            </a:r>
            <a:endParaRPr lang="en-US" altLang="zh-CN" sz="1400" b="1" dirty="0">
              <a:solidFill>
                <a:schemeClr val="accent6">
                  <a:lumMod val="75000"/>
                </a:schemeClr>
              </a:solidFill>
              <a:latin typeface="Courier New" panose="02070309020205020404" pitchFamily="49" charset="0"/>
              <a:cs typeface="Courier New" panose="02070309020205020404" pitchFamily="49" charset="0"/>
            </a:endParaRPr>
          </a:p>
          <a:p>
            <a:r>
              <a:rPr lang="en-US" altLang="zh-CN" sz="1400" b="1" dirty="0">
                <a:latin typeface="Courier New" panose="02070309020205020404" pitchFamily="49" charset="0"/>
                <a:cs typeface="Courier New" panose="02070309020205020404" pitchFamily="49" charset="0"/>
              </a:rPr>
              <a:t>      </a:t>
            </a:r>
            <a:r>
              <a:rPr lang="en-US" altLang="zh-CN" sz="1400" b="1" dirty="0" err="1">
                <a:latin typeface="Courier New" panose="02070309020205020404" pitchFamily="49" charset="0"/>
                <a:cs typeface="Courier New" panose="02070309020205020404" pitchFamily="49" charset="0"/>
              </a:rPr>
              <a:t>tp</a:t>
            </a:r>
            <a:r>
              <a:rPr lang="en-US" altLang="zh-CN" sz="1400" b="1" dirty="0">
                <a:latin typeface="Courier New" panose="02070309020205020404" pitchFamily="49" charset="0"/>
                <a:cs typeface="Courier New" panose="02070309020205020404" pitchFamily="49" charset="0"/>
              </a:rPr>
              <a:t> = M-&gt;</a:t>
            </a:r>
            <a:r>
              <a:rPr lang="en-US" altLang="zh-CN" sz="1400" b="1" dirty="0" err="1">
                <a:latin typeface="Courier New" panose="02070309020205020404" pitchFamily="49" charset="0"/>
                <a:cs typeface="Courier New" panose="02070309020205020404" pitchFamily="49" charset="0"/>
              </a:rPr>
              <a:t>rpos</a:t>
            </a:r>
            <a:r>
              <a:rPr lang="en-US" altLang="zh-CN" sz="1400" b="1" dirty="0">
                <a:latin typeface="Courier New" panose="02070309020205020404" pitchFamily="49" charset="0"/>
                <a:cs typeface="Courier New" panose="02070309020205020404" pitchFamily="49" charset="0"/>
              </a:rPr>
              <a:t>[</a:t>
            </a:r>
            <a:r>
              <a:rPr lang="en-US" altLang="zh-CN" sz="1400" b="1" dirty="0" err="1">
                <a:latin typeface="Courier New" panose="02070309020205020404" pitchFamily="49" charset="0"/>
                <a:cs typeface="Courier New" panose="02070309020205020404" pitchFamily="49" charset="0"/>
              </a:rPr>
              <a:t>mi+1</a:t>
            </a:r>
            <a:r>
              <a:rPr lang="en-US" altLang="zh-CN" sz="1400" b="1" dirty="0">
                <a:latin typeface="Courier New" panose="02070309020205020404" pitchFamily="49" charset="0"/>
                <a:cs typeface="Courier New" panose="02070309020205020404" pitchFamily="49" charset="0"/>
              </a:rPr>
              <a:t>];      </a:t>
            </a:r>
            <a:r>
              <a:rPr lang="en-US" altLang="zh-CN" sz="1400" b="1" dirty="0">
                <a:solidFill>
                  <a:schemeClr val="accent6">
                    <a:lumMod val="75000"/>
                  </a:schemeClr>
                </a:solidFill>
                <a:latin typeface="Courier New" panose="02070309020205020404" pitchFamily="49" charset="0"/>
                <a:cs typeface="Courier New" panose="02070309020205020404" pitchFamily="49" charset="0"/>
              </a:rPr>
              <a:t>// </a:t>
            </a:r>
            <a:r>
              <a:rPr lang="en-US" altLang="zh-CN" sz="1400" b="1" dirty="0" err="1">
                <a:solidFill>
                  <a:schemeClr val="accent6">
                    <a:lumMod val="75000"/>
                  </a:schemeClr>
                </a:solidFill>
                <a:latin typeface="Courier New" panose="02070309020205020404" pitchFamily="49" charset="0"/>
                <a:cs typeface="Courier New" panose="02070309020205020404" pitchFamily="49" charset="0"/>
              </a:rPr>
              <a:t>tp</a:t>
            </a:r>
            <a:r>
              <a:rPr lang="zh-CN" altLang="en-US" sz="1400" b="1" dirty="0">
                <a:solidFill>
                  <a:schemeClr val="accent6">
                    <a:lumMod val="75000"/>
                  </a:schemeClr>
                </a:solidFill>
                <a:latin typeface="Courier New" panose="02070309020205020404" pitchFamily="49" charset="0"/>
                <a:cs typeface="Courier New" panose="02070309020205020404" pitchFamily="49" charset="0"/>
              </a:rPr>
              <a:t>指向下一行的起始位置</a:t>
            </a:r>
            <a:endParaRPr lang="en-US" altLang="zh-CN" sz="1400" b="1" dirty="0">
              <a:solidFill>
                <a:schemeClr val="accent6">
                  <a:lumMod val="75000"/>
                </a:schemeClr>
              </a:solidFill>
              <a:latin typeface="Courier New" panose="02070309020205020404" pitchFamily="49" charset="0"/>
              <a:cs typeface="Courier New" panose="02070309020205020404" pitchFamily="49" charset="0"/>
            </a:endParaRPr>
          </a:p>
          <a:p>
            <a:r>
              <a:rPr lang="en-US" altLang="zh-CN" sz="1400" b="1" dirty="0">
                <a:solidFill>
                  <a:srgbClr val="041ABC"/>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for</a:t>
            </a:r>
            <a:r>
              <a:rPr lang="en-US" altLang="zh-CN" sz="1400" b="1" dirty="0">
                <a:latin typeface="Courier New" panose="02070309020205020404" pitchFamily="49" charset="0"/>
                <a:cs typeface="Courier New" panose="02070309020205020404" pitchFamily="49" charset="0"/>
              </a:rPr>
              <a:t>(p=M-&gt;</a:t>
            </a:r>
            <a:r>
              <a:rPr lang="en-US" altLang="zh-CN" sz="1400" b="1" dirty="0" err="1">
                <a:latin typeface="Courier New" panose="02070309020205020404" pitchFamily="49" charset="0"/>
                <a:cs typeface="Courier New" panose="02070309020205020404" pitchFamily="49" charset="0"/>
              </a:rPr>
              <a:t>rpos</a:t>
            </a:r>
            <a:r>
              <a:rPr lang="en-US" altLang="zh-CN" sz="1400" b="1" dirty="0">
                <a:latin typeface="Courier New" panose="02070309020205020404" pitchFamily="49" charset="0"/>
                <a:cs typeface="Courier New" panose="02070309020205020404" pitchFamily="49" charset="0"/>
              </a:rPr>
              <a:t>[mi]; p&lt;</a:t>
            </a:r>
            <a:r>
              <a:rPr lang="en-US" altLang="zh-CN" sz="1400" b="1" dirty="0" err="1">
                <a:latin typeface="Courier New" panose="02070309020205020404" pitchFamily="49" charset="0"/>
                <a:cs typeface="Courier New" panose="02070309020205020404" pitchFamily="49" charset="0"/>
              </a:rPr>
              <a:t>tp</a:t>
            </a:r>
            <a:r>
              <a:rPr lang="en-US" altLang="zh-CN" sz="1400" b="1" dirty="0">
                <a:latin typeface="Courier New" panose="02070309020205020404" pitchFamily="49" charset="0"/>
                <a:cs typeface="Courier New" panose="02070309020205020404" pitchFamily="49" charset="0"/>
              </a:rPr>
              <a:t>; ++p) </a:t>
            </a:r>
            <a:r>
              <a:rPr lang="en-US" altLang="zh-CN" sz="1400" b="1" dirty="0">
                <a:solidFill>
                  <a:srgbClr val="041ABC"/>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en-US" altLang="zh-CN" sz="1400" b="1" dirty="0">
                <a:latin typeface="Courier New" panose="02070309020205020404" pitchFamily="49" charset="0"/>
                <a:cs typeface="Courier New" panose="02070309020205020404" pitchFamily="49" charset="0"/>
              </a:rPr>
              <a:t> </a:t>
            </a:r>
            <a:r>
              <a:rPr lang="en-US" altLang="zh-CN" sz="1400" b="1" dirty="0">
                <a:solidFill>
                  <a:schemeClr val="accent6">
                    <a:lumMod val="75000"/>
                  </a:schemeClr>
                </a:solidFill>
                <a:latin typeface="Courier New" panose="02070309020205020404" pitchFamily="49" charset="0"/>
                <a:cs typeface="Courier New" panose="02070309020205020404" pitchFamily="49" charset="0"/>
              </a:rPr>
              <a:t>// </a:t>
            </a:r>
            <a:r>
              <a:rPr lang="zh-CN" altLang="en-US" sz="1400" b="1" dirty="0">
                <a:solidFill>
                  <a:schemeClr val="accent6">
                    <a:lumMod val="75000"/>
                  </a:schemeClr>
                </a:solidFill>
                <a:latin typeface="Courier New" panose="02070309020205020404" pitchFamily="49" charset="0"/>
                <a:cs typeface="Courier New" panose="02070309020205020404" pitchFamily="49" charset="0"/>
              </a:rPr>
              <a:t>对当前行中每一个非零元    </a:t>
            </a:r>
          </a:p>
          <a:p>
            <a:r>
              <a:rPr lang="zh-CN" altLang="en-US" sz="1400" b="1" dirty="0">
                <a:latin typeface="Courier New" panose="02070309020205020404" pitchFamily="49" charset="0"/>
                <a:cs typeface="Courier New" panose="02070309020205020404" pitchFamily="49" charset="0"/>
              </a:rPr>
              <a:t>        </a:t>
            </a:r>
            <a:r>
              <a:rPr lang="en-US" altLang="zh-CN" sz="1400" b="1" dirty="0" err="1">
                <a:latin typeface="Courier New" panose="02070309020205020404" pitchFamily="49" charset="0"/>
                <a:cs typeface="Courier New" panose="02070309020205020404" pitchFamily="49" charset="0"/>
              </a:rPr>
              <a:t>ni</a:t>
            </a:r>
            <a:r>
              <a:rPr lang="en-US" altLang="zh-CN" sz="1400" b="1" dirty="0">
                <a:latin typeface="Courier New" panose="02070309020205020404" pitchFamily="49" charset="0"/>
                <a:cs typeface="Courier New" panose="02070309020205020404" pitchFamily="49" charset="0"/>
              </a:rPr>
              <a:t>=M-&gt;</a:t>
            </a:r>
            <a:r>
              <a:rPr lang="en-US" altLang="zh-CN" sz="1400" b="1" dirty="0" err="1">
                <a:latin typeface="Courier New" panose="02070309020205020404" pitchFamily="49" charset="0"/>
                <a:cs typeface="Courier New" panose="02070309020205020404" pitchFamily="49" charset="0"/>
              </a:rPr>
              <a:t>nzElem</a:t>
            </a:r>
            <a:r>
              <a:rPr lang="en-US" altLang="zh-CN" sz="1400" b="1" dirty="0">
                <a:latin typeface="Courier New" panose="02070309020205020404" pitchFamily="49" charset="0"/>
                <a:cs typeface="Courier New" panose="02070309020205020404" pitchFamily="49" charset="0"/>
              </a:rPr>
              <a:t>[p].j; </a:t>
            </a:r>
            <a:r>
              <a:rPr lang="en-US" altLang="zh-CN" sz="1400" b="1" dirty="0">
                <a:solidFill>
                  <a:schemeClr val="accent6">
                    <a:lumMod val="75000"/>
                  </a:schemeClr>
                </a:solidFill>
                <a:latin typeface="Courier New" panose="02070309020205020404" pitchFamily="49" charset="0"/>
                <a:cs typeface="Courier New" panose="02070309020205020404" pitchFamily="49" charset="0"/>
              </a:rPr>
              <a:t>// </a:t>
            </a:r>
            <a:r>
              <a:rPr lang="zh-CN" altLang="en-US" sz="1400" b="1" dirty="0">
                <a:solidFill>
                  <a:schemeClr val="accent6">
                    <a:lumMod val="75000"/>
                  </a:schemeClr>
                </a:solidFill>
                <a:latin typeface="Courier New" panose="02070309020205020404" pitchFamily="49" charset="0"/>
                <a:cs typeface="Courier New" panose="02070309020205020404" pitchFamily="49" charset="0"/>
              </a:rPr>
              <a:t>取</a:t>
            </a:r>
            <a:r>
              <a:rPr lang="en-US" altLang="zh-CN" sz="1400" b="1" dirty="0">
                <a:solidFill>
                  <a:schemeClr val="accent6">
                    <a:lumMod val="75000"/>
                  </a:schemeClr>
                </a:solidFill>
                <a:latin typeface="Courier New" panose="02070309020205020404" pitchFamily="49" charset="0"/>
                <a:cs typeface="Courier New" panose="02070309020205020404" pitchFamily="49" charset="0"/>
              </a:rPr>
              <a:t>p</a:t>
            </a:r>
            <a:r>
              <a:rPr lang="zh-CN" altLang="en-US" sz="1400" b="1" dirty="0">
                <a:solidFill>
                  <a:schemeClr val="accent6">
                    <a:lumMod val="75000"/>
                  </a:schemeClr>
                </a:solidFill>
                <a:latin typeface="Courier New" panose="02070309020205020404" pitchFamily="49" charset="0"/>
                <a:cs typeface="Courier New" panose="02070309020205020404" pitchFamily="49" charset="0"/>
              </a:rPr>
              <a:t>元素对应元在</a:t>
            </a:r>
            <a:r>
              <a:rPr lang="en-US" altLang="zh-CN" sz="1400" b="1" dirty="0">
                <a:solidFill>
                  <a:schemeClr val="accent6">
                    <a:lumMod val="75000"/>
                  </a:schemeClr>
                </a:solidFill>
                <a:latin typeface="Courier New" panose="02070309020205020404" pitchFamily="49" charset="0"/>
                <a:cs typeface="Courier New" panose="02070309020205020404" pitchFamily="49" charset="0"/>
              </a:rPr>
              <a:t>N</a:t>
            </a:r>
            <a:r>
              <a:rPr lang="zh-CN" altLang="en-US" sz="1400" b="1" dirty="0">
                <a:solidFill>
                  <a:schemeClr val="accent6">
                    <a:lumMod val="75000"/>
                  </a:schemeClr>
                </a:solidFill>
                <a:latin typeface="Courier New" panose="02070309020205020404" pitchFamily="49" charset="0"/>
                <a:cs typeface="Courier New" panose="02070309020205020404" pitchFamily="49" charset="0"/>
              </a:rPr>
              <a:t>中的行号</a:t>
            </a:r>
          </a:p>
          <a:p>
            <a:r>
              <a:rPr lang="en-US" altLang="zh-CN" sz="1400" b="1" dirty="0">
                <a:latin typeface="Courier New" panose="02070309020205020404" pitchFamily="49" charset="0"/>
                <a:cs typeface="Courier New" panose="02070309020205020404" pitchFamily="49" charset="0"/>
              </a:rPr>
              <a:t>        t = N-&gt;</a:t>
            </a:r>
            <a:r>
              <a:rPr lang="en-US" altLang="zh-CN" sz="1400" b="1" dirty="0" err="1">
                <a:latin typeface="Courier New" panose="02070309020205020404" pitchFamily="49" charset="0"/>
                <a:cs typeface="Courier New" panose="02070309020205020404" pitchFamily="49" charset="0"/>
              </a:rPr>
              <a:t>rpos</a:t>
            </a:r>
            <a:r>
              <a:rPr lang="en-US" altLang="zh-CN" sz="1400" b="1" dirty="0">
                <a:latin typeface="Courier New" panose="02070309020205020404" pitchFamily="49" charset="0"/>
                <a:cs typeface="Courier New" panose="02070309020205020404" pitchFamily="49" charset="0"/>
              </a:rPr>
              <a:t>[</a:t>
            </a:r>
            <a:r>
              <a:rPr lang="en-US" altLang="zh-CN" sz="1400" b="1" dirty="0" err="1">
                <a:latin typeface="Courier New" panose="02070309020205020404" pitchFamily="49" charset="0"/>
                <a:cs typeface="Courier New" panose="02070309020205020404" pitchFamily="49" charset="0"/>
              </a:rPr>
              <a:t>ni+1</a:t>
            </a:r>
            <a:r>
              <a:rPr lang="en-US" altLang="zh-CN" sz="1400" b="1" dirty="0">
                <a:latin typeface="Courier New" panose="02070309020205020404" pitchFamily="49" charset="0"/>
                <a:cs typeface="Courier New" panose="02070309020205020404" pitchFamily="49" charset="0"/>
              </a:rPr>
              <a:t>]; </a:t>
            </a:r>
            <a:r>
              <a:rPr lang="en-US" altLang="zh-CN" sz="1400" b="1" dirty="0">
                <a:solidFill>
                  <a:schemeClr val="accent6">
                    <a:lumMod val="75000"/>
                  </a:schemeClr>
                </a:solidFill>
                <a:latin typeface="Courier New" panose="02070309020205020404" pitchFamily="49" charset="0"/>
                <a:cs typeface="Courier New" panose="02070309020205020404" pitchFamily="49" charset="0"/>
              </a:rPr>
              <a:t>// t</a:t>
            </a:r>
            <a:r>
              <a:rPr lang="zh-CN" altLang="en-US" sz="1400" b="1" dirty="0">
                <a:solidFill>
                  <a:schemeClr val="accent6">
                    <a:lumMod val="75000"/>
                  </a:schemeClr>
                </a:solidFill>
                <a:latin typeface="Courier New" panose="02070309020205020404" pitchFamily="49" charset="0"/>
                <a:cs typeface="Courier New" panose="02070309020205020404" pitchFamily="49" charset="0"/>
              </a:rPr>
              <a:t>指向</a:t>
            </a:r>
            <a:r>
              <a:rPr lang="en-US" altLang="zh-CN" sz="1400" b="1" dirty="0">
                <a:solidFill>
                  <a:schemeClr val="accent6">
                    <a:lumMod val="75000"/>
                  </a:schemeClr>
                </a:solidFill>
                <a:latin typeface="Courier New" panose="02070309020205020404" pitchFamily="49" charset="0"/>
                <a:cs typeface="Courier New" panose="02070309020205020404" pitchFamily="49" charset="0"/>
              </a:rPr>
              <a:t>N</a:t>
            </a:r>
            <a:r>
              <a:rPr lang="zh-CN" altLang="en-US" sz="1400" b="1" dirty="0">
                <a:solidFill>
                  <a:schemeClr val="accent6">
                    <a:lumMod val="75000"/>
                  </a:schemeClr>
                </a:solidFill>
                <a:latin typeface="Courier New" panose="02070309020205020404" pitchFamily="49" charset="0"/>
                <a:cs typeface="Courier New" panose="02070309020205020404" pitchFamily="49" charset="0"/>
              </a:rPr>
              <a:t>的</a:t>
            </a:r>
            <a:r>
              <a:rPr lang="en-US" altLang="zh-CN" sz="1400" b="1" dirty="0" err="1">
                <a:solidFill>
                  <a:schemeClr val="accent6">
                    <a:lumMod val="75000"/>
                  </a:schemeClr>
                </a:solidFill>
                <a:latin typeface="Courier New" panose="02070309020205020404" pitchFamily="49" charset="0"/>
                <a:cs typeface="Courier New" panose="02070309020205020404" pitchFamily="49" charset="0"/>
              </a:rPr>
              <a:t>ni+1</a:t>
            </a:r>
            <a:r>
              <a:rPr lang="zh-CN" altLang="en-US" sz="1400" b="1" dirty="0">
                <a:solidFill>
                  <a:schemeClr val="accent6">
                    <a:lumMod val="75000"/>
                  </a:schemeClr>
                </a:solidFill>
                <a:latin typeface="Courier New" panose="02070309020205020404" pitchFamily="49" charset="0"/>
                <a:cs typeface="Courier New" panose="02070309020205020404" pitchFamily="49" charset="0"/>
              </a:rPr>
              <a:t>行的起始位置</a:t>
            </a:r>
            <a:r>
              <a:rPr lang="en-US" altLang="zh-CN" sz="1400" b="1" dirty="0">
                <a:solidFill>
                  <a:schemeClr val="accent6">
                    <a:lumMod val="75000"/>
                  </a:schemeClr>
                </a:solidFill>
                <a:latin typeface="Courier New" panose="02070309020205020404" pitchFamily="49" charset="0"/>
                <a:cs typeface="Courier New" panose="02070309020205020404" pitchFamily="49" charset="0"/>
              </a:rPr>
              <a:t>(</a:t>
            </a:r>
            <a:r>
              <a:rPr lang="zh-CN" altLang="en-US" sz="1400" b="1" dirty="0">
                <a:solidFill>
                  <a:schemeClr val="accent6">
                    <a:lumMod val="75000"/>
                  </a:schemeClr>
                </a:solidFill>
                <a:latin typeface="Courier New" panose="02070309020205020404" pitchFamily="49" charset="0"/>
                <a:cs typeface="Courier New" panose="02070309020205020404" pitchFamily="49" charset="0"/>
              </a:rPr>
              <a:t>判断</a:t>
            </a:r>
            <a:r>
              <a:rPr lang="en-US" altLang="zh-CN" sz="1400" b="1" dirty="0" err="1">
                <a:solidFill>
                  <a:schemeClr val="accent6">
                    <a:lumMod val="75000"/>
                  </a:schemeClr>
                </a:solidFill>
                <a:latin typeface="Courier New" panose="02070309020205020404" pitchFamily="49" charset="0"/>
                <a:cs typeface="Courier New" panose="02070309020205020404" pitchFamily="49" charset="0"/>
              </a:rPr>
              <a:t>ni</a:t>
            </a:r>
            <a:r>
              <a:rPr lang="zh-CN" altLang="en-US" sz="1400" b="1" dirty="0">
                <a:solidFill>
                  <a:schemeClr val="accent6">
                    <a:lumMod val="75000"/>
                  </a:schemeClr>
                </a:solidFill>
                <a:latin typeface="Courier New" panose="02070309020205020404" pitchFamily="49" charset="0"/>
                <a:cs typeface="Courier New" panose="02070309020205020404" pitchFamily="49" charset="0"/>
              </a:rPr>
              <a:t>行结束</a:t>
            </a:r>
            <a:r>
              <a:rPr lang="en-US" altLang="zh-CN" sz="1400" b="1" dirty="0">
                <a:solidFill>
                  <a:schemeClr val="accent6">
                    <a:lumMod val="75000"/>
                  </a:schemeClr>
                </a:solidFill>
                <a:latin typeface="Courier New" panose="02070309020205020404" pitchFamily="49" charset="0"/>
                <a:cs typeface="Courier New" panose="02070309020205020404" pitchFamily="49" charset="0"/>
              </a:rPr>
              <a:t>)</a:t>
            </a:r>
          </a:p>
          <a:p>
            <a:r>
              <a:rPr lang="en-US" altLang="zh-CN" sz="1400" b="1" dirty="0">
                <a:latin typeface="Courier New" panose="02070309020205020404" pitchFamily="49" charset="0"/>
                <a:cs typeface="Courier New" panose="02070309020205020404" pitchFamily="49" charset="0"/>
              </a:rPr>
              <a:t>        </a:t>
            </a:r>
            <a:r>
              <a:rPr lang="en-US" altLang="zh-CN" sz="1400" b="1" dirty="0">
                <a:solidFill>
                  <a:srgbClr val="041ABC"/>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for</a:t>
            </a:r>
            <a:r>
              <a:rPr lang="en-US" altLang="zh-CN" sz="1400" b="1" dirty="0">
                <a:latin typeface="Courier New" panose="02070309020205020404" pitchFamily="49" charset="0"/>
                <a:cs typeface="Courier New" panose="02070309020205020404" pitchFamily="49" charset="0"/>
              </a:rPr>
              <a:t>(q=N-&gt;</a:t>
            </a:r>
            <a:r>
              <a:rPr lang="en-US" altLang="zh-CN" sz="1400" b="1" dirty="0" err="1">
                <a:latin typeface="Courier New" panose="02070309020205020404" pitchFamily="49" charset="0"/>
                <a:cs typeface="Courier New" panose="02070309020205020404" pitchFamily="49" charset="0"/>
              </a:rPr>
              <a:t>rpos</a:t>
            </a:r>
            <a:r>
              <a:rPr lang="en-US" altLang="zh-CN" sz="1400" b="1" dirty="0">
                <a:latin typeface="Courier New" panose="02070309020205020404" pitchFamily="49" charset="0"/>
                <a:cs typeface="Courier New" panose="02070309020205020404" pitchFamily="49" charset="0"/>
              </a:rPr>
              <a:t>[</a:t>
            </a:r>
            <a:r>
              <a:rPr lang="en-US" altLang="zh-CN" sz="1400" b="1" dirty="0" err="1">
                <a:latin typeface="Courier New" panose="02070309020205020404" pitchFamily="49" charset="0"/>
                <a:cs typeface="Courier New" panose="02070309020205020404" pitchFamily="49" charset="0"/>
              </a:rPr>
              <a:t>ni</a:t>
            </a:r>
            <a:r>
              <a:rPr lang="en-US" altLang="zh-CN" sz="1400" b="1" dirty="0">
                <a:latin typeface="Courier New" panose="02070309020205020404" pitchFamily="49" charset="0"/>
                <a:cs typeface="Courier New" panose="02070309020205020404" pitchFamily="49" charset="0"/>
              </a:rPr>
              <a:t>]; q&lt;t; ++q) { </a:t>
            </a:r>
            <a:r>
              <a:rPr lang="en-US" altLang="zh-CN" sz="1400" b="1" dirty="0">
                <a:solidFill>
                  <a:schemeClr val="accent6">
                    <a:lumMod val="75000"/>
                  </a:schemeClr>
                </a:solidFill>
                <a:latin typeface="Courier New" panose="02070309020205020404" pitchFamily="49" charset="0"/>
                <a:cs typeface="Courier New" panose="02070309020205020404" pitchFamily="49" charset="0"/>
              </a:rPr>
              <a:t>//N</a:t>
            </a:r>
            <a:r>
              <a:rPr lang="zh-CN" altLang="en-US" sz="1400" b="1" dirty="0">
                <a:solidFill>
                  <a:schemeClr val="accent6">
                    <a:lumMod val="75000"/>
                  </a:schemeClr>
                </a:solidFill>
                <a:latin typeface="Courier New" panose="02070309020205020404" pitchFamily="49" charset="0"/>
                <a:cs typeface="Courier New" panose="02070309020205020404" pitchFamily="49" charset="0"/>
              </a:rPr>
              <a:t>第</a:t>
            </a:r>
            <a:r>
              <a:rPr lang="en-US" altLang="zh-CN" sz="1400" b="1" dirty="0" err="1">
                <a:solidFill>
                  <a:schemeClr val="accent6">
                    <a:lumMod val="75000"/>
                  </a:schemeClr>
                </a:solidFill>
                <a:latin typeface="Courier New" panose="02070309020205020404" pitchFamily="49" charset="0"/>
                <a:cs typeface="Courier New" panose="02070309020205020404" pitchFamily="49" charset="0"/>
              </a:rPr>
              <a:t>ni</a:t>
            </a:r>
            <a:r>
              <a:rPr lang="zh-CN" altLang="en-US" sz="1400" b="1" dirty="0">
                <a:solidFill>
                  <a:schemeClr val="accent6">
                    <a:lumMod val="75000"/>
                  </a:schemeClr>
                </a:solidFill>
                <a:latin typeface="Courier New" panose="02070309020205020404" pitchFamily="49" charset="0"/>
                <a:cs typeface="Courier New" panose="02070309020205020404" pitchFamily="49" charset="0"/>
              </a:rPr>
              <a:t>行非零元都是</a:t>
            </a:r>
            <a:r>
              <a:rPr lang="en-US" altLang="zh-CN" sz="1400" b="1" dirty="0">
                <a:solidFill>
                  <a:schemeClr val="accent6">
                    <a:lumMod val="75000"/>
                  </a:schemeClr>
                </a:solidFill>
                <a:latin typeface="Courier New" panose="02070309020205020404" pitchFamily="49" charset="0"/>
                <a:cs typeface="Courier New" panose="02070309020205020404" pitchFamily="49" charset="0"/>
              </a:rPr>
              <a:t>p</a:t>
            </a:r>
            <a:r>
              <a:rPr lang="zh-CN" altLang="en-US" sz="1400" b="1" dirty="0">
                <a:solidFill>
                  <a:schemeClr val="accent6">
                    <a:lumMod val="75000"/>
                  </a:schemeClr>
                </a:solidFill>
                <a:latin typeface="Courier New" panose="02070309020205020404" pitchFamily="49" charset="0"/>
                <a:cs typeface="Courier New" panose="02070309020205020404" pitchFamily="49" charset="0"/>
              </a:rPr>
              <a:t>元对应元</a:t>
            </a:r>
            <a:endParaRPr lang="en-US" altLang="zh-CN" sz="1400" b="1" dirty="0">
              <a:solidFill>
                <a:schemeClr val="accent6">
                  <a:lumMod val="75000"/>
                </a:schemeClr>
              </a:solidFill>
              <a:latin typeface="Courier New" panose="02070309020205020404" pitchFamily="49" charset="0"/>
              <a:cs typeface="Courier New" panose="02070309020205020404" pitchFamily="49" charset="0"/>
            </a:endParaRPr>
          </a:p>
          <a:p>
            <a:r>
              <a:rPr lang="en-US" altLang="zh-CN" sz="1400" b="1" dirty="0">
                <a:latin typeface="Courier New" panose="02070309020205020404" pitchFamily="49" charset="0"/>
                <a:cs typeface="Courier New" panose="02070309020205020404" pitchFamily="49" charset="0"/>
              </a:rPr>
              <a:t>          </a:t>
            </a:r>
            <a:r>
              <a:rPr lang="en-US" altLang="zh-CN" sz="1400" b="1" dirty="0" err="1">
                <a:latin typeface="Courier New" panose="02070309020205020404" pitchFamily="49" charset="0"/>
                <a:cs typeface="Courier New" panose="02070309020205020404" pitchFamily="49" charset="0"/>
              </a:rPr>
              <a:t>qj</a:t>
            </a:r>
            <a:r>
              <a:rPr lang="en-US" altLang="zh-CN" sz="1400" b="1" dirty="0">
                <a:latin typeface="Courier New" panose="02070309020205020404" pitchFamily="49" charset="0"/>
                <a:cs typeface="Courier New" panose="02070309020205020404" pitchFamily="49" charset="0"/>
              </a:rPr>
              <a:t> = N-&gt;</a:t>
            </a:r>
            <a:r>
              <a:rPr lang="en-US" altLang="zh-CN" sz="1400" b="1" dirty="0" err="1">
                <a:latin typeface="Courier New" panose="02070309020205020404" pitchFamily="49" charset="0"/>
                <a:cs typeface="Courier New" panose="02070309020205020404" pitchFamily="49" charset="0"/>
              </a:rPr>
              <a:t>nzElem</a:t>
            </a:r>
            <a:r>
              <a:rPr lang="en-US" altLang="zh-CN" sz="1400" b="1" dirty="0">
                <a:latin typeface="Courier New" panose="02070309020205020404" pitchFamily="49" charset="0"/>
                <a:cs typeface="Courier New" panose="02070309020205020404" pitchFamily="49" charset="0"/>
              </a:rPr>
              <a:t>[q].j;         </a:t>
            </a:r>
            <a:r>
              <a:rPr lang="en-US" altLang="zh-CN" sz="1400" b="1" dirty="0">
                <a:solidFill>
                  <a:schemeClr val="accent6">
                    <a:lumMod val="75000"/>
                  </a:schemeClr>
                </a:solidFill>
                <a:latin typeface="Courier New" panose="02070309020205020404" pitchFamily="49" charset="0"/>
                <a:cs typeface="Courier New" panose="02070309020205020404" pitchFamily="49" charset="0"/>
              </a:rPr>
              <a:t>// </a:t>
            </a:r>
            <a:r>
              <a:rPr lang="zh-CN" altLang="en-US" sz="1400" b="1" dirty="0">
                <a:solidFill>
                  <a:schemeClr val="accent6">
                    <a:lumMod val="75000"/>
                  </a:schemeClr>
                </a:solidFill>
                <a:latin typeface="Courier New" panose="02070309020205020404" pitchFamily="49" charset="0"/>
                <a:cs typeface="Courier New" panose="02070309020205020404" pitchFamily="49" charset="0"/>
              </a:rPr>
              <a:t>乘积元素在</a:t>
            </a:r>
            <a:r>
              <a:rPr lang="en-US" altLang="zh-CN" sz="1400" b="1" dirty="0">
                <a:solidFill>
                  <a:schemeClr val="accent6">
                    <a:lumMod val="75000"/>
                  </a:schemeClr>
                </a:solidFill>
                <a:latin typeface="Courier New" panose="02070309020205020404" pitchFamily="49" charset="0"/>
                <a:cs typeface="Courier New" panose="02070309020205020404" pitchFamily="49" charset="0"/>
              </a:rPr>
              <a:t>Q</a:t>
            </a:r>
            <a:r>
              <a:rPr lang="zh-CN" altLang="en-US" sz="1400" b="1" dirty="0">
                <a:solidFill>
                  <a:schemeClr val="accent6">
                    <a:lumMod val="75000"/>
                  </a:schemeClr>
                </a:solidFill>
                <a:latin typeface="Courier New" panose="02070309020205020404" pitchFamily="49" charset="0"/>
                <a:cs typeface="Courier New" panose="02070309020205020404" pitchFamily="49" charset="0"/>
              </a:rPr>
              <a:t>中列号</a:t>
            </a:r>
          </a:p>
          <a:p>
            <a:r>
              <a:rPr lang="zh-CN" altLang="en-US" sz="1400" b="1" dirty="0">
                <a:latin typeface="Courier New" panose="02070309020205020404" pitchFamily="49" charset="0"/>
                <a:cs typeface="Courier New" panose="02070309020205020404" pitchFamily="49" charset="0"/>
              </a:rPr>
              <a:t>          </a:t>
            </a:r>
            <a:r>
              <a:rPr lang="en-US" altLang="zh-CN" sz="1400" b="1" dirty="0" err="1">
                <a:latin typeface="Courier New" panose="02070309020205020404" pitchFamily="49" charset="0"/>
                <a:cs typeface="Courier New" panose="02070309020205020404" pitchFamily="49" charset="0"/>
              </a:rPr>
              <a:t>qtemp</a:t>
            </a:r>
            <a:r>
              <a:rPr lang="en-US" altLang="zh-CN" sz="1400" b="1" dirty="0">
                <a:latin typeface="Courier New" panose="02070309020205020404" pitchFamily="49" charset="0"/>
                <a:cs typeface="Courier New" panose="02070309020205020404" pitchFamily="49" charset="0"/>
              </a:rPr>
              <a:t>[</a:t>
            </a:r>
            <a:r>
              <a:rPr lang="en-US" altLang="zh-CN" sz="1400" b="1" dirty="0" err="1">
                <a:latin typeface="Courier New" panose="02070309020205020404" pitchFamily="49" charset="0"/>
                <a:cs typeface="Courier New" panose="02070309020205020404" pitchFamily="49" charset="0"/>
              </a:rPr>
              <a:t>qj</a:t>
            </a:r>
            <a:r>
              <a:rPr lang="en-US" altLang="zh-CN" sz="1400" b="1" dirty="0">
                <a:latin typeface="Courier New" panose="02070309020205020404" pitchFamily="49" charset="0"/>
                <a:cs typeface="Courier New" panose="02070309020205020404" pitchFamily="49" charset="0"/>
              </a:rPr>
              <a:t>] += M-&gt;</a:t>
            </a:r>
            <a:r>
              <a:rPr lang="en-US" altLang="zh-CN" sz="1400" b="1" dirty="0" err="1">
                <a:latin typeface="Courier New" panose="02070309020205020404" pitchFamily="49" charset="0"/>
                <a:cs typeface="Courier New" panose="02070309020205020404" pitchFamily="49" charset="0"/>
              </a:rPr>
              <a:t>nzElem</a:t>
            </a:r>
            <a:r>
              <a:rPr lang="en-US" altLang="zh-CN" sz="1400" b="1" dirty="0">
                <a:latin typeface="Courier New" panose="02070309020205020404" pitchFamily="49" charset="0"/>
                <a:cs typeface="Courier New" panose="02070309020205020404" pitchFamily="49" charset="0"/>
              </a:rPr>
              <a:t>[p].e*N-&gt;</a:t>
            </a:r>
            <a:r>
              <a:rPr lang="en-US" altLang="zh-CN" sz="1400" b="1" dirty="0" err="1">
                <a:latin typeface="Courier New" panose="02070309020205020404" pitchFamily="49" charset="0"/>
                <a:cs typeface="Courier New" panose="02070309020205020404" pitchFamily="49" charset="0"/>
              </a:rPr>
              <a:t>nzElem</a:t>
            </a:r>
            <a:r>
              <a:rPr lang="en-US" altLang="zh-CN" sz="1400" b="1" dirty="0">
                <a:latin typeface="Courier New" panose="02070309020205020404" pitchFamily="49" charset="0"/>
                <a:cs typeface="Courier New" panose="02070309020205020404" pitchFamily="49" charset="0"/>
              </a:rPr>
              <a:t>[q].e; </a:t>
            </a:r>
            <a:r>
              <a:rPr lang="en-US" altLang="zh-CN" sz="1400" b="1" dirty="0">
                <a:solidFill>
                  <a:schemeClr val="accent6">
                    <a:lumMod val="75000"/>
                  </a:schemeClr>
                </a:solidFill>
                <a:latin typeface="Courier New" panose="02070309020205020404" pitchFamily="49" charset="0"/>
                <a:cs typeface="Courier New" panose="02070309020205020404" pitchFamily="49" charset="0"/>
              </a:rPr>
              <a:t>//</a:t>
            </a:r>
            <a:r>
              <a:rPr lang="zh-CN" altLang="en-US" sz="1400" b="1" dirty="0">
                <a:solidFill>
                  <a:schemeClr val="accent6">
                    <a:lumMod val="75000"/>
                  </a:schemeClr>
                </a:solidFill>
                <a:latin typeface="Courier New" panose="02070309020205020404" pitchFamily="49" charset="0"/>
                <a:cs typeface="Courier New" panose="02070309020205020404" pitchFamily="49" charset="0"/>
              </a:rPr>
              <a:t>乘积累加</a:t>
            </a:r>
            <a:endParaRPr lang="en-US" altLang="zh-CN" sz="1400" b="1" dirty="0">
              <a:solidFill>
                <a:schemeClr val="accent6">
                  <a:lumMod val="75000"/>
                </a:schemeClr>
              </a:solidFill>
              <a:latin typeface="Courier New" panose="02070309020205020404" pitchFamily="49" charset="0"/>
              <a:cs typeface="Courier New" panose="02070309020205020404" pitchFamily="49" charset="0"/>
            </a:endParaRPr>
          </a:p>
          <a:p>
            <a:r>
              <a:rPr lang="en-US" altLang="zh-CN" sz="1400" b="1" dirty="0">
                <a:latin typeface="Courier New" panose="02070309020205020404" pitchFamily="49" charset="0"/>
                <a:cs typeface="Courier New" panose="02070309020205020404" pitchFamily="49" charset="0"/>
              </a:rPr>
              <a:t>        </a:t>
            </a:r>
            <a:r>
              <a:rPr lang="en-US" altLang="zh-CN" sz="1400" b="1" dirty="0">
                <a:solidFill>
                  <a:srgbClr val="041ABC"/>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p>
          <a:p>
            <a:r>
              <a:rPr lang="en-US" altLang="zh-CN" sz="1400" b="1" dirty="0">
                <a:solidFill>
                  <a:srgbClr val="0070C0"/>
                </a:solidFill>
                <a:latin typeface="Courier New" panose="02070309020205020404" pitchFamily="49" charset="0"/>
                <a:cs typeface="Courier New" panose="02070309020205020404" pitchFamily="49" charset="0"/>
              </a:rPr>
              <a:t>      </a:t>
            </a:r>
            <a:r>
              <a:rPr lang="en-US" altLang="zh-CN" sz="1400" b="1" dirty="0">
                <a:solidFill>
                  <a:srgbClr val="041ABC"/>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en-US" altLang="zh-CN" sz="1400" b="1" dirty="0">
                <a:solidFill>
                  <a:srgbClr val="0070C0"/>
                </a:solidFill>
                <a:latin typeface="Courier New" panose="02070309020205020404" pitchFamily="49" charset="0"/>
                <a:cs typeface="Courier New" panose="02070309020205020404" pitchFamily="49" charset="0"/>
              </a:rPr>
              <a:t> </a:t>
            </a:r>
            <a:r>
              <a:rPr lang="en-US" altLang="zh-CN" sz="1400" b="1" dirty="0">
                <a:solidFill>
                  <a:schemeClr val="accent6">
                    <a:lumMod val="75000"/>
                  </a:schemeClr>
                </a:solidFill>
                <a:latin typeface="Courier New" panose="02070309020205020404" pitchFamily="49" charset="0"/>
                <a:cs typeface="Courier New" panose="02070309020205020404" pitchFamily="49" charset="0"/>
              </a:rPr>
              <a:t>// </a:t>
            </a:r>
            <a:r>
              <a:rPr lang="zh-CN" altLang="en-US" sz="1400" b="1" dirty="0">
                <a:solidFill>
                  <a:schemeClr val="accent6">
                    <a:lumMod val="75000"/>
                  </a:schemeClr>
                </a:solidFill>
                <a:latin typeface="Courier New" panose="02070309020205020404" pitchFamily="49" charset="0"/>
                <a:cs typeface="Courier New" panose="02070309020205020404" pitchFamily="49" charset="0"/>
              </a:rPr>
              <a:t>循环结束时，求得</a:t>
            </a:r>
            <a:r>
              <a:rPr lang="en-US" altLang="zh-CN" sz="1400" b="1" dirty="0">
                <a:solidFill>
                  <a:schemeClr val="accent6">
                    <a:lumMod val="75000"/>
                  </a:schemeClr>
                </a:solidFill>
                <a:latin typeface="Courier New" panose="02070309020205020404" pitchFamily="49" charset="0"/>
                <a:cs typeface="Courier New" panose="02070309020205020404" pitchFamily="49" charset="0"/>
              </a:rPr>
              <a:t>Q</a:t>
            </a:r>
            <a:r>
              <a:rPr lang="zh-CN" altLang="en-US" sz="1400" b="1" dirty="0">
                <a:solidFill>
                  <a:schemeClr val="accent6">
                    <a:lumMod val="75000"/>
                  </a:schemeClr>
                </a:solidFill>
                <a:latin typeface="Courier New" panose="02070309020205020404" pitchFamily="49" charset="0"/>
                <a:cs typeface="Courier New" panose="02070309020205020404" pitchFamily="49" charset="0"/>
              </a:rPr>
              <a:t>中第</a:t>
            </a:r>
            <a:r>
              <a:rPr lang="en-US" altLang="zh-CN" sz="1400" b="1" dirty="0">
                <a:solidFill>
                  <a:schemeClr val="accent6">
                    <a:lumMod val="75000"/>
                  </a:schemeClr>
                </a:solidFill>
                <a:latin typeface="Courier New" panose="02070309020205020404" pitchFamily="49" charset="0"/>
                <a:cs typeface="Courier New" panose="02070309020205020404" pitchFamily="49" charset="0"/>
              </a:rPr>
              <a:t>mi</a:t>
            </a:r>
            <a:r>
              <a:rPr lang="zh-CN" altLang="en-US" sz="1400" b="1" dirty="0">
                <a:solidFill>
                  <a:schemeClr val="accent6">
                    <a:lumMod val="75000"/>
                  </a:schemeClr>
                </a:solidFill>
                <a:latin typeface="Courier New" panose="02070309020205020404" pitchFamily="49" charset="0"/>
                <a:cs typeface="Courier New" panose="02070309020205020404" pitchFamily="49" charset="0"/>
              </a:rPr>
              <a:t>行的非零元</a:t>
            </a:r>
          </a:p>
          <a:p>
            <a:r>
              <a:rPr lang="zh-CN" altLang="en-US" sz="1400" b="1" dirty="0">
                <a:latin typeface="Courier New" panose="02070309020205020404" pitchFamily="49" charset="0"/>
                <a:cs typeface="Courier New" panose="02070309020205020404" pitchFamily="49" charset="0"/>
              </a:rPr>
              <a:t>      </a:t>
            </a:r>
            <a:r>
              <a:rPr lang="en-US" altLang="zh-CN" sz="1400" b="1" dirty="0">
                <a:solidFill>
                  <a:srgbClr val="041ABC"/>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for</a:t>
            </a:r>
            <a:r>
              <a:rPr lang="en-US" altLang="zh-CN" sz="1400" b="1" dirty="0">
                <a:latin typeface="Courier New" panose="02070309020205020404" pitchFamily="49" charset="0"/>
                <a:cs typeface="Courier New" panose="02070309020205020404" pitchFamily="49" charset="0"/>
              </a:rPr>
              <a:t>(</a:t>
            </a:r>
            <a:r>
              <a:rPr lang="en-US" altLang="zh-CN" sz="1400" b="1" dirty="0" err="1">
                <a:latin typeface="Courier New" panose="02070309020205020404" pitchFamily="49" charset="0"/>
                <a:cs typeface="Courier New" panose="02070309020205020404" pitchFamily="49" charset="0"/>
              </a:rPr>
              <a:t>qj</a:t>
            </a:r>
            <a:r>
              <a:rPr lang="en-US" altLang="zh-CN" sz="1400" b="1" dirty="0">
                <a:latin typeface="Courier New" panose="02070309020205020404" pitchFamily="49" charset="0"/>
                <a:cs typeface="Courier New" panose="02070309020205020404" pitchFamily="49" charset="0"/>
              </a:rPr>
              <a:t>=1; </a:t>
            </a:r>
            <a:r>
              <a:rPr lang="en-US" altLang="zh-CN" sz="1400" b="1" dirty="0" err="1">
                <a:latin typeface="Courier New" panose="02070309020205020404" pitchFamily="49" charset="0"/>
                <a:cs typeface="Courier New" panose="02070309020205020404" pitchFamily="49" charset="0"/>
              </a:rPr>
              <a:t>qj</a:t>
            </a:r>
            <a:r>
              <a:rPr lang="en-US" altLang="zh-CN" sz="1400" b="1" dirty="0">
                <a:latin typeface="Courier New" panose="02070309020205020404" pitchFamily="49" charset="0"/>
                <a:cs typeface="Courier New" panose="02070309020205020404" pitchFamily="49" charset="0"/>
              </a:rPr>
              <a:t>&lt;=Q-&gt;n; ++</a:t>
            </a:r>
            <a:r>
              <a:rPr lang="en-US" altLang="zh-CN" sz="1400" b="1" dirty="0" err="1">
                <a:latin typeface="Courier New" panose="02070309020205020404" pitchFamily="49" charset="0"/>
                <a:cs typeface="Courier New" panose="02070309020205020404" pitchFamily="49" charset="0"/>
              </a:rPr>
              <a:t>qj</a:t>
            </a:r>
            <a:r>
              <a:rPr lang="en-US" altLang="zh-CN" sz="1400" b="1" dirty="0">
                <a:latin typeface="Courier New" panose="02070309020205020404" pitchFamily="49" charset="0"/>
                <a:cs typeface="Courier New" panose="02070309020205020404" pitchFamily="49" charset="0"/>
              </a:rPr>
              <a:t>) </a:t>
            </a:r>
            <a:r>
              <a:rPr lang="en-US" altLang="zh-CN" sz="1400" b="1" dirty="0">
                <a:solidFill>
                  <a:schemeClr val="accent6">
                    <a:lumMod val="75000"/>
                  </a:schemeClr>
                </a:solidFill>
                <a:latin typeface="Courier New" panose="02070309020205020404" pitchFamily="49" charset="0"/>
                <a:cs typeface="Courier New" panose="02070309020205020404" pitchFamily="49" charset="0"/>
              </a:rPr>
              <a:t>// </a:t>
            </a:r>
            <a:r>
              <a:rPr lang="zh-CN" altLang="en-US" sz="1400" b="1" dirty="0">
                <a:solidFill>
                  <a:schemeClr val="accent6">
                    <a:lumMod val="75000"/>
                  </a:schemeClr>
                </a:solidFill>
                <a:latin typeface="Courier New" panose="02070309020205020404" pitchFamily="49" charset="0"/>
                <a:cs typeface="Courier New" panose="02070309020205020404" pitchFamily="49" charset="0"/>
              </a:rPr>
              <a:t>压缩存储该行非零元</a:t>
            </a:r>
          </a:p>
          <a:p>
            <a:r>
              <a:rPr lang="zh-CN" altLang="en-US" sz="1400" b="1" dirty="0">
                <a:latin typeface="Courier New" panose="02070309020205020404" pitchFamily="49" charset="0"/>
                <a:cs typeface="Courier New" panose="02070309020205020404" pitchFamily="49" charset="0"/>
              </a:rPr>
              <a:t>        </a:t>
            </a:r>
            <a:r>
              <a:rPr lang="en-US" altLang="zh-CN" sz="1400" b="1" dirty="0">
                <a:solidFill>
                  <a:srgbClr val="041ABC"/>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en-US" altLang="zh-CN" sz="1400" b="1" dirty="0">
                <a:latin typeface="Courier New" panose="02070309020205020404" pitchFamily="49" charset="0"/>
                <a:cs typeface="Courier New" panose="02070309020205020404" pitchFamily="49" charset="0"/>
              </a:rPr>
              <a:t>(</a:t>
            </a:r>
            <a:r>
              <a:rPr lang="en-US" altLang="zh-CN" sz="1400" b="1" dirty="0" err="1">
                <a:latin typeface="Courier New" panose="02070309020205020404" pitchFamily="49" charset="0"/>
                <a:cs typeface="Courier New" panose="02070309020205020404" pitchFamily="49" charset="0"/>
              </a:rPr>
              <a:t>qtemp</a:t>
            </a:r>
            <a:r>
              <a:rPr lang="en-US" altLang="zh-CN" sz="1400" b="1" dirty="0">
                <a:latin typeface="Courier New" panose="02070309020205020404" pitchFamily="49" charset="0"/>
                <a:cs typeface="Courier New" panose="02070309020205020404" pitchFamily="49" charset="0"/>
              </a:rPr>
              <a:t>[</a:t>
            </a:r>
            <a:r>
              <a:rPr lang="en-US" altLang="zh-CN" sz="1400" b="1" dirty="0" err="1">
                <a:latin typeface="Courier New" panose="02070309020205020404" pitchFamily="49" charset="0"/>
                <a:cs typeface="Courier New" panose="02070309020205020404" pitchFamily="49" charset="0"/>
              </a:rPr>
              <a:t>qj</a:t>
            </a:r>
            <a:r>
              <a:rPr lang="en-US" altLang="zh-CN" sz="1400" b="1" dirty="0">
                <a:latin typeface="Courier New" panose="02070309020205020404" pitchFamily="49" charset="0"/>
                <a:cs typeface="Courier New" panose="02070309020205020404" pitchFamily="49" charset="0"/>
              </a:rPr>
              <a:t>]) </a:t>
            </a:r>
            <a:r>
              <a:rPr lang="en-US" altLang="zh-CN" sz="1400" b="1" dirty="0">
                <a:solidFill>
                  <a:srgbClr val="041ABC"/>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en-US" altLang="zh-CN" sz="1400" b="1" dirty="0">
                <a:latin typeface="Courier New" panose="02070309020205020404" pitchFamily="49" charset="0"/>
                <a:cs typeface="Courier New" panose="02070309020205020404" pitchFamily="49" charset="0"/>
              </a:rPr>
              <a:t> </a:t>
            </a:r>
            <a:r>
              <a:rPr lang="en-US" altLang="zh-CN" sz="1400" b="1" dirty="0">
                <a:solidFill>
                  <a:schemeClr val="accent6">
                    <a:lumMod val="75000"/>
                  </a:schemeClr>
                </a:solidFill>
                <a:latin typeface="Courier New" panose="02070309020205020404" pitchFamily="49" charset="0"/>
                <a:cs typeface="Courier New" panose="02070309020205020404" pitchFamily="49" charset="0"/>
              </a:rPr>
              <a:t>// </a:t>
            </a:r>
            <a:r>
              <a:rPr lang="zh-CN" altLang="en-US" sz="1400" b="1" dirty="0">
                <a:solidFill>
                  <a:schemeClr val="accent6">
                    <a:lumMod val="75000"/>
                  </a:schemeClr>
                </a:solidFill>
                <a:latin typeface="Courier New" panose="02070309020205020404" pitchFamily="49" charset="0"/>
                <a:cs typeface="Courier New" panose="02070309020205020404" pitchFamily="49" charset="0"/>
              </a:rPr>
              <a:t>非零元 </a:t>
            </a:r>
            <a:r>
              <a:rPr lang="en-US" altLang="zh-CN" sz="1400" b="1" i="1" dirty="0" err="1">
                <a:solidFill>
                  <a:srgbClr val="C00000"/>
                </a:solidFill>
                <a:latin typeface="Courier New" panose="02070309020205020404" pitchFamily="49" charset="0"/>
                <a:cs typeface="Courier New" panose="02070309020205020404" pitchFamily="49" charset="0"/>
              </a:rPr>
              <a:t>q</a:t>
            </a:r>
            <a:r>
              <a:rPr lang="en-US" altLang="zh-CN" sz="1400" b="1" i="1" baseline="-25000" dirty="0" err="1">
                <a:solidFill>
                  <a:srgbClr val="C00000"/>
                </a:solidFill>
                <a:latin typeface="Courier New" panose="02070309020205020404" pitchFamily="49" charset="0"/>
                <a:cs typeface="Courier New" panose="02070309020205020404" pitchFamily="49" charset="0"/>
              </a:rPr>
              <a:t>ij</a:t>
            </a:r>
            <a:r>
              <a:rPr lang="en-US" altLang="zh-CN" sz="1400" b="1" i="1" baseline="-25000" dirty="0">
                <a:solidFill>
                  <a:srgbClr val="C00000"/>
                </a:solidFill>
                <a:latin typeface="Courier New" panose="02070309020205020404" pitchFamily="49" charset="0"/>
                <a:cs typeface="Courier New" panose="02070309020205020404" pitchFamily="49" charset="0"/>
              </a:rPr>
              <a:t> </a:t>
            </a:r>
            <a:r>
              <a:rPr lang="zh-CN" altLang="en-US" sz="1400" b="1" dirty="0">
                <a:solidFill>
                  <a:schemeClr val="accent6">
                    <a:lumMod val="75000"/>
                  </a:schemeClr>
                </a:solidFill>
                <a:latin typeface="Courier New" panose="02070309020205020404" pitchFamily="49" charset="0"/>
                <a:cs typeface="Courier New" panose="02070309020205020404" pitchFamily="49" charset="0"/>
              </a:rPr>
              <a:t>存入乘积矩阵</a:t>
            </a:r>
            <a:r>
              <a:rPr lang="en-US" altLang="zh-CN" sz="1400" b="1" dirty="0">
                <a:solidFill>
                  <a:schemeClr val="accent6">
                    <a:lumMod val="75000"/>
                  </a:schemeClr>
                </a:solidFill>
                <a:latin typeface="Courier New" panose="02070309020205020404" pitchFamily="49" charset="0"/>
                <a:cs typeface="Courier New" panose="02070309020205020404" pitchFamily="49" charset="0"/>
              </a:rPr>
              <a:t>Q</a:t>
            </a:r>
            <a:r>
              <a:rPr lang="zh-CN" altLang="en-US" sz="1400" b="1" dirty="0">
                <a:solidFill>
                  <a:schemeClr val="accent6">
                    <a:lumMod val="75000"/>
                  </a:schemeClr>
                </a:solidFill>
                <a:latin typeface="Courier New" panose="02070309020205020404" pitchFamily="49" charset="0"/>
                <a:cs typeface="Courier New" panose="02070309020205020404" pitchFamily="49" charset="0"/>
              </a:rPr>
              <a:t>的存储结构</a:t>
            </a:r>
            <a:endParaRPr lang="en-US" altLang="zh-CN" sz="1400" b="1" dirty="0">
              <a:solidFill>
                <a:schemeClr val="accent6">
                  <a:lumMod val="75000"/>
                </a:schemeClr>
              </a:solidFill>
              <a:latin typeface="Courier New" panose="02070309020205020404" pitchFamily="49" charset="0"/>
              <a:cs typeface="Courier New" panose="02070309020205020404" pitchFamily="49" charset="0"/>
            </a:endParaRPr>
          </a:p>
          <a:p>
            <a:r>
              <a:rPr lang="en-US" altLang="zh-CN" sz="1400" b="1" dirty="0">
                <a:latin typeface="Courier New" panose="02070309020205020404" pitchFamily="49" charset="0"/>
                <a:cs typeface="Courier New" panose="02070309020205020404" pitchFamily="49" charset="0"/>
              </a:rPr>
              <a:t>          if(++Q-&gt;t &gt; Q-&gt;size) </a:t>
            </a:r>
            <a:r>
              <a:rPr lang="en-US" altLang="zh-CN" sz="1400" b="1" dirty="0" err="1">
                <a:latin typeface="Courier New" panose="02070309020205020404" pitchFamily="49" charset="0"/>
                <a:cs typeface="Courier New" panose="02070309020205020404" pitchFamily="49" charset="0"/>
              </a:rPr>
              <a:t>reallocRLSMat</a:t>
            </a:r>
            <a:r>
              <a:rPr lang="en-US" altLang="zh-CN" sz="1400" b="1" dirty="0">
                <a:latin typeface="Courier New" panose="02070309020205020404" pitchFamily="49" charset="0"/>
                <a:cs typeface="Courier New" panose="02070309020205020404" pitchFamily="49" charset="0"/>
              </a:rPr>
              <a:t>(Q);  </a:t>
            </a:r>
            <a:r>
              <a:rPr lang="en-US" altLang="zh-CN" sz="1400" b="1" dirty="0">
                <a:solidFill>
                  <a:schemeClr val="accent6">
                    <a:lumMod val="75000"/>
                  </a:schemeClr>
                </a:solidFill>
                <a:latin typeface="Courier New" panose="02070309020205020404" pitchFamily="49" charset="0"/>
                <a:cs typeface="Courier New" panose="02070309020205020404" pitchFamily="49" charset="0"/>
              </a:rPr>
              <a:t>// </a:t>
            </a:r>
            <a:r>
              <a:rPr lang="zh-CN" altLang="en-US" sz="1400" b="1" dirty="0">
                <a:solidFill>
                  <a:schemeClr val="accent6">
                    <a:lumMod val="75000"/>
                  </a:schemeClr>
                </a:solidFill>
                <a:latin typeface="Courier New" panose="02070309020205020404" pitchFamily="49" charset="0"/>
                <a:cs typeface="Courier New" panose="02070309020205020404" pitchFamily="49" charset="0"/>
              </a:rPr>
              <a:t>扩容</a:t>
            </a:r>
            <a:endParaRPr lang="en-US" altLang="zh-CN" sz="1400" b="1" dirty="0">
              <a:solidFill>
                <a:schemeClr val="accent6">
                  <a:lumMod val="75000"/>
                </a:schemeClr>
              </a:solidFill>
              <a:latin typeface="Courier New" panose="02070309020205020404" pitchFamily="49" charset="0"/>
              <a:cs typeface="Courier New" panose="02070309020205020404" pitchFamily="49" charset="0"/>
            </a:endParaRPr>
          </a:p>
          <a:p>
            <a:r>
              <a:rPr lang="en-US" altLang="zh-CN" sz="1400" b="1" dirty="0">
                <a:latin typeface="Courier New" panose="02070309020205020404" pitchFamily="49" charset="0"/>
                <a:cs typeface="Courier New" panose="02070309020205020404" pitchFamily="49" charset="0"/>
              </a:rPr>
              <a:t>          Q-&gt;</a:t>
            </a:r>
            <a:r>
              <a:rPr lang="en-US" altLang="zh-CN" sz="1400" b="1" dirty="0" err="1">
                <a:latin typeface="Courier New" panose="02070309020205020404" pitchFamily="49" charset="0"/>
                <a:cs typeface="Courier New" panose="02070309020205020404" pitchFamily="49" charset="0"/>
              </a:rPr>
              <a:t>nzElem</a:t>
            </a:r>
            <a:r>
              <a:rPr lang="en-US" altLang="zh-CN" sz="1400" b="1" dirty="0">
                <a:latin typeface="Courier New" panose="02070309020205020404" pitchFamily="49" charset="0"/>
                <a:cs typeface="Courier New" panose="02070309020205020404" pitchFamily="49" charset="0"/>
              </a:rPr>
              <a:t>[Q-&gt;t].</a:t>
            </a:r>
            <a:r>
              <a:rPr lang="en-US" altLang="zh-CN" sz="1400" b="1" dirty="0" err="1">
                <a:latin typeface="Courier New" panose="02070309020205020404" pitchFamily="49" charset="0"/>
                <a:cs typeface="Courier New" panose="02070309020205020404" pitchFamily="49" charset="0"/>
              </a:rPr>
              <a:t>i</a:t>
            </a:r>
            <a:r>
              <a:rPr lang="en-US" altLang="zh-CN" sz="1400" b="1" dirty="0">
                <a:latin typeface="Courier New" panose="02070309020205020404" pitchFamily="49" charset="0"/>
                <a:cs typeface="Courier New" panose="02070309020205020404" pitchFamily="49" charset="0"/>
              </a:rPr>
              <a:t> = mi;</a:t>
            </a:r>
          </a:p>
          <a:p>
            <a:r>
              <a:rPr lang="en-US" altLang="zh-CN" sz="1400" b="1" dirty="0">
                <a:latin typeface="Courier New" panose="02070309020205020404" pitchFamily="49" charset="0"/>
                <a:cs typeface="Courier New" panose="02070309020205020404" pitchFamily="49" charset="0"/>
              </a:rPr>
              <a:t>          Q-&gt;</a:t>
            </a:r>
            <a:r>
              <a:rPr lang="en-US" altLang="zh-CN" sz="1400" b="1" dirty="0" err="1">
                <a:latin typeface="Courier New" panose="02070309020205020404" pitchFamily="49" charset="0"/>
                <a:cs typeface="Courier New" panose="02070309020205020404" pitchFamily="49" charset="0"/>
              </a:rPr>
              <a:t>nzElem</a:t>
            </a:r>
            <a:r>
              <a:rPr lang="en-US" altLang="zh-CN" sz="1400" b="1" dirty="0">
                <a:latin typeface="Courier New" panose="02070309020205020404" pitchFamily="49" charset="0"/>
                <a:cs typeface="Courier New" panose="02070309020205020404" pitchFamily="49" charset="0"/>
              </a:rPr>
              <a:t>[Q-&gt;t].j = </a:t>
            </a:r>
            <a:r>
              <a:rPr lang="en-US" altLang="zh-CN" sz="1400" b="1" dirty="0" err="1">
                <a:latin typeface="Courier New" panose="02070309020205020404" pitchFamily="49" charset="0"/>
                <a:cs typeface="Courier New" panose="02070309020205020404" pitchFamily="49" charset="0"/>
              </a:rPr>
              <a:t>qj</a:t>
            </a:r>
            <a:r>
              <a:rPr lang="en-US" altLang="zh-CN" sz="1400" b="1" dirty="0">
                <a:latin typeface="Courier New" panose="02070309020205020404" pitchFamily="49" charset="0"/>
                <a:cs typeface="Courier New" panose="02070309020205020404" pitchFamily="49" charset="0"/>
              </a:rPr>
              <a:t>;</a:t>
            </a:r>
          </a:p>
          <a:p>
            <a:r>
              <a:rPr lang="en-US" altLang="zh-CN" sz="1400" b="1" dirty="0">
                <a:latin typeface="Courier New" panose="02070309020205020404" pitchFamily="49" charset="0"/>
                <a:cs typeface="Courier New" panose="02070309020205020404" pitchFamily="49" charset="0"/>
              </a:rPr>
              <a:t>          Q-&gt;</a:t>
            </a:r>
            <a:r>
              <a:rPr lang="en-US" altLang="zh-CN" sz="1400" b="1" dirty="0" err="1">
                <a:latin typeface="Courier New" panose="02070309020205020404" pitchFamily="49" charset="0"/>
                <a:cs typeface="Courier New" panose="02070309020205020404" pitchFamily="49" charset="0"/>
              </a:rPr>
              <a:t>nzElem</a:t>
            </a:r>
            <a:r>
              <a:rPr lang="en-US" altLang="zh-CN" sz="1400" b="1" dirty="0">
                <a:latin typeface="Courier New" panose="02070309020205020404" pitchFamily="49" charset="0"/>
                <a:cs typeface="Courier New" panose="02070309020205020404" pitchFamily="49" charset="0"/>
              </a:rPr>
              <a:t>[Q-&gt;t].e = </a:t>
            </a:r>
            <a:r>
              <a:rPr lang="en-US" altLang="zh-CN" sz="1400" b="1" dirty="0" err="1">
                <a:latin typeface="Courier New" panose="02070309020205020404" pitchFamily="49" charset="0"/>
                <a:cs typeface="Courier New" panose="02070309020205020404" pitchFamily="49" charset="0"/>
              </a:rPr>
              <a:t>qtemp</a:t>
            </a:r>
            <a:r>
              <a:rPr lang="en-US" altLang="zh-CN" sz="1400" b="1" dirty="0">
                <a:latin typeface="Courier New" panose="02070309020205020404" pitchFamily="49" charset="0"/>
                <a:cs typeface="Courier New" panose="02070309020205020404" pitchFamily="49" charset="0"/>
              </a:rPr>
              <a:t>[</a:t>
            </a:r>
            <a:r>
              <a:rPr lang="en-US" altLang="zh-CN" sz="1400" b="1" dirty="0" err="1">
                <a:latin typeface="Courier New" panose="02070309020205020404" pitchFamily="49" charset="0"/>
                <a:cs typeface="Courier New" panose="02070309020205020404" pitchFamily="49" charset="0"/>
              </a:rPr>
              <a:t>qj</a:t>
            </a:r>
            <a:r>
              <a:rPr lang="en-US" altLang="zh-CN" sz="1400" b="1" dirty="0">
                <a:latin typeface="Courier New" panose="02070309020205020404" pitchFamily="49" charset="0"/>
                <a:cs typeface="Courier New" panose="02070309020205020404" pitchFamily="49" charset="0"/>
              </a:rPr>
              <a:t>];</a:t>
            </a:r>
          </a:p>
          <a:p>
            <a:r>
              <a:rPr lang="en-US" altLang="zh-CN" sz="1400" b="1" dirty="0">
                <a:latin typeface="Courier New" panose="02070309020205020404" pitchFamily="49" charset="0"/>
                <a:cs typeface="Courier New" panose="02070309020205020404" pitchFamily="49" charset="0"/>
              </a:rPr>
              <a:t>        </a:t>
            </a:r>
            <a:r>
              <a:rPr lang="en-US" altLang="zh-CN" sz="1400" b="1" dirty="0">
                <a:solidFill>
                  <a:srgbClr val="041ABC"/>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p>
          <a:p>
            <a:r>
              <a:rPr lang="en-US" altLang="zh-CN" sz="1400" b="1" dirty="0">
                <a:latin typeface="Courier New" panose="02070309020205020404" pitchFamily="49" charset="0"/>
                <a:cs typeface="Courier New" panose="02070309020205020404" pitchFamily="49" charset="0"/>
              </a:rPr>
              <a:t>    </a:t>
            </a:r>
            <a:r>
              <a:rPr lang="en-US" altLang="zh-CN" sz="1400" b="1" dirty="0">
                <a:solidFill>
                  <a:schemeClr val="accent6">
                    <a:lumMod val="75000"/>
                  </a:schemeClr>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en-US" altLang="zh-CN" sz="1400" b="1" dirty="0">
                <a:solidFill>
                  <a:schemeClr val="accent6">
                    <a:lumMod val="75000"/>
                  </a:schemeClr>
                </a:solidFill>
                <a:latin typeface="Courier New" panose="02070309020205020404" pitchFamily="49" charset="0"/>
                <a:cs typeface="Courier New" panose="02070309020205020404" pitchFamily="49" charset="0"/>
              </a:rPr>
              <a:t> // for mi</a:t>
            </a:r>
          </a:p>
          <a:p>
            <a:r>
              <a:rPr lang="en-US" altLang="zh-CN" sz="1400" b="1" dirty="0">
                <a:solidFill>
                  <a:srgbClr val="0070C0"/>
                </a:solidFill>
                <a:latin typeface="Courier New" panose="02070309020205020404" pitchFamily="49" charset="0"/>
                <a:cs typeface="Courier New" panose="02070309020205020404" pitchFamily="49" charset="0"/>
              </a:rPr>
              <a:t>    </a:t>
            </a:r>
            <a:r>
              <a:rPr lang="en-US" altLang="zh-CN" sz="1400" b="1" dirty="0">
                <a:latin typeface="Courier New" panose="02070309020205020404" pitchFamily="49" charset="0"/>
                <a:cs typeface="Courier New" panose="02070309020205020404" pitchFamily="49" charset="0"/>
              </a:rPr>
              <a:t>Q-&gt;</a:t>
            </a:r>
            <a:r>
              <a:rPr lang="en-US" altLang="zh-CN" sz="1400" b="1" dirty="0" err="1">
                <a:latin typeface="Courier New" panose="02070309020205020404" pitchFamily="49" charset="0"/>
                <a:cs typeface="Courier New" panose="02070309020205020404" pitchFamily="49" charset="0"/>
              </a:rPr>
              <a:t>rpos</a:t>
            </a:r>
            <a:r>
              <a:rPr lang="en-US" altLang="zh-CN" sz="1400" b="1" dirty="0">
                <a:latin typeface="Courier New" panose="02070309020205020404" pitchFamily="49" charset="0"/>
                <a:cs typeface="Courier New" panose="02070309020205020404" pitchFamily="49" charset="0"/>
              </a:rPr>
              <a:t>[mi] = Q-&gt;</a:t>
            </a:r>
            <a:r>
              <a:rPr lang="en-US" altLang="zh-CN" sz="1400" b="1" dirty="0" err="1">
                <a:latin typeface="Courier New" panose="02070309020205020404" pitchFamily="49" charset="0"/>
                <a:cs typeface="Courier New" panose="02070309020205020404" pitchFamily="49" charset="0"/>
              </a:rPr>
              <a:t>t+1</a:t>
            </a:r>
            <a:r>
              <a:rPr lang="en-US" altLang="zh-CN" sz="1400" b="1" dirty="0">
                <a:latin typeface="Courier New" panose="02070309020205020404" pitchFamily="49" charset="0"/>
                <a:cs typeface="Courier New" panose="02070309020205020404" pitchFamily="49" charset="0"/>
              </a:rPr>
              <a:t>;  // </a:t>
            </a:r>
            <a:r>
              <a:rPr lang="zh-CN" altLang="en-US" sz="1400" b="1" dirty="0">
                <a:latin typeface="Courier New" panose="02070309020205020404" pitchFamily="49" charset="0"/>
                <a:cs typeface="Courier New" panose="02070309020205020404" pitchFamily="49" charset="0"/>
              </a:rPr>
              <a:t>置</a:t>
            </a:r>
            <a:r>
              <a:rPr lang="en-US" altLang="zh-CN" sz="1400" b="1" dirty="0">
                <a:latin typeface="Courier New" panose="02070309020205020404" pitchFamily="49" charset="0"/>
                <a:cs typeface="Courier New" panose="02070309020205020404" pitchFamily="49" charset="0"/>
              </a:rPr>
              <a:t>Q</a:t>
            </a:r>
            <a:r>
              <a:rPr lang="zh-CN" altLang="en-US" sz="1400" b="1" dirty="0">
                <a:latin typeface="Courier New" panose="02070309020205020404" pitchFamily="49" charset="0"/>
                <a:cs typeface="Courier New" panose="02070309020205020404" pitchFamily="49" charset="0"/>
              </a:rPr>
              <a:t>的末尾三元组的下一位置</a:t>
            </a:r>
            <a:endParaRPr lang="en-US" altLang="zh-CN" sz="1400" b="1" dirty="0">
              <a:latin typeface="Courier New" panose="02070309020205020404" pitchFamily="49" charset="0"/>
              <a:cs typeface="Courier New" panose="02070309020205020404" pitchFamily="49" charset="0"/>
            </a:endParaRPr>
          </a:p>
          <a:p>
            <a:r>
              <a:rPr lang="en-US" altLang="zh-CN" sz="1400" b="1" dirty="0">
                <a:latin typeface="Courier New" panose="02070309020205020404" pitchFamily="49" charset="0"/>
                <a:cs typeface="Courier New" panose="02070309020205020404" pitchFamily="49" charset="0"/>
              </a:rPr>
              <a:t>  </a:t>
            </a:r>
            <a:r>
              <a:rPr lang="en-US" altLang="zh-CN" sz="1400" b="1" dirty="0">
                <a:solidFill>
                  <a:schemeClr val="accent6">
                    <a:lumMod val="75000"/>
                  </a:schemeClr>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en-US" altLang="zh-CN" sz="1400" b="1" dirty="0">
                <a:solidFill>
                  <a:schemeClr val="accent6">
                    <a:lumMod val="75000"/>
                  </a:schemeClr>
                </a:solidFill>
                <a:latin typeface="Courier New" panose="02070309020205020404" pitchFamily="49" charset="0"/>
                <a:cs typeface="Courier New" panose="02070309020205020404" pitchFamily="49" charset="0"/>
              </a:rPr>
              <a:t> // if   </a:t>
            </a:r>
          </a:p>
          <a:p>
            <a:r>
              <a:rPr lang="en-US" altLang="zh-CN" sz="1400" b="1" dirty="0">
                <a:latin typeface="Courier New" panose="02070309020205020404" pitchFamily="49" charset="0"/>
                <a:cs typeface="Courier New" panose="02070309020205020404" pitchFamily="49" charset="0"/>
              </a:rPr>
              <a:t>  </a:t>
            </a:r>
            <a:r>
              <a:rPr lang="en-US" altLang="zh-CN" sz="1400" b="1" dirty="0">
                <a:solidFill>
                  <a:srgbClr val="041ABC"/>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return</a:t>
            </a:r>
            <a:r>
              <a:rPr lang="en-US" altLang="zh-CN" sz="1400" b="1" dirty="0">
                <a:latin typeface="Courier New" panose="02070309020205020404" pitchFamily="49" charset="0"/>
                <a:cs typeface="Courier New" panose="02070309020205020404" pitchFamily="49" charset="0"/>
              </a:rPr>
              <a:t> Q;</a:t>
            </a:r>
          </a:p>
          <a:p>
            <a:r>
              <a:rPr lang="en-US" altLang="zh-CN" sz="1400" b="1" dirty="0">
                <a:solidFill>
                  <a:srgbClr val="041ABC"/>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endParaRPr lang="zh-CN" altLang="en-US" sz="1400" b="1" dirty="0">
              <a:solidFill>
                <a:srgbClr val="041ABC"/>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p:txBody>
      </p:sp>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859D4F49-C965-4B90-BDB6-ABDD7DF3561A}"/>
                  </a:ext>
                </a:extLst>
              </p:cNvPr>
              <p:cNvSpPr txBox="1"/>
              <p:nvPr/>
            </p:nvSpPr>
            <p:spPr>
              <a:xfrm>
                <a:off x="308780" y="920252"/>
                <a:ext cx="3370766" cy="999441"/>
              </a:xfrm>
              <a:prstGeom prst="rect">
                <a:avLst/>
              </a:prstGeom>
              <a:noFill/>
            </p:spPr>
            <p:txBody>
              <a:bodyPr wrap="square" rtlCol="0">
                <a:spAutoFit/>
              </a:bodyPr>
              <a:lstStyle/>
              <a:p>
                <a:pPr algn="ctr"/>
                <a:r>
                  <a:rPr lang="en-US" altLang="zh-CN" sz="1600" b="1" dirty="0"/>
                  <a:t>M=</a:t>
                </a:r>
                <a14:m>
                  <m:oMath xmlns:m="http://schemas.openxmlformats.org/officeDocument/2006/math">
                    <m:d>
                      <m:dPr>
                        <m:begChr m:val="["/>
                        <m:endChr m:val="]"/>
                        <m:ctrlPr>
                          <a:rPr lang="en-US" altLang="zh-CN" sz="1600" b="1" i="1" smtClean="0">
                            <a:latin typeface="Cambria Math" panose="02040503050406030204" pitchFamily="18" charset="0"/>
                          </a:rPr>
                        </m:ctrlPr>
                      </m:dPr>
                      <m:e>
                        <m:m>
                          <m:mPr>
                            <m:mcs>
                              <m:mc>
                                <m:mcPr>
                                  <m:count m:val="2"/>
                                  <m:mcJc m:val="center"/>
                                </m:mcPr>
                              </m:mc>
                            </m:mcs>
                            <m:ctrlPr>
                              <a:rPr lang="en-US" altLang="zh-CN" sz="1600" b="1" i="1" smtClean="0">
                                <a:latin typeface="Cambria Math" panose="02040503050406030204" pitchFamily="18" charset="0"/>
                              </a:rPr>
                            </m:ctrlPr>
                          </m:mPr>
                          <m:mr>
                            <m:e>
                              <m:m>
                                <m:mPr>
                                  <m:mcs>
                                    <m:mc>
                                      <m:mcPr>
                                        <m:count m:val="1"/>
                                        <m:mcJc m:val="center"/>
                                      </m:mcPr>
                                    </m:mc>
                                  </m:mcs>
                                  <m:ctrlPr>
                                    <a:rPr lang="en-US" altLang="zh-CN" sz="1600" b="1" i="1" smtClean="0">
                                      <a:latin typeface="Cambria Math" panose="02040503050406030204" pitchFamily="18" charset="0"/>
                                    </a:rPr>
                                  </m:ctrlPr>
                                </m:mPr>
                                <m:mr>
                                  <m:e>
                                    <m:r>
                                      <m:rPr>
                                        <m:brk m:alnAt="7"/>
                                      </m:rPr>
                                      <a:rPr lang="en-US" altLang="zh-CN" sz="1600" b="1" i="1" smtClean="0">
                                        <a:latin typeface="Cambria Math" panose="02040503050406030204" pitchFamily="18" charset="0"/>
                                      </a:rPr>
                                      <m:t>𝟑</m:t>
                                    </m:r>
                                  </m:e>
                                </m:mr>
                                <m:mr>
                                  <m:e>
                                    <m:r>
                                      <a:rPr lang="en-US" altLang="zh-CN" sz="1600" b="1" i="1" smtClean="0">
                                        <a:latin typeface="Cambria Math" panose="02040503050406030204" pitchFamily="18" charset="0"/>
                                      </a:rPr>
                                      <m:t>𝟎</m:t>
                                    </m:r>
                                  </m:e>
                                </m:mr>
                              </m:m>
                            </m:e>
                            <m:e>
                              <m:m>
                                <m:mPr>
                                  <m:mcs>
                                    <m:mc>
                                      <m:mcPr>
                                        <m:count m:val="1"/>
                                        <m:mcJc m:val="center"/>
                                      </m:mcPr>
                                    </m:mc>
                                  </m:mcs>
                                  <m:ctrlPr>
                                    <a:rPr lang="en-US" altLang="zh-CN" sz="1600" b="1" i="1" smtClean="0">
                                      <a:latin typeface="Cambria Math" panose="02040503050406030204" pitchFamily="18" charset="0"/>
                                    </a:rPr>
                                  </m:ctrlPr>
                                </m:mPr>
                                <m:mr>
                                  <m:e>
                                    <m:m>
                                      <m:mPr>
                                        <m:mcs>
                                          <m:mc>
                                            <m:mcPr>
                                              <m:count m:val="3"/>
                                              <m:mcJc m:val="center"/>
                                            </m:mcPr>
                                          </m:mc>
                                        </m:mcs>
                                        <m:ctrlPr>
                                          <a:rPr lang="en-US" altLang="zh-CN" sz="1600" b="1" i="1" smtClean="0">
                                            <a:latin typeface="Cambria Math" panose="02040503050406030204" pitchFamily="18" charset="0"/>
                                          </a:rPr>
                                        </m:ctrlPr>
                                      </m:mPr>
                                      <m:mr>
                                        <m:e>
                                          <m:r>
                                            <m:rPr>
                                              <m:brk m:alnAt="7"/>
                                            </m:rPr>
                                            <a:rPr lang="en-US" altLang="zh-CN" sz="1600" b="1" i="1" smtClean="0">
                                              <a:latin typeface="Cambria Math" panose="02040503050406030204" pitchFamily="18" charset="0"/>
                                            </a:rPr>
                                            <m:t> </m:t>
                                          </m:r>
                                          <m:r>
                                            <a:rPr lang="en-US" altLang="zh-CN" sz="1600" b="1" i="1" smtClean="0">
                                              <a:latin typeface="Cambria Math" panose="02040503050406030204" pitchFamily="18" charset="0"/>
                                            </a:rPr>
                                            <m:t>  </m:t>
                                          </m:r>
                                          <m:r>
                                            <a:rPr lang="en-US" altLang="zh-CN" sz="1600" b="1" i="1" smtClean="0">
                                              <a:latin typeface="Cambria Math" panose="02040503050406030204" pitchFamily="18" charset="0"/>
                                            </a:rPr>
                                            <m:t>𝟎</m:t>
                                          </m:r>
                                        </m:e>
                                        <m:e>
                                          <m:r>
                                            <a:rPr lang="en-US" altLang="zh-CN" sz="1600" b="1" i="1" smtClean="0">
                                              <a:latin typeface="Cambria Math" panose="02040503050406030204" pitchFamily="18" charset="0"/>
                                            </a:rPr>
                                            <m:t>𝟎</m:t>
                                          </m:r>
                                        </m:e>
                                        <m:e>
                                          <m:r>
                                            <a:rPr lang="en-US" altLang="zh-CN" sz="1600" b="1" i="1" smtClean="0">
                                              <a:latin typeface="Cambria Math" panose="02040503050406030204" pitchFamily="18" charset="0"/>
                                            </a:rPr>
                                            <m:t>𝟓</m:t>
                                          </m:r>
                                        </m:e>
                                      </m:mr>
                                    </m:m>
                                  </m:e>
                                </m:mr>
                                <m:mr>
                                  <m:e>
                                    <m:m>
                                      <m:mPr>
                                        <m:mcs>
                                          <m:mc>
                                            <m:mcPr>
                                              <m:count m:val="3"/>
                                              <m:mcJc m:val="center"/>
                                            </m:mcPr>
                                          </m:mc>
                                        </m:mcs>
                                        <m:ctrlPr>
                                          <a:rPr lang="en-US" altLang="zh-CN" sz="1600" b="1" i="1" smtClean="0">
                                            <a:latin typeface="Cambria Math" panose="02040503050406030204" pitchFamily="18" charset="0"/>
                                          </a:rPr>
                                        </m:ctrlPr>
                                      </m:mPr>
                                      <m:mr>
                                        <m:e>
                                          <m:r>
                                            <m:rPr>
                                              <m:brk m:alnAt="7"/>
                                            </m:rPr>
                                            <a:rPr lang="en-US" altLang="zh-CN" sz="1600" b="1" i="1" smtClean="0">
                                              <a:latin typeface="Cambria Math" panose="02040503050406030204" pitchFamily="18" charset="0"/>
                                            </a:rPr>
                                            <m:t>−</m:t>
                                          </m:r>
                                          <m:r>
                                            <a:rPr lang="en-US" altLang="zh-CN" sz="1600" b="1" i="1" smtClean="0">
                                              <a:latin typeface="Cambria Math" panose="02040503050406030204" pitchFamily="18" charset="0"/>
                                            </a:rPr>
                                            <m:t>𝟏</m:t>
                                          </m:r>
                                        </m:e>
                                        <m:e>
                                          <m:r>
                                            <a:rPr lang="en-US" altLang="zh-CN" sz="1600" b="1" i="1" smtClean="0">
                                              <a:latin typeface="Cambria Math" panose="02040503050406030204" pitchFamily="18" charset="0"/>
                                            </a:rPr>
                                            <m:t>𝟎</m:t>
                                          </m:r>
                                        </m:e>
                                        <m:e>
                                          <m:r>
                                            <a:rPr lang="en-US" altLang="zh-CN" sz="1600" b="1" i="1" smtClean="0">
                                              <a:latin typeface="Cambria Math" panose="02040503050406030204" pitchFamily="18" charset="0"/>
                                            </a:rPr>
                                            <m:t>𝟎</m:t>
                                          </m:r>
                                        </m:e>
                                      </m:mr>
                                    </m:m>
                                  </m:e>
                                </m:mr>
                              </m:m>
                            </m:e>
                          </m:mr>
                          <m:mr>
                            <m:e>
                              <m:r>
                                <a:rPr lang="en-US" altLang="zh-CN" sz="1600" b="1" i="1" smtClean="0">
                                  <a:latin typeface="Cambria Math" panose="02040503050406030204" pitchFamily="18" charset="0"/>
                                </a:rPr>
                                <m:t>𝟐</m:t>
                              </m:r>
                            </m:e>
                            <m:e>
                              <m:m>
                                <m:mPr>
                                  <m:mcs>
                                    <m:mc>
                                      <m:mcPr>
                                        <m:count m:val="3"/>
                                        <m:mcJc m:val="center"/>
                                      </m:mcPr>
                                    </m:mc>
                                  </m:mcs>
                                  <m:ctrlPr>
                                    <a:rPr lang="en-US" altLang="zh-CN" sz="1600" b="1" i="1" smtClean="0">
                                      <a:latin typeface="Cambria Math" panose="02040503050406030204" pitchFamily="18" charset="0"/>
                                    </a:rPr>
                                  </m:ctrlPr>
                                </m:mPr>
                                <m:mr>
                                  <m:e>
                                    <m:r>
                                      <m:rPr>
                                        <m:brk m:alnAt="7"/>
                                      </m:rPr>
                                      <a:rPr lang="en-US" altLang="zh-CN" sz="1600" b="1" i="1" smtClean="0">
                                        <a:latin typeface="Cambria Math" panose="02040503050406030204" pitchFamily="18" charset="0"/>
                                      </a:rPr>
                                      <m:t> </m:t>
                                    </m:r>
                                    <m:r>
                                      <a:rPr lang="en-US" altLang="zh-CN" sz="1600" b="1" i="1" smtClean="0">
                                        <a:latin typeface="Cambria Math" panose="02040503050406030204" pitchFamily="18" charset="0"/>
                                      </a:rPr>
                                      <m:t>  </m:t>
                                    </m:r>
                                    <m:r>
                                      <a:rPr lang="en-US" altLang="zh-CN" sz="1600" b="1" i="1" smtClean="0">
                                        <a:latin typeface="Cambria Math" panose="02040503050406030204" pitchFamily="18" charset="0"/>
                                      </a:rPr>
                                      <m:t>𝟎</m:t>
                                    </m:r>
                                  </m:e>
                                  <m:e>
                                    <m:r>
                                      <a:rPr lang="en-US" altLang="zh-CN" sz="1600" b="1" i="1" smtClean="0">
                                        <a:latin typeface="Cambria Math" panose="02040503050406030204" pitchFamily="18" charset="0"/>
                                      </a:rPr>
                                      <m:t>𝟎</m:t>
                                    </m:r>
                                  </m:e>
                                  <m:e>
                                    <m:r>
                                      <a:rPr lang="en-US" altLang="zh-CN" sz="1600" b="1" i="1" smtClean="0">
                                        <a:latin typeface="Cambria Math" panose="02040503050406030204" pitchFamily="18" charset="0"/>
                                      </a:rPr>
                                      <m:t>𝟎</m:t>
                                    </m:r>
                                  </m:e>
                                </m:mr>
                              </m:m>
                            </m:e>
                          </m:mr>
                        </m:m>
                      </m:e>
                    </m:d>
                  </m:oMath>
                </a14:m>
                <a:r>
                  <a:rPr lang="zh-CN" altLang="en-US" sz="1600" b="1" dirty="0"/>
                  <a:t>      </a:t>
                </a:r>
                <a:r>
                  <a:rPr lang="en-US" altLang="zh-CN" sz="1600" b="1" dirty="0"/>
                  <a:t>N=</a:t>
                </a:r>
                <a14:m>
                  <m:oMath xmlns:m="http://schemas.openxmlformats.org/officeDocument/2006/math">
                    <m:d>
                      <m:dPr>
                        <m:begChr m:val="["/>
                        <m:endChr m:val="]"/>
                        <m:ctrlPr>
                          <a:rPr lang="en-US" altLang="zh-CN" sz="1600" b="1" i="1" smtClean="0">
                            <a:latin typeface="Cambria Math" panose="02040503050406030204" pitchFamily="18" charset="0"/>
                          </a:rPr>
                        </m:ctrlPr>
                      </m:dPr>
                      <m:e>
                        <m:m>
                          <m:mPr>
                            <m:mcs>
                              <m:mc>
                                <m:mcPr>
                                  <m:count m:val="2"/>
                                  <m:mcJc m:val="center"/>
                                </m:mcPr>
                              </m:mc>
                            </m:mcs>
                            <m:ctrlPr>
                              <a:rPr lang="en-US" altLang="zh-CN" sz="1600" b="1" i="1" smtClean="0">
                                <a:latin typeface="Cambria Math" panose="02040503050406030204" pitchFamily="18" charset="0"/>
                              </a:rPr>
                            </m:ctrlPr>
                          </m:mPr>
                          <m:mr>
                            <m:e>
                              <m:m>
                                <m:mPr>
                                  <m:mcs>
                                    <m:mc>
                                      <m:mcPr>
                                        <m:count m:val="1"/>
                                        <m:mcJc m:val="center"/>
                                      </m:mcPr>
                                    </m:mc>
                                  </m:mcs>
                                  <m:ctrlPr>
                                    <a:rPr lang="en-US" altLang="zh-CN" sz="1600" b="1" i="1" smtClean="0">
                                      <a:latin typeface="Cambria Math" panose="02040503050406030204" pitchFamily="18" charset="0"/>
                                    </a:rPr>
                                  </m:ctrlPr>
                                </m:mPr>
                                <m:mr>
                                  <m:e>
                                    <m:r>
                                      <m:rPr>
                                        <m:brk m:alnAt="7"/>
                                      </m:rPr>
                                      <a:rPr lang="en-US" altLang="zh-CN" sz="1600" b="1" i="1" smtClean="0">
                                        <a:latin typeface="Cambria Math" panose="02040503050406030204" pitchFamily="18" charset="0"/>
                                      </a:rPr>
                                      <m:t> </m:t>
                                    </m:r>
                                    <m:r>
                                      <a:rPr lang="en-US" altLang="zh-CN" sz="1600" b="1" i="1" smtClean="0">
                                        <a:latin typeface="Cambria Math" panose="02040503050406030204" pitchFamily="18" charset="0"/>
                                      </a:rPr>
                                      <m:t>  </m:t>
                                    </m:r>
                                    <m:r>
                                      <a:rPr lang="en-US" altLang="zh-CN" sz="1600" b="1" i="1" smtClean="0">
                                        <a:latin typeface="Cambria Math" panose="02040503050406030204" pitchFamily="18" charset="0"/>
                                      </a:rPr>
                                      <m:t>𝟎</m:t>
                                    </m:r>
                                  </m:e>
                                </m:mr>
                                <m:mr>
                                  <m:e>
                                    <m:r>
                                      <a:rPr lang="en-US" altLang="zh-CN" sz="1600" b="1" i="1" smtClean="0">
                                        <a:latin typeface="Cambria Math" panose="02040503050406030204" pitchFamily="18" charset="0"/>
                                      </a:rPr>
                                      <m:t>   </m:t>
                                    </m:r>
                                    <m:r>
                                      <a:rPr lang="en-US" altLang="zh-CN" sz="1600" b="1" i="1" smtClean="0">
                                        <a:latin typeface="Cambria Math" panose="02040503050406030204" pitchFamily="18" charset="0"/>
                                      </a:rPr>
                                      <m:t>𝟏</m:t>
                                    </m:r>
                                  </m:e>
                                </m:mr>
                              </m:m>
                            </m:e>
                            <m:e>
                              <m:m>
                                <m:mPr>
                                  <m:mcs>
                                    <m:mc>
                                      <m:mcPr>
                                        <m:count m:val="1"/>
                                        <m:mcJc m:val="center"/>
                                      </m:mcPr>
                                    </m:mc>
                                  </m:mcs>
                                  <m:ctrlPr>
                                    <a:rPr lang="en-US" altLang="zh-CN" sz="1600" b="1" i="1" smtClean="0">
                                      <a:latin typeface="Cambria Math" panose="02040503050406030204" pitchFamily="18" charset="0"/>
                                    </a:rPr>
                                  </m:ctrlPr>
                                </m:mPr>
                                <m:mr>
                                  <m:e>
                                    <m:r>
                                      <m:rPr>
                                        <m:brk m:alnAt="7"/>
                                      </m:rPr>
                                      <a:rPr lang="en-US" altLang="zh-CN" sz="1600" b="1" i="1" smtClean="0">
                                        <a:latin typeface="Cambria Math" panose="02040503050406030204" pitchFamily="18" charset="0"/>
                                      </a:rPr>
                                      <m:t>𝟐</m:t>
                                    </m:r>
                                  </m:e>
                                </m:mr>
                                <m:mr>
                                  <m:e>
                                    <m:r>
                                      <a:rPr lang="en-US" altLang="zh-CN" sz="1600" b="1" i="1" smtClean="0">
                                        <a:latin typeface="Cambria Math" panose="02040503050406030204" pitchFamily="18" charset="0"/>
                                      </a:rPr>
                                      <m:t>𝟎</m:t>
                                    </m:r>
                                  </m:e>
                                </m:mr>
                              </m:m>
                            </m:e>
                          </m:mr>
                          <m:mr>
                            <m:e>
                              <m:m>
                                <m:mPr>
                                  <m:mcs>
                                    <m:mc>
                                      <m:mcPr>
                                        <m:count m:val="1"/>
                                        <m:mcJc m:val="center"/>
                                      </m:mcPr>
                                    </m:mc>
                                  </m:mcs>
                                  <m:ctrlPr>
                                    <a:rPr lang="en-US" altLang="zh-CN" sz="1600" b="1" i="1" smtClean="0">
                                      <a:latin typeface="Cambria Math" panose="02040503050406030204" pitchFamily="18" charset="0"/>
                                    </a:rPr>
                                  </m:ctrlPr>
                                </m:mPr>
                                <m:mr>
                                  <m:e>
                                    <m:r>
                                      <m:rPr>
                                        <m:brk m:alnAt="7"/>
                                      </m:rPr>
                                      <a:rPr lang="en-US" altLang="zh-CN" sz="1600" b="1" i="1" smtClean="0">
                                        <a:latin typeface="Cambria Math" panose="02040503050406030204" pitchFamily="18" charset="0"/>
                                      </a:rPr>
                                      <m:t>−</m:t>
                                    </m:r>
                                    <m:r>
                                      <a:rPr lang="en-US" altLang="zh-CN" sz="1600" b="1" i="1" smtClean="0">
                                        <a:latin typeface="Cambria Math" panose="02040503050406030204" pitchFamily="18" charset="0"/>
                                      </a:rPr>
                                      <m:t>𝟐</m:t>
                                    </m:r>
                                  </m:e>
                                </m:mr>
                                <m:mr>
                                  <m:e>
                                    <m:r>
                                      <a:rPr lang="en-US" altLang="zh-CN" sz="1600" b="1" i="1" smtClean="0">
                                        <a:latin typeface="Cambria Math" panose="02040503050406030204" pitchFamily="18" charset="0"/>
                                      </a:rPr>
                                      <m:t>   </m:t>
                                    </m:r>
                                    <m:r>
                                      <a:rPr lang="en-US" altLang="zh-CN" sz="1600" b="1" i="1" smtClean="0">
                                        <a:latin typeface="Cambria Math" panose="02040503050406030204" pitchFamily="18" charset="0"/>
                                      </a:rPr>
                                      <m:t>𝟎</m:t>
                                    </m:r>
                                  </m:e>
                                </m:mr>
                              </m:m>
                            </m:e>
                            <m:e>
                              <m:m>
                                <m:mPr>
                                  <m:mcs>
                                    <m:mc>
                                      <m:mcPr>
                                        <m:count m:val="1"/>
                                        <m:mcJc m:val="center"/>
                                      </m:mcPr>
                                    </m:mc>
                                  </m:mcs>
                                  <m:ctrlPr>
                                    <a:rPr lang="en-US" altLang="zh-CN" sz="1600" b="1" i="1" smtClean="0">
                                      <a:latin typeface="Cambria Math" panose="02040503050406030204" pitchFamily="18" charset="0"/>
                                    </a:rPr>
                                  </m:ctrlPr>
                                </m:mPr>
                                <m:mr>
                                  <m:e>
                                    <m:r>
                                      <m:rPr>
                                        <m:brk m:alnAt="7"/>
                                      </m:rPr>
                                      <a:rPr lang="en-US" altLang="zh-CN" sz="1600" b="1" i="1" smtClean="0">
                                        <a:latin typeface="Cambria Math" panose="02040503050406030204" pitchFamily="18" charset="0"/>
                                      </a:rPr>
                                      <m:t>𝟒</m:t>
                                    </m:r>
                                  </m:e>
                                </m:mr>
                                <m:mr>
                                  <m:e>
                                    <m:r>
                                      <a:rPr lang="en-US" altLang="zh-CN" sz="1600" b="1" i="1" smtClean="0">
                                        <a:latin typeface="Cambria Math" panose="02040503050406030204" pitchFamily="18" charset="0"/>
                                      </a:rPr>
                                      <m:t>𝟎</m:t>
                                    </m:r>
                                  </m:e>
                                </m:mr>
                              </m:m>
                            </m:e>
                          </m:mr>
                        </m:m>
                      </m:e>
                    </m:d>
                  </m:oMath>
                </a14:m>
                <a:endParaRPr lang="zh-CN" altLang="en-US" sz="1600" b="1" dirty="0"/>
              </a:p>
            </p:txBody>
          </p:sp>
        </mc:Choice>
        <mc:Fallback xmlns="">
          <p:sp>
            <p:nvSpPr>
              <p:cNvPr id="13" name="文本框 12">
                <a:extLst>
                  <a:ext uri="{FF2B5EF4-FFF2-40B4-BE49-F238E27FC236}">
                    <a16:creationId xmlns:a16="http://schemas.microsoft.com/office/drawing/2014/main" id="{859D4F49-C965-4B90-BDB6-ABDD7DF3561A}"/>
                  </a:ext>
                </a:extLst>
              </p:cNvPr>
              <p:cNvSpPr txBox="1">
                <a:spLocks noRot="1" noChangeAspect="1" noMove="1" noResize="1" noEditPoints="1" noAdjustHandles="1" noChangeArrowheads="1" noChangeShapeType="1" noTextEdit="1"/>
              </p:cNvSpPr>
              <p:nvPr/>
            </p:nvSpPr>
            <p:spPr>
              <a:xfrm>
                <a:off x="308780" y="920252"/>
                <a:ext cx="3370766" cy="999441"/>
              </a:xfrm>
              <a:prstGeom prst="rect">
                <a:avLst/>
              </a:prstGeom>
              <a:blipFill>
                <a:blip r:embed="rId3"/>
                <a:stretch>
                  <a:fillRect l="-542"/>
                </a:stretch>
              </a:blipFill>
            </p:spPr>
            <p:txBody>
              <a:bodyPr/>
              <a:lstStyle/>
              <a:p>
                <a:r>
                  <a:rPr lang="zh-CN" altLang="en-US">
                    <a:noFill/>
                  </a:rPr>
                  <a:t> </a:t>
                </a:r>
              </a:p>
            </p:txBody>
          </p:sp>
        </mc:Fallback>
      </mc:AlternateContent>
      <p:sp>
        <p:nvSpPr>
          <p:cNvPr id="14" name="文本框 13">
            <a:extLst>
              <a:ext uri="{FF2B5EF4-FFF2-40B4-BE49-F238E27FC236}">
                <a16:creationId xmlns:a16="http://schemas.microsoft.com/office/drawing/2014/main" id="{CB99E9BC-6960-4070-B3F7-4A4FD2B57687}"/>
              </a:ext>
            </a:extLst>
          </p:cNvPr>
          <p:cNvSpPr txBox="1"/>
          <p:nvPr/>
        </p:nvSpPr>
        <p:spPr>
          <a:xfrm>
            <a:off x="1751785" y="1806163"/>
            <a:ext cx="1872629" cy="461665"/>
          </a:xfrm>
          <a:prstGeom prst="rect">
            <a:avLst/>
          </a:prstGeom>
          <a:noFill/>
        </p:spPr>
        <p:txBody>
          <a:bodyPr wrap="none" rtlCol="0">
            <a:spAutoFit/>
          </a:bodyPr>
          <a:lstStyle/>
          <a:p>
            <a:r>
              <a:rPr lang="en-US" altLang="zh-CN" sz="2400" b="1" dirty="0">
                <a:latin typeface="Courier New" panose="02070309020205020404" pitchFamily="49" charset="0"/>
                <a:cs typeface="Courier New" panose="02070309020205020404" pitchFamily="49" charset="0"/>
              </a:rPr>
              <a:t>M</a:t>
            </a:r>
            <a:r>
              <a:rPr lang="en-US" altLang="zh-CN" sz="2400" dirty="0">
                <a:latin typeface="Courier New" panose="02070309020205020404" pitchFamily="49" charset="0"/>
                <a:cs typeface="Courier New" panose="02070309020205020404" pitchFamily="49" charset="0"/>
              </a:rPr>
              <a:t> </a:t>
            </a:r>
            <a:r>
              <a:rPr lang="en-US" altLang="zh-CN" sz="2400" b="1" dirty="0">
                <a:solidFill>
                  <a:srgbClr val="C00000"/>
                </a:solidFill>
                <a:latin typeface="Courier New" panose="02070309020205020404" pitchFamily="49" charset="0"/>
                <a:ea typeface="等线" panose="02010600030101010101" pitchFamily="2" charset="-122"/>
                <a:cs typeface="Courier New" panose="02070309020205020404" pitchFamily="49" charset="0"/>
              </a:rPr>
              <a:t>◊ </a:t>
            </a:r>
            <a:r>
              <a:rPr lang="en-US" altLang="zh-CN" sz="2400" b="1" dirty="0">
                <a:latin typeface="Courier New" panose="02070309020205020404" pitchFamily="49" charset="0"/>
                <a:ea typeface="等线" panose="02010600030101010101" pitchFamily="2" charset="-122"/>
                <a:cs typeface="Courier New" panose="02070309020205020404" pitchFamily="49" charset="0"/>
              </a:rPr>
              <a:t>N</a:t>
            </a:r>
            <a:r>
              <a:rPr lang="en-US" altLang="zh-CN" sz="2400" b="1" dirty="0">
                <a:solidFill>
                  <a:srgbClr val="C00000"/>
                </a:solidFill>
                <a:latin typeface="Courier New" panose="02070309020205020404" pitchFamily="49" charset="0"/>
                <a:ea typeface="等线" panose="02010600030101010101" pitchFamily="2" charset="-122"/>
                <a:cs typeface="Courier New" panose="02070309020205020404" pitchFamily="49" charset="0"/>
              </a:rPr>
              <a:t> = </a:t>
            </a:r>
            <a:r>
              <a:rPr lang="en-US" altLang="zh-CN" sz="2400" b="1" dirty="0">
                <a:latin typeface="Courier New" panose="02070309020205020404" pitchFamily="49" charset="0"/>
                <a:ea typeface="等线" panose="02010600030101010101" pitchFamily="2" charset="-122"/>
                <a:cs typeface="Courier New" panose="02070309020205020404" pitchFamily="49" charset="0"/>
              </a:rPr>
              <a:t>Q</a:t>
            </a:r>
            <a:endParaRPr lang="zh-CN" altLang="en-US" sz="2400" dirty="0">
              <a:latin typeface="Courier New" panose="02070309020205020404" pitchFamily="49" charset="0"/>
              <a:cs typeface="Courier New" panose="02070309020205020404" pitchFamily="49" charset="0"/>
            </a:endParaRPr>
          </a:p>
        </p:txBody>
      </p:sp>
      <p:grpSp>
        <p:nvGrpSpPr>
          <p:cNvPr id="15" name="组合 14">
            <a:extLst>
              <a:ext uri="{FF2B5EF4-FFF2-40B4-BE49-F238E27FC236}">
                <a16:creationId xmlns:a16="http://schemas.microsoft.com/office/drawing/2014/main" id="{3C0EDCCA-254E-4E52-BEE9-98D9BE7BBD5B}"/>
              </a:ext>
            </a:extLst>
          </p:cNvPr>
          <p:cNvGrpSpPr/>
          <p:nvPr/>
        </p:nvGrpSpPr>
        <p:grpSpPr>
          <a:xfrm>
            <a:off x="193623" y="3395218"/>
            <a:ext cx="1586546" cy="1871732"/>
            <a:chOff x="336996" y="2479183"/>
            <a:chExt cx="1586546" cy="1871732"/>
          </a:xfrm>
        </p:grpSpPr>
        <p:sp>
          <p:nvSpPr>
            <p:cNvPr id="16" name="矩形 15">
              <a:extLst>
                <a:ext uri="{FF2B5EF4-FFF2-40B4-BE49-F238E27FC236}">
                  <a16:creationId xmlns:a16="http://schemas.microsoft.com/office/drawing/2014/main" id="{52944BF6-D974-49C7-BFBA-A5078835EEC5}"/>
                </a:ext>
              </a:extLst>
            </p:cNvPr>
            <p:cNvSpPr/>
            <p:nvPr/>
          </p:nvSpPr>
          <p:spPr>
            <a:xfrm>
              <a:off x="637505" y="2788276"/>
              <a:ext cx="1242811" cy="309093"/>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rgbClr val="002060"/>
                  </a:solidFill>
                </a:rPr>
                <a:t>1    1      </a:t>
              </a:r>
              <a:r>
                <a:rPr lang="en-US" altLang="zh-CN" b="1" dirty="0">
                  <a:solidFill>
                    <a:srgbClr val="C00000"/>
                  </a:solidFill>
                </a:rPr>
                <a:t>3</a:t>
              </a:r>
              <a:endParaRPr lang="zh-CN" altLang="en-US" b="1" dirty="0">
                <a:solidFill>
                  <a:srgbClr val="C00000"/>
                </a:solidFill>
              </a:endParaRPr>
            </a:p>
          </p:txBody>
        </p:sp>
        <p:sp>
          <p:nvSpPr>
            <p:cNvPr id="17" name="矩形 16">
              <a:extLst>
                <a:ext uri="{FF2B5EF4-FFF2-40B4-BE49-F238E27FC236}">
                  <a16:creationId xmlns:a16="http://schemas.microsoft.com/office/drawing/2014/main" id="{880A863A-487A-4072-9FCC-25CE69DA1D97}"/>
                </a:ext>
              </a:extLst>
            </p:cNvPr>
            <p:cNvSpPr/>
            <p:nvPr/>
          </p:nvSpPr>
          <p:spPr>
            <a:xfrm>
              <a:off x="637505" y="3097369"/>
              <a:ext cx="1242811" cy="309093"/>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rgbClr val="002060"/>
                  </a:solidFill>
                </a:rPr>
                <a:t>1    4      </a:t>
              </a:r>
              <a:r>
                <a:rPr lang="en-US" altLang="zh-CN" b="1" dirty="0">
                  <a:solidFill>
                    <a:srgbClr val="C00000"/>
                  </a:solidFill>
                </a:rPr>
                <a:t>5</a:t>
              </a:r>
              <a:endParaRPr lang="zh-CN" altLang="en-US" b="1" dirty="0">
                <a:solidFill>
                  <a:srgbClr val="C00000"/>
                </a:solidFill>
              </a:endParaRPr>
            </a:p>
          </p:txBody>
        </p:sp>
        <p:sp>
          <p:nvSpPr>
            <p:cNvPr id="18" name="矩形 17">
              <a:extLst>
                <a:ext uri="{FF2B5EF4-FFF2-40B4-BE49-F238E27FC236}">
                  <a16:creationId xmlns:a16="http://schemas.microsoft.com/office/drawing/2014/main" id="{A36EE413-B901-4780-965A-814A04BB4580}"/>
                </a:ext>
              </a:extLst>
            </p:cNvPr>
            <p:cNvSpPr/>
            <p:nvPr/>
          </p:nvSpPr>
          <p:spPr>
            <a:xfrm>
              <a:off x="637505" y="3406462"/>
              <a:ext cx="1242811" cy="309093"/>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rgbClr val="002060"/>
                  </a:solidFill>
                </a:rPr>
                <a:t>2    2    </a:t>
              </a:r>
              <a:r>
                <a:rPr lang="en-US" altLang="zh-CN" b="1" dirty="0">
                  <a:solidFill>
                    <a:srgbClr val="C00000"/>
                  </a:solidFill>
                </a:rPr>
                <a:t>-1</a:t>
              </a:r>
              <a:endParaRPr lang="zh-CN" altLang="en-US" b="1" dirty="0">
                <a:solidFill>
                  <a:srgbClr val="C00000"/>
                </a:solidFill>
              </a:endParaRPr>
            </a:p>
          </p:txBody>
        </p:sp>
        <p:sp>
          <p:nvSpPr>
            <p:cNvPr id="19" name="矩形 18">
              <a:extLst>
                <a:ext uri="{FF2B5EF4-FFF2-40B4-BE49-F238E27FC236}">
                  <a16:creationId xmlns:a16="http://schemas.microsoft.com/office/drawing/2014/main" id="{32EED386-F57F-466C-B827-A459BF799863}"/>
                </a:ext>
              </a:extLst>
            </p:cNvPr>
            <p:cNvSpPr/>
            <p:nvPr/>
          </p:nvSpPr>
          <p:spPr>
            <a:xfrm>
              <a:off x="637505" y="3715555"/>
              <a:ext cx="1242811" cy="309093"/>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rgbClr val="002060"/>
                  </a:solidFill>
                </a:rPr>
                <a:t>3    1      </a:t>
              </a:r>
              <a:r>
                <a:rPr lang="en-US" altLang="zh-CN" b="1" dirty="0">
                  <a:solidFill>
                    <a:srgbClr val="C00000"/>
                  </a:solidFill>
                </a:rPr>
                <a:t>2</a:t>
              </a:r>
              <a:endParaRPr lang="zh-CN" altLang="en-US" b="1" dirty="0">
                <a:solidFill>
                  <a:srgbClr val="C00000"/>
                </a:solidFill>
              </a:endParaRPr>
            </a:p>
          </p:txBody>
        </p:sp>
        <p:sp>
          <p:nvSpPr>
            <p:cNvPr id="20" name="矩形 19">
              <a:extLst>
                <a:ext uri="{FF2B5EF4-FFF2-40B4-BE49-F238E27FC236}">
                  <a16:creationId xmlns:a16="http://schemas.microsoft.com/office/drawing/2014/main" id="{0432BC45-2DDD-45C3-B9FD-020D5C07025B}"/>
                </a:ext>
              </a:extLst>
            </p:cNvPr>
            <p:cNvSpPr/>
            <p:nvPr/>
          </p:nvSpPr>
          <p:spPr>
            <a:xfrm>
              <a:off x="637505" y="2479183"/>
              <a:ext cx="1242812" cy="3090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err="1">
                  <a:solidFill>
                    <a:srgbClr val="00B0F0"/>
                  </a:solidFill>
                  <a:latin typeface="Courier New" panose="02070309020205020404" pitchFamily="49" charset="0"/>
                  <a:cs typeface="Courier New" panose="02070309020205020404" pitchFamily="49" charset="0"/>
                </a:rPr>
                <a:t>i</a:t>
              </a:r>
              <a:r>
                <a:rPr lang="en-US" altLang="zh-CN" b="1" dirty="0">
                  <a:solidFill>
                    <a:srgbClr val="00B0F0"/>
                  </a:solidFill>
                  <a:latin typeface="Courier New" panose="02070309020205020404" pitchFamily="49" charset="0"/>
                  <a:cs typeface="Courier New" panose="02070309020205020404" pitchFamily="49" charset="0"/>
                </a:rPr>
                <a:t>  j  e</a:t>
              </a:r>
              <a:endParaRPr lang="zh-CN" altLang="en-US" b="1" dirty="0">
                <a:solidFill>
                  <a:srgbClr val="00B0F0"/>
                </a:solidFill>
                <a:latin typeface="Courier New" panose="02070309020205020404" pitchFamily="49" charset="0"/>
                <a:cs typeface="Courier New" panose="02070309020205020404" pitchFamily="49" charset="0"/>
              </a:endParaRPr>
            </a:p>
          </p:txBody>
        </p:sp>
        <p:sp>
          <p:nvSpPr>
            <p:cNvPr id="21" name="矩形 20">
              <a:extLst>
                <a:ext uri="{FF2B5EF4-FFF2-40B4-BE49-F238E27FC236}">
                  <a16:creationId xmlns:a16="http://schemas.microsoft.com/office/drawing/2014/main" id="{085838DE-7E7A-47E3-B4DD-7EF6BCC888DE}"/>
                </a:ext>
              </a:extLst>
            </p:cNvPr>
            <p:cNvSpPr/>
            <p:nvPr/>
          </p:nvSpPr>
          <p:spPr>
            <a:xfrm>
              <a:off x="336996" y="2749640"/>
              <a:ext cx="319825" cy="12878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lnSpc>
                  <a:spcPts val="2400"/>
                </a:lnSpc>
              </a:pPr>
              <a:r>
                <a:rPr lang="en-US" altLang="zh-CN" sz="1600" b="1" dirty="0">
                  <a:solidFill>
                    <a:schemeClr val="tx1">
                      <a:lumMod val="65000"/>
                      <a:lumOff val="35000"/>
                    </a:schemeClr>
                  </a:solidFill>
                  <a:latin typeface="Courier New" panose="02070309020205020404" pitchFamily="49" charset="0"/>
                  <a:cs typeface="Courier New" panose="02070309020205020404" pitchFamily="49" charset="0"/>
                </a:rPr>
                <a:t>1</a:t>
              </a:r>
            </a:p>
            <a:p>
              <a:pPr algn="r">
                <a:lnSpc>
                  <a:spcPts val="2400"/>
                </a:lnSpc>
              </a:pPr>
              <a:r>
                <a:rPr lang="en-US" altLang="zh-CN" sz="1600" b="1" dirty="0">
                  <a:solidFill>
                    <a:schemeClr val="tx1">
                      <a:lumMod val="65000"/>
                      <a:lumOff val="35000"/>
                    </a:schemeClr>
                  </a:solidFill>
                  <a:latin typeface="Courier New" panose="02070309020205020404" pitchFamily="49" charset="0"/>
                  <a:cs typeface="Courier New" panose="02070309020205020404" pitchFamily="49" charset="0"/>
                </a:rPr>
                <a:t>2 3</a:t>
              </a:r>
            </a:p>
            <a:p>
              <a:pPr algn="r">
                <a:lnSpc>
                  <a:spcPts val="2400"/>
                </a:lnSpc>
              </a:pPr>
              <a:r>
                <a:rPr lang="en-US" altLang="zh-CN" sz="1600" b="1" dirty="0">
                  <a:solidFill>
                    <a:schemeClr val="tx1">
                      <a:lumMod val="65000"/>
                      <a:lumOff val="35000"/>
                    </a:schemeClr>
                  </a:solidFill>
                  <a:latin typeface="Courier New" panose="02070309020205020404" pitchFamily="49" charset="0"/>
                  <a:cs typeface="Courier New" panose="02070309020205020404" pitchFamily="49" charset="0"/>
                </a:rPr>
                <a:t>4</a:t>
              </a:r>
              <a:endParaRPr lang="zh-CN" altLang="en-US" sz="1600" b="1" dirty="0">
                <a:solidFill>
                  <a:schemeClr val="tx1">
                    <a:lumMod val="65000"/>
                    <a:lumOff val="35000"/>
                  </a:schemeClr>
                </a:solidFill>
                <a:latin typeface="Courier New" panose="02070309020205020404" pitchFamily="49" charset="0"/>
                <a:cs typeface="Courier New" panose="02070309020205020404" pitchFamily="49" charset="0"/>
              </a:endParaRPr>
            </a:p>
          </p:txBody>
        </p:sp>
        <p:sp>
          <p:nvSpPr>
            <p:cNvPr id="22" name="矩形 21">
              <a:extLst>
                <a:ext uri="{FF2B5EF4-FFF2-40B4-BE49-F238E27FC236}">
                  <a16:creationId xmlns:a16="http://schemas.microsoft.com/office/drawing/2014/main" id="{F748E8F2-725A-49F4-B3CE-5235C42CD2CE}"/>
                </a:ext>
              </a:extLst>
            </p:cNvPr>
            <p:cNvSpPr/>
            <p:nvPr/>
          </p:nvSpPr>
          <p:spPr>
            <a:xfrm>
              <a:off x="336996" y="4041822"/>
              <a:ext cx="1586546" cy="3090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rgbClr val="0070C0"/>
                  </a:solidFill>
                  <a:latin typeface="Courier New" panose="02070309020205020404" pitchFamily="49" charset="0"/>
                  <a:cs typeface="Courier New" panose="02070309020205020404" pitchFamily="49" charset="0"/>
                </a:rPr>
                <a:t>M-&gt;</a:t>
              </a:r>
              <a:r>
                <a:rPr lang="en-US" altLang="zh-CN" sz="2000" b="1" dirty="0" err="1">
                  <a:solidFill>
                    <a:srgbClr val="0070C0"/>
                  </a:solidFill>
                  <a:latin typeface="Courier New" panose="02070309020205020404" pitchFamily="49" charset="0"/>
                  <a:cs typeface="Courier New" panose="02070309020205020404" pitchFamily="49" charset="0"/>
                </a:rPr>
                <a:t>nzElem</a:t>
              </a:r>
              <a:endParaRPr lang="zh-CN" altLang="en-US" sz="2000" b="1" dirty="0">
                <a:solidFill>
                  <a:srgbClr val="0070C0"/>
                </a:solidFill>
                <a:latin typeface="Courier New" panose="02070309020205020404" pitchFamily="49" charset="0"/>
                <a:cs typeface="Courier New" panose="02070309020205020404" pitchFamily="49" charset="0"/>
              </a:endParaRPr>
            </a:p>
          </p:txBody>
        </p:sp>
      </p:grpSp>
      <p:grpSp>
        <p:nvGrpSpPr>
          <p:cNvPr id="23" name="组合 22">
            <a:extLst>
              <a:ext uri="{FF2B5EF4-FFF2-40B4-BE49-F238E27FC236}">
                <a16:creationId xmlns:a16="http://schemas.microsoft.com/office/drawing/2014/main" id="{882C87A7-2C45-4EEE-92B1-5A015DF9930A}"/>
              </a:ext>
            </a:extLst>
          </p:cNvPr>
          <p:cNvGrpSpPr/>
          <p:nvPr/>
        </p:nvGrpSpPr>
        <p:grpSpPr>
          <a:xfrm>
            <a:off x="1831384" y="3389852"/>
            <a:ext cx="1586546" cy="1871732"/>
            <a:chOff x="336996" y="2479183"/>
            <a:chExt cx="1586546" cy="1871732"/>
          </a:xfrm>
        </p:grpSpPr>
        <p:sp>
          <p:nvSpPr>
            <p:cNvPr id="24" name="矩形 23">
              <a:extLst>
                <a:ext uri="{FF2B5EF4-FFF2-40B4-BE49-F238E27FC236}">
                  <a16:creationId xmlns:a16="http://schemas.microsoft.com/office/drawing/2014/main" id="{A62250DC-C1B3-4394-A1E7-9032DC580769}"/>
                </a:ext>
              </a:extLst>
            </p:cNvPr>
            <p:cNvSpPr/>
            <p:nvPr/>
          </p:nvSpPr>
          <p:spPr>
            <a:xfrm>
              <a:off x="637505" y="2788276"/>
              <a:ext cx="1242811" cy="309093"/>
            </a:xfrm>
            <a:prstGeom prst="rect">
              <a:avLst/>
            </a:prstGeom>
            <a:solidFill>
              <a:srgbClr val="E1F5E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rgbClr val="002060"/>
                  </a:solidFill>
                </a:rPr>
                <a:t>1    2      </a:t>
              </a:r>
              <a:r>
                <a:rPr lang="en-US" altLang="zh-CN" b="1" dirty="0">
                  <a:solidFill>
                    <a:srgbClr val="C00000"/>
                  </a:solidFill>
                </a:rPr>
                <a:t>2</a:t>
              </a:r>
              <a:endParaRPr lang="zh-CN" altLang="en-US" b="1" dirty="0">
                <a:solidFill>
                  <a:srgbClr val="C00000"/>
                </a:solidFill>
              </a:endParaRPr>
            </a:p>
          </p:txBody>
        </p:sp>
        <p:sp>
          <p:nvSpPr>
            <p:cNvPr id="25" name="矩形 24">
              <a:extLst>
                <a:ext uri="{FF2B5EF4-FFF2-40B4-BE49-F238E27FC236}">
                  <a16:creationId xmlns:a16="http://schemas.microsoft.com/office/drawing/2014/main" id="{C60D464C-FEA0-457B-9D70-9B0C179D6F09}"/>
                </a:ext>
              </a:extLst>
            </p:cNvPr>
            <p:cNvSpPr/>
            <p:nvPr/>
          </p:nvSpPr>
          <p:spPr>
            <a:xfrm>
              <a:off x="637505" y="3097369"/>
              <a:ext cx="1242811" cy="309093"/>
            </a:xfrm>
            <a:prstGeom prst="rect">
              <a:avLst/>
            </a:prstGeom>
            <a:solidFill>
              <a:srgbClr val="E1F5E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rgbClr val="002060"/>
                  </a:solidFill>
                </a:rPr>
                <a:t>2    1      </a:t>
              </a:r>
              <a:r>
                <a:rPr lang="en-US" altLang="zh-CN" b="1" dirty="0">
                  <a:solidFill>
                    <a:srgbClr val="C00000"/>
                  </a:solidFill>
                </a:rPr>
                <a:t>1</a:t>
              </a:r>
              <a:endParaRPr lang="zh-CN" altLang="en-US" b="1" dirty="0">
                <a:solidFill>
                  <a:srgbClr val="C00000"/>
                </a:solidFill>
              </a:endParaRPr>
            </a:p>
          </p:txBody>
        </p:sp>
        <p:sp>
          <p:nvSpPr>
            <p:cNvPr id="26" name="矩形 25">
              <a:extLst>
                <a:ext uri="{FF2B5EF4-FFF2-40B4-BE49-F238E27FC236}">
                  <a16:creationId xmlns:a16="http://schemas.microsoft.com/office/drawing/2014/main" id="{58E44D5E-DFFB-483A-927D-AA07C3C81944}"/>
                </a:ext>
              </a:extLst>
            </p:cNvPr>
            <p:cNvSpPr/>
            <p:nvPr/>
          </p:nvSpPr>
          <p:spPr>
            <a:xfrm>
              <a:off x="637505" y="3406462"/>
              <a:ext cx="1242811" cy="309093"/>
            </a:xfrm>
            <a:prstGeom prst="rect">
              <a:avLst/>
            </a:prstGeom>
            <a:solidFill>
              <a:srgbClr val="E1F5E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rgbClr val="002060"/>
                  </a:solidFill>
                </a:rPr>
                <a:t>3    1    </a:t>
              </a:r>
              <a:r>
                <a:rPr lang="en-US" altLang="zh-CN" b="1" dirty="0">
                  <a:solidFill>
                    <a:srgbClr val="C00000"/>
                  </a:solidFill>
                </a:rPr>
                <a:t>-2</a:t>
              </a:r>
              <a:endParaRPr lang="zh-CN" altLang="en-US" b="1" dirty="0">
                <a:solidFill>
                  <a:srgbClr val="C00000"/>
                </a:solidFill>
              </a:endParaRPr>
            </a:p>
          </p:txBody>
        </p:sp>
        <p:sp>
          <p:nvSpPr>
            <p:cNvPr id="27" name="矩形 26">
              <a:extLst>
                <a:ext uri="{FF2B5EF4-FFF2-40B4-BE49-F238E27FC236}">
                  <a16:creationId xmlns:a16="http://schemas.microsoft.com/office/drawing/2014/main" id="{D4F4309D-437C-409D-A89A-A9AF7EA64B7B}"/>
                </a:ext>
              </a:extLst>
            </p:cNvPr>
            <p:cNvSpPr/>
            <p:nvPr/>
          </p:nvSpPr>
          <p:spPr>
            <a:xfrm>
              <a:off x="637505" y="3715555"/>
              <a:ext cx="1242811" cy="309093"/>
            </a:xfrm>
            <a:prstGeom prst="rect">
              <a:avLst/>
            </a:prstGeom>
            <a:solidFill>
              <a:srgbClr val="E1F5E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rgbClr val="002060"/>
                  </a:solidFill>
                </a:rPr>
                <a:t>3    2      </a:t>
              </a:r>
              <a:r>
                <a:rPr lang="en-US" altLang="zh-CN" b="1" dirty="0">
                  <a:solidFill>
                    <a:srgbClr val="C00000"/>
                  </a:solidFill>
                </a:rPr>
                <a:t>4</a:t>
              </a:r>
              <a:endParaRPr lang="zh-CN" altLang="en-US" b="1" dirty="0">
                <a:solidFill>
                  <a:srgbClr val="C00000"/>
                </a:solidFill>
              </a:endParaRPr>
            </a:p>
          </p:txBody>
        </p:sp>
        <p:sp>
          <p:nvSpPr>
            <p:cNvPr id="28" name="矩形 27">
              <a:extLst>
                <a:ext uri="{FF2B5EF4-FFF2-40B4-BE49-F238E27FC236}">
                  <a16:creationId xmlns:a16="http://schemas.microsoft.com/office/drawing/2014/main" id="{C1467C40-8E89-46CF-93BF-1C0FD75FA2B8}"/>
                </a:ext>
              </a:extLst>
            </p:cNvPr>
            <p:cNvSpPr/>
            <p:nvPr/>
          </p:nvSpPr>
          <p:spPr>
            <a:xfrm>
              <a:off x="637505" y="2479183"/>
              <a:ext cx="1242812" cy="3090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err="1">
                  <a:solidFill>
                    <a:srgbClr val="00B0F0"/>
                  </a:solidFill>
                  <a:latin typeface="Courier New" panose="02070309020205020404" pitchFamily="49" charset="0"/>
                  <a:cs typeface="Courier New" panose="02070309020205020404" pitchFamily="49" charset="0"/>
                </a:rPr>
                <a:t>i</a:t>
              </a:r>
              <a:r>
                <a:rPr lang="en-US" altLang="zh-CN" b="1" dirty="0">
                  <a:solidFill>
                    <a:srgbClr val="00B0F0"/>
                  </a:solidFill>
                  <a:latin typeface="Courier New" panose="02070309020205020404" pitchFamily="49" charset="0"/>
                  <a:cs typeface="Courier New" panose="02070309020205020404" pitchFamily="49" charset="0"/>
                </a:rPr>
                <a:t>  j  e</a:t>
              </a:r>
              <a:endParaRPr lang="zh-CN" altLang="en-US" b="1" dirty="0">
                <a:solidFill>
                  <a:srgbClr val="00B0F0"/>
                </a:solidFill>
                <a:latin typeface="Courier New" panose="02070309020205020404" pitchFamily="49" charset="0"/>
                <a:cs typeface="Courier New" panose="02070309020205020404" pitchFamily="49" charset="0"/>
              </a:endParaRPr>
            </a:p>
          </p:txBody>
        </p:sp>
        <p:sp>
          <p:nvSpPr>
            <p:cNvPr id="29" name="矩形 28">
              <a:extLst>
                <a:ext uri="{FF2B5EF4-FFF2-40B4-BE49-F238E27FC236}">
                  <a16:creationId xmlns:a16="http://schemas.microsoft.com/office/drawing/2014/main" id="{CA8A4C56-753E-4205-9C7E-A3D01FBF7E2C}"/>
                </a:ext>
              </a:extLst>
            </p:cNvPr>
            <p:cNvSpPr/>
            <p:nvPr/>
          </p:nvSpPr>
          <p:spPr>
            <a:xfrm>
              <a:off x="336996" y="2749640"/>
              <a:ext cx="319825" cy="12878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lnSpc>
                  <a:spcPts val="2400"/>
                </a:lnSpc>
              </a:pPr>
              <a:r>
                <a:rPr lang="en-US" altLang="zh-CN" sz="1600" b="1" dirty="0">
                  <a:solidFill>
                    <a:schemeClr val="tx1">
                      <a:lumMod val="65000"/>
                      <a:lumOff val="35000"/>
                    </a:schemeClr>
                  </a:solidFill>
                  <a:latin typeface="Courier New" panose="02070309020205020404" pitchFamily="49" charset="0"/>
                  <a:cs typeface="Courier New" panose="02070309020205020404" pitchFamily="49" charset="0"/>
                </a:rPr>
                <a:t>1</a:t>
              </a:r>
            </a:p>
            <a:p>
              <a:pPr algn="r">
                <a:lnSpc>
                  <a:spcPts val="2400"/>
                </a:lnSpc>
              </a:pPr>
              <a:r>
                <a:rPr lang="en-US" altLang="zh-CN" sz="1600" b="1" dirty="0">
                  <a:solidFill>
                    <a:schemeClr val="tx1">
                      <a:lumMod val="65000"/>
                      <a:lumOff val="35000"/>
                    </a:schemeClr>
                  </a:solidFill>
                  <a:latin typeface="Courier New" panose="02070309020205020404" pitchFamily="49" charset="0"/>
                  <a:cs typeface="Courier New" panose="02070309020205020404" pitchFamily="49" charset="0"/>
                </a:rPr>
                <a:t>2 3</a:t>
              </a:r>
            </a:p>
            <a:p>
              <a:pPr algn="r">
                <a:lnSpc>
                  <a:spcPts val="2400"/>
                </a:lnSpc>
              </a:pPr>
              <a:r>
                <a:rPr lang="en-US" altLang="zh-CN" sz="1600" b="1" dirty="0">
                  <a:solidFill>
                    <a:schemeClr val="tx1">
                      <a:lumMod val="65000"/>
                      <a:lumOff val="35000"/>
                    </a:schemeClr>
                  </a:solidFill>
                  <a:latin typeface="Courier New" panose="02070309020205020404" pitchFamily="49" charset="0"/>
                  <a:cs typeface="Courier New" panose="02070309020205020404" pitchFamily="49" charset="0"/>
                </a:rPr>
                <a:t>4</a:t>
              </a:r>
              <a:endParaRPr lang="zh-CN" altLang="en-US" sz="1600" b="1" dirty="0">
                <a:solidFill>
                  <a:schemeClr val="tx1">
                    <a:lumMod val="65000"/>
                    <a:lumOff val="35000"/>
                  </a:schemeClr>
                </a:solidFill>
                <a:latin typeface="Courier New" panose="02070309020205020404" pitchFamily="49" charset="0"/>
                <a:cs typeface="Courier New" panose="02070309020205020404" pitchFamily="49" charset="0"/>
              </a:endParaRPr>
            </a:p>
          </p:txBody>
        </p:sp>
        <p:sp>
          <p:nvSpPr>
            <p:cNvPr id="30" name="矩形 29">
              <a:extLst>
                <a:ext uri="{FF2B5EF4-FFF2-40B4-BE49-F238E27FC236}">
                  <a16:creationId xmlns:a16="http://schemas.microsoft.com/office/drawing/2014/main" id="{9CBD1463-D8AA-4C16-85A5-F76EDEA1DF45}"/>
                </a:ext>
              </a:extLst>
            </p:cNvPr>
            <p:cNvSpPr/>
            <p:nvPr/>
          </p:nvSpPr>
          <p:spPr>
            <a:xfrm>
              <a:off x="336996" y="4041822"/>
              <a:ext cx="1586546" cy="3090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rgbClr val="0070C0"/>
                  </a:solidFill>
                  <a:latin typeface="Courier New" panose="02070309020205020404" pitchFamily="49" charset="0"/>
                  <a:cs typeface="Courier New" panose="02070309020205020404" pitchFamily="49" charset="0"/>
                </a:rPr>
                <a:t>N-&gt;</a:t>
              </a:r>
              <a:r>
                <a:rPr lang="en-US" altLang="zh-CN" sz="2000" b="1" dirty="0" err="1">
                  <a:solidFill>
                    <a:srgbClr val="0070C0"/>
                  </a:solidFill>
                  <a:latin typeface="Courier New" panose="02070309020205020404" pitchFamily="49" charset="0"/>
                  <a:cs typeface="Courier New" panose="02070309020205020404" pitchFamily="49" charset="0"/>
                </a:rPr>
                <a:t>nzElem</a:t>
              </a:r>
              <a:endParaRPr lang="zh-CN" altLang="en-US" sz="2000" b="1" dirty="0">
                <a:solidFill>
                  <a:srgbClr val="0070C0"/>
                </a:solidFill>
                <a:latin typeface="Courier New" panose="02070309020205020404" pitchFamily="49" charset="0"/>
                <a:cs typeface="Courier New" panose="02070309020205020404" pitchFamily="49" charset="0"/>
              </a:endParaRPr>
            </a:p>
          </p:txBody>
        </p:sp>
      </p:grpSp>
      <p:sp>
        <p:nvSpPr>
          <p:cNvPr id="35" name="矩形 34">
            <a:extLst>
              <a:ext uri="{FF2B5EF4-FFF2-40B4-BE49-F238E27FC236}">
                <a16:creationId xmlns:a16="http://schemas.microsoft.com/office/drawing/2014/main" id="{88CEE447-5AC0-4B96-95E2-AE247BD8CA61}"/>
              </a:ext>
            </a:extLst>
          </p:cNvPr>
          <p:cNvSpPr/>
          <p:nvPr/>
        </p:nvSpPr>
        <p:spPr>
          <a:xfrm>
            <a:off x="3746034" y="3389852"/>
            <a:ext cx="1242812" cy="3090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err="1">
                <a:solidFill>
                  <a:srgbClr val="00B0F0"/>
                </a:solidFill>
                <a:latin typeface="Courier New" panose="02070309020205020404" pitchFamily="49" charset="0"/>
                <a:cs typeface="Courier New" panose="02070309020205020404" pitchFamily="49" charset="0"/>
              </a:rPr>
              <a:t>i</a:t>
            </a:r>
            <a:r>
              <a:rPr lang="en-US" altLang="zh-CN" b="1" dirty="0">
                <a:solidFill>
                  <a:srgbClr val="00B0F0"/>
                </a:solidFill>
                <a:latin typeface="Courier New" panose="02070309020205020404" pitchFamily="49" charset="0"/>
                <a:cs typeface="Courier New" panose="02070309020205020404" pitchFamily="49" charset="0"/>
              </a:rPr>
              <a:t>  j  e</a:t>
            </a:r>
            <a:endParaRPr lang="zh-CN" altLang="en-US" b="1" dirty="0">
              <a:solidFill>
                <a:srgbClr val="00B0F0"/>
              </a:solidFill>
              <a:latin typeface="Courier New" panose="02070309020205020404" pitchFamily="49" charset="0"/>
              <a:cs typeface="Courier New" panose="02070309020205020404" pitchFamily="49" charset="0"/>
            </a:endParaRPr>
          </a:p>
        </p:txBody>
      </p:sp>
      <p:grpSp>
        <p:nvGrpSpPr>
          <p:cNvPr id="2" name="组合 1">
            <a:extLst>
              <a:ext uri="{FF2B5EF4-FFF2-40B4-BE49-F238E27FC236}">
                <a16:creationId xmlns:a16="http://schemas.microsoft.com/office/drawing/2014/main" id="{AC4A5572-A717-448D-BA41-4E179E7B1881}"/>
              </a:ext>
            </a:extLst>
          </p:cNvPr>
          <p:cNvGrpSpPr/>
          <p:nvPr/>
        </p:nvGrpSpPr>
        <p:grpSpPr>
          <a:xfrm>
            <a:off x="3477720" y="3660310"/>
            <a:ext cx="1511125" cy="374152"/>
            <a:chOff x="3477720" y="3660310"/>
            <a:chExt cx="1511125" cy="374152"/>
          </a:xfrm>
        </p:grpSpPr>
        <p:sp>
          <p:nvSpPr>
            <p:cNvPr id="32" name="矩形 31">
              <a:extLst>
                <a:ext uri="{FF2B5EF4-FFF2-40B4-BE49-F238E27FC236}">
                  <a16:creationId xmlns:a16="http://schemas.microsoft.com/office/drawing/2014/main" id="{785129B3-94A5-4969-A50E-6ADE66FDF6E4}"/>
                </a:ext>
              </a:extLst>
            </p:cNvPr>
            <p:cNvSpPr/>
            <p:nvPr/>
          </p:nvSpPr>
          <p:spPr>
            <a:xfrm>
              <a:off x="3746034" y="3698945"/>
              <a:ext cx="1242811" cy="309093"/>
            </a:xfrm>
            <a:prstGeom prst="rect">
              <a:avLst/>
            </a:prstGeom>
            <a:solidFill>
              <a:srgbClr val="FFFAE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rgbClr val="002060"/>
                  </a:solidFill>
                </a:rPr>
                <a:t>1    2      </a:t>
              </a:r>
              <a:r>
                <a:rPr lang="en-US" altLang="zh-CN" b="1" dirty="0">
                  <a:solidFill>
                    <a:srgbClr val="C00000"/>
                  </a:solidFill>
                </a:rPr>
                <a:t>6</a:t>
              </a:r>
              <a:endParaRPr lang="zh-CN" altLang="en-US" b="1" dirty="0">
                <a:solidFill>
                  <a:srgbClr val="C00000"/>
                </a:solidFill>
              </a:endParaRPr>
            </a:p>
          </p:txBody>
        </p:sp>
        <p:sp>
          <p:nvSpPr>
            <p:cNvPr id="36" name="矩形 35">
              <a:extLst>
                <a:ext uri="{FF2B5EF4-FFF2-40B4-BE49-F238E27FC236}">
                  <a16:creationId xmlns:a16="http://schemas.microsoft.com/office/drawing/2014/main" id="{8291B277-2FF7-4090-8D44-A7E1EB8F2728}"/>
                </a:ext>
              </a:extLst>
            </p:cNvPr>
            <p:cNvSpPr/>
            <p:nvPr/>
          </p:nvSpPr>
          <p:spPr>
            <a:xfrm>
              <a:off x="3477720" y="3660310"/>
              <a:ext cx="319825" cy="37415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lnSpc>
                  <a:spcPts val="2400"/>
                </a:lnSpc>
              </a:pPr>
              <a:r>
                <a:rPr lang="en-US" altLang="zh-CN" sz="1600" b="1" dirty="0">
                  <a:solidFill>
                    <a:schemeClr val="tx1">
                      <a:lumMod val="65000"/>
                      <a:lumOff val="35000"/>
                    </a:schemeClr>
                  </a:solidFill>
                  <a:latin typeface="Courier New" panose="02070309020205020404" pitchFamily="49" charset="0"/>
                  <a:cs typeface="Courier New" panose="02070309020205020404" pitchFamily="49" charset="0"/>
                </a:rPr>
                <a:t>1</a:t>
              </a:r>
            </a:p>
          </p:txBody>
        </p:sp>
      </p:grpSp>
      <p:sp>
        <p:nvSpPr>
          <p:cNvPr id="37" name="矩形 36">
            <a:extLst>
              <a:ext uri="{FF2B5EF4-FFF2-40B4-BE49-F238E27FC236}">
                <a16:creationId xmlns:a16="http://schemas.microsoft.com/office/drawing/2014/main" id="{94E5FC7D-54C4-42B7-AE0C-F9B287DAEF20}"/>
              </a:ext>
            </a:extLst>
          </p:cNvPr>
          <p:cNvSpPr/>
          <p:nvPr/>
        </p:nvSpPr>
        <p:spPr>
          <a:xfrm>
            <a:off x="3477719" y="4952491"/>
            <a:ext cx="1555334" cy="3090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a:solidFill>
                  <a:srgbClr val="0070C0"/>
                </a:solidFill>
                <a:latin typeface="Courier New" panose="02070309020205020404" pitchFamily="49" charset="0"/>
                <a:cs typeface="Courier New" panose="02070309020205020404" pitchFamily="49" charset="0"/>
              </a:rPr>
              <a:t>Q-&gt;</a:t>
            </a:r>
            <a:r>
              <a:rPr lang="en-US" altLang="zh-CN" sz="2000" b="1" dirty="0" err="1">
                <a:solidFill>
                  <a:srgbClr val="0070C0"/>
                </a:solidFill>
                <a:latin typeface="Courier New" panose="02070309020205020404" pitchFamily="49" charset="0"/>
                <a:cs typeface="Courier New" panose="02070309020205020404" pitchFamily="49" charset="0"/>
              </a:rPr>
              <a:t>nzElem</a:t>
            </a:r>
            <a:endParaRPr lang="zh-CN" altLang="en-US" sz="2000" b="1" dirty="0">
              <a:solidFill>
                <a:srgbClr val="0070C0"/>
              </a:solidFill>
              <a:latin typeface="Courier New" panose="02070309020205020404" pitchFamily="49" charset="0"/>
              <a:cs typeface="Courier New" panose="02070309020205020404" pitchFamily="49" charset="0"/>
            </a:endParaRPr>
          </a:p>
        </p:txBody>
      </p:sp>
      <p:grpSp>
        <p:nvGrpSpPr>
          <p:cNvPr id="38" name="组合 37">
            <a:extLst>
              <a:ext uri="{FF2B5EF4-FFF2-40B4-BE49-F238E27FC236}">
                <a16:creationId xmlns:a16="http://schemas.microsoft.com/office/drawing/2014/main" id="{A7A13E7C-1B53-4BFD-BEEB-A846AC328CAE}"/>
              </a:ext>
            </a:extLst>
          </p:cNvPr>
          <p:cNvGrpSpPr/>
          <p:nvPr/>
        </p:nvGrpSpPr>
        <p:grpSpPr>
          <a:xfrm>
            <a:off x="3331159" y="5494777"/>
            <a:ext cx="1701894" cy="629604"/>
            <a:chOff x="2826403" y="4761436"/>
            <a:chExt cx="2418344" cy="629604"/>
          </a:xfrm>
        </p:grpSpPr>
        <p:sp>
          <p:nvSpPr>
            <p:cNvPr id="39" name="矩形 38">
              <a:extLst>
                <a:ext uri="{FF2B5EF4-FFF2-40B4-BE49-F238E27FC236}">
                  <a16:creationId xmlns:a16="http://schemas.microsoft.com/office/drawing/2014/main" id="{2A8C73B4-D2AA-4074-B527-147C3540B89D}"/>
                </a:ext>
              </a:extLst>
            </p:cNvPr>
            <p:cNvSpPr/>
            <p:nvPr/>
          </p:nvSpPr>
          <p:spPr>
            <a:xfrm>
              <a:off x="4123597" y="5030754"/>
              <a:ext cx="1071318" cy="360286"/>
            </a:xfrm>
            <a:prstGeom prst="rect">
              <a:avLst/>
            </a:prstGeom>
            <a:solidFill>
              <a:srgbClr val="FFFAE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dirty="0">
                <a:solidFill>
                  <a:srgbClr val="C00000"/>
                </a:solidFill>
              </a:endParaRPr>
            </a:p>
          </p:txBody>
        </p:sp>
        <p:sp>
          <p:nvSpPr>
            <p:cNvPr id="40" name="矩形 39">
              <a:extLst>
                <a:ext uri="{FF2B5EF4-FFF2-40B4-BE49-F238E27FC236}">
                  <a16:creationId xmlns:a16="http://schemas.microsoft.com/office/drawing/2014/main" id="{C106B3EA-A151-445B-B238-027524525B58}"/>
                </a:ext>
              </a:extLst>
            </p:cNvPr>
            <p:cNvSpPr/>
            <p:nvPr/>
          </p:nvSpPr>
          <p:spPr>
            <a:xfrm>
              <a:off x="4123597" y="4761436"/>
              <a:ext cx="1121150" cy="2861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2400"/>
                </a:lnSpc>
              </a:pPr>
              <a:r>
                <a:rPr lang="en-US" altLang="zh-CN" sz="1600" b="1" dirty="0">
                  <a:solidFill>
                    <a:schemeClr val="tx1">
                      <a:lumMod val="65000"/>
                      <a:lumOff val="35000"/>
                    </a:schemeClr>
                  </a:solidFill>
                  <a:latin typeface="Courier New" panose="02070309020205020404" pitchFamily="49" charset="0"/>
                  <a:cs typeface="Courier New" panose="02070309020205020404" pitchFamily="49" charset="0"/>
                </a:rPr>
                <a:t>1  2  </a:t>
              </a:r>
              <a:endParaRPr lang="zh-CN" altLang="en-US" sz="1600" b="1" dirty="0">
                <a:solidFill>
                  <a:schemeClr val="tx1">
                    <a:lumMod val="65000"/>
                    <a:lumOff val="35000"/>
                  </a:schemeClr>
                </a:solidFill>
                <a:latin typeface="Courier New" panose="02070309020205020404" pitchFamily="49" charset="0"/>
                <a:cs typeface="Courier New" panose="02070309020205020404" pitchFamily="49" charset="0"/>
              </a:endParaRPr>
            </a:p>
          </p:txBody>
        </p:sp>
        <p:sp>
          <p:nvSpPr>
            <p:cNvPr id="41" name="矩形 40">
              <a:extLst>
                <a:ext uri="{FF2B5EF4-FFF2-40B4-BE49-F238E27FC236}">
                  <a16:creationId xmlns:a16="http://schemas.microsoft.com/office/drawing/2014/main" id="{82314A1B-4F69-4793-843B-108ED34838BF}"/>
                </a:ext>
              </a:extLst>
            </p:cNvPr>
            <p:cNvSpPr/>
            <p:nvPr/>
          </p:nvSpPr>
          <p:spPr>
            <a:xfrm>
              <a:off x="2826403" y="5080373"/>
              <a:ext cx="1365693" cy="2861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lnSpc>
                  <a:spcPts val="2400"/>
                </a:lnSpc>
              </a:pPr>
              <a:r>
                <a:rPr lang="en-US" altLang="zh-CN" sz="2000" b="1" dirty="0" err="1">
                  <a:solidFill>
                    <a:schemeClr val="tx1">
                      <a:lumMod val="65000"/>
                      <a:lumOff val="35000"/>
                    </a:schemeClr>
                  </a:solidFill>
                  <a:latin typeface="Courier New" panose="02070309020205020404" pitchFamily="49" charset="0"/>
                  <a:cs typeface="Courier New" panose="02070309020205020404" pitchFamily="49" charset="0"/>
                </a:rPr>
                <a:t>ctemp</a:t>
              </a:r>
              <a:endParaRPr lang="zh-CN" altLang="en-US" sz="2000" b="1" dirty="0">
                <a:solidFill>
                  <a:schemeClr val="tx1">
                    <a:lumMod val="65000"/>
                    <a:lumOff val="35000"/>
                  </a:schemeClr>
                </a:solidFill>
                <a:latin typeface="Courier New" panose="02070309020205020404" pitchFamily="49" charset="0"/>
                <a:cs typeface="Courier New" panose="02070309020205020404" pitchFamily="49" charset="0"/>
              </a:endParaRPr>
            </a:p>
          </p:txBody>
        </p:sp>
      </p:grpSp>
      <p:sp>
        <p:nvSpPr>
          <p:cNvPr id="42" name="矩形: 圆角 41">
            <a:extLst>
              <a:ext uri="{FF2B5EF4-FFF2-40B4-BE49-F238E27FC236}">
                <a16:creationId xmlns:a16="http://schemas.microsoft.com/office/drawing/2014/main" id="{EF99B9C5-9E5E-45DE-9057-8B5EE60EA38F}"/>
              </a:ext>
            </a:extLst>
          </p:cNvPr>
          <p:cNvSpPr/>
          <p:nvPr/>
        </p:nvSpPr>
        <p:spPr>
          <a:xfrm>
            <a:off x="825911" y="266042"/>
            <a:ext cx="3476564" cy="553022"/>
          </a:xfrm>
          <a:prstGeom prst="roundRect">
            <a:avLst/>
          </a:prstGeom>
          <a:solidFill>
            <a:schemeClr val="tx2">
              <a:lumMod val="10000"/>
              <a:lumOff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rgbClr val="C00000"/>
                </a:solidFill>
                <a:effectLst>
                  <a:outerShdw blurRad="38100" dist="38100" dir="2700000" algn="tl">
                    <a:srgbClr val="000000">
                      <a:alpha val="43137"/>
                    </a:srgbClr>
                  </a:outerShdw>
                </a:effectLst>
              </a:rPr>
              <a:t>算法</a:t>
            </a:r>
            <a:r>
              <a:rPr lang="en-US" altLang="zh-CN" sz="2400" b="1" dirty="0">
                <a:solidFill>
                  <a:srgbClr val="C00000"/>
                </a:solidFill>
                <a:effectLst>
                  <a:outerShdw blurRad="38100" dist="38100" dir="2700000" algn="tl">
                    <a:srgbClr val="000000">
                      <a:alpha val="43137"/>
                    </a:srgbClr>
                  </a:outerShdw>
                </a:effectLst>
              </a:rPr>
              <a:t>5.5  </a:t>
            </a:r>
            <a:r>
              <a:rPr lang="zh-CN" altLang="en-US" sz="2400" b="1" dirty="0">
                <a:solidFill>
                  <a:srgbClr val="002060"/>
                </a:solidFill>
                <a:effectLst>
                  <a:outerShdw blurRad="38100" dist="38100" dir="2700000" algn="tl">
                    <a:srgbClr val="000000">
                      <a:alpha val="43137"/>
                    </a:srgbClr>
                  </a:outerShdw>
                </a:effectLst>
              </a:rPr>
              <a:t>稀疏矩阵相乘</a:t>
            </a:r>
          </a:p>
        </p:txBody>
      </p:sp>
      <mc:AlternateContent xmlns:mc="http://schemas.openxmlformats.org/markup-compatibility/2006" xmlns:a14="http://schemas.microsoft.com/office/drawing/2010/main">
        <mc:Choice Requires="a14">
          <p:sp>
            <p:nvSpPr>
              <p:cNvPr id="43" name="文本框 42">
                <a:extLst>
                  <a:ext uri="{FF2B5EF4-FFF2-40B4-BE49-F238E27FC236}">
                    <a16:creationId xmlns:a16="http://schemas.microsoft.com/office/drawing/2014/main" id="{44FAA999-07E6-45F1-AA0D-78CE102AF480}"/>
                  </a:ext>
                </a:extLst>
              </p:cNvPr>
              <p:cNvSpPr txBox="1"/>
              <p:nvPr/>
            </p:nvSpPr>
            <p:spPr>
              <a:xfrm>
                <a:off x="203182" y="2244503"/>
                <a:ext cx="4870367" cy="432619"/>
              </a:xfrm>
              <a:prstGeom prst="rect">
                <a:avLst/>
              </a:prstGeom>
              <a:solidFill>
                <a:srgbClr val="FFFAEB"/>
              </a:solidFill>
            </p:spPr>
            <p:txBody>
              <a:bodyPr wrap="square" rtlCol="0">
                <a:spAutoFit/>
              </a:bodyPr>
              <a:lstStyle/>
              <a:p>
                <a:r>
                  <a:rPr lang="zh-CN" altLang="en-US" sz="2000" b="1" dirty="0">
                    <a:latin typeface="Courier New" panose="02070309020205020404" pitchFamily="49" charset="0"/>
                    <a:cs typeface="Courier New" panose="02070309020205020404" pitchFamily="49" charset="0"/>
                  </a:rPr>
                  <a:t>矩阵乘法规则：</a:t>
                </a:r>
                <a:r>
                  <a:rPr lang="en-US" altLang="zh-CN" sz="2200" b="1" i="1" dirty="0" err="1">
                    <a:latin typeface="Courier New" panose="02070309020205020404" pitchFamily="49" charset="0"/>
                    <a:cs typeface="Courier New" panose="02070309020205020404" pitchFamily="49" charset="0"/>
                  </a:rPr>
                  <a:t>q</a:t>
                </a:r>
                <a:r>
                  <a:rPr lang="en-US" altLang="zh-CN" sz="2200" b="1" i="1" baseline="-25000" dirty="0" err="1">
                    <a:solidFill>
                      <a:srgbClr val="C00000"/>
                    </a:solidFill>
                    <a:latin typeface="Courier New" panose="02070309020205020404" pitchFamily="49" charset="0"/>
                    <a:cs typeface="Courier New" panose="02070309020205020404" pitchFamily="49" charset="0"/>
                  </a:rPr>
                  <a:t>ij</a:t>
                </a:r>
                <a:r>
                  <a:rPr lang="en-US" altLang="zh-CN" sz="2200" b="1" dirty="0">
                    <a:latin typeface="Courier New" panose="02070309020205020404" pitchFamily="49" charset="0"/>
                    <a:cs typeface="Courier New" panose="02070309020205020404" pitchFamily="49" charset="0"/>
                  </a:rPr>
                  <a:t> = </a:t>
                </a:r>
                <a14:m>
                  <m:oMath xmlns:m="http://schemas.openxmlformats.org/officeDocument/2006/math">
                    <m:nary>
                      <m:naryPr>
                        <m:chr m:val="∑"/>
                        <m:limLoc m:val="subSup"/>
                        <m:ctrlPr>
                          <a:rPr lang="en-US" altLang="zh-CN" sz="2200" b="1" i="1" smtClean="0">
                            <a:latin typeface="Cambria Math" panose="02040503050406030204" pitchFamily="18" charset="0"/>
                            <a:cs typeface="Courier New" panose="02070309020205020404" pitchFamily="49" charset="0"/>
                          </a:rPr>
                        </m:ctrlPr>
                      </m:naryPr>
                      <m:sub>
                        <m:r>
                          <m:rPr>
                            <m:brk m:alnAt="25"/>
                          </m:rPr>
                          <a:rPr lang="en-US" altLang="zh-CN" sz="2200" b="1" i="1" smtClean="0">
                            <a:latin typeface="Cambria Math" panose="02040503050406030204" pitchFamily="18" charset="0"/>
                            <a:cs typeface="Courier New" panose="02070309020205020404" pitchFamily="49" charset="0"/>
                          </a:rPr>
                          <m:t>𝒌</m:t>
                        </m:r>
                        <m:r>
                          <a:rPr lang="en-US" altLang="zh-CN" sz="2200" b="1" i="1" smtClean="0">
                            <a:latin typeface="Cambria Math" panose="02040503050406030204" pitchFamily="18" charset="0"/>
                            <a:cs typeface="Courier New" panose="02070309020205020404" pitchFamily="49" charset="0"/>
                          </a:rPr>
                          <m:t>=</m:t>
                        </m:r>
                        <m:r>
                          <a:rPr lang="en-US" altLang="zh-CN" sz="2200" b="1" i="1" smtClean="0">
                            <a:latin typeface="Cambria Math" panose="02040503050406030204" pitchFamily="18" charset="0"/>
                            <a:cs typeface="Courier New" panose="02070309020205020404" pitchFamily="49" charset="0"/>
                          </a:rPr>
                          <m:t>𝟏</m:t>
                        </m:r>
                      </m:sub>
                      <m:sup>
                        <m:r>
                          <a:rPr lang="en-US" altLang="zh-CN" sz="2200" b="1" i="1" smtClean="0">
                            <a:latin typeface="Cambria Math" panose="02040503050406030204" pitchFamily="18" charset="0"/>
                            <a:cs typeface="Courier New" panose="02070309020205020404" pitchFamily="49" charset="0"/>
                          </a:rPr>
                          <m:t>𝒏</m:t>
                        </m:r>
                        <m:r>
                          <a:rPr lang="en-US" altLang="zh-CN" sz="2200" b="1" i="1" baseline="-25000" smtClean="0">
                            <a:latin typeface="Cambria Math" panose="02040503050406030204" pitchFamily="18" charset="0"/>
                            <a:cs typeface="Courier New" panose="02070309020205020404" pitchFamily="49" charset="0"/>
                          </a:rPr>
                          <m:t>𝟏</m:t>
                        </m:r>
                      </m:sup>
                      <m:e>
                        <m:r>
                          <a:rPr lang="en-US" altLang="zh-CN" sz="2200" b="1" i="1" smtClean="0">
                            <a:latin typeface="Cambria Math" panose="02040503050406030204" pitchFamily="18" charset="0"/>
                            <a:cs typeface="Courier New" panose="02070309020205020404" pitchFamily="49" charset="0"/>
                          </a:rPr>
                          <m:t>𝒎</m:t>
                        </m:r>
                        <m:r>
                          <a:rPr lang="en-US" altLang="zh-CN" sz="2200" b="1" i="1" baseline="-25000" smtClean="0">
                            <a:solidFill>
                              <a:srgbClr val="C00000"/>
                            </a:solidFill>
                            <a:latin typeface="Cambria Math" panose="02040503050406030204" pitchFamily="18" charset="0"/>
                            <a:cs typeface="Courier New" panose="02070309020205020404" pitchFamily="49" charset="0"/>
                          </a:rPr>
                          <m:t>𝒊</m:t>
                        </m:r>
                        <m:r>
                          <a:rPr lang="en-US" altLang="zh-CN" sz="2200" b="1" i="1" baseline="-25000" smtClean="0">
                            <a:latin typeface="Cambria Math" panose="02040503050406030204" pitchFamily="18" charset="0"/>
                            <a:cs typeface="Courier New" panose="02070309020205020404" pitchFamily="49" charset="0"/>
                          </a:rPr>
                          <m:t>𝒌</m:t>
                        </m:r>
                        <m:r>
                          <a:rPr lang="en-US" altLang="zh-CN" sz="2200" b="1" i="1" smtClean="0">
                            <a:latin typeface="Cambria Math" panose="02040503050406030204" pitchFamily="18" charset="0"/>
                            <a:ea typeface="Cambria Math" panose="02040503050406030204" pitchFamily="18" charset="0"/>
                            <a:cs typeface="Courier New" panose="02070309020205020404" pitchFamily="49" charset="0"/>
                          </a:rPr>
                          <m:t>×</m:t>
                        </m:r>
                        <m:r>
                          <a:rPr lang="en-US" altLang="zh-CN" sz="2200" b="1" i="1" smtClean="0">
                            <a:latin typeface="Cambria Math" panose="02040503050406030204" pitchFamily="18" charset="0"/>
                            <a:ea typeface="Cambria Math" panose="02040503050406030204" pitchFamily="18" charset="0"/>
                            <a:cs typeface="Courier New" panose="02070309020205020404" pitchFamily="49" charset="0"/>
                          </a:rPr>
                          <m:t>𝒏𝒌𝒋</m:t>
                        </m:r>
                      </m:e>
                    </m:nary>
                  </m:oMath>
                </a14:m>
                <a:endParaRPr lang="zh-CN" altLang="en-US" sz="2200" b="1" dirty="0">
                  <a:latin typeface="Courier New" panose="02070309020205020404" pitchFamily="49" charset="0"/>
                  <a:cs typeface="Courier New" panose="02070309020205020404" pitchFamily="49" charset="0"/>
                </a:endParaRPr>
              </a:p>
            </p:txBody>
          </p:sp>
        </mc:Choice>
        <mc:Fallback xmlns="">
          <p:sp>
            <p:nvSpPr>
              <p:cNvPr id="43" name="文本框 42">
                <a:extLst>
                  <a:ext uri="{FF2B5EF4-FFF2-40B4-BE49-F238E27FC236}">
                    <a16:creationId xmlns:a16="http://schemas.microsoft.com/office/drawing/2014/main" id="{44FAA999-07E6-45F1-AA0D-78CE102AF480}"/>
                  </a:ext>
                </a:extLst>
              </p:cNvPr>
              <p:cNvSpPr txBox="1">
                <a:spLocks noRot="1" noChangeAspect="1" noMove="1" noResize="1" noEditPoints="1" noAdjustHandles="1" noChangeArrowheads="1" noChangeShapeType="1" noTextEdit="1"/>
              </p:cNvSpPr>
              <p:nvPr/>
            </p:nvSpPr>
            <p:spPr>
              <a:xfrm>
                <a:off x="203182" y="2244503"/>
                <a:ext cx="4870367" cy="432619"/>
              </a:xfrm>
              <a:prstGeom prst="rect">
                <a:avLst/>
              </a:prstGeom>
              <a:blipFill>
                <a:blip r:embed="rId4"/>
                <a:stretch>
                  <a:fillRect l="-1252" t="-129577" b="-185915"/>
                </a:stretch>
              </a:blipFill>
            </p:spPr>
            <p:txBody>
              <a:bodyPr/>
              <a:lstStyle/>
              <a:p>
                <a:r>
                  <a:rPr lang="zh-CN" altLang="en-US">
                    <a:noFill/>
                  </a:rPr>
                  <a:t> </a:t>
                </a:r>
              </a:p>
            </p:txBody>
          </p:sp>
        </mc:Fallback>
      </mc:AlternateContent>
      <p:sp>
        <p:nvSpPr>
          <p:cNvPr id="44" name="文本框 43">
            <a:extLst>
              <a:ext uri="{FF2B5EF4-FFF2-40B4-BE49-F238E27FC236}">
                <a16:creationId xmlns:a16="http://schemas.microsoft.com/office/drawing/2014/main" id="{27036886-891E-40D1-A669-D210A63173D0}"/>
              </a:ext>
            </a:extLst>
          </p:cNvPr>
          <p:cNvSpPr txBox="1"/>
          <p:nvPr/>
        </p:nvSpPr>
        <p:spPr>
          <a:xfrm>
            <a:off x="4313162" y="5764750"/>
            <a:ext cx="282498" cy="369332"/>
          </a:xfrm>
          <a:prstGeom prst="rect">
            <a:avLst/>
          </a:prstGeom>
          <a:noFill/>
        </p:spPr>
        <p:txBody>
          <a:bodyPr wrap="square" lIns="72000" tIns="0" rIns="72000" bIns="0" rtlCol="0">
            <a:spAutoFit/>
          </a:bodyPr>
          <a:lstStyle/>
          <a:p>
            <a:pPr algn="ctr"/>
            <a:r>
              <a:rPr lang="en-US" altLang="zh-CN" sz="2400" b="1" dirty="0">
                <a:solidFill>
                  <a:srgbClr val="2F18D8"/>
                </a:solidFill>
                <a:effectLst>
                  <a:outerShdw blurRad="38100" dist="38100" dir="2700000" algn="tl">
                    <a:srgbClr val="000000">
                      <a:alpha val="43137"/>
                    </a:srgbClr>
                  </a:outerShdw>
                </a:effectLst>
              </a:rPr>
              <a:t>0</a:t>
            </a:r>
            <a:endParaRPr lang="zh-CN" altLang="en-US" sz="2400" b="1" dirty="0">
              <a:solidFill>
                <a:srgbClr val="2F18D8"/>
              </a:solidFill>
              <a:effectLst>
                <a:outerShdw blurRad="38100" dist="38100" dir="2700000" algn="tl">
                  <a:srgbClr val="000000">
                    <a:alpha val="43137"/>
                  </a:srgbClr>
                </a:outerShdw>
              </a:effectLst>
            </a:endParaRPr>
          </a:p>
        </p:txBody>
      </p:sp>
      <p:sp>
        <p:nvSpPr>
          <p:cNvPr id="45" name="文本框 44">
            <a:extLst>
              <a:ext uri="{FF2B5EF4-FFF2-40B4-BE49-F238E27FC236}">
                <a16:creationId xmlns:a16="http://schemas.microsoft.com/office/drawing/2014/main" id="{AB385F1E-2F30-4746-8CE7-78D87F963335}"/>
              </a:ext>
            </a:extLst>
          </p:cNvPr>
          <p:cNvSpPr txBox="1"/>
          <p:nvPr/>
        </p:nvSpPr>
        <p:spPr>
          <a:xfrm>
            <a:off x="4686729" y="5762523"/>
            <a:ext cx="282498" cy="369332"/>
          </a:xfrm>
          <a:prstGeom prst="rect">
            <a:avLst/>
          </a:prstGeom>
          <a:noFill/>
        </p:spPr>
        <p:txBody>
          <a:bodyPr wrap="square" lIns="72000" tIns="0" rIns="72000" bIns="0" rtlCol="0">
            <a:spAutoFit/>
          </a:bodyPr>
          <a:lstStyle/>
          <a:p>
            <a:pPr algn="ctr"/>
            <a:r>
              <a:rPr lang="en-US" altLang="zh-CN" sz="2400" b="1" dirty="0">
                <a:solidFill>
                  <a:srgbClr val="2F18D8"/>
                </a:solidFill>
                <a:effectLst>
                  <a:outerShdw blurRad="38100" dist="38100" dir="2700000" algn="tl">
                    <a:srgbClr val="000000">
                      <a:alpha val="43137"/>
                    </a:srgbClr>
                  </a:outerShdw>
                </a:effectLst>
              </a:rPr>
              <a:t>0</a:t>
            </a:r>
            <a:endParaRPr lang="zh-CN" altLang="en-US" sz="2400" b="1" dirty="0">
              <a:solidFill>
                <a:srgbClr val="2F18D8"/>
              </a:solidFill>
              <a:effectLst>
                <a:outerShdw blurRad="38100" dist="38100" dir="2700000" algn="tl">
                  <a:srgbClr val="000000">
                    <a:alpha val="43137"/>
                  </a:srgbClr>
                </a:outerShdw>
              </a:effectLst>
            </a:endParaRPr>
          </a:p>
        </p:txBody>
      </p:sp>
      <mc:AlternateContent xmlns:mc="http://schemas.openxmlformats.org/markup-compatibility/2006" xmlns:a14="http://schemas.microsoft.com/office/drawing/2010/main">
        <mc:Choice Requires="a14">
          <p:sp>
            <p:nvSpPr>
              <p:cNvPr id="46" name="文本框 45">
                <a:extLst>
                  <a:ext uri="{FF2B5EF4-FFF2-40B4-BE49-F238E27FC236}">
                    <a16:creationId xmlns:a16="http://schemas.microsoft.com/office/drawing/2014/main" id="{34BF6223-1556-42FC-9891-8D5F4D81A5EF}"/>
                  </a:ext>
                </a:extLst>
              </p:cNvPr>
              <p:cNvSpPr txBox="1"/>
              <p:nvPr/>
            </p:nvSpPr>
            <p:spPr>
              <a:xfrm>
                <a:off x="3789497" y="1014604"/>
                <a:ext cx="1383520" cy="810735"/>
              </a:xfrm>
              <a:prstGeom prst="rect">
                <a:avLst/>
              </a:prstGeom>
              <a:noFill/>
            </p:spPr>
            <p:txBody>
              <a:bodyPr wrap="none" rtlCol="0">
                <a:spAutoFit/>
              </a:bodyPr>
              <a:lstStyle/>
              <a:p>
                <a:r>
                  <a:rPr lang="en-US" altLang="zh-CN" sz="1800" b="1" dirty="0"/>
                  <a:t>Q=</a:t>
                </a:r>
                <a14:m>
                  <m:oMath xmlns:m="http://schemas.openxmlformats.org/officeDocument/2006/math">
                    <m:d>
                      <m:dPr>
                        <m:begChr m:val="["/>
                        <m:endChr m:val="]"/>
                        <m:ctrlPr>
                          <a:rPr lang="en-US" altLang="zh-CN" sz="1800" b="1" i="1" smtClean="0">
                            <a:latin typeface="Cambria Math" panose="02040503050406030204" pitchFamily="18" charset="0"/>
                          </a:rPr>
                        </m:ctrlPr>
                      </m:dPr>
                      <m:e>
                        <m:m>
                          <m:mPr>
                            <m:mcs>
                              <m:mc>
                                <m:mcPr>
                                  <m:count m:val="2"/>
                                  <m:mcJc m:val="center"/>
                                </m:mcPr>
                              </m:mc>
                            </m:mcs>
                            <m:ctrlPr>
                              <a:rPr lang="en-US" altLang="zh-CN" sz="1800" b="1" i="1" smtClean="0">
                                <a:latin typeface="Cambria Math" panose="02040503050406030204" pitchFamily="18" charset="0"/>
                              </a:rPr>
                            </m:ctrlPr>
                          </m:mPr>
                          <m:mr>
                            <m:e>
                              <m:m>
                                <m:mPr>
                                  <m:mcs>
                                    <m:mc>
                                      <m:mcPr>
                                        <m:count m:val="1"/>
                                        <m:mcJc m:val="center"/>
                                      </m:mcPr>
                                    </m:mc>
                                  </m:mcs>
                                  <m:ctrlPr>
                                    <a:rPr lang="en-US" altLang="zh-CN" sz="1800" b="1" i="1" smtClean="0">
                                      <a:latin typeface="Cambria Math" panose="02040503050406030204" pitchFamily="18" charset="0"/>
                                    </a:rPr>
                                  </m:ctrlPr>
                                </m:mPr>
                                <m:mr>
                                  <m:e>
                                    <m:r>
                                      <m:rPr>
                                        <m:brk m:alnAt="7"/>
                                      </m:rPr>
                                      <a:rPr lang="en-US" altLang="zh-CN" sz="1800" b="1" i="1" smtClean="0">
                                        <a:latin typeface="Cambria Math" panose="02040503050406030204" pitchFamily="18" charset="0"/>
                                      </a:rPr>
                                      <m:t> </m:t>
                                    </m:r>
                                    <m:r>
                                      <a:rPr lang="en-US" altLang="zh-CN" sz="1800" b="1" i="1" smtClean="0">
                                        <a:latin typeface="Cambria Math" panose="02040503050406030204" pitchFamily="18" charset="0"/>
                                      </a:rPr>
                                      <m:t>  </m:t>
                                    </m:r>
                                    <m:r>
                                      <a:rPr lang="en-US" altLang="zh-CN" sz="1800" b="1" i="1" smtClean="0">
                                        <a:latin typeface="Cambria Math" panose="02040503050406030204" pitchFamily="18" charset="0"/>
                                      </a:rPr>
                                      <m:t>𝟎</m:t>
                                    </m:r>
                                  </m:e>
                                </m:mr>
                                <m:mr>
                                  <m:e>
                                    <m:r>
                                      <a:rPr lang="en-US" altLang="zh-CN" sz="1800" b="1" i="1" smtClean="0">
                                        <a:latin typeface="Cambria Math" panose="02040503050406030204" pitchFamily="18" charset="0"/>
                                      </a:rPr>
                                      <m:t>−</m:t>
                                    </m:r>
                                    <m:r>
                                      <a:rPr lang="en-US" altLang="zh-CN" sz="1800" b="1" i="1" smtClean="0">
                                        <a:latin typeface="Cambria Math" panose="02040503050406030204" pitchFamily="18" charset="0"/>
                                      </a:rPr>
                                      <m:t>𝟏</m:t>
                                    </m:r>
                                  </m:e>
                                </m:mr>
                              </m:m>
                            </m:e>
                            <m:e>
                              <m:m>
                                <m:mPr>
                                  <m:mcs>
                                    <m:mc>
                                      <m:mcPr>
                                        <m:count m:val="1"/>
                                        <m:mcJc m:val="center"/>
                                      </m:mcPr>
                                    </m:mc>
                                  </m:mcs>
                                  <m:ctrlPr>
                                    <a:rPr lang="en-US" altLang="zh-CN" sz="1800" b="1" i="1" smtClean="0">
                                      <a:latin typeface="Cambria Math" panose="02040503050406030204" pitchFamily="18" charset="0"/>
                                    </a:rPr>
                                  </m:ctrlPr>
                                </m:mPr>
                                <m:mr>
                                  <m:e>
                                    <m:r>
                                      <m:rPr>
                                        <m:brk m:alnAt="7"/>
                                      </m:rPr>
                                      <a:rPr lang="en-US" altLang="zh-CN" sz="1800" b="1" i="1" smtClean="0">
                                        <a:latin typeface="Cambria Math" panose="02040503050406030204" pitchFamily="18" charset="0"/>
                                      </a:rPr>
                                      <m:t>𝟔</m:t>
                                    </m:r>
                                  </m:e>
                                </m:mr>
                                <m:mr>
                                  <m:e>
                                    <m:r>
                                      <a:rPr lang="en-US" altLang="zh-CN" sz="1800" b="1" i="1" smtClean="0">
                                        <a:latin typeface="Cambria Math" panose="02040503050406030204" pitchFamily="18" charset="0"/>
                                      </a:rPr>
                                      <m:t>𝟎</m:t>
                                    </m:r>
                                  </m:e>
                                </m:mr>
                              </m:m>
                            </m:e>
                          </m:mr>
                          <m:mr>
                            <m:e>
                              <m:r>
                                <a:rPr lang="en-US" altLang="zh-CN" sz="1800" b="1" i="1" smtClean="0">
                                  <a:latin typeface="Cambria Math" panose="02040503050406030204" pitchFamily="18" charset="0"/>
                                </a:rPr>
                                <m:t>   </m:t>
                              </m:r>
                              <m:r>
                                <a:rPr lang="en-US" altLang="zh-CN" sz="1800" b="1" i="1" smtClean="0">
                                  <a:latin typeface="Cambria Math" panose="02040503050406030204" pitchFamily="18" charset="0"/>
                                </a:rPr>
                                <m:t>𝟎</m:t>
                              </m:r>
                            </m:e>
                            <m:e>
                              <m:r>
                                <a:rPr lang="en-US" altLang="zh-CN" sz="1800" b="1" i="1" smtClean="0">
                                  <a:latin typeface="Cambria Math" panose="02040503050406030204" pitchFamily="18" charset="0"/>
                                </a:rPr>
                                <m:t>𝟒</m:t>
                              </m:r>
                            </m:e>
                          </m:mr>
                        </m:m>
                      </m:e>
                    </m:d>
                  </m:oMath>
                </a14:m>
                <a:endParaRPr lang="zh-CN" altLang="en-US" dirty="0"/>
              </a:p>
            </p:txBody>
          </p:sp>
        </mc:Choice>
        <mc:Fallback xmlns="">
          <p:sp>
            <p:nvSpPr>
              <p:cNvPr id="46" name="文本框 45">
                <a:extLst>
                  <a:ext uri="{FF2B5EF4-FFF2-40B4-BE49-F238E27FC236}">
                    <a16:creationId xmlns:a16="http://schemas.microsoft.com/office/drawing/2014/main" id="{34BF6223-1556-42FC-9891-8D5F4D81A5EF}"/>
                  </a:ext>
                </a:extLst>
              </p:cNvPr>
              <p:cNvSpPr txBox="1">
                <a:spLocks noRot="1" noChangeAspect="1" noMove="1" noResize="1" noEditPoints="1" noAdjustHandles="1" noChangeArrowheads="1" noChangeShapeType="1" noTextEdit="1"/>
              </p:cNvSpPr>
              <p:nvPr/>
            </p:nvSpPr>
            <p:spPr>
              <a:xfrm>
                <a:off x="3789497" y="1014604"/>
                <a:ext cx="1383520" cy="810735"/>
              </a:xfrm>
              <a:prstGeom prst="rect">
                <a:avLst/>
              </a:prstGeom>
              <a:blipFill>
                <a:blip r:embed="rId5"/>
                <a:stretch>
                  <a:fillRect l="-3965"/>
                </a:stretch>
              </a:blipFill>
            </p:spPr>
            <p:txBody>
              <a:bodyPr/>
              <a:lstStyle/>
              <a:p>
                <a:r>
                  <a:rPr lang="zh-CN" altLang="en-US">
                    <a:noFill/>
                  </a:rPr>
                  <a:t> </a:t>
                </a:r>
              </a:p>
            </p:txBody>
          </p:sp>
        </mc:Fallback>
      </mc:AlternateContent>
      <p:sp>
        <p:nvSpPr>
          <p:cNvPr id="47" name="文本框 46">
            <a:extLst>
              <a:ext uri="{FF2B5EF4-FFF2-40B4-BE49-F238E27FC236}">
                <a16:creationId xmlns:a16="http://schemas.microsoft.com/office/drawing/2014/main" id="{754311BC-3B9C-4B44-ACD8-8050D26EEF29}"/>
              </a:ext>
            </a:extLst>
          </p:cNvPr>
          <p:cNvSpPr txBox="1"/>
          <p:nvPr/>
        </p:nvSpPr>
        <p:spPr>
          <a:xfrm>
            <a:off x="166934" y="2771403"/>
            <a:ext cx="4570482" cy="646331"/>
          </a:xfrm>
          <a:prstGeom prst="rect">
            <a:avLst/>
          </a:prstGeom>
          <a:noFill/>
        </p:spPr>
        <p:txBody>
          <a:bodyPr wrap="none" rtlCol="0">
            <a:spAutoFit/>
          </a:bodyPr>
          <a:lstStyle/>
          <a:p>
            <a:r>
              <a:rPr lang="zh-CN" altLang="en-US" dirty="0">
                <a:latin typeface="Courier New" panose="02070309020205020404" pitchFamily="49" charset="0"/>
                <a:cs typeface="Courier New" panose="02070309020205020404" pitchFamily="49" charset="0"/>
              </a:rPr>
              <a:t>稀疏矩阵采用行逻辑链接顺序表存储结构，</a:t>
            </a:r>
            <a:endParaRPr lang="en-US" altLang="zh-CN" dirty="0">
              <a:latin typeface="Courier New" panose="02070309020205020404" pitchFamily="49" charset="0"/>
              <a:cs typeface="Courier New" panose="02070309020205020404" pitchFamily="49" charset="0"/>
            </a:endParaRPr>
          </a:p>
          <a:p>
            <a:r>
              <a:rPr lang="zh-CN" altLang="en-US" dirty="0">
                <a:latin typeface="Courier New" panose="02070309020205020404" pitchFamily="49" charset="0"/>
                <a:cs typeface="Courier New" panose="02070309020205020404" pitchFamily="49" charset="0"/>
              </a:rPr>
              <a:t>需要相应的求</a:t>
            </a:r>
            <a:r>
              <a:rPr lang="en-US" altLang="zh-CN" b="1" i="1" dirty="0" err="1">
                <a:latin typeface="Courier New" panose="02070309020205020404" pitchFamily="49" charset="0"/>
                <a:cs typeface="Courier New" panose="02070309020205020404" pitchFamily="49" charset="0"/>
              </a:rPr>
              <a:t>q</a:t>
            </a:r>
            <a:r>
              <a:rPr lang="en-US" altLang="zh-CN" b="1" i="1" baseline="-25000" dirty="0" err="1">
                <a:latin typeface="Courier New" panose="02070309020205020404" pitchFamily="49" charset="0"/>
                <a:cs typeface="Courier New" panose="02070309020205020404" pitchFamily="49" charset="0"/>
              </a:rPr>
              <a:t>ij</a:t>
            </a:r>
            <a:r>
              <a:rPr lang="zh-CN" altLang="en-US" dirty="0">
                <a:latin typeface="Courier New" panose="02070309020205020404" pitchFamily="49" charset="0"/>
                <a:cs typeface="Courier New" panose="02070309020205020404" pitchFamily="49" charset="0"/>
              </a:rPr>
              <a:t>的方法。</a:t>
            </a:r>
          </a:p>
        </p:txBody>
      </p:sp>
      <p:grpSp>
        <p:nvGrpSpPr>
          <p:cNvPr id="61" name="组合 60">
            <a:extLst>
              <a:ext uri="{FF2B5EF4-FFF2-40B4-BE49-F238E27FC236}">
                <a16:creationId xmlns:a16="http://schemas.microsoft.com/office/drawing/2014/main" id="{CB3FEBE5-7669-435B-8F69-CA1F835F892D}"/>
              </a:ext>
            </a:extLst>
          </p:cNvPr>
          <p:cNvGrpSpPr/>
          <p:nvPr/>
        </p:nvGrpSpPr>
        <p:grpSpPr>
          <a:xfrm>
            <a:off x="98738" y="5474370"/>
            <a:ext cx="1227226" cy="967979"/>
            <a:chOff x="3309760" y="4972434"/>
            <a:chExt cx="1676827" cy="967979"/>
          </a:xfrm>
        </p:grpSpPr>
        <p:sp>
          <p:nvSpPr>
            <p:cNvPr id="62" name="矩形 61">
              <a:extLst>
                <a:ext uri="{FF2B5EF4-FFF2-40B4-BE49-F238E27FC236}">
                  <a16:creationId xmlns:a16="http://schemas.microsoft.com/office/drawing/2014/main" id="{DE5B3E98-F4D8-4ABA-BA4A-686C1E8CE482}"/>
                </a:ext>
              </a:extLst>
            </p:cNvPr>
            <p:cNvSpPr/>
            <p:nvPr/>
          </p:nvSpPr>
          <p:spPr>
            <a:xfrm>
              <a:off x="3551855" y="5220055"/>
              <a:ext cx="1408710" cy="430493"/>
            </a:xfrm>
            <a:prstGeom prst="rect">
              <a:avLst/>
            </a:prstGeom>
            <a:solidFill>
              <a:schemeClr val="accent5">
                <a:lumMod val="20000"/>
                <a:lumOff val="80000"/>
              </a:schemeClr>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tIns="108000" rtlCol="0" anchor="ctr"/>
            <a:lstStyle/>
            <a:p>
              <a:pPr>
                <a:lnSpc>
                  <a:spcPts val="2200"/>
                </a:lnSpc>
              </a:pPr>
              <a:r>
                <a:rPr lang="en-US" altLang="zh-CN" sz="2200" b="1" dirty="0">
                  <a:solidFill>
                    <a:srgbClr val="C00000"/>
                  </a:solidFill>
                </a:rPr>
                <a:t>1 3 4 </a:t>
              </a:r>
            </a:p>
          </p:txBody>
        </p:sp>
        <p:sp>
          <p:nvSpPr>
            <p:cNvPr id="63" name="矩形 62">
              <a:extLst>
                <a:ext uri="{FF2B5EF4-FFF2-40B4-BE49-F238E27FC236}">
                  <a16:creationId xmlns:a16="http://schemas.microsoft.com/office/drawing/2014/main" id="{CD8ACF87-F4C2-43E5-8EE2-AF7BB17FE1A3}"/>
                </a:ext>
              </a:extLst>
            </p:cNvPr>
            <p:cNvSpPr/>
            <p:nvPr/>
          </p:nvSpPr>
          <p:spPr>
            <a:xfrm>
              <a:off x="3562354" y="4972434"/>
              <a:ext cx="1424233" cy="2715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ctr"/>
            <a:lstStyle/>
            <a:p>
              <a:pPr>
                <a:lnSpc>
                  <a:spcPts val="2200"/>
                </a:lnSpc>
              </a:pPr>
              <a:r>
                <a:rPr lang="en-US" altLang="zh-CN" sz="1600" b="1" dirty="0">
                  <a:solidFill>
                    <a:schemeClr val="tx1">
                      <a:lumMod val="65000"/>
                      <a:lumOff val="35000"/>
                    </a:schemeClr>
                  </a:solidFill>
                  <a:latin typeface="Courier New" panose="02070309020205020404" pitchFamily="49" charset="0"/>
                  <a:cs typeface="Courier New" panose="02070309020205020404" pitchFamily="49" charset="0"/>
                </a:rPr>
                <a:t> 1</a:t>
              </a:r>
              <a:r>
                <a:rPr lang="en-US" altLang="zh-CN" sz="1300" b="1" dirty="0">
                  <a:solidFill>
                    <a:schemeClr val="tx1">
                      <a:lumMod val="65000"/>
                      <a:lumOff val="35000"/>
                    </a:schemeClr>
                  </a:solidFill>
                  <a:latin typeface="Courier New" panose="02070309020205020404" pitchFamily="49" charset="0"/>
                  <a:cs typeface="Courier New" panose="02070309020205020404" pitchFamily="49" charset="0"/>
                </a:rPr>
                <a:t> </a:t>
              </a:r>
              <a:r>
                <a:rPr lang="en-US" altLang="zh-CN" sz="1600" b="1" dirty="0">
                  <a:solidFill>
                    <a:schemeClr val="tx1">
                      <a:lumMod val="65000"/>
                      <a:lumOff val="35000"/>
                    </a:schemeClr>
                  </a:solidFill>
                  <a:latin typeface="Courier New" panose="02070309020205020404" pitchFamily="49" charset="0"/>
                  <a:cs typeface="Courier New" panose="02070309020205020404" pitchFamily="49" charset="0"/>
                </a:rPr>
                <a:t>2</a:t>
              </a:r>
              <a:r>
                <a:rPr lang="en-US" altLang="zh-CN" sz="1300" b="1" dirty="0">
                  <a:solidFill>
                    <a:schemeClr val="tx1">
                      <a:lumMod val="65000"/>
                      <a:lumOff val="35000"/>
                    </a:schemeClr>
                  </a:solidFill>
                  <a:latin typeface="Courier New" panose="02070309020205020404" pitchFamily="49" charset="0"/>
                  <a:cs typeface="Courier New" panose="02070309020205020404" pitchFamily="49" charset="0"/>
                </a:rPr>
                <a:t> </a:t>
              </a:r>
              <a:r>
                <a:rPr lang="en-US" altLang="zh-CN" sz="1600" b="1" dirty="0">
                  <a:solidFill>
                    <a:schemeClr val="tx1">
                      <a:lumMod val="65000"/>
                      <a:lumOff val="35000"/>
                    </a:schemeClr>
                  </a:solidFill>
                  <a:latin typeface="Courier New" panose="02070309020205020404" pitchFamily="49" charset="0"/>
                  <a:cs typeface="Courier New" panose="02070309020205020404" pitchFamily="49" charset="0"/>
                </a:rPr>
                <a:t>3</a:t>
              </a:r>
              <a:r>
                <a:rPr lang="en-US" altLang="zh-CN" sz="1300" b="1" dirty="0">
                  <a:solidFill>
                    <a:schemeClr val="tx1">
                      <a:lumMod val="65000"/>
                      <a:lumOff val="35000"/>
                    </a:schemeClr>
                  </a:solidFill>
                  <a:latin typeface="Courier New" panose="02070309020205020404" pitchFamily="49" charset="0"/>
                  <a:cs typeface="Courier New" panose="02070309020205020404" pitchFamily="49" charset="0"/>
                </a:rPr>
                <a:t> </a:t>
              </a:r>
              <a:r>
                <a:rPr lang="en-US" altLang="zh-CN" sz="1600" b="1" dirty="0">
                  <a:solidFill>
                    <a:schemeClr val="tx1">
                      <a:lumMod val="65000"/>
                      <a:lumOff val="35000"/>
                    </a:schemeClr>
                  </a:solidFill>
                  <a:latin typeface="Courier New" panose="02070309020205020404" pitchFamily="49" charset="0"/>
                  <a:cs typeface="Courier New" panose="02070309020205020404" pitchFamily="49" charset="0"/>
                </a:rPr>
                <a:t>4</a:t>
              </a:r>
              <a:r>
                <a:rPr lang="en-US" altLang="zh-CN" sz="1300" b="1" dirty="0">
                  <a:solidFill>
                    <a:schemeClr val="tx1">
                      <a:lumMod val="65000"/>
                      <a:lumOff val="35000"/>
                    </a:schemeClr>
                  </a:solidFill>
                  <a:latin typeface="Courier New" panose="02070309020205020404" pitchFamily="49" charset="0"/>
                  <a:cs typeface="Courier New" panose="02070309020205020404" pitchFamily="49" charset="0"/>
                </a:rPr>
                <a:t> </a:t>
              </a:r>
              <a:endParaRPr lang="zh-CN" altLang="en-US" sz="1600" b="1" dirty="0">
                <a:solidFill>
                  <a:schemeClr val="tx1">
                    <a:lumMod val="65000"/>
                    <a:lumOff val="35000"/>
                  </a:schemeClr>
                </a:solidFill>
                <a:latin typeface="Courier New" panose="02070309020205020404" pitchFamily="49" charset="0"/>
                <a:cs typeface="Courier New" panose="02070309020205020404" pitchFamily="49" charset="0"/>
              </a:endParaRPr>
            </a:p>
          </p:txBody>
        </p:sp>
        <p:sp>
          <p:nvSpPr>
            <p:cNvPr id="64" name="矩形 63">
              <a:extLst>
                <a:ext uri="{FF2B5EF4-FFF2-40B4-BE49-F238E27FC236}">
                  <a16:creationId xmlns:a16="http://schemas.microsoft.com/office/drawing/2014/main" id="{7CD58449-13D9-48D3-962B-1E0CB3E48F15}"/>
                </a:ext>
              </a:extLst>
            </p:cNvPr>
            <p:cNvSpPr/>
            <p:nvPr/>
          </p:nvSpPr>
          <p:spPr>
            <a:xfrm>
              <a:off x="3309760" y="5620993"/>
              <a:ext cx="1676827" cy="31942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r">
                <a:lnSpc>
                  <a:spcPts val="2400"/>
                </a:lnSpc>
              </a:pPr>
              <a:r>
                <a:rPr lang="en-US" altLang="zh-CN" sz="2000" b="1" dirty="0">
                  <a:solidFill>
                    <a:schemeClr val="tx1">
                      <a:lumMod val="65000"/>
                      <a:lumOff val="35000"/>
                    </a:schemeClr>
                  </a:solidFill>
                  <a:latin typeface="Courier New" panose="02070309020205020404" pitchFamily="49" charset="0"/>
                  <a:cs typeface="Courier New" panose="02070309020205020404" pitchFamily="49" charset="0"/>
                </a:rPr>
                <a:t>M-&gt;</a:t>
              </a:r>
              <a:r>
                <a:rPr lang="en-US" altLang="zh-CN" sz="2000" b="1" dirty="0" err="1">
                  <a:solidFill>
                    <a:schemeClr val="tx1">
                      <a:lumMod val="65000"/>
                      <a:lumOff val="35000"/>
                    </a:schemeClr>
                  </a:solidFill>
                  <a:latin typeface="Courier New" panose="02070309020205020404" pitchFamily="49" charset="0"/>
                  <a:cs typeface="Courier New" panose="02070309020205020404" pitchFamily="49" charset="0"/>
                </a:rPr>
                <a:t>rpos</a:t>
              </a:r>
              <a:endParaRPr lang="zh-CN" altLang="en-US" sz="2000" b="1" dirty="0">
                <a:solidFill>
                  <a:schemeClr val="tx1">
                    <a:lumMod val="65000"/>
                    <a:lumOff val="35000"/>
                  </a:schemeClr>
                </a:solidFill>
                <a:latin typeface="Courier New" panose="02070309020205020404" pitchFamily="49" charset="0"/>
                <a:cs typeface="Courier New" panose="02070309020205020404" pitchFamily="49" charset="0"/>
              </a:endParaRPr>
            </a:p>
          </p:txBody>
        </p:sp>
      </p:grpSp>
      <p:grpSp>
        <p:nvGrpSpPr>
          <p:cNvPr id="65" name="组合 64">
            <a:extLst>
              <a:ext uri="{FF2B5EF4-FFF2-40B4-BE49-F238E27FC236}">
                <a16:creationId xmlns:a16="http://schemas.microsoft.com/office/drawing/2014/main" id="{2AD0E3A1-8504-4451-8AA5-7FC54DDB8E9E}"/>
              </a:ext>
            </a:extLst>
          </p:cNvPr>
          <p:cNvGrpSpPr/>
          <p:nvPr/>
        </p:nvGrpSpPr>
        <p:grpSpPr>
          <a:xfrm>
            <a:off x="1602986" y="5474370"/>
            <a:ext cx="1445583" cy="967979"/>
            <a:chOff x="3309760" y="4972434"/>
            <a:chExt cx="1975180" cy="967979"/>
          </a:xfrm>
        </p:grpSpPr>
        <p:sp>
          <p:nvSpPr>
            <p:cNvPr id="66" name="矩形 65">
              <a:extLst>
                <a:ext uri="{FF2B5EF4-FFF2-40B4-BE49-F238E27FC236}">
                  <a16:creationId xmlns:a16="http://schemas.microsoft.com/office/drawing/2014/main" id="{F4E5DF0D-5F6A-4406-975A-002E298E242B}"/>
                </a:ext>
              </a:extLst>
            </p:cNvPr>
            <p:cNvSpPr/>
            <p:nvPr/>
          </p:nvSpPr>
          <p:spPr>
            <a:xfrm>
              <a:off x="3551855" y="5220055"/>
              <a:ext cx="1733085" cy="430493"/>
            </a:xfrm>
            <a:prstGeom prst="rect">
              <a:avLst/>
            </a:prstGeom>
            <a:solidFill>
              <a:srgbClr val="E1F5E5"/>
            </a:solidFill>
          </p:spPr>
          <p:style>
            <a:lnRef idx="2">
              <a:schemeClr val="accent1">
                <a:shade val="50000"/>
              </a:schemeClr>
            </a:lnRef>
            <a:fillRef idx="1">
              <a:schemeClr val="accent1"/>
            </a:fillRef>
            <a:effectRef idx="0">
              <a:schemeClr val="accent1"/>
            </a:effectRef>
            <a:fontRef idx="minor">
              <a:schemeClr val="lt1"/>
            </a:fontRef>
          </p:style>
          <p:txBody>
            <a:bodyPr tIns="108000" rtlCol="0" anchor="ctr"/>
            <a:lstStyle/>
            <a:p>
              <a:pPr>
                <a:lnSpc>
                  <a:spcPts val="2200"/>
                </a:lnSpc>
              </a:pPr>
              <a:r>
                <a:rPr lang="en-US" altLang="zh-CN" sz="2200" b="1" dirty="0">
                  <a:solidFill>
                    <a:srgbClr val="C00000"/>
                  </a:solidFill>
                </a:rPr>
                <a:t>1 2 3 5 </a:t>
              </a:r>
            </a:p>
          </p:txBody>
        </p:sp>
        <p:sp>
          <p:nvSpPr>
            <p:cNvPr id="67" name="矩形 66">
              <a:extLst>
                <a:ext uri="{FF2B5EF4-FFF2-40B4-BE49-F238E27FC236}">
                  <a16:creationId xmlns:a16="http://schemas.microsoft.com/office/drawing/2014/main" id="{5527C36A-C04F-4B82-BECA-720CC9F7513D}"/>
                </a:ext>
              </a:extLst>
            </p:cNvPr>
            <p:cNvSpPr/>
            <p:nvPr/>
          </p:nvSpPr>
          <p:spPr>
            <a:xfrm>
              <a:off x="3562354" y="4972434"/>
              <a:ext cx="1698122" cy="27151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ctr"/>
            <a:lstStyle/>
            <a:p>
              <a:pPr>
                <a:lnSpc>
                  <a:spcPts val="2200"/>
                </a:lnSpc>
              </a:pPr>
              <a:r>
                <a:rPr lang="en-US" altLang="zh-CN" sz="1600" b="1" dirty="0">
                  <a:solidFill>
                    <a:schemeClr val="tx1">
                      <a:lumMod val="65000"/>
                      <a:lumOff val="35000"/>
                    </a:schemeClr>
                  </a:solidFill>
                  <a:latin typeface="Courier New" panose="02070309020205020404" pitchFamily="49" charset="0"/>
                  <a:cs typeface="Courier New" panose="02070309020205020404" pitchFamily="49" charset="0"/>
                </a:rPr>
                <a:t> 1</a:t>
              </a:r>
              <a:r>
                <a:rPr lang="en-US" altLang="zh-CN" sz="1300" b="1" dirty="0">
                  <a:solidFill>
                    <a:schemeClr val="tx1">
                      <a:lumMod val="65000"/>
                      <a:lumOff val="35000"/>
                    </a:schemeClr>
                  </a:solidFill>
                  <a:latin typeface="Courier New" panose="02070309020205020404" pitchFamily="49" charset="0"/>
                  <a:cs typeface="Courier New" panose="02070309020205020404" pitchFamily="49" charset="0"/>
                </a:rPr>
                <a:t> </a:t>
              </a:r>
              <a:r>
                <a:rPr lang="en-US" altLang="zh-CN" sz="1600" b="1" dirty="0">
                  <a:solidFill>
                    <a:schemeClr val="tx1">
                      <a:lumMod val="65000"/>
                      <a:lumOff val="35000"/>
                    </a:schemeClr>
                  </a:solidFill>
                  <a:latin typeface="Courier New" panose="02070309020205020404" pitchFamily="49" charset="0"/>
                  <a:cs typeface="Courier New" panose="02070309020205020404" pitchFamily="49" charset="0"/>
                </a:rPr>
                <a:t>2</a:t>
              </a:r>
              <a:r>
                <a:rPr lang="en-US" altLang="zh-CN" sz="1300" b="1" dirty="0">
                  <a:solidFill>
                    <a:schemeClr val="tx1">
                      <a:lumMod val="65000"/>
                      <a:lumOff val="35000"/>
                    </a:schemeClr>
                  </a:solidFill>
                  <a:latin typeface="Courier New" panose="02070309020205020404" pitchFamily="49" charset="0"/>
                  <a:cs typeface="Courier New" panose="02070309020205020404" pitchFamily="49" charset="0"/>
                </a:rPr>
                <a:t> </a:t>
              </a:r>
              <a:r>
                <a:rPr lang="en-US" altLang="zh-CN" sz="1600" b="1" dirty="0">
                  <a:solidFill>
                    <a:schemeClr val="tx1">
                      <a:lumMod val="65000"/>
                      <a:lumOff val="35000"/>
                    </a:schemeClr>
                  </a:solidFill>
                  <a:latin typeface="Courier New" panose="02070309020205020404" pitchFamily="49" charset="0"/>
                  <a:cs typeface="Courier New" panose="02070309020205020404" pitchFamily="49" charset="0"/>
                </a:rPr>
                <a:t>3</a:t>
              </a:r>
              <a:r>
                <a:rPr lang="en-US" altLang="zh-CN" sz="1300" b="1" dirty="0">
                  <a:solidFill>
                    <a:schemeClr val="tx1">
                      <a:lumMod val="65000"/>
                      <a:lumOff val="35000"/>
                    </a:schemeClr>
                  </a:solidFill>
                  <a:latin typeface="Courier New" panose="02070309020205020404" pitchFamily="49" charset="0"/>
                  <a:cs typeface="Courier New" panose="02070309020205020404" pitchFamily="49" charset="0"/>
                </a:rPr>
                <a:t> </a:t>
              </a:r>
              <a:r>
                <a:rPr lang="en-US" altLang="zh-CN" sz="1600" b="1" dirty="0">
                  <a:solidFill>
                    <a:schemeClr val="tx1">
                      <a:lumMod val="65000"/>
                      <a:lumOff val="35000"/>
                    </a:schemeClr>
                  </a:solidFill>
                  <a:latin typeface="Courier New" panose="02070309020205020404" pitchFamily="49" charset="0"/>
                  <a:cs typeface="Courier New" panose="02070309020205020404" pitchFamily="49" charset="0"/>
                </a:rPr>
                <a:t>4</a:t>
              </a:r>
              <a:r>
                <a:rPr lang="en-US" altLang="zh-CN" sz="1300" b="1" dirty="0">
                  <a:solidFill>
                    <a:schemeClr val="tx1">
                      <a:lumMod val="65000"/>
                      <a:lumOff val="35000"/>
                    </a:schemeClr>
                  </a:solidFill>
                  <a:latin typeface="Courier New" panose="02070309020205020404" pitchFamily="49" charset="0"/>
                  <a:cs typeface="Courier New" panose="02070309020205020404" pitchFamily="49" charset="0"/>
                </a:rPr>
                <a:t> </a:t>
              </a:r>
              <a:r>
                <a:rPr lang="en-US" altLang="zh-CN" sz="1600" b="1" dirty="0">
                  <a:solidFill>
                    <a:schemeClr val="tx1">
                      <a:lumMod val="65000"/>
                      <a:lumOff val="35000"/>
                    </a:schemeClr>
                  </a:solidFill>
                  <a:latin typeface="Courier New" panose="02070309020205020404" pitchFamily="49" charset="0"/>
                  <a:cs typeface="Courier New" panose="02070309020205020404" pitchFamily="49" charset="0"/>
                </a:rPr>
                <a:t>5</a:t>
              </a:r>
              <a:endParaRPr lang="zh-CN" altLang="en-US" sz="1600" b="1" dirty="0">
                <a:solidFill>
                  <a:schemeClr val="tx1">
                    <a:lumMod val="65000"/>
                    <a:lumOff val="35000"/>
                  </a:schemeClr>
                </a:solidFill>
                <a:latin typeface="Courier New" panose="02070309020205020404" pitchFamily="49" charset="0"/>
                <a:cs typeface="Courier New" panose="02070309020205020404" pitchFamily="49" charset="0"/>
              </a:endParaRPr>
            </a:p>
          </p:txBody>
        </p:sp>
        <p:sp>
          <p:nvSpPr>
            <p:cNvPr id="68" name="矩形 67">
              <a:extLst>
                <a:ext uri="{FF2B5EF4-FFF2-40B4-BE49-F238E27FC236}">
                  <a16:creationId xmlns:a16="http://schemas.microsoft.com/office/drawing/2014/main" id="{E7131F4E-C6D8-4F75-8608-E15EE0DACAB1}"/>
                </a:ext>
              </a:extLst>
            </p:cNvPr>
            <p:cNvSpPr/>
            <p:nvPr/>
          </p:nvSpPr>
          <p:spPr>
            <a:xfrm>
              <a:off x="3309760" y="5620993"/>
              <a:ext cx="1859473" cy="31942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r">
                <a:lnSpc>
                  <a:spcPts val="2400"/>
                </a:lnSpc>
              </a:pPr>
              <a:r>
                <a:rPr lang="en-US" altLang="zh-CN" sz="2000" b="1" dirty="0">
                  <a:solidFill>
                    <a:schemeClr val="tx1">
                      <a:lumMod val="65000"/>
                      <a:lumOff val="35000"/>
                    </a:schemeClr>
                  </a:solidFill>
                  <a:latin typeface="Courier New" panose="02070309020205020404" pitchFamily="49" charset="0"/>
                  <a:cs typeface="Courier New" panose="02070309020205020404" pitchFamily="49" charset="0"/>
                </a:rPr>
                <a:t>N-&gt;</a:t>
              </a:r>
              <a:r>
                <a:rPr lang="en-US" altLang="zh-CN" sz="2000" b="1" dirty="0" err="1">
                  <a:solidFill>
                    <a:schemeClr val="tx1">
                      <a:lumMod val="65000"/>
                      <a:lumOff val="35000"/>
                    </a:schemeClr>
                  </a:solidFill>
                  <a:latin typeface="Courier New" panose="02070309020205020404" pitchFamily="49" charset="0"/>
                  <a:cs typeface="Courier New" panose="02070309020205020404" pitchFamily="49" charset="0"/>
                </a:rPr>
                <a:t>rpos</a:t>
              </a:r>
              <a:endParaRPr lang="zh-CN" altLang="en-US" sz="2000" b="1" dirty="0">
                <a:solidFill>
                  <a:schemeClr val="tx1">
                    <a:lumMod val="65000"/>
                    <a:lumOff val="35000"/>
                  </a:schemeClr>
                </a:solidFill>
                <a:latin typeface="Courier New" panose="02070309020205020404" pitchFamily="49" charset="0"/>
                <a:cs typeface="Courier New" panose="02070309020205020404" pitchFamily="49" charset="0"/>
              </a:endParaRPr>
            </a:p>
          </p:txBody>
        </p:sp>
      </p:grpSp>
      <p:sp>
        <p:nvSpPr>
          <p:cNvPr id="70" name="文本框 69">
            <a:extLst>
              <a:ext uri="{FF2B5EF4-FFF2-40B4-BE49-F238E27FC236}">
                <a16:creationId xmlns:a16="http://schemas.microsoft.com/office/drawing/2014/main" id="{547AF0E9-81DB-4EAA-91DC-906CB326EE9D}"/>
              </a:ext>
            </a:extLst>
          </p:cNvPr>
          <p:cNvSpPr txBox="1"/>
          <p:nvPr/>
        </p:nvSpPr>
        <p:spPr>
          <a:xfrm>
            <a:off x="3583630" y="6164671"/>
            <a:ext cx="1438606" cy="369332"/>
          </a:xfrm>
          <a:prstGeom prst="rect">
            <a:avLst/>
          </a:prstGeom>
          <a:noFill/>
        </p:spPr>
        <p:txBody>
          <a:bodyPr wrap="square" rtlCol="0">
            <a:spAutoFit/>
          </a:bodyPr>
          <a:lstStyle/>
          <a:p>
            <a:r>
              <a:rPr lang="zh-CN" altLang="en-US" b="1" dirty="0">
                <a:solidFill>
                  <a:srgbClr val="2F18D8"/>
                </a:solidFill>
              </a:rPr>
              <a:t>求</a:t>
            </a:r>
            <a:r>
              <a:rPr lang="en-US" altLang="zh-CN" b="1" dirty="0">
                <a:solidFill>
                  <a:srgbClr val="C00000"/>
                </a:solidFill>
              </a:rPr>
              <a:t>Q</a:t>
            </a:r>
            <a:r>
              <a:rPr lang="zh-CN" altLang="en-US" b="1" dirty="0">
                <a:solidFill>
                  <a:srgbClr val="2F18D8"/>
                </a:solidFill>
              </a:rPr>
              <a:t>的第</a:t>
            </a:r>
            <a:r>
              <a:rPr lang="en-US" altLang="zh-CN" b="1" dirty="0">
                <a:solidFill>
                  <a:srgbClr val="C00000"/>
                </a:solidFill>
              </a:rPr>
              <a:t>1</a:t>
            </a:r>
            <a:r>
              <a:rPr lang="zh-CN" altLang="en-US" b="1" dirty="0">
                <a:solidFill>
                  <a:srgbClr val="2F18D8"/>
                </a:solidFill>
              </a:rPr>
              <a:t>行</a:t>
            </a:r>
          </a:p>
        </p:txBody>
      </p:sp>
      <p:grpSp>
        <p:nvGrpSpPr>
          <p:cNvPr id="3" name="组合 2">
            <a:extLst>
              <a:ext uri="{FF2B5EF4-FFF2-40B4-BE49-F238E27FC236}">
                <a16:creationId xmlns:a16="http://schemas.microsoft.com/office/drawing/2014/main" id="{A85C5FEE-0936-43ED-876D-0EC8B1258F8E}"/>
              </a:ext>
            </a:extLst>
          </p:cNvPr>
          <p:cNvGrpSpPr/>
          <p:nvPr/>
        </p:nvGrpSpPr>
        <p:grpSpPr>
          <a:xfrm>
            <a:off x="3477720" y="3941498"/>
            <a:ext cx="1511125" cy="375633"/>
            <a:chOff x="3477720" y="3941498"/>
            <a:chExt cx="1511125" cy="375633"/>
          </a:xfrm>
        </p:grpSpPr>
        <p:sp>
          <p:nvSpPr>
            <p:cNvPr id="33" name="矩形 32">
              <a:extLst>
                <a:ext uri="{FF2B5EF4-FFF2-40B4-BE49-F238E27FC236}">
                  <a16:creationId xmlns:a16="http://schemas.microsoft.com/office/drawing/2014/main" id="{845BA6C5-023B-45B7-8074-C228F0B0D0BF}"/>
                </a:ext>
              </a:extLst>
            </p:cNvPr>
            <p:cNvSpPr/>
            <p:nvPr/>
          </p:nvSpPr>
          <p:spPr>
            <a:xfrm>
              <a:off x="3746034" y="4008038"/>
              <a:ext cx="1242811" cy="309093"/>
            </a:xfrm>
            <a:prstGeom prst="rect">
              <a:avLst/>
            </a:prstGeom>
            <a:solidFill>
              <a:srgbClr val="FFFAE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rgbClr val="002060"/>
                  </a:solidFill>
                </a:rPr>
                <a:t>2    1    </a:t>
              </a:r>
              <a:r>
                <a:rPr lang="en-US" altLang="zh-CN" b="1" dirty="0">
                  <a:solidFill>
                    <a:srgbClr val="C00000"/>
                  </a:solidFill>
                </a:rPr>
                <a:t>-1</a:t>
              </a:r>
              <a:endParaRPr lang="zh-CN" altLang="en-US" b="1" dirty="0">
                <a:solidFill>
                  <a:srgbClr val="C00000"/>
                </a:solidFill>
              </a:endParaRPr>
            </a:p>
          </p:txBody>
        </p:sp>
        <p:sp>
          <p:nvSpPr>
            <p:cNvPr id="76" name="矩形 75">
              <a:extLst>
                <a:ext uri="{FF2B5EF4-FFF2-40B4-BE49-F238E27FC236}">
                  <a16:creationId xmlns:a16="http://schemas.microsoft.com/office/drawing/2014/main" id="{A9730D85-FFD2-427D-917D-75E1E476EAAA}"/>
                </a:ext>
              </a:extLst>
            </p:cNvPr>
            <p:cNvSpPr/>
            <p:nvPr/>
          </p:nvSpPr>
          <p:spPr>
            <a:xfrm>
              <a:off x="3477720" y="3941498"/>
              <a:ext cx="319825" cy="37415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lnSpc>
                  <a:spcPts val="2400"/>
                </a:lnSpc>
              </a:pPr>
              <a:r>
                <a:rPr lang="en-US" altLang="zh-CN" sz="1600" b="1" dirty="0">
                  <a:solidFill>
                    <a:schemeClr val="tx1">
                      <a:lumMod val="65000"/>
                      <a:lumOff val="35000"/>
                    </a:schemeClr>
                  </a:solidFill>
                  <a:latin typeface="Courier New" panose="02070309020205020404" pitchFamily="49" charset="0"/>
                  <a:cs typeface="Courier New" panose="02070309020205020404" pitchFamily="49" charset="0"/>
                </a:rPr>
                <a:t>2</a:t>
              </a:r>
            </a:p>
          </p:txBody>
        </p:sp>
      </p:grpSp>
      <p:grpSp>
        <p:nvGrpSpPr>
          <p:cNvPr id="78" name="组合 77">
            <a:extLst>
              <a:ext uri="{FF2B5EF4-FFF2-40B4-BE49-F238E27FC236}">
                <a16:creationId xmlns:a16="http://schemas.microsoft.com/office/drawing/2014/main" id="{6FFADD3B-7205-4719-8DFE-1D2843063BFC}"/>
              </a:ext>
            </a:extLst>
          </p:cNvPr>
          <p:cNvGrpSpPr/>
          <p:nvPr/>
        </p:nvGrpSpPr>
        <p:grpSpPr>
          <a:xfrm>
            <a:off x="3477719" y="4250591"/>
            <a:ext cx="1511126" cy="375633"/>
            <a:chOff x="3477719" y="4250591"/>
            <a:chExt cx="1511126" cy="375633"/>
          </a:xfrm>
        </p:grpSpPr>
        <p:sp>
          <p:nvSpPr>
            <p:cNvPr id="34" name="矩形 33">
              <a:extLst>
                <a:ext uri="{FF2B5EF4-FFF2-40B4-BE49-F238E27FC236}">
                  <a16:creationId xmlns:a16="http://schemas.microsoft.com/office/drawing/2014/main" id="{0C0EB960-606F-43A6-BC8A-02CEC6227FB7}"/>
                </a:ext>
              </a:extLst>
            </p:cNvPr>
            <p:cNvSpPr/>
            <p:nvPr/>
          </p:nvSpPr>
          <p:spPr>
            <a:xfrm>
              <a:off x="3746034" y="4317131"/>
              <a:ext cx="1242811" cy="309093"/>
            </a:xfrm>
            <a:prstGeom prst="rect">
              <a:avLst/>
            </a:prstGeom>
            <a:solidFill>
              <a:srgbClr val="FFFAE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rgbClr val="002060"/>
                  </a:solidFill>
                </a:rPr>
                <a:t>3    1      </a:t>
              </a:r>
              <a:r>
                <a:rPr lang="en-US" altLang="zh-CN" b="1" dirty="0">
                  <a:solidFill>
                    <a:srgbClr val="C00000"/>
                  </a:solidFill>
                </a:rPr>
                <a:t>4</a:t>
              </a:r>
              <a:endParaRPr lang="zh-CN" altLang="en-US" b="1" dirty="0">
                <a:solidFill>
                  <a:srgbClr val="C00000"/>
                </a:solidFill>
              </a:endParaRPr>
            </a:p>
          </p:txBody>
        </p:sp>
        <p:sp>
          <p:nvSpPr>
            <p:cNvPr id="77" name="矩形 76">
              <a:extLst>
                <a:ext uri="{FF2B5EF4-FFF2-40B4-BE49-F238E27FC236}">
                  <a16:creationId xmlns:a16="http://schemas.microsoft.com/office/drawing/2014/main" id="{E11ECD4B-E928-4B9B-BB0C-7104C33F6998}"/>
                </a:ext>
              </a:extLst>
            </p:cNvPr>
            <p:cNvSpPr/>
            <p:nvPr/>
          </p:nvSpPr>
          <p:spPr>
            <a:xfrm>
              <a:off x="3477719" y="4250591"/>
              <a:ext cx="319825" cy="37415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lnSpc>
                  <a:spcPts val="2400"/>
                </a:lnSpc>
              </a:pPr>
              <a:r>
                <a:rPr lang="en-US" altLang="zh-CN" sz="1600" b="1" dirty="0">
                  <a:solidFill>
                    <a:schemeClr val="tx1">
                      <a:lumMod val="65000"/>
                      <a:lumOff val="35000"/>
                    </a:schemeClr>
                  </a:solidFill>
                  <a:latin typeface="Courier New" panose="02070309020205020404" pitchFamily="49" charset="0"/>
                  <a:cs typeface="Courier New" panose="02070309020205020404" pitchFamily="49" charset="0"/>
                </a:rPr>
                <a:t>3</a:t>
              </a:r>
            </a:p>
          </p:txBody>
        </p:sp>
      </p:grpSp>
      <p:sp>
        <p:nvSpPr>
          <p:cNvPr id="80" name="文本框 79">
            <a:extLst>
              <a:ext uri="{FF2B5EF4-FFF2-40B4-BE49-F238E27FC236}">
                <a16:creationId xmlns:a16="http://schemas.microsoft.com/office/drawing/2014/main" id="{32AAB4B1-5B01-47AE-8092-CF5EE1CAE7A3}"/>
              </a:ext>
            </a:extLst>
          </p:cNvPr>
          <p:cNvSpPr txBox="1"/>
          <p:nvPr/>
        </p:nvSpPr>
        <p:spPr>
          <a:xfrm>
            <a:off x="7664234" y="6164671"/>
            <a:ext cx="4190571" cy="369332"/>
          </a:xfrm>
          <a:prstGeom prst="rect">
            <a:avLst/>
          </a:prstGeom>
          <a:solidFill>
            <a:schemeClr val="accent6">
              <a:lumMod val="20000"/>
              <a:lumOff val="80000"/>
            </a:schemeClr>
          </a:solidFill>
        </p:spPr>
        <p:txBody>
          <a:bodyPr wrap="none" rtlCol="0">
            <a:spAutoFit/>
          </a:bodyPr>
          <a:lstStyle/>
          <a:p>
            <a:r>
              <a:rPr lang="zh-CN" altLang="en-US" b="1" dirty="0"/>
              <a:t>按上述分析形成的思路，设计了</a:t>
            </a:r>
            <a:r>
              <a:rPr lang="zh-CN" altLang="en-US" b="1" dirty="0">
                <a:solidFill>
                  <a:srgbClr val="C00000"/>
                </a:solidFill>
              </a:rPr>
              <a:t>算法</a:t>
            </a:r>
            <a:r>
              <a:rPr lang="en-US" altLang="zh-CN" b="1" dirty="0">
                <a:solidFill>
                  <a:srgbClr val="C00000"/>
                </a:solidFill>
              </a:rPr>
              <a:t>5.5</a:t>
            </a:r>
            <a:endParaRPr lang="zh-CN" altLang="en-US" b="1" dirty="0">
              <a:solidFill>
                <a:srgbClr val="C00000"/>
              </a:solidFill>
            </a:endParaRPr>
          </a:p>
        </p:txBody>
      </p:sp>
    </p:spTree>
    <p:extLst>
      <p:ext uri="{BB962C8B-B14F-4D97-AF65-F5344CB8AC3E}">
        <p14:creationId xmlns:p14="http://schemas.microsoft.com/office/powerpoint/2010/main" val="19426748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80"/>
                                        </p:tgtEl>
                                        <p:attrNameLst>
                                          <p:attrName>style.visibility</p:attrName>
                                        </p:attrNameLst>
                                      </p:cBhvr>
                                      <p:to>
                                        <p:strVal val="visible"/>
                                      </p:to>
                                    </p:set>
                                    <p:animEffect transition="in" filter="wipe(up)">
                                      <p:cBhvr>
                                        <p:cTn id="7" dur="500"/>
                                        <p:tgtEl>
                                          <p:spTgt spid="8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4">
                                            <p:bg/>
                                          </p:spTgt>
                                        </p:tgtEl>
                                        <p:attrNameLst>
                                          <p:attrName>style.visibility</p:attrName>
                                        </p:attrNameLst>
                                      </p:cBhvr>
                                      <p:to>
                                        <p:strVal val="visible"/>
                                      </p:to>
                                    </p:set>
                                    <p:animEffect transition="in" filter="wipe(up)">
                                      <p:cBhvr>
                                        <p:cTn id="12" dur="500"/>
                                        <p:tgtEl>
                                          <p:spTgt spid="4">
                                            <p:bg/>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4">
                                            <p:txEl>
                                              <p:pRg st="0" end="0"/>
                                            </p:txEl>
                                          </p:spTgt>
                                        </p:tgtEl>
                                        <p:attrNameLst>
                                          <p:attrName>style.visibility</p:attrName>
                                        </p:attrNameLst>
                                      </p:cBhvr>
                                      <p:to>
                                        <p:strVal val="visible"/>
                                      </p:to>
                                    </p:set>
                                    <p:animEffect transition="in" filter="wipe(up)">
                                      <p:cBhvr>
                                        <p:cTn id="17" dur="500"/>
                                        <p:tgtEl>
                                          <p:spTgt spid="4">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4">
                                            <p:txEl>
                                              <p:pRg st="1" end="1"/>
                                            </p:txEl>
                                          </p:spTgt>
                                        </p:tgtEl>
                                        <p:attrNameLst>
                                          <p:attrName>style.visibility</p:attrName>
                                        </p:attrNameLst>
                                      </p:cBhvr>
                                      <p:to>
                                        <p:strVal val="visible"/>
                                      </p:to>
                                    </p:set>
                                    <p:animEffect transition="in" filter="wipe(up)">
                                      <p:cBhvr>
                                        <p:cTn id="22" dur="500"/>
                                        <p:tgtEl>
                                          <p:spTgt spid="4">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4">
                                            <p:txEl>
                                              <p:pRg st="2" end="2"/>
                                            </p:txEl>
                                          </p:spTgt>
                                        </p:tgtEl>
                                        <p:attrNameLst>
                                          <p:attrName>style.visibility</p:attrName>
                                        </p:attrNameLst>
                                      </p:cBhvr>
                                      <p:to>
                                        <p:strVal val="visible"/>
                                      </p:to>
                                    </p:set>
                                    <p:animEffect transition="in" filter="wipe(up)">
                                      <p:cBhvr>
                                        <p:cTn id="27" dur="500"/>
                                        <p:tgtEl>
                                          <p:spTgt spid="4">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4">
                                            <p:txEl>
                                              <p:pRg st="3" end="3"/>
                                            </p:txEl>
                                          </p:spTgt>
                                        </p:tgtEl>
                                        <p:attrNameLst>
                                          <p:attrName>style.visibility</p:attrName>
                                        </p:attrNameLst>
                                      </p:cBhvr>
                                      <p:to>
                                        <p:strVal val="visible"/>
                                      </p:to>
                                    </p:set>
                                    <p:animEffect transition="in" filter="wipe(up)">
                                      <p:cBhvr>
                                        <p:cTn id="32" dur="500"/>
                                        <p:tgtEl>
                                          <p:spTgt spid="4">
                                            <p:txEl>
                                              <p:pRg st="3" end="3"/>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4">
                                            <p:txEl>
                                              <p:pRg st="4" end="4"/>
                                            </p:txEl>
                                          </p:spTgt>
                                        </p:tgtEl>
                                        <p:attrNameLst>
                                          <p:attrName>style.visibility</p:attrName>
                                        </p:attrNameLst>
                                      </p:cBhvr>
                                      <p:to>
                                        <p:strVal val="visible"/>
                                      </p:to>
                                    </p:set>
                                    <p:animEffect transition="in" filter="wipe(up)">
                                      <p:cBhvr>
                                        <p:cTn id="37" dur="500"/>
                                        <p:tgtEl>
                                          <p:spTgt spid="4">
                                            <p:txEl>
                                              <p:pRg st="4" end="4"/>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grpId="0" nodeType="clickEffect">
                                  <p:stCondLst>
                                    <p:cond delay="0"/>
                                  </p:stCondLst>
                                  <p:childTnLst>
                                    <p:set>
                                      <p:cBhvr>
                                        <p:cTn id="41" dur="1" fill="hold">
                                          <p:stCondLst>
                                            <p:cond delay="0"/>
                                          </p:stCondLst>
                                        </p:cTn>
                                        <p:tgtEl>
                                          <p:spTgt spid="4">
                                            <p:txEl>
                                              <p:pRg st="5" end="5"/>
                                            </p:txEl>
                                          </p:spTgt>
                                        </p:tgtEl>
                                        <p:attrNameLst>
                                          <p:attrName>style.visibility</p:attrName>
                                        </p:attrNameLst>
                                      </p:cBhvr>
                                      <p:to>
                                        <p:strVal val="visible"/>
                                      </p:to>
                                    </p:set>
                                    <p:animEffect transition="in" filter="wipe(up)">
                                      <p:cBhvr>
                                        <p:cTn id="42" dur="500"/>
                                        <p:tgtEl>
                                          <p:spTgt spid="4">
                                            <p:txEl>
                                              <p:pRg st="5" end="5"/>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1" fill="hold" grpId="0" nodeType="clickEffect">
                                  <p:stCondLst>
                                    <p:cond delay="0"/>
                                  </p:stCondLst>
                                  <p:childTnLst>
                                    <p:set>
                                      <p:cBhvr>
                                        <p:cTn id="46" dur="1" fill="hold">
                                          <p:stCondLst>
                                            <p:cond delay="0"/>
                                          </p:stCondLst>
                                        </p:cTn>
                                        <p:tgtEl>
                                          <p:spTgt spid="4">
                                            <p:txEl>
                                              <p:pRg st="6" end="6"/>
                                            </p:txEl>
                                          </p:spTgt>
                                        </p:tgtEl>
                                        <p:attrNameLst>
                                          <p:attrName>style.visibility</p:attrName>
                                        </p:attrNameLst>
                                      </p:cBhvr>
                                      <p:to>
                                        <p:strVal val="visible"/>
                                      </p:to>
                                    </p:set>
                                    <p:animEffect transition="in" filter="wipe(up)">
                                      <p:cBhvr>
                                        <p:cTn id="47" dur="500"/>
                                        <p:tgtEl>
                                          <p:spTgt spid="4">
                                            <p:txEl>
                                              <p:pRg st="6" end="6"/>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1" fill="hold" grpId="0" nodeType="clickEffect">
                                  <p:stCondLst>
                                    <p:cond delay="0"/>
                                  </p:stCondLst>
                                  <p:childTnLst>
                                    <p:set>
                                      <p:cBhvr>
                                        <p:cTn id="51" dur="1" fill="hold">
                                          <p:stCondLst>
                                            <p:cond delay="0"/>
                                          </p:stCondLst>
                                        </p:cTn>
                                        <p:tgtEl>
                                          <p:spTgt spid="4">
                                            <p:txEl>
                                              <p:pRg st="7" end="7"/>
                                            </p:txEl>
                                          </p:spTgt>
                                        </p:tgtEl>
                                        <p:attrNameLst>
                                          <p:attrName>style.visibility</p:attrName>
                                        </p:attrNameLst>
                                      </p:cBhvr>
                                      <p:to>
                                        <p:strVal val="visible"/>
                                      </p:to>
                                    </p:set>
                                    <p:animEffect transition="in" filter="wipe(up)">
                                      <p:cBhvr>
                                        <p:cTn id="52" dur="500"/>
                                        <p:tgtEl>
                                          <p:spTgt spid="4">
                                            <p:txEl>
                                              <p:pRg st="7" end="7"/>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1" fill="hold" grpId="0" nodeType="clickEffect">
                                  <p:stCondLst>
                                    <p:cond delay="0"/>
                                  </p:stCondLst>
                                  <p:childTnLst>
                                    <p:set>
                                      <p:cBhvr>
                                        <p:cTn id="56" dur="1" fill="hold">
                                          <p:stCondLst>
                                            <p:cond delay="0"/>
                                          </p:stCondLst>
                                        </p:cTn>
                                        <p:tgtEl>
                                          <p:spTgt spid="4">
                                            <p:txEl>
                                              <p:pRg st="8" end="8"/>
                                            </p:txEl>
                                          </p:spTgt>
                                        </p:tgtEl>
                                        <p:attrNameLst>
                                          <p:attrName>style.visibility</p:attrName>
                                        </p:attrNameLst>
                                      </p:cBhvr>
                                      <p:to>
                                        <p:strVal val="visible"/>
                                      </p:to>
                                    </p:set>
                                    <p:animEffect transition="in" filter="wipe(up)">
                                      <p:cBhvr>
                                        <p:cTn id="57" dur="500"/>
                                        <p:tgtEl>
                                          <p:spTgt spid="4">
                                            <p:txEl>
                                              <p:pRg st="8" end="8"/>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1" fill="hold" grpId="0" nodeType="clickEffect">
                                  <p:stCondLst>
                                    <p:cond delay="0"/>
                                  </p:stCondLst>
                                  <p:childTnLst>
                                    <p:set>
                                      <p:cBhvr>
                                        <p:cTn id="61" dur="1" fill="hold">
                                          <p:stCondLst>
                                            <p:cond delay="0"/>
                                          </p:stCondLst>
                                        </p:cTn>
                                        <p:tgtEl>
                                          <p:spTgt spid="4">
                                            <p:txEl>
                                              <p:pRg st="9" end="9"/>
                                            </p:txEl>
                                          </p:spTgt>
                                        </p:tgtEl>
                                        <p:attrNameLst>
                                          <p:attrName>style.visibility</p:attrName>
                                        </p:attrNameLst>
                                      </p:cBhvr>
                                      <p:to>
                                        <p:strVal val="visible"/>
                                      </p:to>
                                    </p:set>
                                    <p:animEffect transition="in" filter="wipe(up)">
                                      <p:cBhvr>
                                        <p:cTn id="62" dur="500"/>
                                        <p:tgtEl>
                                          <p:spTgt spid="4">
                                            <p:txEl>
                                              <p:pRg st="9" end="9"/>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1" fill="hold" grpId="0" nodeType="clickEffect">
                                  <p:stCondLst>
                                    <p:cond delay="0"/>
                                  </p:stCondLst>
                                  <p:childTnLst>
                                    <p:set>
                                      <p:cBhvr>
                                        <p:cTn id="66" dur="1" fill="hold">
                                          <p:stCondLst>
                                            <p:cond delay="0"/>
                                          </p:stCondLst>
                                        </p:cTn>
                                        <p:tgtEl>
                                          <p:spTgt spid="4">
                                            <p:txEl>
                                              <p:pRg st="10" end="10"/>
                                            </p:txEl>
                                          </p:spTgt>
                                        </p:tgtEl>
                                        <p:attrNameLst>
                                          <p:attrName>style.visibility</p:attrName>
                                        </p:attrNameLst>
                                      </p:cBhvr>
                                      <p:to>
                                        <p:strVal val="visible"/>
                                      </p:to>
                                    </p:set>
                                    <p:animEffect transition="in" filter="wipe(up)">
                                      <p:cBhvr>
                                        <p:cTn id="67" dur="500"/>
                                        <p:tgtEl>
                                          <p:spTgt spid="4">
                                            <p:txEl>
                                              <p:pRg st="10" end="10"/>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1" fill="hold" grpId="0" nodeType="clickEffect">
                                  <p:stCondLst>
                                    <p:cond delay="0"/>
                                  </p:stCondLst>
                                  <p:childTnLst>
                                    <p:set>
                                      <p:cBhvr>
                                        <p:cTn id="71" dur="1" fill="hold">
                                          <p:stCondLst>
                                            <p:cond delay="0"/>
                                          </p:stCondLst>
                                        </p:cTn>
                                        <p:tgtEl>
                                          <p:spTgt spid="4">
                                            <p:txEl>
                                              <p:pRg st="11" end="11"/>
                                            </p:txEl>
                                          </p:spTgt>
                                        </p:tgtEl>
                                        <p:attrNameLst>
                                          <p:attrName>style.visibility</p:attrName>
                                        </p:attrNameLst>
                                      </p:cBhvr>
                                      <p:to>
                                        <p:strVal val="visible"/>
                                      </p:to>
                                    </p:set>
                                    <p:animEffect transition="in" filter="wipe(up)">
                                      <p:cBhvr>
                                        <p:cTn id="72" dur="500"/>
                                        <p:tgtEl>
                                          <p:spTgt spid="4">
                                            <p:txEl>
                                              <p:pRg st="11" end="11"/>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1" fill="hold" grpId="0" nodeType="clickEffect">
                                  <p:stCondLst>
                                    <p:cond delay="0"/>
                                  </p:stCondLst>
                                  <p:childTnLst>
                                    <p:set>
                                      <p:cBhvr>
                                        <p:cTn id="76" dur="1" fill="hold">
                                          <p:stCondLst>
                                            <p:cond delay="0"/>
                                          </p:stCondLst>
                                        </p:cTn>
                                        <p:tgtEl>
                                          <p:spTgt spid="4">
                                            <p:txEl>
                                              <p:pRg st="12" end="12"/>
                                            </p:txEl>
                                          </p:spTgt>
                                        </p:tgtEl>
                                        <p:attrNameLst>
                                          <p:attrName>style.visibility</p:attrName>
                                        </p:attrNameLst>
                                      </p:cBhvr>
                                      <p:to>
                                        <p:strVal val="visible"/>
                                      </p:to>
                                    </p:set>
                                    <p:animEffect transition="in" filter="wipe(up)">
                                      <p:cBhvr>
                                        <p:cTn id="77" dur="500"/>
                                        <p:tgtEl>
                                          <p:spTgt spid="4">
                                            <p:txEl>
                                              <p:pRg st="12" end="12"/>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1" fill="hold" grpId="0" nodeType="clickEffect">
                                  <p:stCondLst>
                                    <p:cond delay="0"/>
                                  </p:stCondLst>
                                  <p:childTnLst>
                                    <p:set>
                                      <p:cBhvr>
                                        <p:cTn id="81" dur="1" fill="hold">
                                          <p:stCondLst>
                                            <p:cond delay="0"/>
                                          </p:stCondLst>
                                        </p:cTn>
                                        <p:tgtEl>
                                          <p:spTgt spid="4">
                                            <p:txEl>
                                              <p:pRg st="13" end="13"/>
                                            </p:txEl>
                                          </p:spTgt>
                                        </p:tgtEl>
                                        <p:attrNameLst>
                                          <p:attrName>style.visibility</p:attrName>
                                        </p:attrNameLst>
                                      </p:cBhvr>
                                      <p:to>
                                        <p:strVal val="visible"/>
                                      </p:to>
                                    </p:set>
                                    <p:animEffect transition="in" filter="wipe(up)">
                                      <p:cBhvr>
                                        <p:cTn id="82" dur="500"/>
                                        <p:tgtEl>
                                          <p:spTgt spid="4">
                                            <p:txEl>
                                              <p:pRg st="13" end="13"/>
                                            </p:txEl>
                                          </p:spTgt>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1" fill="hold" grpId="0" nodeType="clickEffect">
                                  <p:stCondLst>
                                    <p:cond delay="0"/>
                                  </p:stCondLst>
                                  <p:childTnLst>
                                    <p:set>
                                      <p:cBhvr>
                                        <p:cTn id="86" dur="1" fill="hold">
                                          <p:stCondLst>
                                            <p:cond delay="0"/>
                                          </p:stCondLst>
                                        </p:cTn>
                                        <p:tgtEl>
                                          <p:spTgt spid="4">
                                            <p:txEl>
                                              <p:pRg st="14" end="14"/>
                                            </p:txEl>
                                          </p:spTgt>
                                        </p:tgtEl>
                                        <p:attrNameLst>
                                          <p:attrName>style.visibility</p:attrName>
                                        </p:attrNameLst>
                                      </p:cBhvr>
                                      <p:to>
                                        <p:strVal val="visible"/>
                                      </p:to>
                                    </p:set>
                                    <p:animEffect transition="in" filter="wipe(up)">
                                      <p:cBhvr>
                                        <p:cTn id="87" dur="500"/>
                                        <p:tgtEl>
                                          <p:spTgt spid="4">
                                            <p:txEl>
                                              <p:pRg st="14" end="14"/>
                                            </p:txEl>
                                          </p:spTgt>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1" fill="hold" grpId="0" nodeType="clickEffect">
                                  <p:stCondLst>
                                    <p:cond delay="0"/>
                                  </p:stCondLst>
                                  <p:childTnLst>
                                    <p:set>
                                      <p:cBhvr>
                                        <p:cTn id="91" dur="1" fill="hold">
                                          <p:stCondLst>
                                            <p:cond delay="0"/>
                                          </p:stCondLst>
                                        </p:cTn>
                                        <p:tgtEl>
                                          <p:spTgt spid="4">
                                            <p:txEl>
                                              <p:pRg st="15" end="15"/>
                                            </p:txEl>
                                          </p:spTgt>
                                        </p:tgtEl>
                                        <p:attrNameLst>
                                          <p:attrName>style.visibility</p:attrName>
                                        </p:attrNameLst>
                                      </p:cBhvr>
                                      <p:to>
                                        <p:strVal val="visible"/>
                                      </p:to>
                                    </p:set>
                                    <p:animEffect transition="in" filter="wipe(up)">
                                      <p:cBhvr>
                                        <p:cTn id="92" dur="500"/>
                                        <p:tgtEl>
                                          <p:spTgt spid="4">
                                            <p:txEl>
                                              <p:pRg st="15" end="15"/>
                                            </p:txEl>
                                          </p:spTgt>
                                        </p:tgtEl>
                                      </p:cBhvr>
                                    </p:animEffect>
                                  </p:childTnLst>
                                </p:cTn>
                              </p:par>
                            </p:childTnLst>
                          </p:cTn>
                        </p:par>
                      </p:childTnLst>
                    </p:cTn>
                  </p:par>
                  <p:par>
                    <p:cTn id="93" fill="hold">
                      <p:stCondLst>
                        <p:cond delay="indefinite"/>
                      </p:stCondLst>
                      <p:childTnLst>
                        <p:par>
                          <p:cTn id="94" fill="hold">
                            <p:stCondLst>
                              <p:cond delay="0"/>
                            </p:stCondLst>
                            <p:childTnLst>
                              <p:par>
                                <p:cTn id="95" presetID="22" presetClass="entr" presetSubtype="1" fill="hold" grpId="0" nodeType="clickEffect">
                                  <p:stCondLst>
                                    <p:cond delay="0"/>
                                  </p:stCondLst>
                                  <p:childTnLst>
                                    <p:set>
                                      <p:cBhvr>
                                        <p:cTn id="96" dur="1" fill="hold">
                                          <p:stCondLst>
                                            <p:cond delay="0"/>
                                          </p:stCondLst>
                                        </p:cTn>
                                        <p:tgtEl>
                                          <p:spTgt spid="4">
                                            <p:txEl>
                                              <p:pRg st="16" end="16"/>
                                            </p:txEl>
                                          </p:spTgt>
                                        </p:tgtEl>
                                        <p:attrNameLst>
                                          <p:attrName>style.visibility</p:attrName>
                                        </p:attrNameLst>
                                      </p:cBhvr>
                                      <p:to>
                                        <p:strVal val="visible"/>
                                      </p:to>
                                    </p:set>
                                    <p:animEffect transition="in" filter="wipe(up)">
                                      <p:cBhvr>
                                        <p:cTn id="97" dur="500"/>
                                        <p:tgtEl>
                                          <p:spTgt spid="4">
                                            <p:txEl>
                                              <p:pRg st="16" end="16"/>
                                            </p:txEl>
                                          </p:spTgt>
                                        </p:tgtEl>
                                      </p:cBhvr>
                                    </p:animEffect>
                                  </p:childTnLst>
                                </p:cTn>
                              </p:par>
                            </p:childTnLst>
                          </p:cTn>
                        </p:par>
                      </p:childTnLst>
                    </p:cTn>
                  </p:par>
                  <p:par>
                    <p:cTn id="98" fill="hold">
                      <p:stCondLst>
                        <p:cond delay="indefinite"/>
                      </p:stCondLst>
                      <p:childTnLst>
                        <p:par>
                          <p:cTn id="99" fill="hold">
                            <p:stCondLst>
                              <p:cond delay="0"/>
                            </p:stCondLst>
                            <p:childTnLst>
                              <p:par>
                                <p:cTn id="100" presetID="22" presetClass="entr" presetSubtype="1" fill="hold" grpId="0" nodeType="clickEffect">
                                  <p:stCondLst>
                                    <p:cond delay="0"/>
                                  </p:stCondLst>
                                  <p:childTnLst>
                                    <p:set>
                                      <p:cBhvr>
                                        <p:cTn id="101" dur="1" fill="hold">
                                          <p:stCondLst>
                                            <p:cond delay="0"/>
                                          </p:stCondLst>
                                        </p:cTn>
                                        <p:tgtEl>
                                          <p:spTgt spid="4">
                                            <p:txEl>
                                              <p:pRg st="17" end="17"/>
                                            </p:txEl>
                                          </p:spTgt>
                                        </p:tgtEl>
                                        <p:attrNameLst>
                                          <p:attrName>style.visibility</p:attrName>
                                        </p:attrNameLst>
                                      </p:cBhvr>
                                      <p:to>
                                        <p:strVal val="visible"/>
                                      </p:to>
                                    </p:set>
                                    <p:animEffect transition="in" filter="wipe(up)">
                                      <p:cBhvr>
                                        <p:cTn id="102" dur="500"/>
                                        <p:tgtEl>
                                          <p:spTgt spid="4">
                                            <p:txEl>
                                              <p:pRg st="17" end="17"/>
                                            </p:txEl>
                                          </p:spTgt>
                                        </p:tgtEl>
                                      </p:cBhvr>
                                    </p:animEffect>
                                  </p:childTnLst>
                                </p:cTn>
                              </p:par>
                            </p:childTnLst>
                          </p:cTn>
                        </p:par>
                      </p:childTnLst>
                    </p:cTn>
                  </p:par>
                  <p:par>
                    <p:cTn id="103" fill="hold">
                      <p:stCondLst>
                        <p:cond delay="indefinite"/>
                      </p:stCondLst>
                      <p:childTnLst>
                        <p:par>
                          <p:cTn id="104" fill="hold">
                            <p:stCondLst>
                              <p:cond delay="0"/>
                            </p:stCondLst>
                            <p:childTnLst>
                              <p:par>
                                <p:cTn id="105" presetID="22" presetClass="entr" presetSubtype="1" fill="hold" grpId="0" nodeType="clickEffect">
                                  <p:stCondLst>
                                    <p:cond delay="0"/>
                                  </p:stCondLst>
                                  <p:childTnLst>
                                    <p:set>
                                      <p:cBhvr>
                                        <p:cTn id="106" dur="1" fill="hold">
                                          <p:stCondLst>
                                            <p:cond delay="0"/>
                                          </p:stCondLst>
                                        </p:cTn>
                                        <p:tgtEl>
                                          <p:spTgt spid="4">
                                            <p:txEl>
                                              <p:pRg st="18" end="18"/>
                                            </p:txEl>
                                          </p:spTgt>
                                        </p:tgtEl>
                                        <p:attrNameLst>
                                          <p:attrName>style.visibility</p:attrName>
                                        </p:attrNameLst>
                                      </p:cBhvr>
                                      <p:to>
                                        <p:strVal val="visible"/>
                                      </p:to>
                                    </p:set>
                                    <p:animEffect transition="in" filter="wipe(up)">
                                      <p:cBhvr>
                                        <p:cTn id="107" dur="500"/>
                                        <p:tgtEl>
                                          <p:spTgt spid="4">
                                            <p:txEl>
                                              <p:pRg st="18" end="18"/>
                                            </p:txEl>
                                          </p:spTgt>
                                        </p:tgtEl>
                                      </p:cBhvr>
                                    </p:animEffect>
                                  </p:childTnLst>
                                </p:cTn>
                              </p:par>
                            </p:childTnLst>
                          </p:cTn>
                        </p:par>
                      </p:childTnLst>
                    </p:cTn>
                  </p:par>
                  <p:par>
                    <p:cTn id="108" fill="hold">
                      <p:stCondLst>
                        <p:cond delay="indefinite"/>
                      </p:stCondLst>
                      <p:childTnLst>
                        <p:par>
                          <p:cTn id="109" fill="hold">
                            <p:stCondLst>
                              <p:cond delay="0"/>
                            </p:stCondLst>
                            <p:childTnLst>
                              <p:par>
                                <p:cTn id="110" presetID="22" presetClass="entr" presetSubtype="1" fill="hold" grpId="0" nodeType="clickEffect">
                                  <p:stCondLst>
                                    <p:cond delay="0"/>
                                  </p:stCondLst>
                                  <p:childTnLst>
                                    <p:set>
                                      <p:cBhvr>
                                        <p:cTn id="111" dur="1" fill="hold">
                                          <p:stCondLst>
                                            <p:cond delay="0"/>
                                          </p:stCondLst>
                                        </p:cTn>
                                        <p:tgtEl>
                                          <p:spTgt spid="4">
                                            <p:txEl>
                                              <p:pRg st="19" end="19"/>
                                            </p:txEl>
                                          </p:spTgt>
                                        </p:tgtEl>
                                        <p:attrNameLst>
                                          <p:attrName>style.visibility</p:attrName>
                                        </p:attrNameLst>
                                      </p:cBhvr>
                                      <p:to>
                                        <p:strVal val="visible"/>
                                      </p:to>
                                    </p:set>
                                    <p:animEffect transition="in" filter="wipe(up)">
                                      <p:cBhvr>
                                        <p:cTn id="112" dur="500"/>
                                        <p:tgtEl>
                                          <p:spTgt spid="4">
                                            <p:txEl>
                                              <p:pRg st="19" end="19"/>
                                            </p:txEl>
                                          </p:spTgt>
                                        </p:tgtEl>
                                      </p:cBhvr>
                                    </p:animEffect>
                                  </p:childTnLst>
                                </p:cTn>
                              </p:par>
                            </p:childTnLst>
                          </p:cTn>
                        </p:par>
                      </p:childTnLst>
                    </p:cTn>
                  </p:par>
                  <p:par>
                    <p:cTn id="113" fill="hold">
                      <p:stCondLst>
                        <p:cond delay="indefinite"/>
                      </p:stCondLst>
                      <p:childTnLst>
                        <p:par>
                          <p:cTn id="114" fill="hold">
                            <p:stCondLst>
                              <p:cond delay="0"/>
                            </p:stCondLst>
                            <p:childTnLst>
                              <p:par>
                                <p:cTn id="115" presetID="22" presetClass="entr" presetSubtype="1" fill="hold" grpId="0" nodeType="clickEffect">
                                  <p:stCondLst>
                                    <p:cond delay="0"/>
                                  </p:stCondLst>
                                  <p:childTnLst>
                                    <p:set>
                                      <p:cBhvr>
                                        <p:cTn id="116" dur="1" fill="hold">
                                          <p:stCondLst>
                                            <p:cond delay="0"/>
                                          </p:stCondLst>
                                        </p:cTn>
                                        <p:tgtEl>
                                          <p:spTgt spid="4">
                                            <p:txEl>
                                              <p:pRg st="20" end="20"/>
                                            </p:txEl>
                                          </p:spTgt>
                                        </p:tgtEl>
                                        <p:attrNameLst>
                                          <p:attrName>style.visibility</p:attrName>
                                        </p:attrNameLst>
                                      </p:cBhvr>
                                      <p:to>
                                        <p:strVal val="visible"/>
                                      </p:to>
                                    </p:set>
                                    <p:animEffect transition="in" filter="wipe(up)">
                                      <p:cBhvr>
                                        <p:cTn id="117" dur="500"/>
                                        <p:tgtEl>
                                          <p:spTgt spid="4">
                                            <p:txEl>
                                              <p:pRg st="20" end="20"/>
                                            </p:txEl>
                                          </p:spTgt>
                                        </p:tgtEl>
                                      </p:cBhvr>
                                    </p:animEffect>
                                  </p:childTnLst>
                                </p:cTn>
                              </p:par>
                            </p:childTnLst>
                          </p:cTn>
                        </p:par>
                      </p:childTnLst>
                    </p:cTn>
                  </p:par>
                  <p:par>
                    <p:cTn id="118" fill="hold">
                      <p:stCondLst>
                        <p:cond delay="indefinite"/>
                      </p:stCondLst>
                      <p:childTnLst>
                        <p:par>
                          <p:cTn id="119" fill="hold">
                            <p:stCondLst>
                              <p:cond delay="0"/>
                            </p:stCondLst>
                            <p:childTnLst>
                              <p:par>
                                <p:cTn id="120" presetID="22" presetClass="entr" presetSubtype="1" fill="hold" grpId="0" nodeType="clickEffect">
                                  <p:stCondLst>
                                    <p:cond delay="0"/>
                                  </p:stCondLst>
                                  <p:childTnLst>
                                    <p:set>
                                      <p:cBhvr>
                                        <p:cTn id="121" dur="1" fill="hold">
                                          <p:stCondLst>
                                            <p:cond delay="0"/>
                                          </p:stCondLst>
                                        </p:cTn>
                                        <p:tgtEl>
                                          <p:spTgt spid="4">
                                            <p:txEl>
                                              <p:pRg st="21" end="21"/>
                                            </p:txEl>
                                          </p:spTgt>
                                        </p:tgtEl>
                                        <p:attrNameLst>
                                          <p:attrName>style.visibility</p:attrName>
                                        </p:attrNameLst>
                                      </p:cBhvr>
                                      <p:to>
                                        <p:strVal val="visible"/>
                                      </p:to>
                                    </p:set>
                                    <p:animEffect transition="in" filter="wipe(up)">
                                      <p:cBhvr>
                                        <p:cTn id="122" dur="500"/>
                                        <p:tgtEl>
                                          <p:spTgt spid="4">
                                            <p:txEl>
                                              <p:pRg st="21" end="21"/>
                                            </p:txEl>
                                          </p:spTgt>
                                        </p:tgtEl>
                                      </p:cBhvr>
                                    </p:animEffect>
                                  </p:childTnLst>
                                </p:cTn>
                              </p:par>
                            </p:childTnLst>
                          </p:cTn>
                        </p:par>
                      </p:childTnLst>
                    </p:cTn>
                  </p:par>
                  <p:par>
                    <p:cTn id="123" fill="hold">
                      <p:stCondLst>
                        <p:cond delay="indefinite"/>
                      </p:stCondLst>
                      <p:childTnLst>
                        <p:par>
                          <p:cTn id="124" fill="hold">
                            <p:stCondLst>
                              <p:cond delay="0"/>
                            </p:stCondLst>
                            <p:childTnLst>
                              <p:par>
                                <p:cTn id="125" presetID="22" presetClass="entr" presetSubtype="1" fill="hold" grpId="0" nodeType="clickEffect">
                                  <p:stCondLst>
                                    <p:cond delay="0"/>
                                  </p:stCondLst>
                                  <p:childTnLst>
                                    <p:set>
                                      <p:cBhvr>
                                        <p:cTn id="126" dur="1" fill="hold">
                                          <p:stCondLst>
                                            <p:cond delay="0"/>
                                          </p:stCondLst>
                                        </p:cTn>
                                        <p:tgtEl>
                                          <p:spTgt spid="4">
                                            <p:txEl>
                                              <p:pRg st="22" end="22"/>
                                            </p:txEl>
                                          </p:spTgt>
                                        </p:tgtEl>
                                        <p:attrNameLst>
                                          <p:attrName>style.visibility</p:attrName>
                                        </p:attrNameLst>
                                      </p:cBhvr>
                                      <p:to>
                                        <p:strVal val="visible"/>
                                      </p:to>
                                    </p:set>
                                    <p:animEffect transition="in" filter="wipe(up)">
                                      <p:cBhvr>
                                        <p:cTn id="127" dur="500"/>
                                        <p:tgtEl>
                                          <p:spTgt spid="4">
                                            <p:txEl>
                                              <p:pRg st="22" end="22"/>
                                            </p:txEl>
                                          </p:spTgt>
                                        </p:tgtEl>
                                      </p:cBhvr>
                                    </p:animEffect>
                                  </p:childTnLst>
                                </p:cTn>
                              </p:par>
                            </p:childTnLst>
                          </p:cTn>
                        </p:par>
                      </p:childTnLst>
                    </p:cTn>
                  </p:par>
                  <p:par>
                    <p:cTn id="128" fill="hold">
                      <p:stCondLst>
                        <p:cond delay="indefinite"/>
                      </p:stCondLst>
                      <p:childTnLst>
                        <p:par>
                          <p:cTn id="129" fill="hold">
                            <p:stCondLst>
                              <p:cond delay="0"/>
                            </p:stCondLst>
                            <p:childTnLst>
                              <p:par>
                                <p:cTn id="130" presetID="22" presetClass="entr" presetSubtype="1" fill="hold" grpId="0" nodeType="clickEffect">
                                  <p:stCondLst>
                                    <p:cond delay="0"/>
                                  </p:stCondLst>
                                  <p:childTnLst>
                                    <p:set>
                                      <p:cBhvr>
                                        <p:cTn id="131" dur="1" fill="hold">
                                          <p:stCondLst>
                                            <p:cond delay="0"/>
                                          </p:stCondLst>
                                        </p:cTn>
                                        <p:tgtEl>
                                          <p:spTgt spid="4">
                                            <p:txEl>
                                              <p:pRg st="23" end="23"/>
                                            </p:txEl>
                                          </p:spTgt>
                                        </p:tgtEl>
                                        <p:attrNameLst>
                                          <p:attrName>style.visibility</p:attrName>
                                        </p:attrNameLst>
                                      </p:cBhvr>
                                      <p:to>
                                        <p:strVal val="visible"/>
                                      </p:to>
                                    </p:set>
                                    <p:animEffect transition="in" filter="wipe(up)">
                                      <p:cBhvr>
                                        <p:cTn id="132" dur="500"/>
                                        <p:tgtEl>
                                          <p:spTgt spid="4">
                                            <p:txEl>
                                              <p:pRg st="23" end="23"/>
                                            </p:txEl>
                                          </p:spTgt>
                                        </p:tgtEl>
                                      </p:cBhvr>
                                    </p:animEffect>
                                  </p:childTnLst>
                                </p:cTn>
                              </p:par>
                            </p:childTnLst>
                          </p:cTn>
                        </p:par>
                      </p:childTnLst>
                    </p:cTn>
                  </p:par>
                  <p:par>
                    <p:cTn id="133" fill="hold">
                      <p:stCondLst>
                        <p:cond delay="indefinite"/>
                      </p:stCondLst>
                      <p:childTnLst>
                        <p:par>
                          <p:cTn id="134" fill="hold">
                            <p:stCondLst>
                              <p:cond delay="0"/>
                            </p:stCondLst>
                            <p:childTnLst>
                              <p:par>
                                <p:cTn id="135" presetID="22" presetClass="entr" presetSubtype="1" fill="hold" grpId="0" nodeType="clickEffect">
                                  <p:stCondLst>
                                    <p:cond delay="0"/>
                                  </p:stCondLst>
                                  <p:childTnLst>
                                    <p:set>
                                      <p:cBhvr>
                                        <p:cTn id="136" dur="1" fill="hold">
                                          <p:stCondLst>
                                            <p:cond delay="0"/>
                                          </p:stCondLst>
                                        </p:cTn>
                                        <p:tgtEl>
                                          <p:spTgt spid="4">
                                            <p:txEl>
                                              <p:pRg st="24" end="24"/>
                                            </p:txEl>
                                          </p:spTgt>
                                        </p:tgtEl>
                                        <p:attrNameLst>
                                          <p:attrName>style.visibility</p:attrName>
                                        </p:attrNameLst>
                                      </p:cBhvr>
                                      <p:to>
                                        <p:strVal val="visible"/>
                                      </p:to>
                                    </p:set>
                                    <p:animEffect transition="in" filter="wipe(up)">
                                      <p:cBhvr>
                                        <p:cTn id="137" dur="500"/>
                                        <p:tgtEl>
                                          <p:spTgt spid="4">
                                            <p:txEl>
                                              <p:pRg st="24" end="24"/>
                                            </p:txEl>
                                          </p:spTgt>
                                        </p:tgtEl>
                                      </p:cBhvr>
                                    </p:animEffect>
                                  </p:childTnLst>
                                </p:cTn>
                              </p:par>
                            </p:childTnLst>
                          </p:cTn>
                        </p:par>
                      </p:childTnLst>
                    </p:cTn>
                  </p:par>
                  <p:par>
                    <p:cTn id="138" fill="hold">
                      <p:stCondLst>
                        <p:cond delay="indefinite"/>
                      </p:stCondLst>
                      <p:childTnLst>
                        <p:par>
                          <p:cTn id="139" fill="hold">
                            <p:stCondLst>
                              <p:cond delay="0"/>
                            </p:stCondLst>
                            <p:childTnLst>
                              <p:par>
                                <p:cTn id="140" presetID="22" presetClass="entr" presetSubtype="1" fill="hold" grpId="0" nodeType="clickEffect">
                                  <p:stCondLst>
                                    <p:cond delay="0"/>
                                  </p:stCondLst>
                                  <p:childTnLst>
                                    <p:set>
                                      <p:cBhvr>
                                        <p:cTn id="141" dur="1" fill="hold">
                                          <p:stCondLst>
                                            <p:cond delay="0"/>
                                          </p:stCondLst>
                                        </p:cTn>
                                        <p:tgtEl>
                                          <p:spTgt spid="4">
                                            <p:txEl>
                                              <p:pRg st="25" end="25"/>
                                            </p:txEl>
                                          </p:spTgt>
                                        </p:tgtEl>
                                        <p:attrNameLst>
                                          <p:attrName>style.visibility</p:attrName>
                                        </p:attrNameLst>
                                      </p:cBhvr>
                                      <p:to>
                                        <p:strVal val="visible"/>
                                      </p:to>
                                    </p:set>
                                    <p:animEffect transition="in" filter="wipe(up)">
                                      <p:cBhvr>
                                        <p:cTn id="142" dur="500"/>
                                        <p:tgtEl>
                                          <p:spTgt spid="4">
                                            <p:txEl>
                                              <p:pRg st="25" end="25"/>
                                            </p:txEl>
                                          </p:spTgt>
                                        </p:tgtEl>
                                      </p:cBhvr>
                                    </p:animEffect>
                                  </p:childTnLst>
                                </p:cTn>
                              </p:par>
                            </p:childTnLst>
                          </p:cTn>
                        </p:par>
                      </p:childTnLst>
                    </p:cTn>
                  </p:par>
                  <p:par>
                    <p:cTn id="143" fill="hold">
                      <p:stCondLst>
                        <p:cond delay="indefinite"/>
                      </p:stCondLst>
                      <p:childTnLst>
                        <p:par>
                          <p:cTn id="144" fill="hold">
                            <p:stCondLst>
                              <p:cond delay="0"/>
                            </p:stCondLst>
                            <p:childTnLst>
                              <p:par>
                                <p:cTn id="145" presetID="22" presetClass="entr" presetSubtype="1" fill="hold" grpId="0" nodeType="clickEffect">
                                  <p:stCondLst>
                                    <p:cond delay="0"/>
                                  </p:stCondLst>
                                  <p:childTnLst>
                                    <p:set>
                                      <p:cBhvr>
                                        <p:cTn id="146" dur="1" fill="hold">
                                          <p:stCondLst>
                                            <p:cond delay="0"/>
                                          </p:stCondLst>
                                        </p:cTn>
                                        <p:tgtEl>
                                          <p:spTgt spid="4">
                                            <p:txEl>
                                              <p:pRg st="26" end="26"/>
                                            </p:txEl>
                                          </p:spTgt>
                                        </p:tgtEl>
                                        <p:attrNameLst>
                                          <p:attrName>style.visibility</p:attrName>
                                        </p:attrNameLst>
                                      </p:cBhvr>
                                      <p:to>
                                        <p:strVal val="visible"/>
                                      </p:to>
                                    </p:set>
                                    <p:animEffect transition="in" filter="wipe(up)">
                                      <p:cBhvr>
                                        <p:cTn id="147" dur="500"/>
                                        <p:tgtEl>
                                          <p:spTgt spid="4">
                                            <p:txEl>
                                              <p:pRg st="26" end="26"/>
                                            </p:txEl>
                                          </p:spTgt>
                                        </p:tgtEl>
                                      </p:cBhvr>
                                    </p:animEffect>
                                  </p:childTnLst>
                                </p:cTn>
                              </p:par>
                            </p:childTnLst>
                          </p:cTn>
                        </p:par>
                      </p:childTnLst>
                    </p:cTn>
                  </p:par>
                  <p:par>
                    <p:cTn id="148" fill="hold">
                      <p:stCondLst>
                        <p:cond delay="indefinite"/>
                      </p:stCondLst>
                      <p:childTnLst>
                        <p:par>
                          <p:cTn id="149" fill="hold">
                            <p:stCondLst>
                              <p:cond delay="0"/>
                            </p:stCondLst>
                            <p:childTnLst>
                              <p:par>
                                <p:cTn id="150" presetID="22" presetClass="entr" presetSubtype="1" fill="hold" grpId="0" nodeType="clickEffect">
                                  <p:stCondLst>
                                    <p:cond delay="0"/>
                                  </p:stCondLst>
                                  <p:childTnLst>
                                    <p:set>
                                      <p:cBhvr>
                                        <p:cTn id="151" dur="1" fill="hold">
                                          <p:stCondLst>
                                            <p:cond delay="0"/>
                                          </p:stCondLst>
                                        </p:cTn>
                                        <p:tgtEl>
                                          <p:spTgt spid="4">
                                            <p:txEl>
                                              <p:pRg st="27" end="27"/>
                                            </p:txEl>
                                          </p:spTgt>
                                        </p:tgtEl>
                                        <p:attrNameLst>
                                          <p:attrName>style.visibility</p:attrName>
                                        </p:attrNameLst>
                                      </p:cBhvr>
                                      <p:to>
                                        <p:strVal val="visible"/>
                                      </p:to>
                                    </p:set>
                                    <p:animEffect transition="in" filter="wipe(up)">
                                      <p:cBhvr>
                                        <p:cTn id="152" dur="500"/>
                                        <p:tgtEl>
                                          <p:spTgt spid="4">
                                            <p:txEl>
                                              <p:pRg st="27" end="27"/>
                                            </p:txEl>
                                          </p:spTgt>
                                        </p:tgtEl>
                                      </p:cBhvr>
                                    </p:animEffect>
                                  </p:childTnLst>
                                </p:cTn>
                              </p:par>
                            </p:childTnLst>
                          </p:cTn>
                        </p:par>
                      </p:childTnLst>
                    </p:cTn>
                  </p:par>
                  <p:par>
                    <p:cTn id="153" fill="hold">
                      <p:stCondLst>
                        <p:cond delay="indefinite"/>
                      </p:stCondLst>
                      <p:childTnLst>
                        <p:par>
                          <p:cTn id="154" fill="hold">
                            <p:stCondLst>
                              <p:cond delay="0"/>
                            </p:stCondLst>
                            <p:childTnLst>
                              <p:par>
                                <p:cTn id="155" presetID="22" presetClass="entr" presetSubtype="1" fill="hold" grpId="0" nodeType="clickEffect">
                                  <p:stCondLst>
                                    <p:cond delay="0"/>
                                  </p:stCondLst>
                                  <p:childTnLst>
                                    <p:set>
                                      <p:cBhvr>
                                        <p:cTn id="156" dur="1" fill="hold">
                                          <p:stCondLst>
                                            <p:cond delay="0"/>
                                          </p:stCondLst>
                                        </p:cTn>
                                        <p:tgtEl>
                                          <p:spTgt spid="4">
                                            <p:txEl>
                                              <p:pRg st="28" end="28"/>
                                            </p:txEl>
                                          </p:spTgt>
                                        </p:tgtEl>
                                        <p:attrNameLst>
                                          <p:attrName>style.visibility</p:attrName>
                                        </p:attrNameLst>
                                      </p:cBhvr>
                                      <p:to>
                                        <p:strVal val="visible"/>
                                      </p:to>
                                    </p:set>
                                    <p:animEffect transition="in" filter="wipe(up)">
                                      <p:cBhvr>
                                        <p:cTn id="157" dur="500"/>
                                        <p:tgtEl>
                                          <p:spTgt spid="4">
                                            <p:txEl>
                                              <p:pRg st="28" end="28"/>
                                            </p:txEl>
                                          </p:spTgt>
                                        </p:tgtEl>
                                      </p:cBhvr>
                                    </p:animEffect>
                                  </p:childTnLst>
                                </p:cTn>
                              </p:par>
                            </p:childTnLst>
                          </p:cTn>
                        </p:par>
                      </p:childTnLst>
                    </p:cTn>
                  </p:par>
                  <p:par>
                    <p:cTn id="158" fill="hold">
                      <p:stCondLst>
                        <p:cond delay="indefinite"/>
                      </p:stCondLst>
                      <p:childTnLst>
                        <p:par>
                          <p:cTn id="159" fill="hold">
                            <p:stCondLst>
                              <p:cond delay="0"/>
                            </p:stCondLst>
                            <p:childTnLst>
                              <p:par>
                                <p:cTn id="160" presetID="22" presetClass="entr" presetSubtype="1" fill="hold" grpId="0" nodeType="clickEffect">
                                  <p:stCondLst>
                                    <p:cond delay="0"/>
                                  </p:stCondLst>
                                  <p:childTnLst>
                                    <p:set>
                                      <p:cBhvr>
                                        <p:cTn id="161" dur="1" fill="hold">
                                          <p:stCondLst>
                                            <p:cond delay="0"/>
                                          </p:stCondLst>
                                        </p:cTn>
                                        <p:tgtEl>
                                          <p:spTgt spid="4">
                                            <p:txEl>
                                              <p:pRg st="29" end="29"/>
                                            </p:txEl>
                                          </p:spTgt>
                                        </p:tgtEl>
                                        <p:attrNameLst>
                                          <p:attrName>style.visibility</p:attrName>
                                        </p:attrNameLst>
                                      </p:cBhvr>
                                      <p:to>
                                        <p:strVal val="visible"/>
                                      </p:to>
                                    </p:set>
                                    <p:animEffect transition="in" filter="wipe(up)">
                                      <p:cBhvr>
                                        <p:cTn id="162" dur="500"/>
                                        <p:tgtEl>
                                          <p:spTgt spid="4">
                                            <p:txEl>
                                              <p:pRg st="29" end="29"/>
                                            </p:txEl>
                                          </p:spTgt>
                                        </p:tgtEl>
                                      </p:cBhvr>
                                    </p:animEffect>
                                  </p:childTnLst>
                                </p:cTn>
                              </p:par>
                            </p:childTnLst>
                          </p:cTn>
                        </p:par>
                        <p:par>
                          <p:cTn id="163" fill="hold">
                            <p:stCondLst>
                              <p:cond delay="500"/>
                            </p:stCondLst>
                            <p:childTnLst>
                              <p:par>
                                <p:cTn id="164" presetID="16" presetClass="entr" presetSubtype="21" fill="hold" grpId="0" nodeType="afterEffect">
                                  <p:stCondLst>
                                    <p:cond delay="0"/>
                                  </p:stCondLst>
                                  <p:childTnLst>
                                    <p:set>
                                      <p:cBhvr>
                                        <p:cTn id="165" dur="1" fill="hold">
                                          <p:stCondLst>
                                            <p:cond delay="0"/>
                                          </p:stCondLst>
                                        </p:cTn>
                                        <p:tgtEl>
                                          <p:spTgt spid="44"/>
                                        </p:tgtEl>
                                        <p:attrNameLst>
                                          <p:attrName>style.visibility</p:attrName>
                                        </p:attrNameLst>
                                      </p:cBhvr>
                                      <p:to>
                                        <p:strVal val="visible"/>
                                      </p:to>
                                    </p:set>
                                    <p:animEffect transition="in" filter="barn(inVertical)">
                                      <p:cBhvr>
                                        <p:cTn id="166" dur="250"/>
                                        <p:tgtEl>
                                          <p:spTgt spid="44"/>
                                        </p:tgtEl>
                                      </p:cBhvr>
                                    </p:animEffect>
                                  </p:childTnLst>
                                </p:cTn>
                              </p:par>
                            </p:childTnLst>
                          </p:cTn>
                        </p:par>
                        <p:par>
                          <p:cTn id="167" fill="hold">
                            <p:stCondLst>
                              <p:cond delay="750"/>
                            </p:stCondLst>
                            <p:childTnLst>
                              <p:par>
                                <p:cTn id="168" presetID="16" presetClass="entr" presetSubtype="21" fill="hold" grpId="0" nodeType="afterEffect">
                                  <p:stCondLst>
                                    <p:cond delay="0"/>
                                  </p:stCondLst>
                                  <p:childTnLst>
                                    <p:set>
                                      <p:cBhvr>
                                        <p:cTn id="169" dur="1" fill="hold">
                                          <p:stCondLst>
                                            <p:cond delay="0"/>
                                          </p:stCondLst>
                                        </p:cTn>
                                        <p:tgtEl>
                                          <p:spTgt spid="45"/>
                                        </p:tgtEl>
                                        <p:attrNameLst>
                                          <p:attrName>style.visibility</p:attrName>
                                        </p:attrNameLst>
                                      </p:cBhvr>
                                      <p:to>
                                        <p:strVal val="visible"/>
                                      </p:to>
                                    </p:set>
                                    <p:animEffect transition="in" filter="barn(inVertical)">
                                      <p:cBhvr>
                                        <p:cTn id="170" dur="250"/>
                                        <p:tgtEl>
                                          <p:spTgt spid="45"/>
                                        </p:tgtEl>
                                      </p:cBhvr>
                                    </p:animEffect>
                                  </p:childTnLst>
                                </p:cTn>
                              </p:par>
                            </p:childTnLst>
                          </p:cTn>
                        </p:par>
                      </p:childTnLst>
                    </p:cTn>
                  </p:par>
                  <p:par>
                    <p:cTn id="171" fill="hold">
                      <p:stCondLst>
                        <p:cond delay="indefinite"/>
                      </p:stCondLst>
                      <p:childTnLst>
                        <p:par>
                          <p:cTn id="172" fill="hold">
                            <p:stCondLst>
                              <p:cond delay="0"/>
                            </p:stCondLst>
                            <p:childTnLst>
                              <p:par>
                                <p:cTn id="173" presetID="22" presetClass="entr" presetSubtype="4" fill="hold" grpId="0" nodeType="clickEffect">
                                  <p:stCondLst>
                                    <p:cond delay="0"/>
                                  </p:stCondLst>
                                  <p:childTnLst>
                                    <p:set>
                                      <p:cBhvr>
                                        <p:cTn id="174" dur="1" fill="hold">
                                          <p:stCondLst>
                                            <p:cond delay="0"/>
                                          </p:stCondLst>
                                        </p:cTn>
                                        <p:tgtEl>
                                          <p:spTgt spid="70"/>
                                        </p:tgtEl>
                                        <p:attrNameLst>
                                          <p:attrName>style.visibility</p:attrName>
                                        </p:attrNameLst>
                                      </p:cBhvr>
                                      <p:to>
                                        <p:strVal val="visible"/>
                                      </p:to>
                                    </p:set>
                                    <p:animEffect transition="in" filter="wipe(down)">
                                      <p:cBhvr>
                                        <p:cTn id="175" dur="500"/>
                                        <p:tgtEl>
                                          <p:spTgt spid="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animBg="1"/>
      <p:bldP spid="44" grpId="0"/>
      <p:bldP spid="45" grpId="0"/>
      <p:bldP spid="70" grpId="0"/>
      <p:bldP spid="80"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6" name="组合 115">
            <a:extLst>
              <a:ext uri="{FF2B5EF4-FFF2-40B4-BE49-F238E27FC236}">
                <a16:creationId xmlns:a16="http://schemas.microsoft.com/office/drawing/2014/main" id="{D321545A-D758-4EF4-BCD2-EF5CCABDCE5D}"/>
              </a:ext>
            </a:extLst>
          </p:cNvPr>
          <p:cNvGrpSpPr/>
          <p:nvPr/>
        </p:nvGrpSpPr>
        <p:grpSpPr>
          <a:xfrm>
            <a:off x="9876267" y="4873854"/>
            <a:ext cx="1543321" cy="1871732"/>
            <a:chOff x="336996" y="2479183"/>
            <a:chExt cx="1543321" cy="1871732"/>
          </a:xfrm>
        </p:grpSpPr>
        <p:sp>
          <p:nvSpPr>
            <p:cNvPr id="117" name="矩形 116">
              <a:extLst>
                <a:ext uri="{FF2B5EF4-FFF2-40B4-BE49-F238E27FC236}">
                  <a16:creationId xmlns:a16="http://schemas.microsoft.com/office/drawing/2014/main" id="{401455ED-7E7F-49F0-BD59-6D4F4979FB49}"/>
                </a:ext>
              </a:extLst>
            </p:cNvPr>
            <p:cNvSpPr/>
            <p:nvPr/>
          </p:nvSpPr>
          <p:spPr>
            <a:xfrm>
              <a:off x="637505" y="2788276"/>
              <a:ext cx="1242811" cy="309093"/>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rgbClr val="002060"/>
                  </a:solidFill>
                </a:rPr>
                <a:t>1    1      </a:t>
              </a:r>
              <a:r>
                <a:rPr lang="en-US" altLang="zh-CN" b="1" dirty="0">
                  <a:solidFill>
                    <a:srgbClr val="C00000"/>
                  </a:solidFill>
                </a:rPr>
                <a:t>3</a:t>
              </a:r>
              <a:endParaRPr lang="zh-CN" altLang="en-US" b="1" dirty="0">
                <a:solidFill>
                  <a:srgbClr val="C00000"/>
                </a:solidFill>
              </a:endParaRPr>
            </a:p>
          </p:txBody>
        </p:sp>
        <p:sp>
          <p:nvSpPr>
            <p:cNvPr id="118" name="矩形 117">
              <a:extLst>
                <a:ext uri="{FF2B5EF4-FFF2-40B4-BE49-F238E27FC236}">
                  <a16:creationId xmlns:a16="http://schemas.microsoft.com/office/drawing/2014/main" id="{57E7984B-5C9C-4AEA-87E9-3D6A1F5B2D16}"/>
                </a:ext>
              </a:extLst>
            </p:cNvPr>
            <p:cNvSpPr/>
            <p:nvPr/>
          </p:nvSpPr>
          <p:spPr>
            <a:xfrm>
              <a:off x="637505" y="3097369"/>
              <a:ext cx="1242811" cy="309093"/>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rgbClr val="002060"/>
                  </a:solidFill>
                </a:rPr>
                <a:t>1    4      </a:t>
              </a:r>
              <a:r>
                <a:rPr lang="en-US" altLang="zh-CN" b="1" dirty="0">
                  <a:solidFill>
                    <a:srgbClr val="C00000"/>
                  </a:solidFill>
                </a:rPr>
                <a:t>5</a:t>
              </a:r>
              <a:endParaRPr lang="zh-CN" altLang="en-US" b="1" dirty="0">
                <a:solidFill>
                  <a:srgbClr val="C00000"/>
                </a:solidFill>
              </a:endParaRPr>
            </a:p>
          </p:txBody>
        </p:sp>
        <p:sp>
          <p:nvSpPr>
            <p:cNvPr id="119" name="矩形 118">
              <a:extLst>
                <a:ext uri="{FF2B5EF4-FFF2-40B4-BE49-F238E27FC236}">
                  <a16:creationId xmlns:a16="http://schemas.microsoft.com/office/drawing/2014/main" id="{D71FF3C6-BFD9-4F65-8A4A-DEDCCC631973}"/>
                </a:ext>
              </a:extLst>
            </p:cNvPr>
            <p:cNvSpPr/>
            <p:nvPr/>
          </p:nvSpPr>
          <p:spPr>
            <a:xfrm>
              <a:off x="637505" y="3406462"/>
              <a:ext cx="1242811" cy="309093"/>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rgbClr val="002060"/>
                  </a:solidFill>
                </a:rPr>
                <a:t>2    2    </a:t>
              </a:r>
              <a:r>
                <a:rPr lang="en-US" altLang="zh-CN" b="1" dirty="0">
                  <a:solidFill>
                    <a:srgbClr val="C00000"/>
                  </a:solidFill>
                </a:rPr>
                <a:t>-1</a:t>
              </a:r>
              <a:endParaRPr lang="zh-CN" altLang="en-US" b="1" dirty="0">
                <a:solidFill>
                  <a:srgbClr val="C00000"/>
                </a:solidFill>
              </a:endParaRPr>
            </a:p>
          </p:txBody>
        </p:sp>
        <p:sp>
          <p:nvSpPr>
            <p:cNvPr id="120" name="矩形 119">
              <a:extLst>
                <a:ext uri="{FF2B5EF4-FFF2-40B4-BE49-F238E27FC236}">
                  <a16:creationId xmlns:a16="http://schemas.microsoft.com/office/drawing/2014/main" id="{C61C8348-5B79-49FA-9AE6-D5E89B6B1C7E}"/>
                </a:ext>
              </a:extLst>
            </p:cNvPr>
            <p:cNvSpPr/>
            <p:nvPr/>
          </p:nvSpPr>
          <p:spPr>
            <a:xfrm>
              <a:off x="637505" y="3715555"/>
              <a:ext cx="1242811" cy="309093"/>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rgbClr val="002060"/>
                  </a:solidFill>
                </a:rPr>
                <a:t>3    1      </a:t>
              </a:r>
              <a:r>
                <a:rPr lang="en-US" altLang="zh-CN" b="1" dirty="0">
                  <a:solidFill>
                    <a:srgbClr val="C00000"/>
                  </a:solidFill>
                </a:rPr>
                <a:t>2</a:t>
              </a:r>
              <a:endParaRPr lang="zh-CN" altLang="en-US" b="1" dirty="0">
                <a:solidFill>
                  <a:srgbClr val="C00000"/>
                </a:solidFill>
              </a:endParaRPr>
            </a:p>
          </p:txBody>
        </p:sp>
        <p:sp>
          <p:nvSpPr>
            <p:cNvPr id="121" name="矩形 120">
              <a:extLst>
                <a:ext uri="{FF2B5EF4-FFF2-40B4-BE49-F238E27FC236}">
                  <a16:creationId xmlns:a16="http://schemas.microsoft.com/office/drawing/2014/main" id="{DF3FF02D-E6C9-45E6-A3BD-075F004FD895}"/>
                </a:ext>
              </a:extLst>
            </p:cNvPr>
            <p:cNvSpPr/>
            <p:nvPr/>
          </p:nvSpPr>
          <p:spPr>
            <a:xfrm>
              <a:off x="637505" y="2479183"/>
              <a:ext cx="1242812" cy="3090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err="1">
                  <a:solidFill>
                    <a:srgbClr val="00B0F0"/>
                  </a:solidFill>
                  <a:latin typeface="Courier New" panose="02070309020205020404" pitchFamily="49" charset="0"/>
                  <a:cs typeface="Courier New" panose="02070309020205020404" pitchFamily="49" charset="0"/>
                </a:rPr>
                <a:t>i</a:t>
              </a:r>
              <a:r>
                <a:rPr lang="en-US" altLang="zh-CN" b="1" dirty="0">
                  <a:solidFill>
                    <a:srgbClr val="00B0F0"/>
                  </a:solidFill>
                  <a:latin typeface="Courier New" panose="02070309020205020404" pitchFamily="49" charset="0"/>
                  <a:cs typeface="Courier New" panose="02070309020205020404" pitchFamily="49" charset="0"/>
                </a:rPr>
                <a:t>  j  e</a:t>
              </a:r>
              <a:endParaRPr lang="zh-CN" altLang="en-US" b="1" dirty="0">
                <a:solidFill>
                  <a:srgbClr val="00B0F0"/>
                </a:solidFill>
                <a:latin typeface="Courier New" panose="02070309020205020404" pitchFamily="49" charset="0"/>
                <a:cs typeface="Courier New" panose="02070309020205020404" pitchFamily="49" charset="0"/>
              </a:endParaRPr>
            </a:p>
          </p:txBody>
        </p:sp>
        <p:sp>
          <p:nvSpPr>
            <p:cNvPr id="122" name="矩形 121">
              <a:extLst>
                <a:ext uri="{FF2B5EF4-FFF2-40B4-BE49-F238E27FC236}">
                  <a16:creationId xmlns:a16="http://schemas.microsoft.com/office/drawing/2014/main" id="{0803BFF5-AC57-49F3-9977-A7637CDBD31B}"/>
                </a:ext>
              </a:extLst>
            </p:cNvPr>
            <p:cNvSpPr/>
            <p:nvPr/>
          </p:nvSpPr>
          <p:spPr>
            <a:xfrm>
              <a:off x="336996" y="2749640"/>
              <a:ext cx="319825" cy="12878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lnSpc>
                  <a:spcPts val="2400"/>
                </a:lnSpc>
              </a:pPr>
              <a:r>
                <a:rPr lang="en-US" altLang="zh-CN" sz="1600" b="1" dirty="0">
                  <a:solidFill>
                    <a:schemeClr val="tx1">
                      <a:lumMod val="65000"/>
                      <a:lumOff val="35000"/>
                    </a:schemeClr>
                  </a:solidFill>
                  <a:latin typeface="Courier New" panose="02070309020205020404" pitchFamily="49" charset="0"/>
                  <a:cs typeface="Courier New" panose="02070309020205020404" pitchFamily="49" charset="0"/>
                </a:rPr>
                <a:t>1</a:t>
              </a:r>
            </a:p>
            <a:p>
              <a:pPr algn="r">
                <a:lnSpc>
                  <a:spcPts val="2400"/>
                </a:lnSpc>
              </a:pPr>
              <a:r>
                <a:rPr lang="en-US" altLang="zh-CN" sz="1600" b="1" dirty="0">
                  <a:solidFill>
                    <a:schemeClr val="tx1">
                      <a:lumMod val="65000"/>
                      <a:lumOff val="35000"/>
                    </a:schemeClr>
                  </a:solidFill>
                  <a:latin typeface="Courier New" panose="02070309020205020404" pitchFamily="49" charset="0"/>
                  <a:cs typeface="Courier New" panose="02070309020205020404" pitchFamily="49" charset="0"/>
                </a:rPr>
                <a:t>2 3</a:t>
              </a:r>
            </a:p>
            <a:p>
              <a:pPr algn="r">
                <a:lnSpc>
                  <a:spcPts val="2400"/>
                </a:lnSpc>
              </a:pPr>
              <a:r>
                <a:rPr lang="en-US" altLang="zh-CN" sz="1600" b="1" dirty="0">
                  <a:solidFill>
                    <a:schemeClr val="tx1">
                      <a:lumMod val="65000"/>
                      <a:lumOff val="35000"/>
                    </a:schemeClr>
                  </a:solidFill>
                  <a:latin typeface="Courier New" panose="02070309020205020404" pitchFamily="49" charset="0"/>
                  <a:cs typeface="Courier New" panose="02070309020205020404" pitchFamily="49" charset="0"/>
                </a:rPr>
                <a:t>4</a:t>
              </a:r>
              <a:endParaRPr lang="zh-CN" altLang="en-US" sz="1600" b="1" dirty="0">
                <a:solidFill>
                  <a:schemeClr val="tx1">
                    <a:lumMod val="65000"/>
                    <a:lumOff val="35000"/>
                  </a:schemeClr>
                </a:solidFill>
                <a:latin typeface="Courier New" panose="02070309020205020404" pitchFamily="49" charset="0"/>
                <a:cs typeface="Courier New" panose="02070309020205020404" pitchFamily="49" charset="0"/>
              </a:endParaRPr>
            </a:p>
          </p:txBody>
        </p:sp>
        <p:sp>
          <p:nvSpPr>
            <p:cNvPr id="123" name="矩形 122">
              <a:extLst>
                <a:ext uri="{FF2B5EF4-FFF2-40B4-BE49-F238E27FC236}">
                  <a16:creationId xmlns:a16="http://schemas.microsoft.com/office/drawing/2014/main" id="{9B61BC31-8DD6-48E2-9170-8402053D02EE}"/>
                </a:ext>
              </a:extLst>
            </p:cNvPr>
            <p:cNvSpPr/>
            <p:nvPr/>
          </p:nvSpPr>
          <p:spPr>
            <a:xfrm>
              <a:off x="635353" y="4041822"/>
              <a:ext cx="1242812" cy="3090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err="1">
                  <a:solidFill>
                    <a:srgbClr val="0070C0"/>
                  </a:solidFill>
                  <a:latin typeface="Courier New" panose="02070309020205020404" pitchFamily="49" charset="0"/>
                  <a:cs typeface="Courier New" panose="02070309020205020404" pitchFamily="49" charset="0"/>
                </a:rPr>
                <a:t>M.data</a:t>
              </a:r>
              <a:endParaRPr lang="zh-CN" altLang="en-US" sz="2000" b="1" dirty="0">
                <a:solidFill>
                  <a:srgbClr val="0070C0"/>
                </a:solidFill>
                <a:latin typeface="Courier New" panose="02070309020205020404" pitchFamily="49" charset="0"/>
                <a:cs typeface="Courier New" panose="02070309020205020404" pitchFamily="49" charset="0"/>
              </a:endParaRPr>
            </a:p>
          </p:txBody>
        </p:sp>
      </p:grpSp>
      <p:grpSp>
        <p:nvGrpSpPr>
          <p:cNvPr id="4" name="组合 3">
            <a:extLst>
              <a:ext uri="{FF2B5EF4-FFF2-40B4-BE49-F238E27FC236}">
                <a16:creationId xmlns:a16="http://schemas.microsoft.com/office/drawing/2014/main" id="{07F836E4-6FA3-4A02-80CE-3E73C71BBA4C}"/>
              </a:ext>
            </a:extLst>
          </p:cNvPr>
          <p:cNvGrpSpPr/>
          <p:nvPr/>
        </p:nvGrpSpPr>
        <p:grpSpPr>
          <a:xfrm>
            <a:off x="7320510" y="4214283"/>
            <a:ext cx="925568" cy="529447"/>
            <a:chOff x="6503416" y="4035748"/>
            <a:chExt cx="925568" cy="529447"/>
          </a:xfrm>
        </p:grpSpPr>
        <p:sp>
          <p:nvSpPr>
            <p:cNvPr id="5" name="Text Box 3">
              <a:extLst>
                <a:ext uri="{FF2B5EF4-FFF2-40B4-BE49-F238E27FC236}">
                  <a16:creationId xmlns:a16="http://schemas.microsoft.com/office/drawing/2014/main" id="{1410FCF2-9B41-47EE-BF85-6F350DB19B03}"/>
                </a:ext>
              </a:extLst>
            </p:cNvPr>
            <p:cNvSpPr txBox="1">
              <a:spLocks noChangeArrowheads="1"/>
            </p:cNvSpPr>
            <p:nvPr/>
          </p:nvSpPr>
          <p:spPr bwMode="auto">
            <a:xfrm>
              <a:off x="6503416" y="4040400"/>
              <a:ext cx="925568" cy="307207"/>
            </a:xfrm>
            <a:prstGeom prst="rect">
              <a:avLst/>
            </a:prstGeom>
            <a:solidFill>
              <a:srgbClr val="CCFFFF"/>
            </a:solid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8080"/>
                  </a:solidFill>
                </a:rPr>
                <a:t>1   1   3</a:t>
              </a:r>
            </a:p>
          </p:txBody>
        </p:sp>
        <p:sp>
          <p:nvSpPr>
            <p:cNvPr id="6" name="Line 5">
              <a:extLst>
                <a:ext uri="{FF2B5EF4-FFF2-40B4-BE49-F238E27FC236}">
                  <a16:creationId xmlns:a16="http://schemas.microsoft.com/office/drawing/2014/main" id="{C2952D57-4F72-4748-BA9E-BA3304387CDB}"/>
                </a:ext>
              </a:extLst>
            </p:cNvPr>
            <p:cNvSpPr>
              <a:spLocks noChangeShapeType="1"/>
            </p:cNvSpPr>
            <p:nvPr/>
          </p:nvSpPr>
          <p:spPr bwMode="auto">
            <a:xfrm>
              <a:off x="6815506" y="4035748"/>
              <a:ext cx="1" cy="310009"/>
            </a:xfrm>
            <a:prstGeom prst="line">
              <a:avLst/>
            </a:prstGeom>
            <a:noFill/>
            <a:ln w="12700">
              <a:solidFill>
                <a:srgbClr val="0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7" name="Text Box 3">
              <a:extLst>
                <a:ext uri="{FF2B5EF4-FFF2-40B4-BE49-F238E27FC236}">
                  <a16:creationId xmlns:a16="http://schemas.microsoft.com/office/drawing/2014/main" id="{6FE91676-0CB1-46B1-AF94-FF57A3887CFE}"/>
                </a:ext>
              </a:extLst>
            </p:cNvPr>
            <p:cNvSpPr txBox="1">
              <a:spLocks noChangeArrowheads="1"/>
            </p:cNvSpPr>
            <p:nvPr/>
          </p:nvSpPr>
          <p:spPr bwMode="auto">
            <a:xfrm>
              <a:off x="6503416" y="4346948"/>
              <a:ext cx="925568" cy="215444"/>
            </a:xfrm>
            <a:prstGeom prst="rect">
              <a:avLst/>
            </a:prstGeom>
            <a:solidFill>
              <a:schemeClr val="tx2">
                <a:lumMod val="10000"/>
                <a:lumOff val="90000"/>
              </a:schemeClr>
            </a:solidFill>
            <a:ln w="25400">
              <a:solidFill>
                <a:srgbClr val="008080"/>
              </a:solidFill>
              <a:miter lim="800000"/>
              <a:headEnd/>
              <a:tailEnd/>
            </a:ln>
            <a:effectLst/>
          </p:spPr>
          <p:txBody>
            <a:bodyPr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pPr>
              <a:endParaRPr lang="en-US" altLang="zh-CN" sz="1400" b="1" dirty="0">
                <a:solidFill>
                  <a:srgbClr val="008080"/>
                </a:solidFill>
              </a:endParaRPr>
            </a:p>
          </p:txBody>
        </p:sp>
        <p:sp>
          <p:nvSpPr>
            <p:cNvPr id="8" name="Line 5">
              <a:extLst>
                <a:ext uri="{FF2B5EF4-FFF2-40B4-BE49-F238E27FC236}">
                  <a16:creationId xmlns:a16="http://schemas.microsoft.com/office/drawing/2014/main" id="{E867EF59-C659-4596-AB68-DB32D80A1517}"/>
                </a:ext>
              </a:extLst>
            </p:cNvPr>
            <p:cNvSpPr>
              <a:spLocks noChangeShapeType="1"/>
            </p:cNvSpPr>
            <p:nvPr/>
          </p:nvSpPr>
          <p:spPr bwMode="auto">
            <a:xfrm>
              <a:off x="7123832" y="4038550"/>
              <a:ext cx="1" cy="305595"/>
            </a:xfrm>
            <a:prstGeom prst="line">
              <a:avLst/>
            </a:prstGeom>
            <a:noFill/>
            <a:ln w="12700">
              <a:solidFill>
                <a:srgbClr val="0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9" name="Line 5">
              <a:extLst>
                <a:ext uri="{FF2B5EF4-FFF2-40B4-BE49-F238E27FC236}">
                  <a16:creationId xmlns:a16="http://schemas.microsoft.com/office/drawing/2014/main" id="{98802198-B02E-4C8D-8EF7-0DDF1E1D9E14}"/>
                </a:ext>
              </a:extLst>
            </p:cNvPr>
            <p:cNvSpPr>
              <a:spLocks noChangeShapeType="1"/>
            </p:cNvSpPr>
            <p:nvPr/>
          </p:nvSpPr>
          <p:spPr bwMode="auto">
            <a:xfrm flipH="1">
              <a:off x="6969993" y="4345757"/>
              <a:ext cx="0" cy="219438"/>
            </a:xfrm>
            <a:prstGeom prst="line">
              <a:avLst/>
            </a:prstGeom>
            <a:noFill/>
            <a:ln w="12700">
              <a:solidFill>
                <a:srgbClr val="0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grpSp>
      <p:grpSp>
        <p:nvGrpSpPr>
          <p:cNvPr id="10" name="组合 9">
            <a:extLst>
              <a:ext uri="{FF2B5EF4-FFF2-40B4-BE49-F238E27FC236}">
                <a16:creationId xmlns:a16="http://schemas.microsoft.com/office/drawing/2014/main" id="{1B43CBC3-CB50-4FB2-AC06-5B71129CA2B6}"/>
              </a:ext>
            </a:extLst>
          </p:cNvPr>
          <p:cNvGrpSpPr/>
          <p:nvPr/>
        </p:nvGrpSpPr>
        <p:grpSpPr>
          <a:xfrm>
            <a:off x="7315926" y="5900495"/>
            <a:ext cx="925568" cy="529447"/>
            <a:chOff x="6503416" y="4035748"/>
            <a:chExt cx="925568" cy="529447"/>
          </a:xfrm>
        </p:grpSpPr>
        <p:sp>
          <p:nvSpPr>
            <p:cNvPr id="11" name="Text Box 3">
              <a:extLst>
                <a:ext uri="{FF2B5EF4-FFF2-40B4-BE49-F238E27FC236}">
                  <a16:creationId xmlns:a16="http://schemas.microsoft.com/office/drawing/2014/main" id="{BB50DA3D-5245-46D9-80FB-921B74B72383}"/>
                </a:ext>
              </a:extLst>
            </p:cNvPr>
            <p:cNvSpPr txBox="1">
              <a:spLocks noChangeArrowheads="1"/>
            </p:cNvSpPr>
            <p:nvPr/>
          </p:nvSpPr>
          <p:spPr bwMode="auto">
            <a:xfrm>
              <a:off x="6503416" y="4040400"/>
              <a:ext cx="925568" cy="307207"/>
            </a:xfrm>
            <a:prstGeom prst="rect">
              <a:avLst/>
            </a:prstGeom>
            <a:solidFill>
              <a:srgbClr val="CCFFFF"/>
            </a:solid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8080"/>
                  </a:solidFill>
                </a:rPr>
                <a:t>3   1   2</a:t>
              </a:r>
            </a:p>
          </p:txBody>
        </p:sp>
        <p:sp>
          <p:nvSpPr>
            <p:cNvPr id="12" name="Line 5">
              <a:extLst>
                <a:ext uri="{FF2B5EF4-FFF2-40B4-BE49-F238E27FC236}">
                  <a16:creationId xmlns:a16="http://schemas.microsoft.com/office/drawing/2014/main" id="{DEE09976-81FD-40F6-81FB-3236510D1A19}"/>
                </a:ext>
              </a:extLst>
            </p:cNvPr>
            <p:cNvSpPr>
              <a:spLocks noChangeShapeType="1"/>
            </p:cNvSpPr>
            <p:nvPr/>
          </p:nvSpPr>
          <p:spPr bwMode="auto">
            <a:xfrm>
              <a:off x="6815506" y="4035748"/>
              <a:ext cx="1" cy="310009"/>
            </a:xfrm>
            <a:prstGeom prst="line">
              <a:avLst/>
            </a:prstGeom>
            <a:noFill/>
            <a:ln w="12700">
              <a:solidFill>
                <a:srgbClr val="0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13" name="Text Box 3">
              <a:extLst>
                <a:ext uri="{FF2B5EF4-FFF2-40B4-BE49-F238E27FC236}">
                  <a16:creationId xmlns:a16="http://schemas.microsoft.com/office/drawing/2014/main" id="{FF193ABD-9CA9-4692-8D1B-1E698466B53E}"/>
                </a:ext>
              </a:extLst>
            </p:cNvPr>
            <p:cNvSpPr txBox="1">
              <a:spLocks noChangeArrowheads="1"/>
            </p:cNvSpPr>
            <p:nvPr/>
          </p:nvSpPr>
          <p:spPr bwMode="auto">
            <a:xfrm>
              <a:off x="6503416" y="4346948"/>
              <a:ext cx="925568" cy="215444"/>
            </a:xfrm>
            <a:prstGeom prst="rect">
              <a:avLst/>
            </a:prstGeom>
            <a:solidFill>
              <a:schemeClr val="tx2">
                <a:lumMod val="10000"/>
                <a:lumOff val="90000"/>
              </a:schemeClr>
            </a:solidFill>
            <a:ln w="25400">
              <a:solidFill>
                <a:srgbClr val="008080"/>
              </a:solidFill>
              <a:miter lim="800000"/>
              <a:headEnd/>
              <a:tailEnd/>
            </a:ln>
            <a:effectLst/>
          </p:spPr>
          <p:txBody>
            <a:bodyPr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pPr>
              <a:endParaRPr lang="en-US" altLang="zh-CN" sz="1400" b="1" dirty="0">
                <a:solidFill>
                  <a:srgbClr val="008080"/>
                </a:solidFill>
              </a:endParaRPr>
            </a:p>
          </p:txBody>
        </p:sp>
        <p:sp>
          <p:nvSpPr>
            <p:cNvPr id="14" name="Line 5">
              <a:extLst>
                <a:ext uri="{FF2B5EF4-FFF2-40B4-BE49-F238E27FC236}">
                  <a16:creationId xmlns:a16="http://schemas.microsoft.com/office/drawing/2014/main" id="{AF1F6DB5-7798-4E4A-A35B-2391AED785B3}"/>
                </a:ext>
              </a:extLst>
            </p:cNvPr>
            <p:cNvSpPr>
              <a:spLocks noChangeShapeType="1"/>
            </p:cNvSpPr>
            <p:nvPr/>
          </p:nvSpPr>
          <p:spPr bwMode="auto">
            <a:xfrm>
              <a:off x="7123832" y="4038550"/>
              <a:ext cx="1" cy="305595"/>
            </a:xfrm>
            <a:prstGeom prst="line">
              <a:avLst/>
            </a:prstGeom>
            <a:noFill/>
            <a:ln w="12700">
              <a:solidFill>
                <a:srgbClr val="0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15" name="Line 5">
              <a:extLst>
                <a:ext uri="{FF2B5EF4-FFF2-40B4-BE49-F238E27FC236}">
                  <a16:creationId xmlns:a16="http://schemas.microsoft.com/office/drawing/2014/main" id="{29AE9B86-410F-4A1B-B249-6C3A873425A9}"/>
                </a:ext>
              </a:extLst>
            </p:cNvPr>
            <p:cNvSpPr>
              <a:spLocks noChangeShapeType="1"/>
            </p:cNvSpPr>
            <p:nvPr/>
          </p:nvSpPr>
          <p:spPr bwMode="auto">
            <a:xfrm flipH="1">
              <a:off x="6969993" y="4345757"/>
              <a:ext cx="0" cy="219438"/>
            </a:xfrm>
            <a:prstGeom prst="line">
              <a:avLst/>
            </a:prstGeom>
            <a:noFill/>
            <a:ln w="12700">
              <a:solidFill>
                <a:srgbClr val="0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grpSp>
      <p:grpSp>
        <p:nvGrpSpPr>
          <p:cNvPr id="16" name="组合 15">
            <a:extLst>
              <a:ext uri="{FF2B5EF4-FFF2-40B4-BE49-F238E27FC236}">
                <a16:creationId xmlns:a16="http://schemas.microsoft.com/office/drawing/2014/main" id="{2B1AD5FB-CD07-483A-9C3D-4AD3CD8999F8}"/>
              </a:ext>
            </a:extLst>
          </p:cNvPr>
          <p:cNvGrpSpPr/>
          <p:nvPr/>
        </p:nvGrpSpPr>
        <p:grpSpPr>
          <a:xfrm>
            <a:off x="10406705" y="4214283"/>
            <a:ext cx="925568" cy="529447"/>
            <a:chOff x="6503416" y="4035748"/>
            <a:chExt cx="925568" cy="529447"/>
          </a:xfrm>
        </p:grpSpPr>
        <p:sp>
          <p:nvSpPr>
            <p:cNvPr id="17" name="Text Box 3">
              <a:extLst>
                <a:ext uri="{FF2B5EF4-FFF2-40B4-BE49-F238E27FC236}">
                  <a16:creationId xmlns:a16="http://schemas.microsoft.com/office/drawing/2014/main" id="{50F1C421-3DA4-42E1-9B1D-CF5DF452900B}"/>
                </a:ext>
              </a:extLst>
            </p:cNvPr>
            <p:cNvSpPr txBox="1">
              <a:spLocks noChangeArrowheads="1"/>
            </p:cNvSpPr>
            <p:nvPr/>
          </p:nvSpPr>
          <p:spPr bwMode="auto">
            <a:xfrm>
              <a:off x="6503416" y="4040400"/>
              <a:ext cx="925568" cy="307207"/>
            </a:xfrm>
            <a:prstGeom prst="rect">
              <a:avLst/>
            </a:prstGeom>
            <a:solidFill>
              <a:srgbClr val="CCFFFF"/>
            </a:solid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8080"/>
                  </a:solidFill>
                </a:rPr>
                <a:t>1   4   5</a:t>
              </a:r>
            </a:p>
          </p:txBody>
        </p:sp>
        <p:sp>
          <p:nvSpPr>
            <p:cNvPr id="18" name="Line 5">
              <a:extLst>
                <a:ext uri="{FF2B5EF4-FFF2-40B4-BE49-F238E27FC236}">
                  <a16:creationId xmlns:a16="http://schemas.microsoft.com/office/drawing/2014/main" id="{C7B68670-204E-4781-A856-63362B0D2EA5}"/>
                </a:ext>
              </a:extLst>
            </p:cNvPr>
            <p:cNvSpPr>
              <a:spLocks noChangeShapeType="1"/>
            </p:cNvSpPr>
            <p:nvPr/>
          </p:nvSpPr>
          <p:spPr bwMode="auto">
            <a:xfrm>
              <a:off x="6815506" y="4035748"/>
              <a:ext cx="1" cy="310009"/>
            </a:xfrm>
            <a:prstGeom prst="line">
              <a:avLst/>
            </a:prstGeom>
            <a:noFill/>
            <a:ln w="12700">
              <a:solidFill>
                <a:srgbClr val="0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19" name="Text Box 3">
              <a:extLst>
                <a:ext uri="{FF2B5EF4-FFF2-40B4-BE49-F238E27FC236}">
                  <a16:creationId xmlns:a16="http://schemas.microsoft.com/office/drawing/2014/main" id="{DC4855E2-0F9E-418A-8ACD-D650FFB99E38}"/>
                </a:ext>
              </a:extLst>
            </p:cNvPr>
            <p:cNvSpPr txBox="1">
              <a:spLocks noChangeArrowheads="1"/>
            </p:cNvSpPr>
            <p:nvPr/>
          </p:nvSpPr>
          <p:spPr bwMode="auto">
            <a:xfrm>
              <a:off x="6503416" y="4346948"/>
              <a:ext cx="925568" cy="215444"/>
            </a:xfrm>
            <a:prstGeom prst="rect">
              <a:avLst/>
            </a:prstGeom>
            <a:solidFill>
              <a:schemeClr val="tx2">
                <a:lumMod val="10000"/>
                <a:lumOff val="90000"/>
              </a:schemeClr>
            </a:solidFill>
            <a:ln w="25400">
              <a:solidFill>
                <a:srgbClr val="008080"/>
              </a:solidFill>
              <a:miter lim="800000"/>
              <a:headEnd/>
              <a:tailEnd/>
            </a:ln>
            <a:effectLst/>
          </p:spPr>
          <p:txBody>
            <a:bodyPr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pPr>
              <a:endParaRPr lang="en-US" altLang="zh-CN" sz="1400" b="1" dirty="0">
                <a:solidFill>
                  <a:srgbClr val="008080"/>
                </a:solidFill>
              </a:endParaRPr>
            </a:p>
          </p:txBody>
        </p:sp>
        <p:sp>
          <p:nvSpPr>
            <p:cNvPr id="20" name="Line 5">
              <a:extLst>
                <a:ext uri="{FF2B5EF4-FFF2-40B4-BE49-F238E27FC236}">
                  <a16:creationId xmlns:a16="http://schemas.microsoft.com/office/drawing/2014/main" id="{E929C9CA-1807-4D97-9BB6-3AFE3CAD25A2}"/>
                </a:ext>
              </a:extLst>
            </p:cNvPr>
            <p:cNvSpPr>
              <a:spLocks noChangeShapeType="1"/>
            </p:cNvSpPr>
            <p:nvPr/>
          </p:nvSpPr>
          <p:spPr bwMode="auto">
            <a:xfrm>
              <a:off x="7123832" y="4038550"/>
              <a:ext cx="1" cy="305595"/>
            </a:xfrm>
            <a:prstGeom prst="line">
              <a:avLst/>
            </a:prstGeom>
            <a:noFill/>
            <a:ln w="12700">
              <a:solidFill>
                <a:srgbClr val="0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21" name="Line 5">
              <a:extLst>
                <a:ext uri="{FF2B5EF4-FFF2-40B4-BE49-F238E27FC236}">
                  <a16:creationId xmlns:a16="http://schemas.microsoft.com/office/drawing/2014/main" id="{7770D419-D1B4-4CF8-8A87-A75D51074387}"/>
                </a:ext>
              </a:extLst>
            </p:cNvPr>
            <p:cNvSpPr>
              <a:spLocks noChangeShapeType="1"/>
            </p:cNvSpPr>
            <p:nvPr/>
          </p:nvSpPr>
          <p:spPr bwMode="auto">
            <a:xfrm flipH="1">
              <a:off x="6969993" y="4345757"/>
              <a:ext cx="0" cy="219438"/>
            </a:xfrm>
            <a:prstGeom prst="line">
              <a:avLst/>
            </a:prstGeom>
            <a:noFill/>
            <a:ln w="12700">
              <a:solidFill>
                <a:srgbClr val="0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grpSp>
      <p:grpSp>
        <p:nvGrpSpPr>
          <p:cNvPr id="22" name="组合 21">
            <a:extLst>
              <a:ext uri="{FF2B5EF4-FFF2-40B4-BE49-F238E27FC236}">
                <a16:creationId xmlns:a16="http://schemas.microsoft.com/office/drawing/2014/main" id="{B936D557-0635-4C28-8194-F05920E71745}"/>
              </a:ext>
            </a:extLst>
          </p:cNvPr>
          <p:cNvGrpSpPr/>
          <p:nvPr/>
        </p:nvGrpSpPr>
        <p:grpSpPr>
          <a:xfrm>
            <a:off x="8354402" y="5060392"/>
            <a:ext cx="925568" cy="529447"/>
            <a:chOff x="6503416" y="4035748"/>
            <a:chExt cx="925568" cy="529447"/>
          </a:xfrm>
        </p:grpSpPr>
        <p:sp>
          <p:nvSpPr>
            <p:cNvPr id="23" name="Text Box 3">
              <a:extLst>
                <a:ext uri="{FF2B5EF4-FFF2-40B4-BE49-F238E27FC236}">
                  <a16:creationId xmlns:a16="http://schemas.microsoft.com/office/drawing/2014/main" id="{1D212F4B-2284-4B0F-A5A0-49E61BAC20A5}"/>
                </a:ext>
              </a:extLst>
            </p:cNvPr>
            <p:cNvSpPr txBox="1">
              <a:spLocks noChangeArrowheads="1"/>
            </p:cNvSpPr>
            <p:nvPr/>
          </p:nvSpPr>
          <p:spPr bwMode="auto">
            <a:xfrm>
              <a:off x="6503416" y="4040400"/>
              <a:ext cx="925568" cy="307207"/>
            </a:xfrm>
            <a:prstGeom prst="rect">
              <a:avLst/>
            </a:prstGeom>
            <a:solidFill>
              <a:srgbClr val="CCFFFF"/>
            </a:solid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a:spcBef>
                  <a:spcPct val="50000"/>
                </a:spcBef>
              </a:pPr>
              <a:r>
                <a:rPr lang="en-US" altLang="zh-CN" sz="2000" b="1" dirty="0">
                  <a:solidFill>
                    <a:srgbClr val="008080"/>
                  </a:solidFill>
                </a:rPr>
                <a:t>2   2  -1</a:t>
              </a:r>
            </a:p>
          </p:txBody>
        </p:sp>
        <p:sp>
          <p:nvSpPr>
            <p:cNvPr id="24" name="Line 5">
              <a:extLst>
                <a:ext uri="{FF2B5EF4-FFF2-40B4-BE49-F238E27FC236}">
                  <a16:creationId xmlns:a16="http://schemas.microsoft.com/office/drawing/2014/main" id="{091E2E05-1DBD-4953-84E6-F1594E4D4A08}"/>
                </a:ext>
              </a:extLst>
            </p:cNvPr>
            <p:cNvSpPr>
              <a:spLocks noChangeShapeType="1"/>
            </p:cNvSpPr>
            <p:nvPr/>
          </p:nvSpPr>
          <p:spPr bwMode="auto">
            <a:xfrm>
              <a:off x="6815506" y="4035748"/>
              <a:ext cx="1" cy="310009"/>
            </a:xfrm>
            <a:prstGeom prst="line">
              <a:avLst/>
            </a:prstGeom>
            <a:noFill/>
            <a:ln w="12700">
              <a:solidFill>
                <a:srgbClr val="0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25" name="Text Box 3">
              <a:extLst>
                <a:ext uri="{FF2B5EF4-FFF2-40B4-BE49-F238E27FC236}">
                  <a16:creationId xmlns:a16="http://schemas.microsoft.com/office/drawing/2014/main" id="{920FF250-03FC-48A7-9F7F-B77DCE827C96}"/>
                </a:ext>
              </a:extLst>
            </p:cNvPr>
            <p:cNvSpPr txBox="1">
              <a:spLocks noChangeArrowheads="1"/>
            </p:cNvSpPr>
            <p:nvPr/>
          </p:nvSpPr>
          <p:spPr bwMode="auto">
            <a:xfrm>
              <a:off x="6503416" y="4346948"/>
              <a:ext cx="925568" cy="215444"/>
            </a:xfrm>
            <a:prstGeom prst="rect">
              <a:avLst/>
            </a:prstGeom>
            <a:solidFill>
              <a:schemeClr val="tx2">
                <a:lumMod val="10000"/>
                <a:lumOff val="90000"/>
              </a:schemeClr>
            </a:solidFill>
            <a:ln w="25400">
              <a:solidFill>
                <a:srgbClr val="008080"/>
              </a:solidFill>
              <a:miter lim="800000"/>
              <a:headEnd/>
              <a:tailEnd/>
            </a:ln>
            <a:effectLst/>
          </p:spPr>
          <p:txBody>
            <a:bodyPr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pPr>
              <a:endParaRPr lang="en-US" altLang="zh-CN" sz="1400" b="1" dirty="0">
                <a:solidFill>
                  <a:srgbClr val="008080"/>
                </a:solidFill>
              </a:endParaRPr>
            </a:p>
          </p:txBody>
        </p:sp>
        <p:sp>
          <p:nvSpPr>
            <p:cNvPr id="26" name="Line 5">
              <a:extLst>
                <a:ext uri="{FF2B5EF4-FFF2-40B4-BE49-F238E27FC236}">
                  <a16:creationId xmlns:a16="http://schemas.microsoft.com/office/drawing/2014/main" id="{BF12CE5A-2304-4AB7-8236-661760CAAEE0}"/>
                </a:ext>
              </a:extLst>
            </p:cNvPr>
            <p:cNvSpPr>
              <a:spLocks noChangeShapeType="1"/>
            </p:cNvSpPr>
            <p:nvPr/>
          </p:nvSpPr>
          <p:spPr bwMode="auto">
            <a:xfrm>
              <a:off x="7123832" y="4038550"/>
              <a:ext cx="1" cy="305595"/>
            </a:xfrm>
            <a:prstGeom prst="line">
              <a:avLst/>
            </a:prstGeom>
            <a:noFill/>
            <a:ln w="12700">
              <a:solidFill>
                <a:srgbClr val="0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27" name="Line 5">
              <a:extLst>
                <a:ext uri="{FF2B5EF4-FFF2-40B4-BE49-F238E27FC236}">
                  <a16:creationId xmlns:a16="http://schemas.microsoft.com/office/drawing/2014/main" id="{89E3B5C4-AD82-4ECC-8797-8060A4482F6F}"/>
                </a:ext>
              </a:extLst>
            </p:cNvPr>
            <p:cNvSpPr>
              <a:spLocks noChangeShapeType="1"/>
            </p:cNvSpPr>
            <p:nvPr/>
          </p:nvSpPr>
          <p:spPr bwMode="auto">
            <a:xfrm flipH="1">
              <a:off x="6969993" y="4345757"/>
              <a:ext cx="0" cy="219438"/>
            </a:xfrm>
            <a:prstGeom prst="line">
              <a:avLst/>
            </a:prstGeom>
            <a:noFill/>
            <a:ln w="12700">
              <a:solidFill>
                <a:srgbClr val="0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grpSp>
      <p:sp>
        <p:nvSpPr>
          <p:cNvPr id="28" name="Line 37">
            <a:extLst>
              <a:ext uri="{FF2B5EF4-FFF2-40B4-BE49-F238E27FC236}">
                <a16:creationId xmlns:a16="http://schemas.microsoft.com/office/drawing/2014/main" id="{1971A938-F15E-415C-B25D-02FEE868025B}"/>
              </a:ext>
            </a:extLst>
          </p:cNvPr>
          <p:cNvSpPr>
            <a:spLocks noChangeShapeType="1"/>
          </p:cNvSpPr>
          <p:nvPr/>
        </p:nvSpPr>
        <p:spPr bwMode="auto">
          <a:xfrm flipV="1">
            <a:off x="8027067" y="4633204"/>
            <a:ext cx="2379637" cy="1"/>
          </a:xfrm>
          <a:prstGeom prst="line">
            <a:avLst/>
          </a:prstGeom>
          <a:noFill/>
          <a:ln w="28575">
            <a:solidFill>
              <a:srgbClr val="00B0F0"/>
            </a:solidFill>
            <a:round/>
            <a:headEnd type="oval" w="sm" len="sm"/>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grpSp>
        <p:nvGrpSpPr>
          <p:cNvPr id="29" name="组合 28">
            <a:extLst>
              <a:ext uri="{FF2B5EF4-FFF2-40B4-BE49-F238E27FC236}">
                <a16:creationId xmlns:a16="http://schemas.microsoft.com/office/drawing/2014/main" id="{BCB26DBE-D0D0-4692-82EF-C3A1E2EC7044}"/>
              </a:ext>
            </a:extLst>
          </p:cNvPr>
          <p:cNvGrpSpPr/>
          <p:nvPr/>
        </p:nvGrpSpPr>
        <p:grpSpPr>
          <a:xfrm>
            <a:off x="6361737" y="3063500"/>
            <a:ext cx="4745685" cy="715031"/>
            <a:chOff x="1920" y="305969"/>
            <a:chExt cx="4745685" cy="715031"/>
          </a:xfrm>
        </p:grpSpPr>
        <p:sp>
          <p:nvSpPr>
            <p:cNvPr id="30" name="Rectangle 8">
              <a:extLst>
                <a:ext uri="{FF2B5EF4-FFF2-40B4-BE49-F238E27FC236}">
                  <a16:creationId xmlns:a16="http://schemas.microsoft.com/office/drawing/2014/main" id="{F5A37391-FD7C-476E-A157-AD7A84417F62}"/>
                </a:ext>
              </a:extLst>
            </p:cNvPr>
            <p:cNvSpPr>
              <a:spLocks noChangeArrowheads="1"/>
            </p:cNvSpPr>
            <p:nvPr/>
          </p:nvSpPr>
          <p:spPr bwMode="auto">
            <a:xfrm>
              <a:off x="731259" y="681173"/>
              <a:ext cx="4016346" cy="339827"/>
            </a:xfrm>
            <a:prstGeom prst="rect">
              <a:avLst/>
            </a:prstGeom>
            <a:solidFill>
              <a:schemeClr val="accent6">
                <a:lumMod val="20000"/>
                <a:lumOff val="80000"/>
                <a:alpha val="50000"/>
              </a:schemeClr>
            </a:solidFill>
            <a:ln w="25400">
              <a:solidFill>
                <a:srgbClr val="008000"/>
              </a:solidFill>
              <a:miter lim="800000"/>
              <a:headEnd/>
              <a:tailEnd/>
            </a:ln>
            <a:effectLst/>
          </p:spPr>
          <p:txBody>
            <a:bodyPr wrap="none" anchor="ctr"/>
            <a:lstStyle/>
            <a:p>
              <a:endParaRPr lang="zh-CN" altLang="en-US" sz="2000"/>
            </a:p>
          </p:txBody>
        </p:sp>
        <p:sp>
          <p:nvSpPr>
            <p:cNvPr id="31" name="Line 10">
              <a:extLst>
                <a:ext uri="{FF2B5EF4-FFF2-40B4-BE49-F238E27FC236}">
                  <a16:creationId xmlns:a16="http://schemas.microsoft.com/office/drawing/2014/main" id="{5E744507-28CD-4438-A257-339385D58B73}"/>
                </a:ext>
              </a:extLst>
            </p:cNvPr>
            <p:cNvSpPr>
              <a:spLocks noChangeShapeType="1"/>
            </p:cNvSpPr>
            <p:nvPr/>
          </p:nvSpPr>
          <p:spPr bwMode="auto">
            <a:xfrm>
              <a:off x="1737612" y="681173"/>
              <a:ext cx="0" cy="312382"/>
            </a:xfrm>
            <a:prstGeom prst="line">
              <a:avLst/>
            </a:prstGeom>
            <a:noFill/>
            <a:ln w="19050">
              <a:solidFill>
                <a:srgbClr val="3399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32" name="Text Box 49">
              <a:extLst>
                <a:ext uri="{FF2B5EF4-FFF2-40B4-BE49-F238E27FC236}">
                  <a16:creationId xmlns:a16="http://schemas.microsoft.com/office/drawing/2014/main" id="{41A22A6B-F1C0-4C58-9D5B-45F79AB8ADCD}"/>
                </a:ext>
              </a:extLst>
            </p:cNvPr>
            <p:cNvSpPr txBox="1">
              <a:spLocks noChangeArrowheads="1"/>
            </p:cNvSpPr>
            <p:nvPr/>
          </p:nvSpPr>
          <p:spPr bwMode="auto">
            <a:xfrm>
              <a:off x="1920" y="305969"/>
              <a:ext cx="456663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2000" b="1" dirty="0" err="1">
                  <a:solidFill>
                    <a:srgbClr val="008080"/>
                  </a:solidFill>
                </a:rPr>
                <a:t>M.</a:t>
              </a:r>
              <a:r>
                <a:rPr lang="en-US" altLang="zh-CN" sz="2000" b="1" dirty="0" err="1">
                  <a:solidFill>
                    <a:srgbClr val="C00000"/>
                  </a:solidFill>
                </a:rPr>
                <a:t>c</a:t>
              </a:r>
              <a:r>
                <a:rPr lang="en-US" altLang="zh-CN" sz="2000" b="1" dirty="0" err="1">
                  <a:solidFill>
                    <a:srgbClr val="008080"/>
                  </a:solidFill>
                </a:rPr>
                <a:t>head</a:t>
              </a:r>
              <a:r>
                <a:rPr lang="en-US" altLang="zh-CN" sz="2000" b="1" dirty="0">
                  <a:solidFill>
                    <a:srgbClr val="008080"/>
                  </a:solidFill>
                </a:rPr>
                <a:t>   1           2            3            4</a:t>
              </a:r>
            </a:p>
          </p:txBody>
        </p:sp>
        <p:sp>
          <p:nvSpPr>
            <p:cNvPr id="33" name="Line 10">
              <a:extLst>
                <a:ext uri="{FF2B5EF4-FFF2-40B4-BE49-F238E27FC236}">
                  <a16:creationId xmlns:a16="http://schemas.microsoft.com/office/drawing/2014/main" id="{AEBA9D1E-F598-4C13-A30D-5D0D36899C32}"/>
                </a:ext>
              </a:extLst>
            </p:cNvPr>
            <p:cNvSpPr>
              <a:spLocks noChangeShapeType="1"/>
            </p:cNvSpPr>
            <p:nvPr/>
          </p:nvSpPr>
          <p:spPr bwMode="auto">
            <a:xfrm>
              <a:off x="2736080" y="701123"/>
              <a:ext cx="0" cy="312382"/>
            </a:xfrm>
            <a:prstGeom prst="line">
              <a:avLst/>
            </a:prstGeom>
            <a:noFill/>
            <a:ln w="19050">
              <a:solidFill>
                <a:srgbClr val="3399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34" name="Line 10">
              <a:extLst>
                <a:ext uri="{FF2B5EF4-FFF2-40B4-BE49-F238E27FC236}">
                  <a16:creationId xmlns:a16="http://schemas.microsoft.com/office/drawing/2014/main" id="{4B0DD9A8-E5E1-42CA-A8E0-917BD42B604E}"/>
                </a:ext>
              </a:extLst>
            </p:cNvPr>
            <p:cNvSpPr>
              <a:spLocks noChangeShapeType="1"/>
            </p:cNvSpPr>
            <p:nvPr/>
          </p:nvSpPr>
          <p:spPr bwMode="auto">
            <a:xfrm>
              <a:off x="3749170" y="701123"/>
              <a:ext cx="0" cy="312382"/>
            </a:xfrm>
            <a:prstGeom prst="line">
              <a:avLst/>
            </a:prstGeom>
            <a:noFill/>
            <a:ln w="19050">
              <a:solidFill>
                <a:srgbClr val="3399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grpSp>
      <p:sp>
        <p:nvSpPr>
          <p:cNvPr id="35" name="Text Box 47">
            <a:extLst>
              <a:ext uri="{FF2B5EF4-FFF2-40B4-BE49-F238E27FC236}">
                <a16:creationId xmlns:a16="http://schemas.microsoft.com/office/drawing/2014/main" id="{38BF80A9-356B-46CB-B9FB-674A20FE6995}"/>
              </a:ext>
            </a:extLst>
          </p:cNvPr>
          <p:cNvSpPr txBox="1">
            <a:spLocks noChangeArrowheads="1"/>
          </p:cNvSpPr>
          <p:nvPr/>
        </p:nvSpPr>
        <p:spPr bwMode="auto">
          <a:xfrm>
            <a:off x="10557895" y="4485498"/>
            <a:ext cx="238726" cy="300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0">
            <a:spAutoFit/>
          </a:bodyPr>
          <a:lstStyle/>
          <a:p>
            <a:pPr>
              <a:lnSpc>
                <a:spcPct val="80000"/>
              </a:lnSpc>
              <a:spcBef>
                <a:spcPct val="50000"/>
              </a:spcBef>
            </a:pPr>
            <a:r>
              <a:rPr lang="en-US" altLang="zh-CN" sz="2400" b="1" dirty="0">
                <a:solidFill>
                  <a:schemeClr val="accent5">
                    <a:lumMod val="50000"/>
                  </a:schemeClr>
                </a:solidFill>
                <a:sym typeface="Symbol" panose="05050102010706020507" pitchFamily="18" charset="2"/>
              </a:rPr>
              <a:t></a:t>
            </a:r>
            <a:endParaRPr lang="en-US" altLang="zh-CN" sz="2400" b="1" dirty="0">
              <a:solidFill>
                <a:schemeClr val="accent5">
                  <a:lumMod val="50000"/>
                </a:schemeClr>
              </a:solidFill>
            </a:endParaRPr>
          </a:p>
        </p:txBody>
      </p:sp>
      <p:sp>
        <p:nvSpPr>
          <p:cNvPr id="36" name="Text Box 47">
            <a:extLst>
              <a:ext uri="{FF2B5EF4-FFF2-40B4-BE49-F238E27FC236}">
                <a16:creationId xmlns:a16="http://schemas.microsoft.com/office/drawing/2014/main" id="{EA239B16-66F1-428C-9627-0C93210E5EC6}"/>
              </a:ext>
            </a:extLst>
          </p:cNvPr>
          <p:cNvSpPr txBox="1">
            <a:spLocks noChangeArrowheads="1"/>
          </p:cNvSpPr>
          <p:nvPr/>
        </p:nvSpPr>
        <p:spPr bwMode="auto">
          <a:xfrm>
            <a:off x="11005319" y="4493411"/>
            <a:ext cx="238726" cy="300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0">
            <a:spAutoFit/>
          </a:bodyPr>
          <a:lstStyle/>
          <a:p>
            <a:pPr>
              <a:lnSpc>
                <a:spcPct val="80000"/>
              </a:lnSpc>
              <a:spcBef>
                <a:spcPct val="50000"/>
              </a:spcBef>
            </a:pPr>
            <a:r>
              <a:rPr lang="en-US" altLang="zh-CN" sz="2400" b="1" dirty="0">
                <a:solidFill>
                  <a:schemeClr val="accent5">
                    <a:lumMod val="50000"/>
                  </a:schemeClr>
                </a:solidFill>
                <a:sym typeface="Symbol" panose="05050102010706020507" pitchFamily="18" charset="2"/>
              </a:rPr>
              <a:t></a:t>
            </a:r>
            <a:endParaRPr lang="en-US" altLang="zh-CN" sz="2400" b="1" dirty="0">
              <a:solidFill>
                <a:schemeClr val="accent5">
                  <a:lumMod val="50000"/>
                </a:schemeClr>
              </a:solidFill>
            </a:endParaRPr>
          </a:p>
        </p:txBody>
      </p:sp>
      <p:sp>
        <p:nvSpPr>
          <p:cNvPr id="37" name="Text Box 47">
            <a:extLst>
              <a:ext uri="{FF2B5EF4-FFF2-40B4-BE49-F238E27FC236}">
                <a16:creationId xmlns:a16="http://schemas.microsoft.com/office/drawing/2014/main" id="{5701A6F0-0C51-4299-8BF2-FAE7E4A99E65}"/>
              </a:ext>
            </a:extLst>
          </p:cNvPr>
          <p:cNvSpPr txBox="1">
            <a:spLocks noChangeArrowheads="1"/>
          </p:cNvSpPr>
          <p:nvPr/>
        </p:nvSpPr>
        <p:spPr bwMode="auto">
          <a:xfrm>
            <a:off x="8498171" y="5336819"/>
            <a:ext cx="238726" cy="300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0">
            <a:spAutoFit/>
          </a:bodyPr>
          <a:lstStyle/>
          <a:p>
            <a:pPr>
              <a:lnSpc>
                <a:spcPct val="80000"/>
              </a:lnSpc>
              <a:spcBef>
                <a:spcPct val="50000"/>
              </a:spcBef>
            </a:pPr>
            <a:r>
              <a:rPr lang="en-US" altLang="zh-CN" sz="2400" b="1" dirty="0">
                <a:solidFill>
                  <a:schemeClr val="accent5">
                    <a:lumMod val="50000"/>
                  </a:schemeClr>
                </a:solidFill>
                <a:sym typeface="Symbol" panose="05050102010706020507" pitchFamily="18" charset="2"/>
              </a:rPr>
              <a:t></a:t>
            </a:r>
            <a:endParaRPr lang="en-US" altLang="zh-CN" sz="2400" b="1" dirty="0">
              <a:solidFill>
                <a:schemeClr val="accent5">
                  <a:lumMod val="50000"/>
                </a:schemeClr>
              </a:solidFill>
            </a:endParaRPr>
          </a:p>
        </p:txBody>
      </p:sp>
      <p:sp>
        <p:nvSpPr>
          <p:cNvPr id="38" name="Text Box 47">
            <a:extLst>
              <a:ext uri="{FF2B5EF4-FFF2-40B4-BE49-F238E27FC236}">
                <a16:creationId xmlns:a16="http://schemas.microsoft.com/office/drawing/2014/main" id="{5B9DD97B-2825-4B0F-B080-06A29F3EE7A0}"/>
              </a:ext>
            </a:extLst>
          </p:cNvPr>
          <p:cNvSpPr txBox="1">
            <a:spLocks noChangeArrowheads="1"/>
          </p:cNvSpPr>
          <p:nvPr/>
        </p:nvSpPr>
        <p:spPr bwMode="auto">
          <a:xfrm>
            <a:off x="8961701" y="5335154"/>
            <a:ext cx="238726" cy="300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0">
            <a:spAutoFit/>
          </a:bodyPr>
          <a:lstStyle/>
          <a:p>
            <a:pPr>
              <a:lnSpc>
                <a:spcPct val="80000"/>
              </a:lnSpc>
              <a:spcBef>
                <a:spcPct val="50000"/>
              </a:spcBef>
            </a:pPr>
            <a:r>
              <a:rPr lang="en-US" altLang="zh-CN" sz="2400" b="1" dirty="0">
                <a:solidFill>
                  <a:schemeClr val="accent5">
                    <a:lumMod val="50000"/>
                  </a:schemeClr>
                </a:solidFill>
                <a:sym typeface="Symbol" panose="05050102010706020507" pitchFamily="18" charset="2"/>
              </a:rPr>
              <a:t></a:t>
            </a:r>
            <a:endParaRPr lang="en-US" altLang="zh-CN" sz="2400" b="1" dirty="0">
              <a:solidFill>
                <a:schemeClr val="accent5">
                  <a:lumMod val="50000"/>
                </a:schemeClr>
              </a:solidFill>
            </a:endParaRPr>
          </a:p>
        </p:txBody>
      </p:sp>
      <p:sp>
        <p:nvSpPr>
          <p:cNvPr id="39" name="Text Box 47">
            <a:extLst>
              <a:ext uri="{FF2B5EF4-FFF2-40B4-BE49-F238E27FC236}">
                <a16:creationId xmlns:a16="http://schemas.microsoft.com/office/drawing/2014/main" id="{999E33EC-969D-4453-9CE8-DA9E2AB3F728}"/>
              </a:ext>
            </a:extLst>
          </p:cNvPr>
          <p:cNvSpPr txBox="1">
            <a:spLocks noChangeArrowheads="1"/>
          </p:cNvSpPr>
          <p:nvPr/>
        </p:nvSpPr>
        <p:spPr bwMode="auto">
          <a:xfrm>
            <a:off x="7480554" y="6173382"/>
            <a:ext cx="238726" cy="300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0">
            <a:spAutoFit/>
          </a:bodyPr>
          <a:lstStyle/>
          <a:p>
            <a:pPr>
              <a:lnSpc>
                <a:spcPct val="80000"/>
              </a:lnSpc>
              <a:spcBef>
                <a:spcPct val="50000"/>
              </a:spcBef>
            </a:pPr>
            <a:r>
              <a:rPr lang="en-US" altLang="zh-CN" sz="2400" b="1" dirty="0">
                <a:solidFill>
                  <a:schemeClr val="accent5">
                    <a:lumMod val="50000"/>
                  </a:schemeClr>
                </a:solidFill>
                <a:sym typeface="Symbol" panose="05050102010706020507" pitchFamily="18" charset="2"/>
              </a:rPr>
              <a:t></a:t>
            </a:r>
            <a:endParaRPr lang="en-US" altLang="zh-CN" sz="2400" b="1" dirty="0">
              <a:solidFill>
                <a:schemeClr val="accent5">
                  <a:lumMod val="50000"/>
                </a:schemeClr>
              </a:solidFill>
            </a:endParaRPr>
          </a:p>
        </p:txBody>
      </p:sp>
      <p:sp>
        <p:nvSpPr>
          <p:cNvPr id="40" name="Text Box 47">
            <a:extLst>
              <a:ext uri="{FF2B5EF4-FFF2-40B4-BE49-F238E27FC236}">
                <a16:creationId xmlns:a16="http://schemas.microsoft.com/office/drawing/2014/main" id="{24317775-30F5-4EE6-B3B9-73E802395D53}"/>
              </a:ext>
            </a:extLst>
          </p:cNvPr>
          <p:cNvSpPr txBox="1">
            <a:spLocks noChangeArrowheads="1"/>
          </p:cNvSpPr>
          <p:nvPr/>
        </p:nvSpPr>
        <p:spPr bwMode="auto">
          <a:xfrm>
            <a:off x="7936609" y="6161367"/>
            <a:ext cx="238726" cy="300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0">
            <a:spAutoFit/>
          </a:bodyPr>
          <a:lstStyle/>
          <a:p>
            <a:pPr>
              <a:lnSpc>
                <a:spcPct val="80000"/>
              </a:lnSpc>
              <a:spcBef>
                <a:spcPct val="50000"/>
              </a:spcBef>
            </a:pPr>
            <a:r>
              <a:rPr lang="en-US" altLang="zh-CN" sz="2400" b="1" dirty="0">
                <a:solidFill>
                  <a:schemeClr val="accent5">
                    <a:lumMod val="50000"/>
                  </a:schemeClr>
                </a:solidFill>
                <a:sym typeface="Symbol" panose="05050102010706020507" pitchFamily="18" charset="2"/>
              </a:rPr>
              <a:t></a:t>
            </a:r>
            <a:endParaRPr lang="en-US" altLang="zh-CN" sz="2400" b="1" dirty="0">
              <a:solidFill>
                <a:schemeClr val="accent5">
                  <a:lumMod val="50000"/>
                </a:schemeClr>
              </a:solidFill>
            </a:endParaRPr>
          </a:p>
        </p:txBody>
      </p:sp>
      <p:sp>
        <p:nvSpPr>
          <p:cNvPr id="44" name="Text Box 47">
            <a:extLst>
              <a:ext uri="{FF2B5EF4-FFF2-40B4-BE49-F238E27FC236}">
                <a16:creationId xmlns:a16="http://schemas.microsoft.com/office/drawing/2014/main" id="{A2C507F4-09EE-44AE-9C8A-B5F913C04A95}"/>
              </a:ext>
            </a:extLst>
          </p:cNvPr>
          <p:cNvSpPr txBox="1">
            <a:spLocks noChangeArrowheads="1"/>
          </p:cNvSpPr>
          <p:nvPr/>
        </p:nvSpPr>
        <p:spPr bwMode="auto">
          <a:xfrm>
            <a:off x="9522043" y="3476185"/>
            <a:ext cx="238726" cy="300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0">
            <a:spAutoFit/>
          </a:bodyPr>
          <a:lstStyle/>
          <a:p>
            <a:pPr>
              <a:lnSpc>
                <a:spcPct val="80000"/>
              </a:lnSpc>
              <a:spcBef>
                <a:spcPct val="50000"/>
              </a:spcBef>
            </a:pPr>
            <a:r>
              <a:rPr lang="en-US" altLang="zh-CN" sz="2400" b="1" dirty="0">
                <a:solidFill>
                  <a:schemeClr val="accent5">
                    <a:lumMod val="50000"/>
                  </a:schemeClr>
                </a:solidFill>
                <a:sym typeface="Symbol" panose="05050102010706020507" pitchFamily="18" charset="2"/>
              </a:rPr>
              <a:t></a:t>
            </a:r>
            <a:endParaRPr lang="en-US" altLang="zh-CN" sz="2400" b="1" dirty="0">
              <a:solidFill>
                <a:schemeClr val="accent5">
                  <a:lumMod val="50000"/>
                </a:schemeClr>
              </a:solidFill>
            </a:endParaRPr>
          </a:p>
        </p:txBody>
      </p:sp>
      <p:grpSp>
        <p:nvGrpSpPr>
          <p:cNvPr id="49" name="组合 48">
            <a:extLst>
              <a:ext uri="{FF2B5EF4-FFF2-40B4-BE49-F238E27FC236}">
                <a16:creationId xmlns:a16="http://schemas.microsoft.com/office/drawing/2014/main" id="{2EA9DAEF-8F02-4651-95A9-D58CAB0AEE55}"/>
              </a:ext>
            </a:extLst>
          </p:cNvPr>
          <p:cNvGrpSpPr/>
          <p:nvPr/>
        </p:nvGrpSpPr>
        <p:grpSpPr>
          <a:xfrm>
            <a:off x="6373594" y="3715385"/>
            <a:ext cx="1184060" cy="2876614"/>
            <a:chOff x="145813" y="833325"/>
            <a:chExt cx="1184060" cy="2876614"/>
          </a:xfrm>
        </p:grpSpPr>
        <p:grpSp>
          <p:nvGrpSpPr>
            <p:cNvPr id="50" name="组合 49">
              <a:extLst>
                <a:ext uri="{FF2B5EF4-FFF2-40B4-BE49-F238E27FC236}">
                  <a16:creationId xmlns:a16="http://schemas.microsoft.com/office/drawing/2014/main" id="{1303135B-FD95-4561-804A-2F4F51298E96}"/>
                </a:ext>
              </a:extLst>
            </p:cNvPr>
            <p:cNvGrpSpPr/>
            <p:nvPr/>
          </p:nvGrpSpPr>
          <p:grpSpPr>
            <a:xfrm>
              <a:off x="145813" y="833325"/>
              <a:ext cx="1184060" cy="2876614"/>
              <a:chOff x="13777" y="957854"/>
              <a:chExt cx="1184060" cy="2876614"/>
            </a:xfrm>
          </p:grpSpPr>
          <p:sp>
            <p:nvSpPr>
              <p:cNvPr id="52" name="Rectangle 9">
                <a:extLst>
                  <a:ext uri="{FF2B5EF4-FFF2-40B4-BE49-F238E27FC236}">
                    <a16:creationId xmlns:a16="http://schemas.microsoft.com/office/drawing/2014/main" id="{7CECCC35-793D-4F15-AB3C-93B59602F9B3}"/>
                  </a:ext>
                </a:extLst>
              </p:cNvPr>
              <p:cNvSpPr>
                <a:spLocks noChangeArrowheads="1"/>
              </p:cNvSpPr>
              <p:nvPr/>
            </p:nvSpPr>
            <p:spPr bwMode="auto">
              <a:xfrm>
                <a:off x="364320" y="1332875"/>
                <a:ext cx="302741" cy="2501593"/>
              </a:xfrm>
              <a:prstGeom prst="rect">
                <a:avLst/>
              </a:prstGeom>
              <a:solidFill>
                <a:schemeClr val="accent4">
                  <a:lumMod val="40000"/>
                  <a:lumOff val="60000"/>
                  <a:alpha val="50000"/>
                </a:schemeClr>
              </a:solidFill>
              <a:ln w="25400">
                <a:solidFill>
                  <a:srgbClr val="008000"/>
                </a:solidFill>
                <a:miter lim="800000"/>
                <a:headEnd/>
                <a:tailEnd/>
              </a:ln>
              <a:effectLst/>
            </p:spPr>
            <p:txBody>
              <a:bodyPr wrap="none" anchor="ctr"/>
              <a:lstStyle/>
              <a:p>
                <a:endParaRPr lang="zh-CN" altLang="en-US" sz="2000"/>
              </a:p>
            </p:txBody>
          </p:sp>
          <p:sp>
            <p:nvSpPr>
              <p:cNvPr id="53" name="Line 13">
                <a:extLst>
                  <a:ext uri="{FF2B5EF4-FFF2-40B4-BE49-F238E27FC236}">
                    <a16:creationId xmlns:a16="http://schemas.microsoft.com/office/drawing/2014/main" id="{6BB50AC4-0C22-49F8-8969-1B55F0D536DC}"/>
                  </a:ext>
                </a:extLst>
              </p:cNvPr>
              <p:cNvSpPr>
                <a:spLocks noChangeShapeType="1"/>
              </p:cNvSpPr>
              <p:nvPr/>
            </p:nvSpPr>
            <p:spPr bwMode="auto">
              <a:xfrm>
                <a:off x="372812" y="3023532"/>
                <a:ext cx="302741" cy="0"/>
              </a:xfrm>
              <a:prstGeom prst="line">
                <a:avLst/>
              </a:prstGeom>
              <a:noFill/>
              <a:ln w="19050">
                <a:solidFill>
                  <a:srgbClr val="3399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54" name="Line 14">
                <a:extLst>
                  <a:ext uri="{FF2B5EF4-FFF2-40B4-BE49-F238E27FC236}">
                    <a16:creationId xmlns:a16="http://schemas.microsoft.com/office/drawing/2014/main" id="{98C1B42D-1B4B-43A7-9DE2-A3F18E42538E}"/>
                  </a:ext>
                </a:extLst>
              </p:cNvPr>
              <p:cNvSpPr>
                <a:spLocks noChangeShapeType="1"/>
              </p:cNvSpPr>
              <p:nvPr/>
            </p:nvSpPr>
            <p:spPr bwMode="auto">
              <a:xfrm>
                <a:off x="373071" y="2203554"/>
                <a:ext cx="302741" cy="0"/>
              </a:xfrm>
              <a:prstGeom prst="line">
                <a:avLst/>
              </a:prstGeom>
              <a:noFill/>
              <a:ln w="19050">
                <a:solidFill>
                  <a:srgbClr val="3399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55" name="Text Box 49">
                <a:extLst>
                  <a:ext uri="{FF2B5EF4-FFF2-40B4-BE49-F238E27FC236}">
                    <a16:creationId xmlns:a16="http://schemas.microsoft.com/office/drawing/2014/main" id="{E86DD4AD-0972-417D-82DE-072C16693E24}"/>
                  </a:ext>
                </a:extLst>
              </p:cNvPr>
              <p:cNvSpPr txBox="1">
                <a:spLocks noChangeArrowheads="1"/>
              </p:cNvSpPr>
              <p:nvPr/>
            </p:nvSpPr>
            <p:spPr bwMode="auto">
              <a:xfrm>
                <a:off x="13777" y="957854"/>
                <a:ext cx="118406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2000" b="1" dirty="0" err="1">
                    <a:solidFill>
                      <a:srgbClr val="008080"/>
                    </a:solidFill>
                  </a:rPr>
                  <a:t>M.</a:t>
                </a:r>
                <a:r>
                  <a:rPr lang="en-US" altLang="zh-CN" sz="2000" b="1" dirty="0" err="1">
                    <a:solidFill>
                      <a:srgbClr val="C00000"/>
                    </a:solidFill>
                  </a:rPr>
                  <a:t>r</a:t>
                </a:r>
                <a:r>
                  <a:rPr lang="en-US" altLang="zh-CN" sz="2000" b="1" dirty="0" err="1">
                    <a:solidFill>
                      <a:srgbClr val="008080"/>
                    </a:solidFill>
                  </a:rPr>
                  <a:t>head</a:t>
                </a:r>
                <a:endParaRPr lang="en-US" altLang="zh-CN" sz="2000" b="1" dirty="0">
                  <a:solidFill>
                    <a:srgbClr val="008080"/>
                  </a:solidFill>
                </a:endParaRPr>
              </a:p>
            </p:txBody>
          </p:sp>
        </p:grpSp>
        <p:sp>
          <p:nvSpPr>
            <p:cNvPr id="51" name="文本框 50">
              <a:extLst>
                <a:ext uri="{FF2B5EF4-FFF2-40B4-BE49-F238E27FC236}">
                  <a16:creationId xmlns:a16="http://schemas.microsoft.com/office/drawing/2014/main" id="{C5E1647E-2B03-45C0-9E69-DDA101B4A57E}"/>
                </a:ext>
              </a:extLst>
            </p:cNvPr>
            <p:cNvSpPr txBox="1"/>
            <p:nvPr/>
          </p:nvSpPr>
          <p:spPr>
            <a:xfrm>
              <a:off x="206157" y="1390643"/>
              <a:ext cx="269110" cy="2154436"/>
            </a:xfrm>
            <a:prstGeom prst="rect">
              <a:avLst/>
            </a:prstGeom>
            <a:noFill/>
          </p:spPr>
          <p:txBody>
            <a:bodyPr wrap="square" lIns="0" tIns="0" rIns="0" bIns="0" rtlCol="0">
              <a:spAutoFit/>
            </a:bodyPr>
            <a:lstStyle/>
            <a:p>
              <a:pPr algn="ctr"/>
              <a:r>
                <a:rPr lang="en-US" altLang="zh-CN" sz="2000" b="1" dirty="0">
                  <a:solidFill>
                    <a:srgbClr val="0070C0"/>
                  </a:solidFill>
                  <a:latin typeface="Courier New" panose="02070309020205020404" pitchFamily="49" charset="0"/>
                  <a:cs typeface="Courier New" panose="02070309020205020404" pitchFamily="49" charset="0"/>
                </a:rPr>
                <a:t>1</a:t>
              </a:r>
            </a:p>
            <a:p>
              <a:pPr algn="ctr"/>
              <a:endParaRPr lang="en-US" altLang="zh-CN" sz="2000" b="1" dirty="0">
                <a:solidFill>
                  <a:srgbClr val="0070C0"/>
                </a:solidFill>
                <a:latin typeface="Courier New" panose="02070309020205020404" pitchFamily="49" charset="0"/>
                <a:cs typeface="Courier New" panose="02070309020205020404" pitchFamily="49" charset="0"/>
              </a:endParaRPr>
            </a:p>
            <a:p>
              <a:pPr algn="ctr"/>
              <a:r>
                <a:rPr lang="en-US" altLang="zh-CN" sz="2000" b="1" dirty="0">
                  <a:solidFill>
                    <a:srgbClr val="0070C0"/>
                  </a:solidFill>
                  <a:latin typeface="Courier New" panose="02070309020205020404" pitchFamily="49" charset="0"/>
                  <a:cs typeface="Courier New" panose="02070309020205020404" pitchFamily="49" charset="0"/>
                </a:rPr>
                <a:t> </a:t>
              </a:r>
            </a:p>
            <a:p>
              <a:pPr algn="ctr"/>
              <a:r>
                <a:rPr lang="en-US" altLang="zh-CN" sz="2000" b="1" dirty="0">
                  <a:solidFill>
                    <a:srgbClr val="0070C0"/>
                  </a:solidFill>
                  <a:latin typeface="Courier New" panose="02070309020205020404" pitchFamily="49" charset="0"/>
                  <a:cs typeface="Courier New" panose="02070309020205020404" pitchFamily="49" charset="0"/>
                </a:rPr>
                <a:t>2</a:t>
              </a:r>
            </a:p>
            <a:p>
              <a:pPr algn="ctr"/>
              <a:endParaRPr lang="en-US" altLang="zh-CN" sz="2000" b="1" dirty="0">
                <a:solidFill>
                  <a:srgbClr val="0070C0"/>
                </a:solidFill>
                <a:latin typeface="Courier New" panose="02070309020205020404" pitchFamily="49" charset="0"/>
                <a:cs typeface="Courier New" panose="02070309020205020404" pitchFamily="49" charset="0"/>
              </a:endParaRPr>
            </a:p>
            <a:p>
              <a:pPr algn="ctr"/>
              <a:endParaRPr lang="en-US" altLang="zh-CN" sz="2000" b="1" dirty="0">
                <a:solidFill>
                  <a:srgbClr val="0070C0"/>
                </a:solidFill>
                <a:latin typeface="Courier New" panose="02070309020205020404" pitchFamily="49" charset="0"/>
                <a:cs typeface="Courier New" panose="02070309020205020404" pitchFamily="49" charset="0"/>
              </a:endParaRPr>
            </a:p>
            <a:p>
              <a:pPr algn="ctr"/>
              <a:r>
                <a:rPr lang="en-US" altLang="zh-CN" sz="2000" b="1" dirty="0">
                  <a:solidFill>
                    <a:srgbClr val="0070C0"/>
                  </a:solidFill>
                  <a:latin typeface="Courier New" panose="02070309020205020404" pitchFamily="49" charset="0"/>
                  <a:cs typeface="Courier New" panose="02070309020205020404" pitchFamily="49" charset="0"/>
                </a:rPr>
                <a:t>3</a:t>
              </a:r>
              <a:endParaRPr lang="zh-CN" altLang="en-US" sz="2000" b="1" dirty="0">
                <a:solidFill>
                  <a:srgbClr val="0070C0"/>
                </a:solidFill>
                <a:latin typeface="Courier New" panose="02070309020205020404" pitchFamily="49" charset="0"/>
                <a:cs typeface="Courier New" panose="02070309020205020404" pitchFamily="49" charset="0"/>
              </a:endParaRPr>
            </a:p>
          </p:txBody>
        </p:sp>
      </p:grpSp>
      <p:sp>
        <p:nvSpPr>
          <p:cNvPr id="61" name="Line 40">
            <a:extLst>
              <a:ext uri="{FF2B5EF4-FFF2-40B4-BE49-F238E27FC236}">
                <a16:creationId xmlns:a16="http://schemas.microsoft.com/office/drawing/2014/main" id="{5391BA2B-2A69-4152-B6A7-EB9EF9DF53C1}"/>
              </a:ext>
            </a:extLst>
          </p:cNvPr>
          <p:cNvSpPr>
            <a:spLocks noChangeShapeType="1"/>
          </p:cNvSpPr>
          <p:nvPr/>
        </p:nvSpPr>
        <p:spPr bwMode="auto">
          <a:xfrm>
            <a:off x="7547950" y="4618155"/>
            <a:ext cx="5896" cy="1271964"/>
          </a:xfrm>
          <a:prstGeom prst="line">
            <a:avLst/>
          </a:prstGeom>
          <a:noFill/>
          <a:ln w="28575">
            <a:solidFill>
              <a:schemeClr val="accent6">
                <a:lumMod val="75000"/>
              </a:schemeClr>
            </a:solidFill>
            <a:round/>
            <a:headEnd type="oval" w="sm" len="sm"/>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64" name="Line 41">
            <a:extLst>
              <a:ext uri="{FF2B5EF4-FFF2-40B4-BE49-F238E27FC236}">
                <a16:creationId xmlns:a16="http://schemas.microsoft.com/office/drawing/2014/main" id="{8D282766-CFD9-46BE-8778-0BF7B86FF760}"/>
              </a:ext>
            </a:extLst>
          </p:cNvPr>
          <p:cNvSpPr>
            <a:spLocks noChangeShapeType="1"/>
          </p:cNvSpPr>
          <p:nvPr/>
        </p:nvSpPr>
        <p:spPr bwMode="auto">
          <a:xfrm flipH="1">
            <a:off x="10654498" y="3607274"/>
            <a:ext cx="240" cy="604303"/>
          </a:xfrm>
          <a:prstGeom prst="line">
            <a:avLst/>
          </a:prstGeom>
          <a:noFill/>
          <a:ln w="28575">
            <a:solidFill>
              <a:schemeClr val="accent6">
                <a:lumMod val="75000"/>
              </a:schemeClr>
            </a:solidFill>
            <a:round/>
            <a:headEnd type="oval" w="sm" len="sm"/>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65" name="Line 35">
            <a:extLst>
              <a:ext uri="{FF2B5EF4-FFF2-40B4-BE49-F238E27FC236}">
                <a16:creationId xmlns:a16="http://schemas.microsoft.com/office/drawing/2014/main" id="{37BC9045-F31E-4A12-B8BD-24EEED668244}"/>
              </a:ext>
            </a:extLst>
          </p:cNvPr>
          <p:cNvSpPr>
            <a:spLocks noChangeShapeType="1"/>
          </p:cNvSpPr>
          <p:nvPr/>
        </p:nvSpPr>
        <p:spPr bwMode="auto">
          <a:xfrm flipV="1">
            <a:off x="6861814" y="5472361"/>
            <a:ext cx="1492580" cy="1"/>
          </a:xfrm>
          <a:prstGeom prst="line">
            <a:avLst/>
          </a:prstGeom>
          <a:noFill/>
          <a:ln w="28575">
            <a:solidFill>
              <a:srgbClr val="00B0F0"/>
            </a:solidFill>
            <a:round/>
            <a:headEnd type="oval" w="sm" len="sm"/>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66" name="Line 34">
            <a:extLst>
              <a:ext uri="{FF2B5EF4-FFF2-40B4-BE49-F238E27FC236}">
                <a16:creationId xmlns:a16="http://schemas.microsoft.com/office/drawing/2014/main" id="{E30128DF-19C6-48AB-B747-B7D59B57F892}"/>
              </a:ext>
            </a:extLst>
          </p:cNvPr>
          <p:cNvSpPr>
            <a:spLocks noChangeShapeType="1"/>
          </p:cNvSpPr>
          <p:nvPr/>
        </p:nvSpPr>
        <p:spPr bwMode="auto">
          <a:xfrm>
            <a:off x="6867220" y="6308500"/>
            <a:ext cx="454112" cy="0"/>
          </a:xfrm>
          <a:prstGeom prst="line">
            <a:avLst/>
          </a:prstGeom>
          <a:noFill/>
          <a:ln w="28575">
            <a:solidFill>
              <a:srgbClr val="00B0F0"/>
            </a:solidFill>
            <a:round/>
            <a:headEnd type="oval" w="sm" len="sm"/>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67" name="Line 36">
            <a:extLst>
              <a:ext uri="{FF2B5EF4-FFF2-40B4-BE49-F238E27FC236}">
                <a16:creationId xmlns:a16="http://schemas.microsoft.com/office/drawing/2014/main" id="{F548D8A4-2C04-45FE-BC85-7E0F786BDBCF}"/>
              </a:ext>
            </a:extLst>
          </p:cNvPr>
          <p:cNvSpPr>
            <a:spLocks noChangeShapeType="1"/>
          </p:cNvSpPr>
          <p:nvPr/>
        </p:nvSpPr>
        <p:spPr bwMode="auto">
          <a:xfrm>
            <a:off x="6861814" y="4621128"/>
            <a:ext cx="454112" cy="0"/>
          </a:xfrm>
          <a:prstGeom prst="line">
            <a:avLst/>
          </a:prstGeom>
          <a:noFill/>
          <a:ln w="28575">
            <a:solidFill>
              <a:srgbClr val="00B0F0"/>
            </a:solidFill>
            <a:round/>
            <a:headEnd type="oval" w="sm" len="sm"/>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68" name="Line 39">
            <a:extLst>
              <a:ext uri="{FF2B5EF4-FFF2-40B4-BE49-F238E27FC236}">
                <a16:creationId xmlns:a16="http://schemas.microsoft.com/office/drawing/2014/main" id="{E540074C-58EA-437F-9230-69AD12191AE1}"/>
              </a:ext>
            </a:extLst>
          </p:cNvPr>
          <p:cNvSpPr>
            <a:spLocks noChangeShapeType="1"/>
          </p:cNvSpPr>
          <p:nvPr/>
        </p:nvSpPr>
        <p:spPr bwMode="auto">
          <a:xfrm>
            <a:off x="7557653" y="3608430"/>
            <a:ext cx="0" cy="605853"/>
          </a:xfrm>
          <a:prstGeom prst="line">
            <a:avLst/>
          </a:prstGeom>
          <a:noFill/>
          <a:ln w="28575">
            <a:solidFill>
              <a:schemeClr val="accent6">
                <a:lumMod val="75000"/>
              </a:schemeClr>
            </a:solidFill>
            <a:round/>
            <a:headEnd type="oval" w="sm" len="sm"/>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69" name="Line 38">
            <a:extLst>
              <a:ext uri="{FF2B5EF4-FFF2-40B4-BE49-F238E27FC236}">
                <a16:creationId xmlns:a16="http://schemas.microsoft.com/office/drawing/2014/main" id="{1DF5F073-D7ED-42DA-8CC7-2B77B1584C85}"/>
              </a:ext>
            </a:extLst>
          </p:cNvPr>
          <p:cNvSpPr>
            <a:spLocks noChangeShapeType="1"/>
          </p:cNvSpPr>
          <p:nvPr/>
        </p:nvSpPr>
        <p:spPr bwMode="auto">
          <a:xfrm>
            <a:off x="8597375" y="3608430"/>
            <a:ext cx="0" cy="1451962"/>
          </a:xfrm>
          <a:prstGeom prst="line">
            <a:avLst/>
          </a:prstGeom>
          <a:noFill/>
          <a:ln w="28575">
            <a:solidFill>
              <a:schemeClr val="accent6">
                <a:lumMod val="75000"/>
              </a:schemeClr>
            </a:solidFill>
            <a:round/>
            <a:headEnd type="oval" w="sm" len="sm"/>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71" name="矩形 70">
            <a:extLst>
              <a:ext uri="{FF2B5EF4-FFF2-40B4-BE49-F238E27FC236}">
                <a16:creationId xmlns:a16="http://schemas.microsoft.com/office/drawing/2014/main" id="{C6A36642-10B6-4CFE-8947-13202C4A7D8C}"/>
              </a:ext>
            </a:extLst>
          </p:cNvPr>
          <p:cNvSpPr/>
          <p:nvPr/>
        </p:nvSpPr>
        <p:spPr>
          <a:xfrm>
            <a:off x="1324800" y="4255118"/>
            <a:ext cx="1242811" cy="309093"/>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rgbClr val="002060"/>
                </a:solidFill>
              </a:rPr>
              <a:t>1    1      </a:t>
            </a:r>
            <a:r>
              <a:rPr lang="en-US" altLang="zh-CN" b="1" dirty="0">
                <a:solidFill>
                  <a:srgbClr val="C00000"/>
                </a:solidFill>
              </a:rPr>
              <a:t>3</a:t>
            </a:r>
            <a:endParaRPr lang="zh-CN" altLang="en-US" b="1" dirty="0">
              <a:solidFill>
                <a:srgbClr val="C00000"/>
              </a:solidFill>
            </a:endParaRPr>
          </a:p>
        </p:txBody>
      </p:sp>
      <p:sp>
        <p:nvSpPr>
          <p:cNvPr id="72" name="矩形 71">
            <a:extLst>
              <a:ext uri="{FF2B5EF4-FFF2-40B4-BE49-F238E27FC236}">
                <a16:creationId xmlns:a16="http://schemas.microsoft.com/office/drawing/2014/main" id="{4B0646B4-6987-44E4-822B-875DDAE5FFD3}"/>
              </a:ext>
            </a:extLst>
          </p:cNvPr>
          <p:cNvSpPr/>
          <p:nvPr/>
        </p:nvSpPr>
        <p:spPr>
          <a:xfrm>
            <a:off x="1324800" y="4564211"/>
            <a:ext cx="1242811" cy="309093"/>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rgbClr val="002060"/>
                </a:solidFill>
              </a:rPr>
              <a:t>1    4      </a:t>
            </a:r>
            <a:r>
              <a:rPr lang="en-US" altLang="zh-CN" b="1" dirty="0">
                <a:solidFill>
                  <a:srgbClr val="C00000"/>
                </a:solidFill>
              </a:rPr>
              <a:t>5</a:t>
            </a:r>
            <a:endParaRPr lang="zh-CN" altLang="en-US" b="1" dirty="0">
              <a:solidFill>
                <a:srgbClr val="C00000"/>
              </a:solidFill>
            </a:endParaRPr>
          </a:p>
        </p:txBody>
      </p:sp>
      <p:sp>
        <p:nvSpPr>
          <p:cNvPr id="73" name="矩形 72">
            <a:extLst>
              <a:ext uri="{FF2B5EF4-FFF2-40B4-BE49-F238E27FC236}">
                <a16:creationId xmlns:a16="http://schemas.microsoft.com/office/drawing/2014/main" id="{FB24366C-7CE6-438F-9332-D8A7932080F3}"/>
              </a:ext>
            </a:extLst>
          </p:cNvPr>
          <p:cNvSpPr/>
          <p:nvPr/>
        </p:nvSpPr>
        <p:spPr>
          <a:xfrm>
            <a:off x="1324800" y="4873304"/>
            <a:ext cx="1242811" cy="309093"/>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rgbClr val="002060"/>
                </a:solidFill>
              </a:rPr>
              <a:t>2    2    </a:t>
            </a:r>
            <a:r>
              <a:rPr lang="en-US" altLang="zh-CN" b="1" dirty="0">
                <a:solidFill>
                  <a:srgbClr val="C00000"/>
                </a:solidFill>
              </a:rPr>
              <a:t>-1</a:t>
            </a:r>
            <a:endParaRPr lang="zh-CN" altLang="en-US" b="1" dirty="0">
              <a:solidFill>
                <a:srgbClr val="C00000"/>
              </a:solidFill>
            </a:endParaRPr>
          </a:p>
        </p:txBody>
      </p:sp>
      <p:sp>
        <p:nvSpPr>
          <p:cNvPr id="74" name="矩形 73">
            <a:extLst>
              <a:ext uri="{FF2B5EF4-FFF2-40B4-BE49-F238E27FC236}">
                <a16:creationId xmlns:a16="http://schemas.microsoft.com/office/drawing/2014/main" id="{8EE7C4D7-0D90-4F70-9DB7-9205702F173D}"/>
              </a:ext>
            </a:extLst>
          </p:cNvPr>
          <p:cNvSpPr/>
          <p:nvPr/>
        </p:nvSpPr>
        <p:spPr>
          <a:xfrm>
            <a:off x="1324800" y="5187950"/>
            <a:ext cx="1250125" cy="303540"/>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rgbClr val="002060"/>
                </a:solidFill>
              </a:rPr>
              <a:t>3    1      </a:t>
            </a:r>
            <a:r>
              <a:rPr lang="en-US" altLang="zh-CN" b="1" dirty="0">
                <a:solidFill>
                  <a:srgbClr val="C00000"/>
                </a:solidFill>
              </a:rPr>
              <a:t>2</a:t>
            </a:r>
            <a:endParaRPr lang="zh-CN" altLang="en-US" b="1" dirty="0">
              <a:solidFill>
                <a:srgbClr val="C00000"/>
              </a:solidFill>
            </a:endParaRPr>
          </a:p>
        </p:txBody>
      </p:sp>
      <p:sp>
        <p:nvSpPr>
          <p:cNvPr id="75" name="矩形 74">
            <a:extLst>
              <a:ext uri="{FF2B5EF4-FFF2-40B4-BE49-F238E27FC236}">
                <a16:creationId xmlns:a16="http://schemas.microsoft.com/office/drawing/2014/main" id="{D6496433-AE44-4C13-966F-AA05FD4B1ECD}"/>
              </a:ext>
            </a:extLst>
          </p:cNvPr>
          <p:cNvSpPr/>
          <p:nvPr/>
        </p:nvSpPr>
        <p:spPr>
          <a:xfrm>
            <a:off x="1324800" y="3946025"/>
            <a:ext cx="1242812" cy="3090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err="1">
                <a:solidFill>
                  <a:srgbClr val="00B0F0"/>
                </a:solidFill>
                <a:latin typeface="Courier New" panose="02070309020205020404" pitchFamily="49" charset="0"/>
                <a:cs typeface="Courier New" panose="02070309020205020404" pitchFamily="49" charset="0"/>
              </a:rPr>
              <a:t>i</a:t>
            </a:r>
            <a:r>
              <a:rPr lang="en-US" altLang="zh-CN" b="1" dirty="0">
                <a:solidFill>
                  <a:srgbClr val="00B0F0"/>
                </a:solidFill>
                <a:latin typeface="Courier New" panose="02070309020205020404" pitchFamily="49" charset="0"/>
                <a:cs typeface="Courier New" panose="02070309020205020404" pitchFamily="49" charset="0"/>
              </a:rPr>
              <a:t>  j  e</a:t>
            </a:r>
            <a:endParaRPr lang="zh-CN" altLang="en-US" b="1" dirty="0">
              <a:solidFill>
                <a:srgbClr val="00B0F0"/>
              </a:solidFill>
              <a:latin typeface="Courier New" panose="02070309020205020404" pitchFamily="49" charset="0"/>
              <a:cs typeface="Courier New" panose="02070309020205020404" pitchFamily="49" charset="0"/>
            </a:endParaRPr>
          </a:p>
        </p:txBody>
      </p:sp>
      <p:sp>
        <p:nvSpPr>
          <p:cNvPr id="76" name="矩形 75">
            <a:extLst>
              <a:ext uri="{FF2B5EF4-FFF2-40B4-BE49-F238E27FC236}">
                <a16:creationId xmlns:a16="http://schemas.microsoft.com/office/drawing/2014/main" id="{F64F7071-B0C9-4AB8-98BD-018993C36971}"/>
              </a:ext>
            </a:extLst>
          </p:cNvPr>
          <p:cNvSpPr/>
          <p:nvPr/>
        </p:nvSpPr>
        <p:spPr>
          <a:xfrm>
            <a:off x="1024291" y="4216482"/>
            <a:ext cx="319825" cy="12878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lnSpc>
                <a:spcPts val="2400"/>
              </a:lnSpc>
            </a:pPr>
            <a:r>
              <a:rPr lang="en-US" altLang="zh-CN" sz="1600" b="1" dirty="0">
                <a:solidFill>
                  <a:schemeClr val="tx1">
                    <a:lumMod val="65000"/>
                    <a:lumOff val="35000"/>
                  </a:schemeClr>
                </a:solidFill>
                <a:latin typeface="Courier New" panose="02070309020205020404" pitchFamily="49" charset="0"/>
                <a:cs typeface="Courier New" panose="02070309020205020404" pitchFamily="49" charset="0"/>
              </a:rPr>
              <a:t>1</a:t>
            </a:r>
          </a:p>
          <a:p>
            <a:pPr algn="r">
              <a:lnSpc>
                <a:spcPts val="2400"/>
              </a:lnSpc>
            </a:pPr>
            <a:r>
              <a:rPr lang="en-US" altLang="zh-CN" sz="1600" b="1" dirty="0">
                <a:solidFill>
                  <a:schemeClr val="tx1">
                    <a:lumMod val="65000"/>
                    <a:lumOff val="35000"/>
                  </a:schemeClr>
                </a:solidFill>
                <a:latin typeface="Courier New" panose="02070309020205020404" pitchFamily="49" charset="0"/>
                <a:cs typeface="Courier New" panose="02070309020205020404" pitchFamily="49" charset="0"/>
              </a:rPr>
              <a:t>2 3</a:t>
            </a:r>
          </a:p>
          <a:p>
            <a:pPr algn="r">
              <a:lnSpc>
                <a:spcPts val="2400"/>
              </a:lnSpc>
            </a:pPr>
            <a:r>
              <a:rPr lang="en-US" altLang="zh-CN" sz="1600" b="1" dirty="0">
                <a:solidFill>
                  <a:schemeClr val="tx1">
                    <a:lumMod val="65000"/>
                    <a:lumOff val="35000"/>
                  </a:schemeClr>
                </a:solidFill>
                <a:latin typeface="Courier New" panose="02070309020205020404" pitchFamily="49" charset="0"/>
                <a:cs typeface="Courier New" panose="02070309020205020404" pitchFamily="49" charset="0"/>
              </a:rPr>
              <a:t>4</a:t>
            </a:r>
            <a:endParaRPr lang="zh-CN" altLang="en-US" sz="1600" b="1" dirty="0">
              <a:solidFill>
                <a:schemeClr val="tx1">
                  <a:lumMod val="65000"/>
                  <a:lumOff val="35000"/>
                </a:schemeClr>
              </a:solidFill>
              <a:latin typeface="Courier New" panose="02070309020205020404" pitchFamily="49" charset="0"/>
              <a:cs typeface="Courier New" panose="02070309020205020404" pitchFamily="49" charset="0"/>
            </a:endParaRPr>
          </a:p>
        </p:txBody>
      </p:sp>
      <p:sp>
        <p:nvSpPr>
          <p:cNvPr id="77" name="矩形 76">
            <a:extLst>
              <a:ext uri="{FF2B5EF4-FFF2-40B4-BE49-F238E27FC236}">
                <a16:creationId xmlns:a16="http://schemas.microsoft.com/office/drawing/2014/main" id="{AA700DFD-B9A9-4E58-88C5-31A0B42C1B13}"/>
              </a:ext>
            </a:extLst>
          </p:cNvPr>
          <p:cNvSpPr/>
          <p:nvPr/>
        </p:nvSpPr>
        <p:spPr>
          <a:xfrm>
            <a:off x="1322648" y="5495964"/>
            <a:ext cx="1242812" cy="3090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b="1" dirty="0" err="1">
                <a:solidFill>
                  <a:srgbClr val="0070C0"/>
                </a:solidFill>
                <a:latin typeface="Courier New" panose="02070309020205020404" pitchFamily="49" charset="0"/>
                <a:cs typeface="Courier New" panose="02070309020205020404" pitchFamily="49" charset="0"/>
              </a:rPr>
              <a:t>M.data</a:t>
            </a:r>
            <a:endParaRPr lang="zh-CN" altLang="en-US" sz="2000" b="1" dirty="0">
              <a:solidFill>
                <a:srgbClr val="0070C0"/>
              </a:solidFill>
              <a:latin typeface="Courier New" panose="02070309020205020404" pitchFamily="49" charset="0"/>
              <a:cs typeface="Courier New" panose="02070309020205020404" pitchFamily="49" charset="0"/>
            </a:endParaRPr>
          </a:p>
        </p:txBody>
      </p:sp>
      <mc:AlternateContent xmlns:mc="http://schemas.openxmlformats.org/markup-compatibility/2006" xmlns:a14="http://schemas.microsoft.com/office/drawing/2010/main">
        <mc:Choice Requires="a14">
          <p:sp>
            <p:nvSpPr>
              <p:cNvPr id="78" name="文本框 77">
                <a:extLst>
                  <a:ext uri="{FF2B5EF4-FFF2-40B4-BE49-F238E27FC236}">
                    <a16:creationId xmlns:a16="http://schemas.microsoft.com/office/drawing/2014/main" id="{F0C3FAF3-0DD3-4FDC-83C1-49B87F51BF58}"/>
                  </a:ext>
                </a:extLst>
              </p:cNvPr>
              <p:cNvSpPr txBox="1"/>
              <p:nvPr/>
            </p:nvSpPr>
            <p:spPr>
              <a:xfrm>
                <a:off x="526705" y="3026765"/>
                <a:ext cx="2769678" cy="739433"/>
              </a:xfrm>
              <a:prstGeom prst="rect">
                <a:avLst/>
              </a:prstGeom>
              <a:noFill/>
            </p:spPr>
            <p:txBody>
              <a:bodyPr wrap="square" rtlCol="0">
                <a:spAutoFit/>
              </a:bodyPr>
              <a:lstStyle/>
              <a:p>
                <a:pPr algn="ctr"/>
                <a:r>
                  <a:rPr lang="en-US" altLang="zh-CN" sz="1600" b="1" dirty="0"/>
                  <a:t>M=</a:t>
                </a:r>
                <a14:m>
                  <m:oMath xmlns:m="http://schemas.openxmlformats.org/officeDocument/2006/math">
                    <m:d>
                      <m:dPr>
                        <m:begChr m:val="["/>
                        <m:endChr m:val="]"/>
                        <m:ctrlPr>
                          <a:rPr lang="en-US" altLang="zh-CN" sz="1600" b="1" i="1" smtClean="0">
                            <a:latin typeface="Cambria Math" panose="02040503050406030204" pitchFamily="18" charset="0"/>
                          </a:rPr>
                        </m:ctrlPr>
                      </m:dPr>
                      <m:e>
                        <m:m>
                          <m:mPr>
                            <m:mcs>
                              <m:mc>
                                <m:mcPr>
                                  <m:count m:val="2"/>
                                  <m:mcJc m:val="center"/>
                                </m:mcPr>
                              </m:mc>
                            </m:mcs>
                            <m:ctrlPr>
                              <a:rPr lang="en-US" altLang="zh-CN" sz="1600" b="1" i="1" smtClean="0">
                                <a:latin typeface="Cambria Math" panose="02040503050406030204" pitchFamily="18" charset="0"/>
                              </a:rPr>
                            </m:ctrlPr>
                          </m:mPr>
                          <m:mr>
                            <m:e>
                              <m:m>
                                <m:mPr>
                                  <m:mcs>
                                    <m:mc>
                                      <m:mcPr>
                                        <m:count m:val="1"/>
                                        <m:mcJc m:val="center"/>
                                      </m:mcPr>
                                    </m:mc>
                                  </m:mcs>
                                  <m:ctrlPr>
                                    <a:rPr lang="en-US" altLang="zh-CN" sz="1600" b="1" i="1" smtClean="0">
                                      <a:latin typeface="Cambria Math" panose="02040503050406030204" pitchFamily="18" charset="0"/>
                                    </a:rPr>
                                  </m:ctrlPr>
                                </m:mPr>
                                <m:mr>
                                  <m:e>
                                    <m:r>
                                      <m:rPr>
                                        <m:brk m:alnAt="7"/>
                                      </m:rPr>
                                      <a:rPr lang="en-US" altLang="zh-CN" sz="1600" b="1" i="1" smtClean="0">
                                        <a:latin typeface="Cambria Math" panose="02040503050406030204" pitchFamily="18" charset="0"/>
                                      </a:rPr>
                                      <m:t>𝟑</m:t>
                                    </m:r>
                                  </m:e>
                                </m:mr>
                                <m:mr>
                                  <m:e>
                                    <m:r>
                                      <a:rPr lang="en-US" altLang="zh-CN" sz="1600" b="1" i="1" smtClean="0">
                                        <a:latin typeface="Cambria Math" panose="02040503050406030204" pitchFamily="18" charset="0"/>
                                      </a:rPr>
                                      <m:t>𝟎</m:t>
                                    </m:r>
                                  </m:e>
                                </m:mr>
                              </m:m>
                            </m:e>
                            <m:e>
                              <m:m>
                                <m:mPr>
                                  <m:mcs>
                                    <m:mc>
                                      <m:mcPr>
                                        <m:count m:val="1"/>
                                        <m:mcJc m:val="center"/>
                                      </m:mcPr>
                                    </m:mc>
                                  </m:mcs>
                                  <m:ctrlPr>
                                    <a:rPr lang="en-US" altLang="zh-CN" sz="1600" b="1" i="1" smtClean="0">
                                      <a:latin typeface="Cambria Math" panose="02040503050406030204" pitchFamily="18" charset="0"/>
                                    </a:rPr>
                                  </m:ctrlPr>
                                </m:mPr>
                                <m:mr>
                                  <m:e>
                                    <m:m>
                                      <m:mPr>
                                        <m:mcs>
                                          <m:mc>
                                            <m:mcPr>
                                              <m:count m:val="3"/>
                                              <m:mcJc m:val="center"/>
                                            </m:mcPr>
                                          </m:mc>
                                        </m:mcs>
                                        <m:ctrlPr>
                                          <a:rPr lang="en-US" altLang="zh-CN" sz="1600" b="1" i="1" smtClean="0">
                                            <a:latin typeface="Cambria Math" panose="02040503050406030204" pitchFamily="18" charset="0"/>
                                          </a:rPr>
                                        </m:ctrlPr>
                                      </m:mPr>
                                      <m:mr>
                                        <m:e>
                                          <m:r>
                                            <m:rPr>
                                              <m:brk m:alnAt="7"/>
                                            </m:rPr>
                                            <a:rPr lang="en-US" altLang="zh-CN" sz="1600" b="1" i="1" smtClean="0">
                                              <a:latin typeface="Cambria Math" panose="02040503050406030204" pitchFamily="18" charset="0"/>
                                            </a:rPr>
                                            <m:t> </m:t>
                                          </m:r>
                                          <m:r>
                                            <a:rPr lang="en-US" altLang="zh-CN" sz="1600" b="1" i="1" smtClean="0">
                                              <a:latin typeface="Cambria Math" panose="02040503050406030204" pitchFamily="18" charset="0"/>
                                            </a:rPr>
                                            <m:t>  </m:t>
                                          </m:r>
                                          <m:r>
                                            <a:rPr lang="en-US" altLang="zh-CN" sz="1600" b="1" i="1" smtClean="0">
                                              <a:latin typeface="Cambria Math" panose="02040503050406030204" pitchFamily="18" charset="0"/>
                                            </a:rPr>
                                            <m:t>𝟎</m:t>
                                          </m:r>
                                        </m:e>
                                        <m:e>
                                          <m:r>
                                            <a:rPr lang="en-US" altLang="zh-CN" sz="1600" b="1" i="1" smtClean="0">
                                              <a:latin typeface="Cambria Math" panose="02040503050406030204" pitchFamily="18" charset="0"/>
                                            </a:rPr>
                                            <m:t>𝟎</m:t>
                                          </m:r>
                                        </m:e>
                                        <m:e>
                                          <m:r>
                                            <a:rPr lang="en-US" altLang="zh-CN" sz="1600" b="1" i="1" smtClean="0">
                                              <a:latin typeface="Cambria Math" panose="02040503050406030204" pitchFamily="18" charset="0"/>
                                            </a:rPr>
                                            <m:t>𝟓</m:t>
                                          </m:r>
                                        </m:e>
                                      </m:mr>
                                    </m:m>
                                  </m:e>
                                </m:mr>
                                <m:mr>
                                  <m:e>
                                    <m:m>
                                      <m:mPr>
                                        <m:mcs>
                                          <m:mc>
                                            <m:mcPr>
                                              <m:count m:val="3"/>
                                              <m:mcJc m:val="center"/>
                                            </m:mcPr>
                                          </m:mc>
                                        </m:mcs>
                                        <m:ctrlPr>
                                          <a:rPr lang="en-US" altLang="zh-CN" sz="1600" b="1" i="1" smtClean="0">
                                            <a:latin typeface="Cambria Math" panose="02040503050406030204" pitchFamily="18" charset="0"/>
                                          </a:rPr>
                                        </m:ctrlPr>
                                      </m:mPr>
                                      <m:mr>
                                        <m:e>
                                          <m:r>
                                            <m:rPr>
                                              <m:brk m:alnAt="7"/>
                                            </m:rPr>
                                            <a:rPr lang="en-US" altLang="zh-CN" sz="1600" b="1" i="1" smtClean="0">
                                              <a:latin typeface="Cambria Math" panose="02040503050406030204" pitchFamily="18" charset="0"/>
                                            </a:rPr>
                                            <m:t>−</m:t>
                                          </m:r>
                                          <m:r>
                                            <a:rPr lang="en-US" altLang="zh-CN" sz="1600" b="1" i="1" smtClean="0">
                                              <a:latin typeface="Cambria Math" panose="02040503050406030204" pitchFamily="18" charset="0"/>
                                            </a:rPr>
                                            <m:t>𝟏</m:t>
                                          </m:r>
                                        </m:e>
                                        <m:e>
                                          <m:r>
                                            <a:rPr lang="en-US" altLang="zh-CN" sz="1600" b="1" i="1" smtClean="0">
                                              <a:latin typeface="Cambria Math" panose="02040503050406030204" pitchFamily="18" charset="0"/>
                                            </a:rPr>
                                            <m:t>𝟎</m:t>
                                          </m:r>
                                        </m:e>
                                        <m:e>
                                          <m:r>
                                            <a:rPr lang="en-US" altLang="zh-CN" sz="1600" b="1" i="1" smtClean="0">
                                              <a:latin typeface="Cambria Math" panose="02040503050406030204" pitchFamily="18" charset="0"/>
                                            </a:rPr>
                                            <m:t>𝟎</m:t>
                                          </m:r>
                                        </m:e>
                                      </m:mr>
                                    </m:m>
                                  </m:e>
                                </m:mr>
                              </m:m>
                            </m:e>
                          </m:mr>
                          <m:mr>
                            <m:e>
                              <m:r>
                                <a:rPr lang="en-US" altLang="zh-CN" sz="1600" b="1" i="1" smtClean="0">
                                  <a:latin typeface="Cambria Math" panose="02040503050406030204" pitchFamily="18" charset="0"/>
                                </a:rPr>
                                <m:t>𝟐</m:t>
                              </m:r>
                            </m:e>
                            <m:e>
                              <m:m>
                                <m:mPr>
                                  <m:mcs>
                                    <m:mc>
                                      <m:mcPr>
                                        <m:count m:val="3"/>
                                        <m:mcJc m:val="center"/>
                                      </m:mcPr>
                                    </m:mc>
                                  </m:mcs>
                                  <m:ctrlPr>
                                    <a:rPr lang="en-US" altLang="zh-CN" sz="1600" b="1" i="1" smtClean="0">
                                      <a:latin typeface="Cambria Math" panose="02040503050406030204" pitchFamily="18" charset="0"/>
                                    </a:rPr>
                                  </m:ctrlPr>
                                </m:mPr>
                                <m:mr>
                                  <m:e>
                                    <m:r>
                                      <m:rPr>
                                        <m:brk m:alnAt="7"/>
                                      </m:rPr>
                                      <a:rPr lang="en-US" altLang="zh-CN" sz="1600" b="1" i="1" smtClean="0">
                                        <a:latin typeface="Cambria Math" panose="02040503050406030204" pitchFamily="18" charset="0"/>
                                      </a:rPr>
                                      <m:t> </m:t>
                                    </m:r>
                                    <m:r>
                                      <a:rPr lang="en-US" altLang="zh-CN" sz="1600" b="1" i="1" smtClean="0">
                                        <a:latin typeface="Cambria Math" panose="02040503050406030204" pitchFamily="18" charset="0"/>
                                      </a:rPr>
                                      <m:t>  </m:t>
                                    </m:r>
                                    <m:r>
                                      <a:rPr lang="en-US" altLang="zh-CN" sz="1600" b="1" i="1" smtClean="0">
                                        <a:latin typeface="Cambria Math" panose="02040503050406030204" pitchFamily="18" charset="0"/>
                                      </a:rPr>
                                      <m:t>𝟎</m:t>
                                    </m:r>
                                  </m:e>
                                  <m:e>
                                    <m:r>
                                      <a:rPr lang="en-US" altLang="zh-CN" sz="1600" b="1" i="1" smtClean="0">
                                        <a:latin typeface="Cambria Math" panose="02040503050406030204" pitchFamily="18" charset="0"/>
                                      </a:rPr>
                                      <m:t>𝟎</m:t>
                                    </m:r>
                                  </m:e>
                                  <m:e>
                                    <m:r>
                                      <a:rPr lang="en-US" altLang="zh-CN" sz="1600" b="1" i="1" smtClean="0">
                                        <a:latin typeface="Cambria Math" panose="02040503050406030204" pitchFamily="18" charset="0"/>
                                      </a:rPr>
                                      <m:t>𝟎</m:t>
                                    </m:r>
                                  </m:e>
                                </m:mr>
                              </m:m>
                            </m:e>
                          </m:mr>
                        </m:m>
                      </m:e>
                    </m:d>
                  </m:oMath>
                </a14:m>
                <a:endParaRPr lang="zh-CN" altLang="en-US" sz="1600" b="1" dirty="0"/>
              </a:p>
            </p:txBody>
          </p:sp>
        </mc:Choice>
        <mc:Fallback xmlns="">
          <p:sp>
            <p:nvSpPr>
              <p:cNvPr id="78" name="文本框 77">
                <a:extLst>
                  <a:ext uri="{FF2B5EF4-FFF2-40B4-BE49-F238E27FC236}">
                    <a16:creationId xmlns:a16="http://schemas.microsoft.com/office/drawing/2014/main" id="{F0C3FAF3-0DD3-4FDC-83C1-49B87F51BF58}"/>
                  </a:ext>
                </a:extLst>
              </p:cNvPr>
              <p:cNvSpPr txBox="1">
                <a:spLocks noRot="1" noChangeAspect="1" noMove="1" noResize="1" noEditPoints="1" noAdjustHandles="1" noChangeArrowheads="1" noChangeShapeType="1" noTextEdit="1"/>
              </p:cNvSpPr>
              <p:nvPr/>
            </p:nvSpPr>
            <p:spPr>
              <a:xfrm>
                <a:off x="526705" y="3026765"/>
                <a:ext cx="2769678" cy="739433"/>
              </a:xfrm>
              <a:prstGeom prst="rect">
                <a:avLst/>
              </a:prstGeom>
              <a:blipFill>
                <a:blip r:embed="rId3"/>
                <a:stretch>
                  <a:fillRect/>
                </a:stretch>
              </a:blipFill>
            </p:spPr>
            <p:txBody>
              <a:bodyPr/>
              <a:lstStyle/>
              <a:p>
                <a:r>
                  <a:rPr lang="zh-CN" altLang="en-US">
                    <a:noFill/>
                  </a:rPr>
                  <a:t> </a:t>
                </a:r>
              </a:p>
            </p:txBody>
          </p:sp>
        </mc:Fallback>
      </mc:AlternateContent>
      <p:sp>
        <p:nvSpPr>
          <p:cNvPr id="88" name="文本框 87">
            <a:extLst>
              <a:ext uri="{FF2B5EF4-FFF2-40B4-BE49-F238E27FC236}">
                <a16:creationId xmlns:a16="http://schemas.microsoft.com/office/drawing/2014/main" id="{CB7A03AE-36B0-43B4-AB17-2A0765C957F8}"/>
              </a:ext>
            </a:extLst>
          </p:cNvPr>
          <p:cNvSpPr txBox="1"/>
          <p:nvPr/>
        </p:nvSpPr>
        <p:spPr>
          <a:xfrm>
            <a:off x="1043310" y="5439453"/>
            <a:ext cx="263444" cy="392415"/>
          </a:xfrm>
          <a:prstGeom prst="rect">
            <a:avLst/>
          </a:prstGeom>
          <a:noFill/>
        </p:spPr>
        <p:txBody>
          <a:bodyPr wrap="square">
            <a:spAutoFit/>
          </a:bodyPr>
          <a:lstStyle/>
          <a:p>
            <a:pPr algn="r">
              <a:lnSpc>
                <a:spcPts val="2400"/>
              </a:lnSpc>
            </a:pPr>
            <a:r>
              <a:rPr lang="en-US" altLang="zh-CN" sz="1600" b="1" dirty="0">
                <a:solidFill>
                  <a:schemeClr val="tx1">
                    <a:lumMod val="65000"/>
                    <a:lumOff val="35000"/>
                  </a:schemeClr>
                </a:solidFill>
                <a:latin typeface="Courier New" panose="02070309020205020404" pitchFamily="49" charset="0"/>
                <a:cs typeface="Courier New" panose="02070309020205020404" pitchFamily="49" charset="0"/>
              </a:rPr>
              <a:t>5</a:t>
            </a:r>
          </a:p>
        </p:txBody>
      </p:sp>
      <p:sp>
        <p:nvSpPr>
          <p:cNvPr id="91" name="矩形 90">
            <a:extLst>
              <a:ext uri="{FF2B5EF4-FFF2-40B4-BE49-F238E27FC236}">
                <a16:creationId xmlns:a16="http://schemas.microsoft.com/office/drawing/2014/main" id="{D2176B5C-517B-46A2-9242-728D155F1651}"/>
              </a:ext>
            </a:extLst>
          </p:cNvPr>
          <p:cNvSpPr/>
          <p:nvPr/>
        </p:nvSpPr>
        <p:spPr>
          <a:xfrm>
            <a:off x="3327253" y="4255118"/>
            <a:ext cx="1242811" cy="309093"/>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rgbClr val="002060"/>
                </a:solidFill>
              </a:rPr>
              <a:t>1    2      </a:t>
            </a:r>
            <a:r>
              <a:rPr lang="en-US" altLang="zh-CN" b="1" dirty="0">
                <a:solidFill>
                  <a:srgbClr val="C00000"/>
                </a:solidFill>
              </a:rPr>
              <a:t>8</a:t>
            </a:r>
            <a:endParaRPr lang="zh-CN" altLang="en-US" b="1" dirty="0">
              <a:solidFill>
                <a:srgbClr val="C00000"/>
              </a:solidFill>
            </a:endParaRPr>
          </a:p>
        </p:txBody>
      </p:sp>
      <p:sp>
        <p:nvSpPr>
          <p:cNvPr id="98" name="椭圆 97">
            <a:extLst>
              <a:ext uri="{FF2B5EF4-FFF2-40B4-BE49-F238E27FC236}">
                <a16:creationId xmlns:a16="http://schemas.microsoft.com/office/drawing/2014/main" id="{C915CD8A-2D3C-4B5C-B6DB-7CE62004CC63}"/>
              </a:ext>
            </a:extLst>
          </p:cNvPr>
          <p:cNvSpPr/>
          <p:nvPr/>
        </p:nvSpPr>
        <p:spPr>
          <a:xfrm>
            <a:off x="3405437" y="4240802"/>
            <a:ext cx="579815" cy="341363"/>
          </a:xfrm>
          <a:prstGeom prst="ellipse">
            <a:avLst/>
          </a:prstGeom>
          <a:noFill/>
          <a:ln>
            <a:solidFill>
              <a:srgbClr val="FF0000"/>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9" name="箭头: 右 98">
            <a:extLst>
              <a:ext uri="{FF2B5EF4-FFF2-40B4-BE49-F238E27FC236}">
                <a16:creationId xmlns:a16="http://schemas.microsoft.com/office/drawing/2014/main" id="{00A00D33-7694-41F1-B229-C8F62FB21FB6}"/>
              </a:ext>
            </a:extLst>
          </p:cNvPr>
          <p:cNvSpPr/>
          <p:nvPr/>
        </p:nvSpPr>
        <p:spPr>
          <a:xfrm rot="19905937" flipH="1">
            <a:off x="2564703" y="4455917"/>
            <a:ext cx="733460" cy="191240"/>
          </a:xfrm>
          <a:prstGeom prst="rightArrow">
            <a:avLst/>
          </a:prstGeom>
          <a:solidFill>
            <a:schemeClr val="accent4">
              <a:lumMod val="20000"/>
              <a:lumOff val="8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 name="文本框 102">
            <a:extLst>
              <a:ext uri="{FF2B5EF4-FFF2-40B4-BE49-F238E27FC236}">
                <a16:creationId xmlns:a16="http://schemas.microsoft.com/office/drawing/2014/main" id="{ACB55461-BFA7-4FC4-9C33-CE123F9106A6}"/>
              </a:ext>
            </a:extLst>
          </p:cNvPr>
          <p:cNvSpPr txBox="1"/>
          <p:nvPr/>
        </p:nvSpPr>
        <p:spPr>
          <a:xfrm>
            <a:off x="2274160" y="5179232"/>
            <a:ext cx="213714" cy="300082"/>
          </a:xfrm>
          <a:prstGeom prst="rect">
            <a:avLst/>
          </a:prstGeom>
          <a:noFill/>
        </p:spPr>
        <p:txBody>
          <a:bodyPr wrap="square" lIns="0" tIns="0" rIns="0" bIns="0" anchor="ctr" anchorCtr="1">
            <a:spAutoFit/>
          </a:bodyPr>
          <a:lstStyle/>
          <a:p>
            <a:pPr algn="r">
              <a:lnSpc>
                <a:spcPts val="2400"/>
              </a:lnSpc>
            </a:pPr>
            <a:r>
              <a:rPr lang="en-US" altLang="zh-CN" b="1" dirty="0">
                <a:solidFill>
                  <a:srgbClr val="C00000"/>
                </a:solidFill>
                <a:latin typeface="+mn-ea"/>
                <a:cs typeface="Courier New" panose="02070309020205020404" pitchFamily="49" charset="0"/>
              </a:rPr>
              <a:t>0</a:t>
            </a:r>
          </a:p>
        </p:txBody>
      </p:sp>
      <p:sp>
        <p:nvSpPr>
          <p:cNvPr id="107" name="文本框 106">
            <a:extLst>
              <a:ext uri="{FF2B5EF4-FFF2-40B4-BE49-F238E27FC236}">
                <a16:creationId xmlns:a16="http://schemas.microsoft.com/office/drawing/2014/main" id="{091428A8-B0B6-4855-9CFE-685B0A266F23}"/>
              </a:ext>
            </a:extLst>
          </p:cNvPr>
          <p:cNvSpPr txBox="1"/>
          <p:nvPr/>
        </p:nvSpPr>
        <p:spPr>
          <a:xfrm>
            <a:off x="532714" y="5916504"/>
            <a:ext cx="5513131" cy="584775"/>
          </a:xfrm>
          <a:prstGeom prst="rect">
            <a:avLst/>
          </a:prstGeom>
          <a:noFill/>
        </p:spPr>
        <p:txBody>
          <a:bodyPr wrap="square" rtlCol="0">
            <a:spAutoFit/>
          </a:bodyPr>
          <a:lstStyle/>
          <a:p>
            <a:r>
              <a:rPr lang="zh-CN" altLang="en-US" sz="1600" b="1" dirty="0">
                <a:solidFill>
                  <a:srgbClr val="0070C0"/>
                </a:solidFill>
              </a:rPr>
              <a:t>非零元的新增和删除平均需要移动三元组表的一半非零元。</a:t>
            </a:r>
            <a:endParaRPr lang="en-US" altLang="zh-CN" sz="1600" b="1" dirty="0">
              <a:solidFill>
                <a:srgbClr val="0070C0"/>
              </a:solidFill>
            </a:endParaRPr>
          </a:p>
          <a:p>
            <a:r>
              <a:rPr lang="zh-CN" altLang="en-US" sz="1600" b="1" dirty="0">
                <a:solidFill>
                  <a:srgbClr val="0070C0"/>
                </a:solidFill>
              </a:rPr>
              <a:t>非零元频繁移动会导致相关应用的效率低下。</a:t>
            </a:r>
          </a:p>
        </p:txBody>
      </p:sp>
      <p:sp>
        <p:nvSpPr>
          <p:cNvPr id="109" name="矩形 108">
            <a:extLst>
              <a:ext uri="{FF2B5EF4-FFF2-40B4-BE49-F238E27FC236}">
                <a16:creationId xmlns:a16="http://schemas.microsoft.com/office/drawing/2014/main" id="{AFD7F8AD-4D1F-440A-A803-F2FF9FA959FE}"/>
              </a:ext>
            </a:extLst>
          </p:cNvPr>
          <p:cNvSpPr/>
          <p:nvPr/>
        </p:nvSpPr>
        <p:spPr>
          <a:xfrm>
            <a:off x="10177759" y="5183816"/>
            <a:ext cx="1242811" cy="309093"/>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rgbClr val="002060"/>
                </a:solidFill>
              </a:rPr>
              <a:t>1    1      </a:t>
            </a:r>
            <a:r>
              <a:rPr lang="en-US" altLang="zh-CN" b="1" dirty="0">
                <a:solidFill>
                  <a:srgbClr val="C00000"/>
                </a:solidFill>
              </a:rPr>
              <a:t>3</a:t>
            </a:r>
            <a:endParaRPr lang="zh-CN" altLang="en-US" b="1" dirty="0">
              <a:solidFill>
                <a:srgbClr val="C00000"/>
              </a:solidFill>
            </a:endParaRPr>
          </a:p>
        </p:txBody>
      </p:sp>
      <p:sp>
        <p:nvSpPr>
          <p:cNvPr id="110" name="矩形 109">
            <a:extLst>
              <a:ext uri="{FF2B5EF4-FFF2-40B4-BE49-F238E27FC236}">
                <a16:creationId xmlns:a16="http://schemas.microsoft.com/office/drawing/2014/main" id="{CA8D64E5-990E-4DFF-8E6C-533F915473CA}"/>
              </a:ext>
            </a:extLst>
          </p:cNvPr>
          <p:cNvSpPr/>
          <p:nvPr/>
        </p:nvSpPr>
        <p:spPr>
          <a:xfrm>
            <a:off x="10177759" y="5492909"/>
            <a:ext cx="1242811" cy="309093"/>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rgbClr val="002060"/>
                </a:solidFill>
              </a:rPr>
              <a:t>1    4      </a:t>
            </a:r>
            <a:r>
              <a:rPr lang="en-US" altLang="zh-CN" b="1" dirty="0">
                <a:solidFill>
                  <a:srgbClr val="C00000"/>
                </a:solidFill>
              </a:rPr>
              <a:t>5</a:t>
            </a:r>
            <a:endParaRPr lang="zh-CN" altLang="en-US" b="1" dirty="0">
              <a:solidFill>
                <a:srgbClr val="C00000"/>
              </a:solidFill>
            </a:endParaRPr>
          </a:p>
        </p:txBody>
      </p:sp>
      <p:sp>
        <p:nvSpPr>
          <p:cNvPr id="111" name="矩形 110">
            <a:extLst>
              <a:ext uri="{FF2B5EF4-FFF2-40B4-BE49-F238E27FC236}">
                <a16:creationId xmlns:a16="http://schemas.microsoft.com/office/drawing/2014/main" id="{74C7480D-81EA-4099-B8A1-BA83F15FA057}"/>
              </a:ext>
            </a:extLst>
          </p:cNvPr>
          <p:cNvSpPr/>
          <p:nvPr/>
        </p:nvSpPr>
        <p:spPr>
          <a:xfrm>
            <a:off x="10177759" y="5802002"/>
            <a:ext cx="1242811" cy="309093"/>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rgbClr val="002060"/>
                </a:solidFill>
              </a:rPr>
              <a:t>2    2    </a:t>
            </a:r>
            <a:r>
              <a:rPr lang="en-US" altLang="zh-CN" b="1" dirty="0">
                <a:solidFill>
                  <a:srgbClr val="C00000"/>
                </a:solidFill>
              </a:rPr>
              <a:t>-1</a:t>
            </a:r>
            <a:endParaRPr lang="zh-CN" altLang="en-US" b="1" dirty="0">
              <a:solidFill>
                <a:srgbClr val="C00000"/>
              </a:solidFill>
            </a:endParaRPr>
          </a:p>
        </p:txBody>
      </p:sp>
      <p:sp>
        <p:nvSpPr>
          <p:cNvPr id="112" name="矩形 111">
            <a:extLst>
              <a:ext uri="{FF2B5EF4-FFF2-40B4-BE49-F238E27FC236}">
                <a16:creationId xmlns:a16="http://schemas.microsoft.com/office/drawing/2014/main" id="{550B28AC-E070-4EBC-AD94-82C39DCF102B}"/>
              </a:ext>
            </a:extLst>
          </p:cNvPr>
          <p:cNvSpPr/>
          <p:nvPr/>
        </p:nvSpPr>
        <p:spPr>
          <a:xfrm>
            <a:off x="10177759" y="6111095"/>
            <a:ext cx="1242811" cy="309093"/>
          </a:xfrm>
          <a:prstGeom prst="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rgbClr val="002060"/>
                </a:solidFill>
              </a:rPr>
              <a:t>3    1      </a:t>
            </a:r>
            <a:r>
              <a:rPr lang="en-US" altLang="zh-CN" b="1" dirty="0">
                <a:solidFill>
                  <a:srgbClr val="C00000"/>
                </a:solidFill>
              </a:rPr>
              <a:t>2</a:t>
            </a:r>
            <a:endParaRPr lang="zh-CN" altLang="en-US" b="1" dirty="0">
              <a:solidFill>
                <a:srgbClr val="C00000"/>
              </a:solidFill>
            </a:endParaRPr>
          </a:p>
        </p:txBody>
      </p:sp>
      <p:sp>
        <p:nvSpPr>
          <p:cNvPr id="108" name="文本框 107">
            <a:extLst>
              <a:ext uri="{FF2B5EF4-FFF2-40B4-BE49-F238E27FC236}">
                <a16:creationId xmlns:a16="http://schemas.microsoft.com/office/drawing/2014/main" id="{BE341DCC-CF6D-4019-94C2-B1495B290FC4}"/>
              </a:ext>
            </a:extLst>
          </p:cNvPr>
          <p:cNvSpPr txBox="1"/>
          <p:nvPr/>
        </p:nvSpPr>
        <p:spPr>
          <a:xfrm>
            <a:off x="5891424" y="798044"/>
            <a:ext cx="6158753" cy="2205476"/>
          </a:xfrm>
          <a:prstGeom prst="rect">
            <a:avLst/>
          </a:prstGeom>
          <a:noFill/>
        </p:spPr>
        <p:txBody>
          <a:bodyPr wrap="square">
            <a:spAutoFit/>
          </a:bodyPr>
          <a:lstStyle/>
          <a:p>
            <a:pPr algn="just">
              <a:lnSpc>
                <a:spcPct val="110000"/>
              </a:lnSpc>
            </a:pPr>
            <a:r>
              <a:rPr lang="zh-CN" altLang="zh-CN" sz="1800" b="1" u="sng" kern="100" dirty="0">
                <a:effectLst/>
                <a:latin typeface="等线" panose="02010600030101010101" pitchFamily="2" charset="-122"/>
                <a:ea typeface="等线" panose="02010600030101010101" pitchFamily="2" charset="-122"/>
                <a:cs typeface="Times New Roman" panose="02020603050405020304" pitchFamily="18" charset="0"/>
              </a:rPr>
              <a:t>顺序存储结构</a:t>
            </a:r>
            <a:r>
              <a:rPr lang="zh-CN" altLang="zh-CN" sz="1800" b="1" kern="100" dirty="0">
                <a:effectLst/>
                <a:latin typeface="Calibri" panose="020F0502020204030204" pitchFamily="34" charset="0"/>
                <a:ea typeface="宋体" panose="02010600030101010101" pitchFamily="2" charset="-122"/>
                <a:cs typeface="Times New Roman" panose="02020603050405020304" pitchFamily="18" charset="0"/>
              </a:rPr>
              <a:t>不便于进行插入和删除的操作，</a:t>
            </a:r>
            <a:endParaRPr lang="en-US" altLang="zh-CN" sz="1800" b="1" kern="100" dirty="0">
              <a:effectLst/>
              <a:latin typeface="Calibri" panose="020F0502020204030204" pitchFamily="34" charset="0"/>
              <a:ea typeface="宋体" panose="02010600030101010101" pitchFamily="2" charset="-122"/>
              <a:cs typeface="Times New Roman" panose="02020603050405020304" pitchFamily="18" charset="0"/>
            </a:endParaRPr>
          </a:p>
          <a:p>
            <a:pPr algn="just">
              <a:lnSpc>
                <a:spcPct val="110000"/>
              </a:lnSpc>
            </a:pPr>
            <a:r>
              <a:rPr lang="zh-CN" altLang="zh-CN" sz="1800" b="1" kern="100" dirty="0">
                <a:effectLst/>
                <a:latin typeface="Calibri" panose="020F0502020204030204" pitchFamily="34" charset="0"/>
                <a:ea typeface="宋体" panose="02010600030101010101" pitchFamily="2" charset="-122"/>
                <a:cs typeface="Times New Roman" panose="02020603050405020304" pitchFamily="18" charset="0"/>
              </a:rPr>
              <a:t>当稀疏矩阵中非零元分布</a:t>
            </a:r>
            <a:r>
              <a:rPr lang="zh-CN" altLang="en-US" sz="1800" b="1" kern="100" dirty="0">
                <a:effectLst/>
                <a:latin typeface="Calibri" panose="020F0502020204030204" pitchFamily="34" charset="0"/>
                <a:ea typeface="宋体" panose="02010600030101010101" pitchFamily="2" charset="-122"/>
                <a:cs typeface="Times New Roman" panose="02020603050405020304" pitchFamily="18" charset="0"/>
              </a:rPr>
              <a:t>经常变化</a:t>
            </a:r>
            <a:r>
              <a:rPr lang="zh-CN" altLang="zh-CN" sz="1800" b="1" kern="100" dirty="0">
                <a:effectLst/>
                <a:latin typeface="Calibri" panose="020F0502020204030204" pitchFamily="34" charset="0"/>
                <a:ea typeface="宋体" panose="02010600030101010101" pitchFamily="2" charset="-122"/>
                <a:cs typeface="Times New Roman" panose="02020603050405020304" pitchFamily="18" charset="0"/>
              </a:rPr>
              <a:t>时，采用</a:t>
            </a:r>
            <a:r>
              <a:rPr lang="zh-CN" altLang="zh-CN" sz="1800" b="1" u="sng" kern="100" dirty="0">
                <a:effectLst/>
                <a:latin typeface="等线" panose="02010600030101010101" pitchFamily="2" charset="-122"/>
                <a:ea typeface="等线" panose="02010600030101010101" pitchFamily="2" charset="-122"/>
                <a:cs typeface="Times New Roman" panose="02020603050405020304" pitchFamily="18" charset="0"/>
              </a:rPr>
              <a:t>链</a:t>
            </a:r>
            <a:r>
              <a:rPr lang="zh-CN" altLang="en-US" sz="1800" b="1" u="sng" kern="100" dirty="0">
                <a:effectLst/>
                <a:latin typeface="等线" panose="02010600030101010101" pitchFamily="2" charset="-122"/>
                <a:ea typeface="等线" panose="02010600030101010101" pitchFamily="2" charset="-122"/>
                <a:cs typeface="Times New Roman" panose="02020603050405020304" pitchFamily="18" charset="0"/>
              </a:rPr>
              <a:t>式存储</a:t>
            </a:r>
            <a:r>
              <a:rPr lang="zh-CN" altLang="zh-CN" sz="1800" b="1" u="sng" kern="100" dirty="0">
                <a:effectLst/>
                <a:latin typeface="等线" panose="02010600030101010101" pitchFamily="2" charset="-122"/>
                <a:ea typeface="等线" panose="02010600030101010101" pitchFamily="2" charset="-122"/>
                <a:cs typeface="Times New Roman" panose="02020603050405020304" pitchFamily="18" charset="0"/>
              </a:rPr>
              <a:t>结构</a:t>
            </a:r>
            <a:r>
              <a:rPr lang="zh-CN" altLang="en-US" sz="1800" b="1" kern="100" dirty="0">
                <a:effectLst/>
                <a:latin typeface="Calibri" panose="020F0502020204030204" pitchFamily="34" charset="0"/>
                <a:ea typeface="宋体" panose="02010600030101010101" pitchFamily="2" charset="-122"/>
                <a:cs typeface="Times New Roman" panose="02020603050405020304" pitchFamily="18" charset="0"/>
              </a:rPr>
              <a:t>。</a:t>
            </a:r>
            <a:endParaRPr lang="en-US" altLang="zh-CN" sz="1800" b="1" kern="100" dirty="0">
              <a:effectLst/>
              <a:latin typeface="Calibri" panose="020F0502020204030204" pitchFamily="34" charset="0"/>
              <a:ea typeface="宋体" panose="02010600030101010101" pitchFamily="2" charset="-122"/>
              <a:cs typeface="Times New Roman" panose="02020603050405020304" pitchFamily="18" charset="0"/>
            </a:endParaRPr>
          </a:p>
          <a:p>
            <a:pPr algn="just">
              <a:lnSpc>
                <a:spcPct val="110000"/>
              </a:lnSpc>
            </a:pPr>
            <a:r>
              <a:rPr lang="zh-CN" altLang="zh-CN" sz="1800" b="1" kern="100" dirty="0">
                <a:effectLst/>
                <a:latin typeface="Calibri" panose="020F0502020204030204" pitchFamily="34" charset="0"/>
                <a:ea typeface="宋体" panose="02010600030101010101" pitchFamily="2" charset="-122"/>
                <a:cs typeface="Times New Roman" panose="02020603050405020304" pitchFamily="18" charset="0"/>
              </a:rPr>
              <a:t>为了维护矩阵元素之间</a:t>
            </a:r>
            <a:r>
              <a:rPr lang="zh-CN" altLang="en-US" sz="1800" b="1" kern="100" dirty="0">
                <a:effectLst/>
                <a:latin typeface="Calibri" panose="020F0502020204030204" pitchFamily="34" charset="0"/>
                <a:ea typeface="宋体" panose="02010600030101010101" pitchFamily="2" charset="-122"/>
                <a:cs typeface="Times New Roman" panose="02020603050405020304" pitchFamily="18" charset="0"/>
              </a:rPr>
              <a:t>的</a:t>
            </a:r>
            <a:r>
              <a:rPr lang="zh-CN" altLang="zh-CN" sz="1800" b="1" kern="100" dirty="0">
                <a:effectLst/>
                <a:latin typeface="Calibri" panose="020F0502020204030204" pitchFamily="34" charset="0"/>
                <a:ea typeface="宋体" panose="02010600030101010101" pitchFamily="2" charset="-122"/>
                <a:cs typeface="Times New Roman" panose="02020603050405020304" pitchFamily="18" charset="0"/>
              </a:rPr>
              <a:t>同行</a:t>
            </a:r>
            <a:r>
              <a:rPr lang="zh-CN" altLang="en-US" sz="1800" b="1" kern="100" dirty="0">
                <a:effectLst/>
                <a:latin typeface="Calibri" panose="020F0502020204030204" pitchFamily="34" charset="0"/>
                <a:ea typeface="宋体" panose="02010600030101010101" pitchFamily="2" charset="-122"/>
                <a:cs typeface="Times New Roman" panose="02020603050405020304" pitchFamily="18" charset="0"/>
              </a:rPr>
              <a:t>、</a:t>
            </a:r>
            <a:r>
              <a:rPr lang="zh-CN" altLang="zh-CN" sz="1800" b="1" kern="100" dirty="0">
                <a:effectLst/>
                <a:latin typeface="Calibri" panose="020F0502020204030204" pitchFamily="34" charset="0"/>
                <a:ea typeface="宋体" panose="02010600030101010101" pitchFamily="2" charset="-122"/>
                <a:cs typeface="Times New Roman" panose="02020603050405020304" pitchFamily="18" charset="0"/>
              </a:rPr>
              <a:t>同列关系，</a:t>
            </a:r>
            <a:endParaRPr lang="en-US" altLang="zh-CN" sz="1800" b="1" kern="100" dirty="0">
              <a:effectLst/>
              <a:latin typeface="Calibri" panose="020F0502020204030204" pitchFamily="34" charset="0"/>
              <a:ea typeface="宋体" panose="02010600030101010101" pitchFamily="2" charset="-122"/>
              <a:cs typeface="Times New Roman" panose="02020603050405020304" pitchFamily="18" charset="0"/>
            </a:endParaRPr>
          </a:p>
          <a:p>
            <a:pPr algn="just">
              <a:lnSpc>
                <a:spcPct val="110000"/>
              </a:lnSpc>
            </a:pPr>
            <a:r>
              <a:rPr lang="zh-CN" altLang="zh-CN" sz="1800" b="1" kern="100" dirty="0">
                <a:effectLst/>
                <a:latin typeface="Calibri" panose="020F0502020204030204" pitchFamily="34" charset="0"/>
                <a:ea typeface="宋体" panose="02010600030101010101" pitchFamily="2" charset="-122"/>
                <a:cs typeface="Times New Roman" panose="02020603050405020304" pitchFamily="18" charset="0"/>
              </a:rPr>
              <a:t>在表示</a:t>
            </a:r>
            <a:r>
              <a:rPr lang="zh-CN" altLang="en-US" b="1" kern="100" dirty="0">
                <a:latin typeface="Calibri" panose="020F0502020204030204" pitchFamily="34" charset="0"/>
                <a:ea typeface="宋体" panose="02010600030101010101" pitchFamily="2" charset="-122"/>
                <a:cs typeface="Times New Roman" panose="02020603050405020304" pitchFamily="18" charset="0"/>
              </a:rPr>
              <a:t>非零</a:t>
            </a:r>
            <a:r>
              <a:rPr lang="zh-CN" altLang="zh-CN" sz="1800" b="1" kern="100" dirty="0">
                <a:effectLst/>
                <a:latin typeface="Calibri" panose="020F0502020204030204" pitchFamily="34" charset="0"/>
                <a:ea typeface="宋体" panose="02010600030101010101" pitchFamily="2" charset="-122"/>
                <a:cs typeface="Times New Roman" panose="02020603050405020304" pitchFamily="18" charset="0"/>
              </a:rPr>
              <a:t>元的结点中设立两个指针</a:t>
            </a:r>
            <a:r>
              <a:rPr lang="zh-CN" altLang="en-US" b="1" kern="100" dirty="0">
                <a:latin typeface="Calibri" panose="020F0502020204030204" pitchFamily="34" charset="0"/>
                <a:ea typeface="宋体" panose="02010600030101010101" pitchFamily="2" charset="-122"/>
                <a:cs typeface="Times New Roman" panose="02020603050405020304" pitchFamily="18" charset="0"/>
              </a:rPr>
              <a:t>：</a:t>
            </a:r>
            <a:endParaRPr lang="en-US" altLang="zh-CN" sz="1800" b="1" kern="100" dirty="0">
              <a:effectLst/>
              <a:latin typeface="Calibri" panose="020F0502020204030204" pitchFamily="34" charset="0"/>
              <a:ea typeface="宋体" panose="02010600030101010101" pitchFamily="2" charset="-122"/>
              <a:cs typeface="Times New Roman" panose="02020603050405020304" pitchFamily="18" charset="0"/>
            </a:endParaRPr>
          </a:p>
          <a:p>
            <a:pPr algn="just">
              <a:lnSpc>
                <a:spcPct val="110000"/>
              </a:lnSpc>
            </a:pPr>
            <a:r>
              <a:rPr lang="en-US" altLang="zh-CN" b="1" kern="100" dirty="0">
                <a:latin typeface="Calibri" panose="020F0502020204030204" pitchFamily="34" charset="0"/>
                <a:ea typeface="宋体" panose="02010600030101010101" pitchFamily="2" charset="-122"/>
                <a:cs typeface="Times New Roman" panose="02020603050405020304" pitchFamily="18" charset="0"/>
              </a:rPr>
              <a:t>        </a:t>
            </a:r>
            <a:r>
              <a:rPr lang="zh-CN" altLang="zh-CN" sz="1800" b="1" kern="100" dirty="0">
                <a:effectLst/>
                <a:latin typeface="Calibri" panose="020F0502020204030204" pitchFamily="34" charset="0"/>
                <a:ea typeface="宋体" panose="02010600030101010101" pitchFamily="2" charset="-122"/>
                <a:cs typeface="Times New Roman" panose="02020603050405020304" pitchFamily="18" charset="0"/>
              </a:rPr>
              <a:t>一</a:t>
            </a:r>
            <a:r>
              <a:rPr lang="zh-CN" altLang="en-US" sz="1800" b="1" kern="100" dirty="0">
                <a:effectLst/>
                <a:latin typeface="Calibri" panose="020F0502020204030204" pitchFamily="34" charset="0"/>
                <a:ea typeface="宋体" panose="02010600030101010101" pitchFamily="2" charset="-122"/>
                <a:cs typeface="Times New Roman" panose="02020603050405020304" pitchFamily="18" charset="0"/>
              </a:rPr>
              <a:t>个</a:t>
            </a:r>
            <a:r>
              <a:rPr lang="zh-CN" altLang="zh-CN" sz="1800" b="1" kern="100" dirty="0">
                <a:effectLst/>
                <a:latin typeface="Calibri" panose="020F0502020204030204" pitchFamily="34" charset="0"/>
                <a:ea typeface="宋体" panose="02010600030101010101" pitchFamily="2" charset="-122"/>
                <a:cs typeface="Times New Roman" panose="02020603050405020304" pitchFamily="18" charset="0"/>
              </a:rPr>
              <a:t>指向同一行的下一个非零元，</a:t>
            </a:r>
            <a:endParaRPr lang="en-US" altLang="zh-CN" sz="1800" b="1" kern="100" dirty="0">
              <a:effectLst/>
              <a:latin typeface="Calibri" panose="020F0502020204030204" pitchFamily="34" charset="0"/>
              <a:ea typeface="宋体" panose="02010600030101010101" pitchFamily="2" charset="-122"/>
              <a:cs typeface="Times New Roman" panose="02020603050405020304" pitchFamily="18" charset="0"/>
            </a:endParaRPr>
          </a:p>
          <a:p>
            <a:pPr algn="just">
              <a:lnSpc>
                <a:spcPct val="110000"/>
              </a:lnSpc>
            </a:pPr>
            <a:r>
              <a:rPr lang="en-US" altLang="zh-CN" b="1" kern="100" dirty="0">
                <a:latin typeface="Calibri" panose="020F0502020204030204" pitchFamily="34" charset="0"/>
                <a:ea typeface="宋体" panose="02010600030101010101" pitchFamily="2" charset="-122"/>
                <a:cs typeface="Times New Roman" panose="02020603050405020304" pitchFamily="18" charset="0"/>
              </a:rPr>
              <a:t>        </a:t>
            </a:r>
            <a:r>
              <a:rPr lang="zh-CN" altLang="en-US" b="1" kern="100" dirty="0">
                <a:latin typeface="Calibri" panose="020F0502020204030204" pitchFamily="34" charset="0"/>
                <a:ea typeface="宋体" panose="02010600030101010101" pitchFamily="2" charset="-122"/>
                <a:cs typeface="Times New Roman" panose="02020603050405020304" pitchFamily="18" charset="0"/>
              </a:rPr>
              <a:t>一个</a:t>
            </a:r>
            <a:r>
              <a:rPr lang="zh-CN" altLang="zh-CN" sz="1800" b="1" kern="100" dirty="0">
                <a:effectLst/>
                <a:latin typeface="Calibri" panose="020F0502020204030204" pitchFamily="34" charset="0"/>
                <a:ea typeface="宋体" panose="02010600030101010101" pitchFamily="2" charset="-122"/>
                <a:cs typeface="Times New Roman" panose="02020603050405020304" pitchFamily="18" charset="0"/>
              </a:rPr>
              <a:t>指向同一列的下一个非零元</a:t>
            </a:r>
            <a:r>
              <a:rPr lang="zh-CN" altLang="en-US" b="1" kern="100" dirty="0">
                <a:latin typeface="Calibri" panose="020F0502020204030204" pitchFamily="34" charset="0"/>
                <a:ea typeface="宋体" panose="02010600030101010101" pitchFamily="2" charset="-122"/>
                <a:cs typeface="Times New Roman" panose="02020603050405020304" pitchFamily="18" charset="0"/>
              </a:rPr>
              <a:t>。</a:t>
            </a:r>
            <a:endParaRPr lang="en-US" altLang="zh-CN" sz="1800" b="1" kern="100" dirty="0">
              <a:effectLst/>
              <a:latin typeface="Calibri" panose="020F0502020204030204" pitchFamily="34" charset="0"/>
              <a:ea typeface="宋体" panose="02010600030101010101" pitchFamily="2" charset="-122"/>
              <a:cs typeface="Times New Roman" panose="02020603050405020304" pitchFamily="18" charset="0"/>
            </a:endParaRPr>
          </a:p>
          <a:p>
            <a:pPr algn="just">
              <a:lnSpc>
                <a:spcPct val="110000"/>
              </a:lnSpc>
            </a:pPr>
            <a:r>
              <a:rPr lang="zh-CN" altLang="zh-CN" sz="1800" b="1" kern="100" dirty="0">
                <a:effectLst/>
                <a:latin typeface="Calibri" panose="020F0502020204030204" pitchFamily="34" charset="0"/>
                <a:ea typeface="宋体" panose="02010600030101010101" pitchFamily="2" charset="-122"/>
                <a:cs typeface="Times New Roman" panose="02020603050405020304" pitchFamily="18" charset="0"/>
              </a:rPr>
              <a:t>通常称这样的存储结构为十字链表。</a:t>
            </a:r>
            <a:endParaRPr lang="zh-CN" altLang="zh-CN" sz="1200" b="1" kern="100" dirty="0">
              <a:effectLst/>
              <a:latin typeface="Calibri" panose="020F0502020204030204" pitchFamily="34" charset="0"/>
              <a:ea typeface="宋体" panose="02010600030101010101" pitchFamily="2" charset="-122"/>
              <a:cs typeface="Times New Roman" panose="02020603050405020304" pitchFamily="18" charset="0"/>
            </a:endParaRPr>
          </a:p>
        </p:txBody>
      </p:sp>
      <p:sp>
        <p:nvSpPr>
          <p:cNvPr id="113" name="文本框 112">
            <a:extLst>
              <a:ext uri="{FF2B5EF4-FFF2-40B4-BE49-F238E27FC236}">
                <a16:creationId xmlns:a16="http://schemas.microsoft.com/office/drawing/2014/main" id="{6B98DA6E-7D0F-4F2E-AE0C-58257795AE06}"/>
              </a:ext>
            </a:extLst>
          </p:cNvPr>
          <p:cNvSpPr txBox="1"/>
          <p:nvPr/>
        </p:nvSpPr>
        <p:spPr>
          <a:xfrm>
            <a:off x="551413" y="772161"/>
            <a:ext cx="4760040" cy="1395831"/>
          </a:xfrm>
          <a:prstGeom prst="rect">
            <a:avLst/>
          </a:prstGeom>
          <a:noFill/>
        </p:spPr>
        <p:txBody>
          <a:bodyPr wrap="square">
            <a:spAutoFit/>
          </a:bodyPr>
          <a:lstStyle/>
          <a:p>
            <a:pPr>
              <a:lnSpc>
                <a:spcPct val="120000"/>
              </a:lnSpc>
            </a:pPr>
            <a:r>
              <a:rPr lang="zh-CN" altLang="en-US" sz="1800" b="1" kern="100" dirty="0">
                <a:effectLst/>
                <a:latin typeface="Calibri" panose="020F0502020204030204" pitchFamily="34" charset="0"/>
                <a:ea typeface="宋体" panose="02010600030101010101" pitchFamily="2" charset="-122"/>
                <a:cs typeface="Times New Roman" panose="02020603050405020304" pitchFamily="18" charset="0"/>
              </a:rPr>
              <a:t>前面讨论了稀疏矩阵的</a:t>
            </a:r>
            <a:r>
              <a:rPr lang="zh-CN" altLang="zh-CN" sz="1800" b="1" kern="100" dirty="0">
                <a:effectLst/>
                <a:latin typeface="Calibri" panose="020F0502020204030204" pitchFamily="34" charset="0"/>
                <a:ea typeface="宋体" panose="02010600030101010101" pitchFamily="2" charset="-122"/>
                <a:cs typeface="Times New Roman" panose="02020603050405020304" pitchFamily="18" charset="0"/>
              </a:rPr>
              <a:t>顺序存储结构</a:t>
            </a:r>
            <a:r>
              <a:rPr lang="zh-CN" altLang="en-US" b="1" kern="100" dirty="0">
                <a:latin typeface="Calibri" panose="020F0502020204030204" pitchFamily="34" charset="0"/>
                <a:ea typeface="宋体" panose="02010600030101010101" pitchFamily="2" charset="-122"/>
                <a:cs typeface="Times New Roman" panose="02020603050405020304" pitchFamily="18" charset="0"/>
              </a:rPr>
              <a:t>：</a:t>
            </a:r>
            <a:endParaRPr lang="en-US" altLang="zh-CN" b="1" kern="100" dirty="0">
              <a:latin typeface="Calibri" panose="020F0502020204030204" pitchFamily="34" charset="0"/>
              <a:ea typeface="宋体" panose="02010600030101010101" pitchFamily="2" charset="-122"/>
              <a:cs typeface="Times New Roman" panose="02020603050405020304" pitchFamily="18" charset="0"/>
            </a:endParaRPr>
          </a:p>
          <a:p>
            <a:pPr>
              <a:lnSpc>
                <a:spcPct val="120000"/>
              </a:lnSpc>
            </a:pPr>
            <a:r>
              <a:rPr lang="en-US" altLang="zh-CN" sz="1800" b="1" kern="100" dirty="0">
                <a:effectLst/>
                <a:latin typeface="Calibri" panose="020F0502020204030204" pitchFamily="34" charset="0"/>
                <a:ea typeface="宋体" panose="02010600030101010101" pitchFamily="2" charset="-122"/>
                <a:cs typeface="Times New Roman" panose="02020603050405020304" pitchFamily="18" charset="0"/>
              </a:rPr>
              <a:t>      </a:t>
            </a:r>
            <a:r>
              <a:rPr lang="zh-CN" altLang="en-US" sz="1800" b="1" kern="100" dirty="0">
                <a:effectLst/>
                <a:latin typeface="等线" panose="02010600030101010101" pitchFamily="2" charset="-122"/>
                <a:ea typeface="等线" panose="02010600030101010101" pitchFamily="2" charset="-122"/>
                <a:cs typeface="Times New Roman" panose="02020603050405020304" pitchFamily="18" charset="0"/>
              </a:rPr>
              <a:t>三元组顺序表</a:t>
            </a:r>
            <a:r>
              <a:rPr lang="zh-CN" altLang="en-US" sz="1800" b="1" kern="100" dirty="0">
                <a:effectLst/>
                <a:latin typeface="Calibri" panose="020F0502020204030204" pitchFamily="34" charset="0"/>
                <a:ea typeface="宋体" panose="02010600030101010101" pitchFamily="2" charset="-122"/>
                <a:cs typeface="Times New Roman" panose="02020603050405020304" pitchFamily="18" charset="0"/>
              </a:rPr>
              <a:t>和</a:t>
            </a:r>
            <a:r>
              <a:rPr lang="zh-CN" altLang="en-US" sz="1800" b="1" kern="100" dirty="0">
                <a:effectLst/>
                <a:latin typeface="等线" panose="02010600030101010101" pitchFamily="2" charset="-122"/>
                <a:ea typeface="等线" panose="02010600030101010101" pitchFamily="2" charset="-122"/>
                <a:cs typeface="Times New Roman" panose="02020603050405020304" pitchFamily="18" charset="0"/>
              </a:rPr>
              <a:t>行逻辑链接的顺序表</a:t>
            </a:r>
            <a:endParaRPr lang="en-US" altLang="zh-CN" sz="1800" b="1" kern="100" dirty="0">
              <a:effectLst/>
              <a:latin typeface="Calibri" panose="020F0502020204030204" pitchFamily="34" charset="0"/>
              <a:ea typeface="宋体" panose="02010600030101010101" pitchFamily="2" charset="-122"/>
              <a:cs typeface="Times New Roman" panose="02020603050405020304" pitchFamily="18" charset="0"/>
            </a:endParaRPr>
          </a:p>
          <a:p>
            <a:pPr>
              <a:lnSpc>
                <a:spcPct val="120000"/>
              </a:lnSpc>
            </a:pPr>
            <a:r>
              <a:rPr lang="zh-CN" altLang="en-US" b="1" kern="100" dirty="0">
                <a:solidFill>
                  <a:srgbClr val="C00000"/>
                </a:solidFill>
                <a:effectLst>
                  <a:outerShdw blurRad="38100" dist="38100" dir="2700000" algn="tl">
                    <a:srgbClr val="000000">
                      <a:alpha val="43137"/>
                    </a:srgbClr>
                  </a:outerShdw>
                </a:effectLst>
                <a:latin typeface="Calibri" panose="020F0502020204030204" pitchFamily="34" charset="0"/>
                <a:ea typeface="宋体" panose="02010600030101010101" pitchFamily="2" charset="-122"/>
                <a:cs typeface="Times New Roman" panose="02020603050405020304" pitchFamily="18" charset="0"/>
              </a:rPr>
              <a:t>算法</a:t>
            </a:r>
            <a:r>
              <a:rPr lang="en-US" altLang="zh-CN" b="1" kern="100" dirty="0">
                <a:solidFill>
                  <a:srgbClr val="C00000"/>
                </a:solidFill>
                <a:effectLst>
                  <a:outerShdw blurRad="38100" dist="38100" dir="2700000" algn="tl">
                    <a:srgbClr val="000000">
                      <a:alpha val="43137"/>
                    </a:srgbClr>
                  </a:outerShdw>
                </a:effectLst>
                <a:latin typeface="Calibri" panose="020F0502020204030204" pitchFamily="34" charset="0"/>
                <a:ea typeface="宋体" panose="02010600030101010101" pitchFamily="2" charset="-122"/>
                <a:cs typeface="Times New Roman" panose="02020603050405020304" pitchFamily="18" charset="0"/>
              </a:rPr>
              <a:t>5.4</a:t>
            </a:r>
            <a:r>
              <a:rPr lang="zh-CN" altLang="en-US" b="1" kern="100" dirty="0">
                <a:latin typeface="Calibri" panose="020F0502020204030204" pitchFamily="34" charset="0"/>
                <a:ea typeface="宋体" panose="02010600030101010101" pitchFamily="2" charset="-122"/>
                <a:cs typeface="Times New Roman" panose="02020603050405020304" pitchFamily="18" charset="0"/>
              </a:rPr>
              <a:t>和</a:t>
            </a:r>
            <a:r>
              <a:rPr lang="en-US" altLang="zh-CN" b="1" kern="100" dirty="0">
                <a:solidFill>
                  <a:srgbClr val="C00000"/>
                </a:solidFill>
                <a:effectLst>
                  <a:outerShdw blurRad="38100" dist="38100" dir="2700000" algn="tl">
                    <a:srgbClr val="000000">
                      <a:alpha val="43137"/>
                    </a:srgbClr>
                  </a:outerShdw>
                </a:effectLst>
                <a:latin typeface="Calibri" panose="020F0502020204030204" pitchFamily="34" charset="0"/>
                <a:ea typeface="宋体" panose="02010600030101010101" pitchFamily="2" charset="-122"/>
                <a:cs typeface="Times New Roman" panose="02020603050405020304" pitchFamily="18" charset="0"/>
              </a:rPr>
              <a:t>5.5</a:t>
            </a:r>
            <a:r>
              <a:rPr lang="zh-CN" altLang="en-US" b="1" kern="100" dirty="0">
                <a:latin typeface="Calibri" panose="020F0502020204030204" pitchFamily="34" charset="0"/>
                <a:ea typeface="宋体" panose="02010600030101010101" pitchFamily="2" charset="-122"/>
                <a:cs typeface="Times New Roman" panose="02020603050405020304" pitchFamily="18" charset="0"/>
              </a:rPr>
              <a:t>实现了稀疏矩阵</a:t>
            </a:r>
            <a:r>
              <a:rPr lang="zh-CN" altLang="en-US" b="1" u="sng" kern="100" dirty="0">
                <a:latin typeface="Calibri" panose="020F0502020204030204" pitchFamily="34" charset="0"/>
                <a:ea typeface="宋体" panose="02010600030101010101" pitchFamily="2" charset="-122"/>
                <a:cs typeface="Times New Roman" panose="02020603050405020304" pitchFamily="18" charset="0"/>
              </a:rPr>
              <a:t>快速转置</a:t>
            </a:r>
            <a:r>
              <a:rPr lang="zh-CN" altLang="en-US" b="1" kern="100" dirty="0">
                <a:latin typeface="Calibri" panose="020F0502020204030204" pitchFamily="34" charset="0"/>
                <a:ea typeface="宋体" panose="02010600030101010101" pitchFamily="2" charset="-122"/>
                <a:cs typeface="Times New Roman" panose="02020603050405020304" pitchFamily="18" charset="0"/>
              </a:rPr>
              <a:t>和</a:t>
            </a:r>
            <a:r>
              <a:rPr lang="zh-CN" altLang="en-US" b="1" u="sng" kern="100" dirty="0">
                <a:latin typeface="Calibri" panose="020F0502020204030204" pitchFamily="34" charset="0"/>
                <a:ea typeface="宋体" panose="02010600030101010101" pitchFamily="2" charset="-122"/>
                <a:cs typeface="Times New Roman" panose="02020603050405020304" pitchFamily="18" charset="0"/>
              </a:rPr>
              <a:t>相乘</a:t>
            </a:r>
            <a:r>
              <a:rPr lang="zh-CN" altLang="en-US" b="1" kern="100" dirty="0">
                <a:latin typeface="Calibri" panose="020F0502020204030204" pitchFamily="34" charset="0"/>
                <a:ea typeface="宋体" panose="02010600030101010101" pitchFamily="2" charset="-122"/>
                <a:cs typeface="Times New Roman" panose="02020603050405020304" pitchFamily="18" charset="0"/>
              </a:rPr>
              <a:t>。</a:t>
            </a:r>
            <a:endParaRPr lang="en-US" altLang="zh-CN" b="1" kern="100" dirty="0">
              <a:latin typeface="Calibri" panose="020F0502020204030204" pitchFamily="34" charset="0"/>
              <a:ea typeface="宋体" panose="02010600030101010101" pitchFamily="2" charset="-122"/>
              <a:cs typeface="Times New Roman" panose="02020603050405020304" pitchFamily="18" charset="0"/>
            </a:endParaRPr>
          </a:p>
          <a:p>
            <a:pPr>
              <a:lnSpc>
                <a:spcPct val="120000"/>
              </a:lnSpc>
            </a:pPr>
            <a:r>
              <a:rPr lang="zh-CN" altLang="en-US" b="1" kern="100" dirty="0">
                <a:latin typeface="Calibri" panose="020F0502020204030204" pitchFamily="34" charset="0"/>
                <a:ea typeface="宋体" panose="02010600030101010101" pitchFamily="2" charset="-122"/>
                <a:cs typeface="Times New Roman" panose="02020603050405020304" pitchFamily="18" charset="0"/>
              </a:rPr>
              <a:t>对于其他操作和应用，是否也能高效实现呢？</a:t>
            </a:r>
            <a:endParaRPr lang="zh-CN" altLang="en-US" b="1" dirty="0"/>
          </a:p>
        </p:txBody>
      </p:sp>
      <p:sp>
        <p:nvSpPr>
          <p:cNvPr id="114" name="文本框 113">
            <a:extLst>
              <a:ext uri="{FF2B5EF4-FFF2-40B4-BE49-F238E27FC236}">
                <a16:creationId xmlns:a16="http://schemas.microsoft.com/office/drawing/2014/main" id="{380BA30C-D929-4EEF-9388-EF1356C0592E}"/>
              </a:ext>
            </a:extLst>
          </p:cNvPr>
          <p:cNvSpPr txBox="1"/>
          <p:nvPr/>
        </p:nvSpPr>
        <p:spPr>
          <a:xfrm>
            <a:off x="555602" y="2151815"/>
            <a:ext cx="4011856" cy="730456"/>
          </a:xfrm>
          <a:prstGeom prst="rect">
            <a:avLst/>
          </a:prstGeom>
          <a:noFill/>
        </p:spPr>
        <p:txBody>
          <a:bodyPr wrap="square">
            <a:spAutoFit/>
          </a:bodyPr>
          <a:lstStyle>
            <a:defPPr>
              <a:defRPr lang="zh-CN"/>
            </a:defPPr>
            <a:lvl1pPr>
              <a:lnSpc>
                <a:spcPct val="120000"/>
              </a:lnSpc>
              <a:defRPr kern="100">
                <a:effectLst/>
                <a:latin typeface="Calibri" panose="020F0502020204030204" pitchFamily="34" charset="0"/>
                <a:ea typeface="宋体" panose="02010600030101010101" pitchFamily="2" charset="-122"/>
                <a:cs typeface="Times New Roman" panose="02020603050405020304" pitchFamily="18" charset="0"/>
              </a:defRPr>
            </a:lvl1pPr>
          </a:lstStyle>
          <a:p>
            <a:r>
              <a:rPr lang="zh-CN" altLang="en-US" b="1" dirty="0"/>
              <a:t>例如，矩阵</a:t>
            </a:r>
            <a:r>
              <a:rPr lang="en-US" altLang="zh-CN" b="1" dirty="0"/>
              <a:t>M</a:t>
            </a:r>
            <a:r>
              <a:rPr lang="zh-CN" altLang="en-US" b="1" dirty="0"/>
              <a:t>的三元组顺序表，</a:t>
            </a:r>
            <a:endParaRPr lang="en-US" altLang="zh-CN" b="1" dirty="0"/>
          </a:p>
          <a:p>
            <a:r>
              <a:rPr lang="zh-CN" altLang="en-US" b="1" dirty="0"/>
              <a:t>观察</a:t>
            </a:r>
            <a:r>
              <a:rPr lang="en-US" altLang="zh-CN" b="1" dirty="0"/>
              <a:t>M</a:t>
            </a:r>
            <a:r>
              <a:rPr lang="zh-CN" altLang="en-US" b="1" dirty="0"/>
              <a:t>上的非零元分布改变的情形。</a:t>
            </a:r>
          </a:p>
        </p:txBody>
      </p:sp>
      <p:sp>
        <p:nvSpPr>
          <p:cNvPr id="115" name="矩形: 圆角 114">
            <a:extLst>
              <a:ext uri="{FF2B5EF4-FFF2-40B4-BE49-F238E27FC236}">
                <a16:creationId xmlns:a16="http://schemas.microsoft.com/office/drawing/2014/main" id="{0836475F-F69D-441A-888E-8299F7982E99}"/>
              </a:ext>
            </a:extLst>
          </p:cNvPr>
          <p:cNvSpPr/>
          <p:nvPr/>
        </p:nvSpPr>
        <p:spPr>
          <a:xfrm>
            <a:off x="1335429" y="236985"/>
            <a:ext cx="5038165" cy="471145"/>
          </a:xfrm>
          <a:prstGeom prst="roundRect">
            <a:avLst/>
          </a:prstGeom>
          <a:solidFill>
            <a:schemeClr val="tx2">
              <a:lumMod val="10000"/>
              <a:lumOff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rgbClr val="C00000"/>
                </a:solidFill>
                <a:effectLst>
                  <a:outerShdw blurRad="38100" dist="38100" dir="2700000" algn="tl">
                    <a:srgbClr val="000000">
                      <a:alpha val="43137"/>
                    </a:srgbClr>
                  </a:outerShdw>
                </a:effectLst>
              </a:rPr>
              <a:t>算法</a:t>
            </a:r>
            <a:r>
              <a:rPr lang="en-US" altLang="zh-CN" sz="2400" b="1" dirty="0">
                <a:solidFill>
                  <a:srgbClr val="C00000"/>
                </a:solidFill>
                <a:effectLst>
                  <a:outerShdw blurRad="38100" dist="38100" dir="2700000" algn="tl">
                    <a:srgbClr val="000000">
                      <a:alpha val="43137"/>
                    </a:srgbClr>
                  </a:outerShdw>
                </a:effectLst>
              </a:rPr>
              <a:t>5.6  </a:t>
            </a:r>
            <a:r>
              <a:rPr lang="zh-CN" altLang="en-US" sz="2400" b="1" dirty="0">
                <a:solidFill>
                  <a:schemeClr val="accent5">
                    <a:lumMod val="50000"/>
                  </a:schemeClr>
                </a:solidFill>
                <a:effectLst>
                  <a:outerShdw blurRad="38100" dist="38100" dir="2700000" algn="tl">
                    <a:srgbClr val="000000">
                      <a:alpha val="43137"/>
                    </a:srgbClr>
                  </a:outerShdw>
                </a:effectLst>
              </a:rPr>
              <a:t>构建稀疏矩阵的十字链表</a:t>
            </a:r>
          </a:p>
        </p:txBody>
      </p:sp>
      <p:sp>
        <p:nvSpPr>
          <p:cNvPr id="2" name="文本框 1">
            <a:extLst>
              <a:ext uri="{FF2B5EF4-FFF2-40B4-BE49-F238E27FC236}">
                <a16:creationId xmlns:a16="http://schemas.microsoft.com/office/drawing/2014/main" id="{FD82B103-884B-4DCC-B102-0ACD53516D5C}"/>
              </a:ext>
            </a:extLst>
          </p:cNvPr>
          <p:cNvSpPr txBox="1"/>
          <p:nvPr/>
        </p:nvSpPr>
        <p:spPr>
          <a:xfrm>
            <a:off x="2978906" y="3762139"/>
            <a:ext cx="2393604" cy="369332"/>
          </a:xfrm>
          <a:prstGeom prst="rect">
            <a:avLst/>
          </a:prstGeom>
          <a:noFill/>
        </p:spPr>
        <p:txBody>
          <a:bodyPr wrap="none" rtlCol="0">
            <a:spAutoFit/>
          </a:bodyPr>
          <a:lstStyle/>
          <a:p>
            <a:r>
              <a:rPr lang="zh-CN" altLang="en-US" b="1" kern="100" dirty="0">
                <a:latin typeface="Calibri" panose="020F0502020204030204" pitchFamily="34" charset="0"/>
                <a:ea typeface="宋体" panose="02010600030101010101" pitchFamily="2" charset="-122"/>
                <a:cs typeface="Times New Roman" panose="02020603050405020304" pitchFamily="18" charset="0"/>
              </a:rPr>
              <a:t>增加非零元（</a:t>
            </a:r>
            <a:r>
              <a:rPr lang="en-US" altLang="zh-CN" b="1" kern="100" dirty="0">
                <a:latin typeface="Calibri" panose="020F0502020204030204" pitchFamily="34" charset="0"/>
                <a:ea typeface="宋体" panose="02010600030101010101" pitchFamily="2" charset="-122"/>
                <a:cs typeface="Times New Roman" panose="02020603050405020304" pitchFamily="18" charset="0"/>
              </a:rPr>
              <a:t>1, 2, 8</a:t>
            </a:r>
            <a:r>
              <a:rPr lang="zh-CN" altLang="en-US" b="1" kern="100" dirty="0">
                <a:latin typeface="Calibri" panose="020F0502020204030204" pitchFamily="34" charset="0"/>
                <a:ea typeface="宋体" panose="02010600030101010101" pitchFamily="2" charset="-122"/>
                <a:cs typeface="Times New Roman" panose="02020603050405020304" pitchFamily="18" charset="0"/>
              </a:rPr>
              <a:t>）</a:t>
            </a:r>
          </a:p>
        </p:txBody>
      </p:sp>
      <p:sp>
        <p:nvSpPr>
          <p:cNvPr id="124" name="文本框 123">
            <a:extLst>
              <a:ext uri="{FF2B5EF4-FFF2-40B4-BE49-F238E27FC236}">
                <a16:creationId xmlns:a16="http://schemas.microsoft.com/office/drawing/2014/main" id="{808E9C03-BFC5-4ED7-827A-02D9F01A6ACC}"/>
              </a:ext>
            </a:extLst>
          </p:cNvPr>
          <p:cNvSpPr txBox="1"/>
          <p:nvPr/>
        </p:nvSpPr>
        <p:spPr>
          <a:xfrm>
            <a:off x="2950209" y="4783286"/>
            <a:ext cx="2466791" cy="646331"/>
          </a:xfrm>
          <a:prstGeom prst="rect">
            <a:avLst/>
          </a:prstGeom>
          <a:noFill/>
        </p:spPr>
        <p:txBody>
          <a:bodyPr wrap="square" rtlCol="0">
            <a:spAutoFit/>
          </a:bodyPr>
          <a:lstStyle/>
          <a:p>
            <a:r>
              <a:rPr lang="zh-CN" altLang="en-US" b="1" kern="100" dirty="0">
                <a:latin typeface="Calibri" panose="020F0502020204030204" pitchFamily="34" charset="0"/>
                <a:ea typeface="宋体" panose="02010600030101010101" pitchFamily="2" charset="-122"/>
                <a:cs typeface="Times New Roman" panose="02020603050405020304" pitchFamily="18" charset="0"/>
              </a:rPr>
              <a:t>非零元（</a:t>
            </a:r>
            <a:r>
              <a:rPr lang="en-US" altLang="zh-CN" b="1" kern="100" dirty="0">
                <a:latin typeface="Calibri" panose="020F0502020204030204" pitchFamily="34" charset="0"/>
                <a:ea typeface="宋体" panose="02010600030101010101" pitchFamily="2" charset="-122"/>
                <a:cs typeface="Times New Roman" panose="02020603050405020304" pitchFamily="18" charset="0"/>
              </a:rPr>
              <a:t>2, 2, -1</a:t>
            </a:r>
            <a:r>
              <a:rPr lang="zh-CN" altLang="en-US" b="1" kern="100" dirty="0">
                <a:latin typeface="Calibri" panose="020F0502020204030204" pitchFamily="34" charset="0"/>
                <a:ea typeface="宋体" panose="02010600030101010101" pitchFamily="2" charset="-122"/>
                <a:cs typeface="Times New Roman" panose="02020603050405020304" pitchFamily="18" charset="0"/>
              </a:rPr>
              <a:t>）的值被改变为</a:t>
            </a:r>
            <a:r>
              <a:rPr lang="en-US" altLang="zh-CN" b="1" kern="100" dirty="0">
                <a:latin typeface="Calibri" panose="020F0502020204030204" pitchFamily="34" charset="0"/>
                <a:ea typeface="宋体" panose="02010600030101010101" pitchFamily="2" charset="-122"/>
                <a:cs typeface="Times New Roman" panose="02020603050405020304" pitchFamily="18" charset="0"/>
              </a:rPr>
              <a:t>0</a:t>
            </a:r>
            <a:r>
              <a:rPr lang="zh-CN" altLang="en-US" b="1" kern="100" dirty="0">
                <a:latin typeface="Calibri" panose="020F0502020204030204" pitchFamily="34" charset="0"/>
                <a:ea typeface="宋体" panose="02010600030101010101" pitchFamily="2" charset="-122"/>
                <a:cs typeface="Times New Roman" panose="02020603050405020304" pitchFamily="18" charset="0"/>
              </a:rPr>
              <a:t>，需删除</a:t>
            </a:r>
          </a:p>
        </p:txBody>
      </p:sp>
      <p:sp>
        <p:nvSpPr>
          <p:cNvPr id="3" name="矩形 2">
            <a:extLst>
              <a:ext uri="{FF2B5EF4-FFF2-40B4-BE49-F238E27FC236}">
                <a16:creationId xmlns:a16="http://schemas.microsoft.com/office/drawing/2014/main" id="{CC0885EB-E278-48F5-8E96-C07307346B80}"/>
              </a:ext>
            </a:extLst>
          </p:cNvPr>
          <p:cNvSpPr/>
          <p:nvPr/>
        </p:nvSpPr>
        <p:spPr>
          <a:xfrm>
            <a:off x="902779" y="2882271"/>
            <a:ext cx="1965484" cy="300784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8408132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113">
                                            <p:txEl>
                                              <p:pRg st="0" end="0"/>
                                            </p:txEl>
                                          </p:spTgt>
                                        </p:tgtEl>
                                        <p:attrNameLst>
                                          <p:attrName>style.visibility</p:attrName>
                                        </p:attrNameLst>
                                      </p:cBhvr>
                                      <p:to>
                                        <p:strVal val="visible"/>
                                      </p:to>
                                    </p:set>
                                    <p:animEffect transition="in" filter="fade">
                                      <p:cBhvr>
                                        <p:cTn id="7" dur="1000"/>
                                        <p:tgtEl>
                                          <p:spTgt spid="113">
                                            <p:txEl>
                                              <p:pRg st="0" end="0"/>
                                            </p:txEl>
                                          </p:spTgt>
                                        </p:tgtEl>
                                      </p:cBhvr>
                                    </p:animEffect>
                                    <p:anim calcmode="lin" valueType="num">
                                      <p:cBhvr>
                                        <p:cTn id="8" dur="1000" fill="hold"/>
                                        <p:tgtEl>
                                          <p:spTgt spid="11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13">
                                            <p:txEl>
                                              <p:pRg st="0" end="0"/>
                                            </p:txEl>
                                          </p:spTgt>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113">
                                            <p:txEl>
                                              <p:pRg st="1" end="1"/>
                                            </p:txEl>
                                          </p:spTgt>
                                        </p:tgtEl>
                                        <p:attrNameLst>
                                          <p:attrName>style.visibility</p:attrName>
                                        </p:attrNameLst>
                                      </p:cBhvr>
                                      <p:to>
                                        <p:strVal val="visible"/>
                                      </p:to>
                                    </p:set>
                                    <p:animEffect transition="in" filter="fade">
                                      <p:cBhvr>
                                        <p:cTn id="13" dur="1000"/>
                                        <p:tgtEl>
                                          <p:spTgt spid="113">
                                            <p:txEl>
                                              <p:pRg st="1" end="1"/>
                                            </p:txEl>
                                          </p:spTgt>
                                        </p:tgtEl>
                                      </p:cBhvr>
                                    </p:animEffect>
                                    <p:anim calcmode="lin" valueType="num">
                                      <p:cBhvr>
                                        <p:cTn id="14" dur="1000" fill="hold"/>
                                        <p:tgtEl>
                                          <p:spTgt spid="113">
                                            <p:txEl>
                                              <p:pRg st="1" end="1"/>
                                            </p:txEl>
                                          </p:spTgt>
                                        </p:tgtEl>
                                        <p:attrNameLst>
                                          <p:attrName>ppt_x</p:attrName>
                                        </p:attrNameLst>
                                      </p:cBhvr>
                                      <p:tavLst>
                                        <p:tav tm="0">
                                          <p:val>
                                            <p:strVal val="#ppt_x"/>
                                          </p:val>
                                        </p:tav>
                                        <p:tav tm="100000">
                                          <p:val>
                                            <p:strVal val="#ppt_x"/>
                                          </p:val>
                                        </p:tav>
                                      </p:tavLst>
                                    </p:anim>
                                    <p:anim calcmode="lin" valueType="num">
                                      <p:cBhvr>
                                        <p:cTn id="15" dur="1000" fill="hold"/>
                                        <p:tgtEl>
                                          <p:spTgt spid="11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113">
                                            <p:txEl>
                                              <p:pRg st="2" end="2"/>
                                            </p:txEl>
                                          </p:spTgt>
                                        </p:tgtEl>
                                        <p:attrNameLst>
                                          <p:attrName>style.visibility</p:attrName>
                                        </p:attrNameLst>
                                      </p:cBhvr>
                                      <p:to>
                                        <p:strVal val="visible"/>
                                      </p:to>
                                    </p:set>
                                    <p:animEffect transition="in" filter="fade">
                                      <p:cBhvr>
                                        <p:cTn id="20" dur="1000"/>
                                        <p:tgtEl>
                                          <p:spTgt spid="113">
                                            <p:txEl>
                                              <p:pRg st="2" end="2"/>
                                            </p:txEl>
                                          </p:spTgt>
                                        </p:tgtEl>
                                      </p:cBhvr>
                                    </p:animEffect>
                                    <p:anim calcmode="lin" valueType="num">
                                      <p:cBhvr>
                                        <p:cTn id="21" dur="1000" fill="hold"/>
                                        <p:tgtEl>
                                          <p:spTgt spid="113">
                                            <p:txEl>
                                              <p:pRg st="2" end="2"/>
                                            </p:txEl>
                                          </p:spTgt>
                                        </p:tgtEl>
                                        <p:attrNameLst>
                                          <p:attrName>ppt_x</p:attrName>
                                        </p:attrNameLst>
                                      </p:cBhvr>
                                      <p:tavLst>
                                        <p:tav tm="0">
                                          <p:val>
                                            <p:strVal val="#ppt_x"/>
                                          </p:val>
                                        </p:tav>
                                        <p:tav tm="100000">
                                          <p:val>
                                            <p:strVal val="#ppt_x"/>
                                          </p:val>
                                        </p:tav>
                                      </p:tavLst>
                                    </p:anim>
                                    <p:anim calcmode="lin" valueType="num">
                                      <p:cBhvr>
                                        <p:cTn id="22" dur="1000" fill="hold"/>
                                        <p:tgtEl>
                                          <p:spTgt spid="113">
                                            <p:txEl>
                                              <p:pRg st="2" end="2"/>
                                            </p:txEl>
                                          </p:spTgt>
                                        </p:tgtEl>
                                        <p:attrNameLst>
                                          <p:attrName>ppt_y</p:attrName>
                                        </p:attrNameLst>
                                      </p:cBhvr>
                                      <p:tavLst>
                                        <p:tav tm="0">
                                          <p:val>
                                            <p:strVal val="#ppt_y+.1"/>
                                          </p:val>
                                        </p:tav>
                                        <p:tav tm="100000">
                                          <p:val>
                                            <p:strVal val="#ppt_y"/>
                                          </p:val>
                                        </p:tav>
                                      </p:tavLst>
                                    </p:anim>
                                  </p:childTnLst>
                                </p:cTn>
                              </p:par>
                            </p:childTnLst>
                          </p:cTn>
                        </p:par>
                        <p:par>
                          <p:cTn id="23" fill="hold">
                            <p:stCondLst>
                              <p:cond delay="1000"/>
                            </p:stCondLst>
                            <p:childTnLst>
                              <p:par>
                                <p:cTn id="24" presetID="42" presetClass="entr" presetSubtype="0" fill="hold" grpId="0" nodeType="afterEffect">
                                  <p:stCondLst>
                                    <p:cond delay="0"/>
                                  </p:stCondLst>
                                  <p:childTnLst>
                                    <p:set>
                                      <p:cBhvr>
                                        <p:cTn id="25" dur="1" fill="hold">
                                          <p:stCondLst>
                                            <p:cond delay="0"/>
                                          </p:stCondLst>
                                        </p:cTn>
                                        <p:tgtEl>
                                          <p:spTgt spid="113">
                                            <p:txEl>
                                              <p:pRg st="3" end="3"/>
                                            </p:txEl>
                                          </p:spTgt>
                                        </p:tgtEl>
                                        <p:attrNameLst>
                                          <p:attrName>style.visibility</p:attrName>
                                        </p:attrNameLst>
                                      </p:cBhvr>
                                      <p:to>
                                        <p:strVal val="visible"/>
                                      </p:to>
                                    </p:set>
                                    <p:animEffect transition="in" filter="fade">
                                      <p:cBhvr>
                                        <p:cTn id="26" dur="1000"/>
                                        <p:tgtEl>
                                          <p:spTgt spid="113">
                                            <p:txEl>
                                              <p:pRg st="3" end="3"/>
                                            </p:txEl>
                                          </p:spTgt>
                                        </p:tgtEl>
                                      </p:cBhvr>
                                    </p:animEffect>
                                    <p:anim calcmode="lin" valueType="num">
                                      <p:cBhvr>
                                        <p:cTn id="27" dur="1000" fill="hold"/>
                                        <p:tgtEl>
                                          <p:spTgt spid="113">
                                            <p:txEl>
                                              <p:pRg st="3" end="3"/>
                                            </p:txEl>
                                          </p:spTgt>
                                        </p:tgtEl>
                                        <p:attrNameLst>
                                          <p:attrName>ppt_x</p:attrName>
                                        </p:attrNameLst>
                                      </p:cBhvr>
                                      <p:tavLst>
                                        <p:tav tm="0">
                                          <p:val>
                                            <p:strVal val="#ppt_x"/>
                                          </p:val>
                                        </p:tav>
                                        <p:tav tm="100000">
                                          <p:val>
                                            <p:strVal val="#ppt_x"/>
                                          </p:val>
                                        </p:tav>
                                      </p:tavLst>
                                    </p:anim>
                                    <p:anim calcmode="lin" valueType="num">
                                      <p:cBhvr>
                                        <p:cTn id="28" dur="1000" fill="hold"/>
                                        <p:tgtEl>
                                          <p:spTgt spid="11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1" presetClass="exit" presetSubtype="0" fill="hold" grpId="0" nodeType="clickEffect">
                                  <p:stCondLst>
                                    <p:cond delay="0"/>
                                  </p:stCondLst>
                                  <p:childTnLst>
                                    <p:set>
                                      <p:cBhvr>
                                        <p:cTn id="32" dur="1" fill="hold">
                                          <p:stCondLst>
                                            <p:cond delay="0"/>
                                          </p:stCondLst>
                                        </p:cTn>
                                        <p:tgtEl>
                                          <p:spTgt spid="3"/>
                                        </p:tgtEl>
                                        <p:attrNameLst>
                                          <p:attrName>style.visibility</p:attrName>
                                        </p:attrNameLst>
                                      </p:cBhvr>
                                      <p:to>
                                        <p:strVal val="hidden"/>
                                      </p:to>
                                    </p:set>
                                  </p:childTnLst>
                                </p:cTn>
                              </p:par>
                            </p:childTnLst>
                          </p:cTn>
                        </p:par>
                        <p:par>
                          <p:cTn id="33" fill="hold">
                            <p:stCondLst>
                              <p:cond delay="0"/>
                            </p:stCondLst>
                            <p:childTnLst>
                              <p:par>
                                <p:cTn id="34" presetID="42" presetClass="entr" presetSubtype="0" fill="hold" grpId="0" nodeType="afterEffect">
                                  <p:stCondLst>
                                    <p:cond delay="0"/>
                                  </p:stCondLst>
                                  <p:childTnLst>
                                    <p:set>
                                      <p:cBhvr>
                                        <p:cTn id="35" dur="1" fill="hold">
                                          <p:stCondLst>
                                            <p:cond delay="0"/>
                                          </p:stCondLst>
                                        </p:cTn>
                                        <p:tgtEl>
                                          <p:spTgt spid="114"/>
                                        </p:tgtEl>
                                        <p:attrNameLst>
                                          <p:attrName>style.visibility</p:attrName>
                                        </p:attrNameLst>
                                      </p:cBhvr>
                                      <p:to>
                                        <p:strVal val="visible"/>
                                      </p:to>
                                    </p:set>
                                    <p:animEffect transition="in" filter="fade">
                                      <p:cBhvr>
                                        <p:cTn id="36" dur="1000"/>
                                        <p:tgtEl>
                                          <p:spTgt spid="114"/>
                                        </p:tgtEl>
                                      </p:cBhvr>
                                    </p:animEffect>
                                    <p:anim calcmode="lin" valueType="num">
                                      <p:cBhvr>
                                        <p:cTn id="37" dur="1000" fill="hold"/>
                                        <p:tgtEl>
                                          <p:spTgt spid="114"/>
                                        </p:tgtEl>
                                        <p:attrNameLst>
                                          <p:attrName>ppt_x</p:attrName>
                                        </p:attrNameLst>
                                      </p:cBhvr>
                                      <p:tavLst>
                                        <p:tav tm="0">
                                          <p:val>
                                            <p:strVal val="#ppt_x"/>
                                          </p:val>
                                        </p:tav>
                                        <p:tav tm="100000">
                                          <p:val>
                                            <p:strVal val="#ppt_x"/>
                                          </p:val>
                                        </p:tav>
                                      </p:tavLst>
                                    </p:anim>
                                    <p:anim calcmode="lin" valueType="num">
                                      <p:cBhvr>
                                        <p:cTn id="38" dur="1000" fill="hold"/>
                                        <p:tgtEl>
                                          <p:spTgt spid="114"/>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2"/>
                                        </p:tgtEl>
                                        <p:attrNameLst>
                                          <p:attrName>style.visibility</p:attrName>
                                        </p:attrNameLst>
                                      </p:cBhvr>
                                      <p:to>
                                        <p:strVal val="visible"/>
                                      </p:to>
                                    </p:set>
                                    <p:animEffect transition="in" filter="wipe(left)">
                                      <p:cBhvr>
                                        <p:cTn id="43" dur="500"/>
                                        <p:tgtEl>
                                          <p:spTgt spid="2"/>
                                        </p:tgtEl>
                                      </p:cBhvr>
                                    </p:animEffect>
                                  </p:childTnLst>
                                </p:cTn>
                              </p:par>
                              <p:par>
                                <p:cTn id="44" presetID="1" presetClass="entr" presetSubtype="0" fill="hold" grpId="0" nodeType="withEffect">
                                  <p:stCondLst>
                                    <p:cond delay="0"/>
                                  </p:stCondLst>
                                  <p:childTnLst>
                                    <p:set>
                                      <p:cBhvr>
                                        <p:cTn id="45" dur="1" fill="hold">
                                          <p:stCondLst>
                                            <p:cond delay="0"/>
                                          </p:stCondLst>
                                        </p:cTn>
                                        <p:tgtEl>
                                          <p:spTgt spid="91"/>
                                        </p:tgtEl>
                                        <p:attrNameLst>
                                          <p:attrName>style.visibility</p:attrName>
                                        </p:attrNameLst>
                                      </p:cBhvr>
                                      <p:to>
                                        <p:strVal val="visible"/>
                                      </p:to>
                                    </p:set>
                                  </p:childTnLst>
                                </p:cTn>
                              </p:par>
                            </p:childTnLst>
                          </p:cTn>
                        </p:par>
                        <p:par>
                          <p:cTn id="46" fill="hold">
                            <p:stCondLst>
                              <p:cond delay="500"/>
                            </p:stCondLst>
                            <p:childTnLst>
                              <p:par>
                                <p:cTn id="47" presetID="45" presetClass="entr" presetSubtype="0" fill="hold" grpId="0" nodeType="afterEffect">
                                  <p:stCondLst>
                                    <p:cond delay="0"/>
                                  </p:stCondLst>
                                  <p:childTnLst>
                                    <p:set>
                                      <p:cBhvr>
                                        <p:cTn id="48" dur="1" fill="hold">
                                          <p:stCondLst>
                                            <p:cond delay="0"/>
                                          </p:stCondLst>
                                        </p:cTn>
                                        <p:tgtEl>
                                          <p:spTgt spid="98"/>
                                        </p:tgtEl>
                                        <p:attrNameLst>
                                          <p:attrName>style.visibility</p:attrName>
                                        </p:attrNameLst>
                                      </p:cBhvr>
                                      <p:to>
                                        <p:strVal val="visible"/>
                                      </p:to>
                                    </p:set>
                                    <p:animEffect transition="in" filter="fade">
                                      <p:cBhvr>
                                        <p:cTn id="49" dur="2000"/>
                                        <p:tgtEl>
                                          <p:spTgt spid="98"/>
                                        </p:tgtEl>
                                      </p:cBhvr>
                                    </p:animEffect>
                                    <p:anim calcmode="lin" valueType="num">
                                      <p:cBhvr>
                                        <p:cTn id="50" dur="2000" fill="hold"/>
                                        <p:tgtEl>
                                          <p:spTgt spid="98"/>
                                        </p:tgtEl>
                                        <p:attrNameLst>
                                          <p:attrName>ppt_w</p:attrName>
                                        </p:attrNameLst>
                                      </p:cBhvr>
                                      <p:tavLst>
                                        <p:tav tm="0" fmla="#ppt_w*sin(2.5*pi*$)">
                                          <p:val>
                                            <p:fltVal val="0"/>
                                          </p:val>
                                        </p:tav>
                                        <p:tav tm="100000">
                                          <p:val>
                                            <p:fltVal val="1"/>
                                          </p:val>
                                        </p:tav>
                                      </p:tavLst>
                                    </p:anim>
                                    <p:anim calcmode="lin" valueType="num">
                                      <p:cBhvr>
                                        <p:cTn id="51" dur="2000" fill="hold"/>
                                        <p:tgtEl>
                                          <p:spTgt spid="98"/>
                                        </p:tgtEl>
                                        <p:attrNameLst>
                                          <p:attrName>ppt_h</p:attrName>
                                        </p:attrNameLst>
                                      </p:cBhvr>
                                      <p:tavLst>
                                        <p:tav tm="0">
                                          <p:val>
                                            <p:strVal val="#ppt_h"/>
                                          </p:val>
                                        </p:tav>
                                        <p:tav tm="100000">
                                          <p:val>
                                            <p:strVal val="#ppt_h"/>
                                          </p:val>
                                        </p:tav>
                                      </p:tavLst>
                                    </p:anim>
                                  </p:childTnLst>
                                </p:cTn>
                              </p:par>
                            </p:childTnLst>
                          </p:cTn>
                        </p:par>
                        <p:par>
                          <p:cTn id="52" fill="hold">
                            <p:stCondLst>
                              <p:cond delay="2500"/>
                            </p:stCondLst>
                            <p:childTnLst>
                              <p:par>
                                <p:cTn id="53" presetID="22" presetClass="entr" presetSubtype="2" fill="hold" grpId="0" nodeType="afterEffect">
                                  <p:stCondLst>
                                    <p:cond delay="0"/>
                                  </p:stCondLst>
                                  <p:childTnLst>
                                    <p:set>
                                      <p:cBhvr>
                                        <p:cTn id="54" dur="1" fill="hold">
                                          <p:stCondLst>
                                            <p:cond delay="0"/>
                                          </p:stCondLst>
                                        </p:cTn>
                                        <p:tgtEl>
                                          <p:spTgt spid="99"/>
                                        </p:tgtEl>
                                        <p:attrNameLst>
                                          <p:attrName>style.visibility</p:attrName>
                                        </p:attrNameLst>
                                      </p:cBhvr>
                                      <p:to>
                                        <p:strVal val="visible"/>
                                      </p:to>
                                    </p:set>
                                    <p:animEffect transition="in" filter="wipe(right)">
                                      <p:cBhvr>
                                        <p:cTn id="55" dur="500"/>
                                        <p:tgtEl>
                                          <p:spTgt spid="99"/>
                                        </p:tgtEl>
                                      </p:cBhvr>
                                    </p:animEffect>
                                  </p:childTnLst>
                                </p:cTn>
                              </p:par>
                            </p:childTnLst>
                          </p:cTn>
                        </p:par>
                        <p:par>
                          <p:cTn id="56" fill="hold">
                            <p:stCondLst>
                              <p:cond delay="3000"/>
                            </p:stCondLst>
                            <p:childTnLst>
                              <p:par>
                                <p:cTn id="57" presetID="32" presetClass="emph" presetSubtype="0" fill="hold" grpId="1" nodeType="afterEffect">
                                  <p:stCondLst>
                                    <p:cond delay="0"/>
                                  </p:stCondLst>
                                  <p:childTnLst>
                                    <p:animRot by="120000">
                                      <p:cBhvr>
                                        <p:cTn id="58" dur="100" fill="hold">
                                          <p:stCondLst>
                                            <p:cond delay="0"/>
                                          </p:stCondLst>
                                        </p:cTn>
                                        <p:tgtEl>
                                          <p:spTgt spid="99"/>
                                        </p:tgtEl>
                                        <p:attrNameLst>
                                          <p:attrName>r</p:attrName>
                                        </p:attrNameLst>
                                      </p:cBhvr>
                                    </p:animRot>
                                    <p:animRot by="-240000">
                                      <p:cBhvr>
                                        <p:cTn id="59" dur="200" fill="hold">
                                          <p:stCondLst>
                                            <p:cond delay="200"/>
                                          </p:stCondLst>
                                        </p:cTn>
                                        <p:tgtEl>
                                          <p:spTgt spid="99"/>
                                        </p:tgtEl>
                                        <p:attrNameLst>
                                          <p:attrName>r</p:attrName>
                                        </p:attrNameLst>
                                      </p:cBhvr>
                                    </p:animRot>
                                    <p:animRot by="240000">
                                      <p:cBhvr>
                                        <p:cTn id="60" dur="200" fill="hold">
                                          <p:stCondLst>
                                            <p:cond delay="400"/>
                                          </p:stCondLst>
                                        </p:cTn>
                                        <p:tgtEl>
                                          <p:spTgt spid="99"/>
                                        </p:tgtEl>
                                        <p:attrNameLst>
                                          <p:attrName>r</p:attrName>
                                        </p:attrNameLst>
                                      </p:cBhvr>
                                    </p:animRot>
                                    <p:animRot by="-240000">
                                      <p:cBhvr>
                                        <p:cTn id="61" dur="200" fill="hold">
                                          <p:stCondLst>
                                            <p:cond delay="600"/>
                                          </p:stCondLst>
                                        </p:cTn>
                                        <p:tgtEl>
                                          <p:spTgt spid="99"/>
                                        </p:tgtEl>
                                        <p:attrNameLst>
                                          <p:attrName>r</p:attrName>
                                        </p:attrNameLst>
                                      </p:cBhvr>
                                    </p:animRot>
                                    <p:animRot by="120000">
                                      <p:cBhvr>
                                        <p:cTn id="62" dur="200" fill="hold">
                                          <p:stCondLst>
                                            <p:cond delay="800"/>
                                          </p:stCondLst>
                                        </p:cTn>
                                        <p:tgtEl>
                                          <p:spTgt spid="99"/>
                                        </p:tgtEl>
                                        <p:attrNameLst>
                                          <p:attrName>r</p:attrName>
                                        </p:attrNameLst>
                                      </p:cBhvr>
                                    </p:animRot>
                                  </p:childTnLst>
                                </p:cTn>
                              </p:par>
                            </p:childTnLst>
                          </p:cTn>
                        </p:par>
                        <p:par>
                          <p:cTn id="63" fill="hold">
                            <p:stCondLst>
                              <p:cond delay="4000"/>
                            </p:stCondLst>
                            <p:childTnLst>
                              <p:par>
                                <p:cTn id="64" presetID="42" presetClass="path" presetSubtype="0" accel="50000" decel="50000" fill="hold" grpId="0" nodeType="afterEffect">
                                  <p:stCondLst>
                                    <p:cond delay="0"/>
                                  </p:stCondLst>
                                  <p:childTnLst>
                                    <p:animMotion origin="layout" path="M 4.58333E-6 -2.96296E-6 L 4.58333E-6 0.04514 " pathEditMode="relative" rAng="0" ptsTypes="AA">
                                      <p:cBhvr>
                                        <p:cTn id="65" dur="2000" fill="hold"/>
                                        <p:tgtEl>
                                          <p:spTgt spid="72"/>
                                        </p:tgtEl>
                                        <p:attrNameLst>
                                          <p:attrName>ppt_x</p:attrName>
                                          <p:attrName>ppt_y</p:attrName>
                                        </p:attrNameLst>
                                      </p:cBhvr>
                                      <p:rCtr x="0" y="2245"/>
                                    </p:animMotion>
                                  </p:childTnLst>
                                </p:cTn>
                              </p:par>
                              <p:par>
                                <p:cTn id="66" presetID="42" presetClass="path" presetSubtype="0" accel="50000" decel="50000" fill="hold" grpId="0" nodeType="withEffect">
                                  <p:stCondLst>
                                    <p:cond delay="0"/>
                                  </p:stCondLst>
                                  <p:childTnLst>
                                    <p:animMotion origin="layout" path="M 4.58333E-6 -1.85185E-6 L 4.58333E-6 0.04491 " pathEditMode="relative" rAng="0" ptsTypes="AA">
                                      <p:cBhvr>
                                        <p:cTn id="67" dur="2000" fill="hold"/>
                                        <p:tgtEl>
                                          <p:spTgt spid="73"/>
                                        </p:tgtEl>
                                        <p:attrNameLst>
                                          <p:attrName>ppt_x</p:attrName>
                                          <p:attrName>ppt_y</p:attrName>
                                        </p:attrNameLst>
                                      </p:cBhvr>
                                      <p:rCtr x="0" y="2245"/>
                                    </p:animMotion>
                                  </p:childTnLst>
                                </p:cTn>
                              </p:par>
                              <p:par>
                                <p:cTn id="68" presetID="42" presetClass="path" presetSubtype="0" accel="50000" decel="50000" fill="hold" grpId="0" nodeType="withEffect">
                                  <p:stCondLst>
                                    <p:cond delay="0"/>
                                  </p:stCondLst>
                                  <p:childTnLst>
                                    <p:animMotion origin="layout" path="M 4.16667E-6 -2.22222E-6 L -0.00013 0.04584 " pathEditMode="relative" rAng="0" ptsTypes="AA">
                                      <p:cBhvr>
                                        <p:cTn id="69" dur="2000" fill="hold"/>
                                        <p:tgtEl>
                                          <p:spTgt spid="74"/>
                                        </p:tgtEl>
                                        <p:attrNameLst>
                                          <p:attrName>ppt_x</p:attrName>
                                          <p:attrName>ppt_y</p:attrName>
                                        </p:attrNameLst>
                                      </p:cBhvr>
                                      <p:rCtr x="-13" y="2292"/>
                                    </p:animMotion>
                                  </p:childTnLst>
                                </p:cTn>
                              </p:par>
                              <p:par>
                                <p:cTn id="70" presetID="42" presetClass="path" presetSubtype="0" accel="50000" decel="50000" fill="hold" grpId="0" nodeType="withEffect">
                                  <p:stCondLst>
                                    <p:cond delay="0"/>
                                  </p:stCondLst>
                                  <p:childTnLst>
                                    <p:animMotion origin="layout" path="M 5E-6 -2.59259E-6 L -0.00013 0.04514 " pathEditMode="relative" rAng="0" ptsTypes="AA">
                                      <p:cBhvr>
                                        <p:cTn id="71" dur="2000" fill="hold"/>
                                        <p:tgtEl>
                                          <p:spTgt spid="77"/>
                                        </p:tgtEl>
                                        <p:attrNameLst>
                                          <p:attrName>ppt_x</p:attrName>
                                          <p:attrName>ppt_y</p:attrName>
                                        </p:attrNameLst>
                                      </p:cBhvr>
                                      <p:rCtr x="-13" y="2245"/>
                                    </p:animMotion>
                                  </p:childTnLst>
                                </p:cTn>
                              </p:par>
                              <p:par>
                                <p:cTn id="72" presetID="47" presetClass="entr" presetSubtype="0" fill="hold" grpId="0" nodeType="withEffect">
                                  <p:stCondLst>
                                    <p:cond delay="0"/>
                                  </p:stCondLst>
                                  <p:childTnLst>
                                    <p:set>
                                      <p:cBhvr>
                                        <p:cTn id="73" dur="1" fill="hold">
                                          <p:stCondLst>
                                            <p:cond delay="0"/>
                                          </p:stCondLst>
                                        </p:cTn>
                                        <p:tgtEl>
                                          <p:spTgt spid="88"/>
                                        </p:tgtEl>
                                        <p:attrNameLst>
                                          <p:attrName>style.visibility</p:attrName>
                                        </p:attrNameLst>
                                      </p:cBhvr>
                                      <p:to>
                                        <p:strVal val="visible"/>
                                      </p:to>
                                    </p:set>
                                    <p:animEffect transition="in" filter="fade">
                                      <p:cBhvr>
                                        <p:cTn id="74" dur="1000"/>
                                        <p:tgtEl>
                                          <p:spTgt spid="88"/>
                                        </p:tgtEl>
                                      </p:cBhvr>
                                    </p:animEffect>
                                    <p:anim calcmode="lin" valueType="num">
                                      <p:cBhvr>
                                        <p:cTn id="75" dur="1000" fill="hold"/>
                                        <p:tgtEl>
                                          <p:spTgt spid="88"/>
                                        </p:tgtEl>
                                        <p:attrNameLst>
                                          <p:attrName>ppt_x</p:attrName>
                                        </p:attrNameLst>
                                      </p:cBhvr>
                                      <p:tavLst>
                                        <p:tav tm="0">
                                          <p:val>
                                            <p:strVal val="#ppt_x"/>
                                          </p:val>
                                        </p:tav>
                                        <p:tav tm="100000">
                                          <p:val>
                                            <p:strVal val="#ppt_x"/>
                                          </p:val>
                                        </p:tav>
                                      </p:tavLst>
                                    </p:anim>
                                    <p:anim calcmode="lin" valueType="num">
                                      <p:cBhvr>
                                        <p:cTn id="76" dur="1000" fill="hold"/>
                                        <p:tgtEl>
                                          <p:spTgt spid="88"/>
                                        </p:tgtEl>
                                        <p:attrNameLst>
                                          <p:attrName>ppt_y</p:attrName>
                                        </p:attrNameLst>
                                      </p:cBhvr>
                                      <p:tavLst>
                                        <p:tav tm="0">
                                          <p:val>
                                            <p:strVal val="#ppt_y-.1"/>
                                          </p:val>
                                        </p:tav>
                                        <p:tav tm="100000">
                                          <p:val>
                                            <p:strVal val="#ppt_y"/>
                                          </p:val>
                                        </p:tav>
                                      </p:tavLst>
                                    </p:anim>
                                  </p:childTnLst>
                                </p:cTn>
                              </p:par>
                            </p:childTnLst>
                          </p:cTn>
                        </p:par>
                        <p:par>
                          <p:cTn id="77" fill="hold">
                            <p:stCondLst>
                              <p:cond delay="6000"/>
                            </p:stCondLst>
                            <p:childTnLst>
                              <p:par>
                                <p:cTn id="78" presetID="22" presetClass="exit" presetSubtype="2" fill="hold" grpId="2" nodeType="afterEffect">
                                  <p:stCondLst>
                                    <p:cond delay="0"/>
                                  </p:stCondLst>
                                  <p:childTnLst>
                                    <p:animEffect transition="out" filter="wipe(right)">
                                      <p:cBhvr>
                                        <p:cTn id="79" dur="500"/>
                                        <p:tgtEl>
                                          <p:spTgt spid="99"/>
                                        </p:tgtEl>
                                      </p:cBhvr>
                                    </p:animEffect>
                                    <p:set>
                                      <p:cBhvr>
                                        <p:cTn id="80" dur="1" fill="hold">
                                          <p:stCondLst>
                                            <p:cond delay="499"/>
                                          </p:stCondLst>
                                        </p:cTn>
                                        <p:tgtEl>
                                          <p:spTgt spid="99"/>
                                        </p:tgtEl>
                                        <p:attrNameLst>
                                          <p:attrName>style.visibility</p:attrName>
                                        </p:attrNameLst>
                                      </p:cBhvr>
                                      <p:to>
                                        <p:strVal val="hidden"/>
                                      </p:to>
                                    </p:set>
                                  </p:childTnLst>
                                </p:cTn>
                              </p:par>
                              <p:par>
                                <p:cTn id="81" presetID="35" presetClass="path" presetSubtype="0" accel="50000" decel="50000" fill="hold" grpId="1" nodeType="withEffect">
                                  <p:stCondLst>
                                    <p:cond delay="0"/>
                                  </p:stCondLst>
                                  <p:childTnLst>
                                    <p:animMotion origin="layout" path="M 1.875E-6 -4.07407E-6 L -0.16419 0.04514 " pathEditMode="relative" rAng="0" ptsTypes="AA">
                                      <p:cBhvr>
                                        <p:cTn id="82" dur="2000" fill="hold"/>
                                        <p:tgtEl>
                                          <p:spTgt spid="91"/>
                                        </p:tgtEl>
                                        <p:attrNameLst>
                                          <p:attrName>ppt_x</p:attrName>
                                          <p:attrName>ppt_y</p:attrName>
                                        </p:attrNameLst>
                                      </p:cBhvr>
                                      <p:rCtr x="-8216" y="2245"/>
                                    </p:animMotion>
                                  </p:childTnLst>
                                </p:cTn>
                              </p:par>
                              <p:par>
                                <p:cTn id="83" presetID="21" presetClass="exit" presetSubtype="1" fill="hold" grpId="1" nodeType="withEffect">
                                  <p:stCondLst>
                                    <p:cond delay="0"/>
                                  </p:stCondLst>
                                  <p:childTnLst>
                                    <p:animEffect transition="out" filter="wheel(1)">
                                      <p:cBhvr>
                                        <p:cTn id="84" dur="500"/>
                                        <p:tgtEl>
                                          <p:spTgt spid="98"/>
                                        </p:tgtEl>
                                      </p:cBhvr>
                                    </p:animEffect>
                                    <p:set>
                                      <p:cBhvr>
                                        <p:cTn id="85" dur="1" fill="hold">
                                          <p:stCondLst>
                                            <p:cond delay="499"/>
                                          </p:stCondLst>
                                        </p:cTn>
                                        <p:tgtEl>
                                          <p:spTgt spid="98"/>
                                        </p:tgtEl>
                                        <p:attrNameLst>
                                          <p:attrName>style.visibility</p:attrName>
                                        </p:attrNameLst>
                                      </p:cBhvr>
                                      <p:to>
                                        <p:strVal val="hidden"/>
                                      </p:to>
                                    </p:set>
                                  </p:childTnLst>
                                </p:cTn>
                              </p:par>
                            </p:childTnLst>
                          </p:cTn>
                        </p:par>
                      </p:childTnLst>
                    </p:cTn>
                  </p:par>
                  <p:par>
                    <p:cTn id="86" fill="hold">
                      <p:stCondLst>
                        <p:cond delay="indefinite"/>
                      </p:stCondLst>
                      <p:childTnLst>
                        <p:par>
                          <p:cTn id="87" fill="hold">
                            <p:stCondLst>
                              <p:cond delay="0"/>
                            </p:stCondLst>
                            <p:childTnLst>
                              <p:par>
                                <p:cTn id="88" presetID="22" presetClass="entr" presetSubtype="8" fill="hold" grpId="0" nodeType="clickEffect">
                                  <p:stCondLst>
                                    <p:cond delay="0"/>
                                  </p:stCondLst>
                                  <p:childTnLst>
                                    <p:set>
                                      <p:cBhvr>
                                        <p:cTn id="89" dur="1" fill="hold">
                                          <p:stCondLst>
                                            <p:cond delay="0"/>
                                          </p:stCondLst>
                                        </p:cTn>
                                        <p:tgtEl>
                                          <p:spTgt spid="124"/>
                                        </p:tgtEl>
                                        <p:attrNameLst>
                                          <p:attrName>style.visibility</p:attrName>
                                        </p:attrNameLst>
                                      </p:cBhvr>
                                      <p:to>
                                        <p:strVal val="visible"/>
                                      </p:to>
                                    </p:set>
                                    <p:animEffect transition="in" filter="wipe(left)">
                                      <p:cBhvr>
                                        <p:cTn id="90" dur="500"/>
                                        <p:tgtEl>
                                          <p:spTgt spid="124"/>
                                        </p:tgtEl>
                                      </p:cBhvr>
                                    </p:animEffect>
                                  </p:childTnLst>
                                </p:cTn>
                              </p:par>
                            </p:childTnLst>
                          </p:cTn>
                        </p:par>
                        <p:par>
                          <p:cTn id="91" fill="hold">
                            <p:stCondLst>
                              <p:cond delay="500"/>
                            </p:stCondLst>
                            <p:childTnLst>
                              <p:par>
                                <p:cTn id="92" presetID="31" presetClass="entr" presetSubtype="0" fill="hold" grpId="0" nodeType="afterEffect">
                                  <p:stCondLst>
                                    <p:cond delay="0"/>
                                  </p:stCondLst>
                                  <p:childTnLst>
                                    <p:set>
                                      <p:cBhvr>
                                        <p:cTn id="93" dur="1" fill="hold">
                                          <p:stCondLst>
                                            <p:cond delay="0"/>
                                          </p:stCondLst>
                                        </p:cTn>
                                        <p:tgtEl>
                                          <p:spTgt spid="103"/>
                                        </p:tgtEl>
                                        <p:attrNameLst>
                                          <p:attrName>style.visibility</p:attrName>
                                        </p:attrNameLst>
                                      </p:cBhvr>
                                      <p:to>
                                        <p:strVal val="visible"/>
                                      </p:to>
                                    </p:set>
                                    <p:anim calcmode="lin" valueType="num">
                                      <p:cBhvr>
                                        <p:cTn id="94" dur="1000" fill="hold"/>
                                        <p:tgtEl>
                                          <p:spTgt spid="103"/>
                                        </p:tgtEl>
                                        <p:attrNameLst>
                                          <p:attrName>ppt_w</p:attrName>
                                        </p:attrNameLst>
                                      </p:cBhvr>
                                      <p:tavLst>
                                        <p:tav tm="0">
                                          <p:val>
                                            <p:fltVal val="0"/>
                                          </p:val>
                                        </p:tav>
                                        <p:tav tm="100000">
                                          <p:val>
                                            <p:strVal val="#ppt_w"/>
                                          </p:val>
                                        </p:tav>
                                      </p:tavLst>
                                    </p:anim>
                                    <p:anim calcmode="lin" valueType="num">
                                      <p:cBhvr>
                                        <p:cTn id="95" dur="1000" fill="hold"/>
                                        <p:tgtEl>
                                          <p:spTgt spid="103"/>
                                        </p:tgtEl>
                                        <p:attrNameLst>
                                          <p:attrName>ppt_h</p:attrName>
                                        </p:attrNameLst>
                                      </p:cBhvr>
                                      <p:tavLst>
                                        <p:tav tm="0">
                                          <p:val>
                                            <p:fltVal val="0"/>
                                          </p:val>
                                        </p:tav>
                                        <p:tav tm="100000">
                                          <p:val>
                                            <p:strVal val="#ppt_h"/>
                                          </p:val>
                                        </p:tav>
                                      </p:tavLst>
                                    </p:anim>
                                    <p:anim calcmode="lin" valueType="num">
                                      <p:cBhvr>
                                        <p:cTn id="96" dur="1000" fill="hold"/>
                                        <p:tgtEl>
                                          <p:spTgt spid="103"/>
                                        </p:tgtEl>
                                        <p:attrNameLst>
                                          <p:attrName>style.rotation</p:attrName>
                                        </p:attrNameLst>
                                      </p:cBhvr>
                                      <p:tavLst>
                                        <p:tav tm="0">
                                          <p:val>
                                            <p:fltVal val="90"/>
                                          </p:val>
                                        </p:tav>
                                        <p:tav tm="100000">
                                          <p:val>
                                            <p:fltVal val="0"/>
                                          </p:val>
                                        </p:tav>
                                      </p:tavLst>
                                    </p:anim>
                                    <p:animEffect transition="in" filter="fade">
                                      <p:cBhvr>
                                        <p:cTn id="97" dur="1000"/>
                                        <p:tgtEl>
                                          <p:spTgt spid="103"/>
                                        </p:tgtEl>
                                      </p:cBhvr>
                                    </p:animEffect>
                                  </p:childTnLst>
                                </p:cTn>
                              </p:par>
                            </p:childTnLst>
                          </p:cTn>
                        </p:par>
                        <p:par>
                          <p:cTn id="98" fill="hold">
                            <p:stCondLst>
                              <p:cond delay="1500"/>
                            </p:stCondLst>
                            <p:childTnLst>
                              <p:par>
                                <p:cTn id="99" presetID="31" presetClass="exit" presetSubtype="0" fill="hold" grpId="1" nodeType="afterEffect">
                                  <p:stCondLst>
                                    <p:cond delay="0"/>
                                  </p:stCondLst>
                                  <p:childTnLst>
                                    <p:anim calcmode="lin" valueType="num">
                                      <p:cBhvr>
                                        <p:cTn id="100" dur="1000"/>
                                        <p:tgtEl>
                                          <p:spTgt spid="103"/>
                                        </p:tgtEl>
                                        <p:attrNameLst>
                                          <p:attrName>ppt_w</p:attrName>
                                        </p:attrNameLst>
                                      </p:cBhvr>
                                      <p:tavLst>
                                        <p:tav tm="0">
                                          <p:val>
                                            <p:strVal val="ppt_w"/>
                                          </p:val>
                                        </p:tav>
                                        <p:tav tm="100000">
                                          <p:val>
                                            <p:fltVal val="0"/>
                                          </p:val>
                                        </p:tav>
                                      </p:tavLst>
                                    </p:anim>
                                    <p:anim calcmode="lin" valueType="num">
                                      <p:cBhvr>
                                        <p:cTn id="101" dur="1000"/>
                                        <p:tgtEl>
                                          <p:spTgt spid="103"/>
                                        </p:tgtEl>
                                        <p:attrNameLst>
                                          <p:attrName>ppt_h</p:attrName>
                                        </p:attrNameLst>
                                      </p:cBhvr>
                                      <p:tavLst>
                                        <p:tav tm="0">
                                          <p:val>
                                            <p:strVal val="ppt_h"/>
                                          </p:val>
                                        </p:tav>
                                        <p:tav tm="100000">
                                          <p:val>
                                            <p:fltVal val="0"/>
                                          </p:val>
                                        </p:tav>
                                      </p:tavLst>
                                    </p:anim>
                                    <p:anim calcmode="lin" valueType="num">
                                      <p:cBhvr>
                                        <p:cTn id="102" dur="1000"/>
                                        <p:tgtEl>
                                          <p:spTgt spid="103"/>
                                        </p:tgtEl>
                                        <p:attrNameLst>
                                          <p:attrName>style.rotation</p:attrName>
                                        </p:attrNameLst>
                                      </p:cBhvr>
                                      <p:tavLst>
                                        <p:tav tm="0">
                                          <p:val>
                                            <p:fltVal val="0"/>
                                          </p:val>
                                        </p:tav>
                                        <p:tav tm="100000">
                                          <p:val>
                                            <p:fltVal val="90"/>
                                          </p:val>
                                        </p:tav>
                                      </p:tavLst>
                                    </p:anim>
                                    <p:animEffect transition="out" filter="fade">
                                      <p:cBhvr>
                                        <p:cTn id="103" dur="1000"/>
                                        <p:tgtEl>
                                          <p:spTgt spid="103"/>
                                        </p:tgtEl>
                                      </p:cBhvr>
                                    </p:animEffect>
                                    <p:set>
                                      <p:cBhvr>
                                        <p:cTn id="104" dur="1" fill="hold">
                                          <p:stCondLst>
                                            <p:cond delay="999"/>
                                          </p:stCondLst>
                                        </p:cTn>
                                        <p:tgtEl>
                                          <p:spTgt spid="103"/>
                                        </p:tgtEl>
                                        <p:attrNameLst>
                                          <p:attrName>style.visibility</p:attrName>
                                        </p:attrNameLst>
                                      </p:cBhvr>
                                      <p:to>
                                        <p:strVal val="hidden"/>
                                      </p:to>
                                    </p:set>
                                  </p:childTnLst>
                                </p:cTn>
                              </p:par>
                              <p:par>
                                <p:cTn id="105" presetID="26" presetClass="exit" presetSubtype="0" fill="hold" grpId="1" nodeType="withEffect">
                                  <p:stCondLst>
                                    <p:cond delay="0"/>
                                  </p:stCondLst>
                                  <p:childTnLst>
                                    <p:animEffect transition="out" filter="wipe(down)">
                                      <p:cBhvr>
                                        <p:cTn id="106" dur="180" accel="50000">
                                          <p:stCondLst>
                                            <p:cond delay="1820"/>
                                          </p:stCondLst>
                                        </p:cTn>
                                        <p:tgtEl>
                                          <p:spTgt spid="73"/>
                                        </p:tgtEl>
                                      </p:cBhvr>
                                    </p:animEffect>
                                    <p:anim calcmode="lin" valueType="num">
                                      <p:cBhvr>
                                        <p:cTn id="107" dur="1822" tmFilter="0,0; 0.14,0.31; 0.43,0.73; 0.71,0.91; 1.0,1.0">
                                          <p:stCondLst>
                                            <p:cond delay="0"/>
                                          </p:stCondLst>
                                        </p:cTn>
                                        <p:tgtEl>
                                          <p:spTgt spid="73"/>
                                        </p:tgtEl>
                                        <p:attrNameLst>
                                          <p:attrName>ppt_x</p:attrName>
                                        </p:attrNameLst>
                                      </p:cBhvr>
                                      <p:tavLst>
                                        <p:tav tm="0">
                                          <p:val>
                                            <p:strVal val="ppt_x"/>
                                          </p:val>
                                        </p:tav>
                                        <p:tav tm="100000">
                                          <p:val>
                                            <p:strVal val="#ppt_x+0.25"/>
                                          </p:val>
                                        </p:tav>
                                      </p:tavLst>
                                    </p:anim>
                                    <p:anim calcmode="lin" valueType="num">
                                      <p:cBhvr>
                                        <p:cTn id="108" dur="178">
                                          <p:stCondLst>
                                            <p:cond delay="1822"/>
                                          </p:stCondLst>
                                        </p:cTn>
                                        <p:tgtEl>
                                          <p:spTgt spid="73"/>
                                        </p:tgtEl>
                                        <p:attrNameLst>
                                          <p:attrName>ppt_x</p:attrName>
                                        </p:attrNameLst>
                                      </p:cBhvr>
                                      <p:tavLst>
                                        <p:tav tm="0">
                                          <p:val>
                                            <p:strVal val="ppt_x"/>
                                          </p:val>
                                        </p:tav>
                                        <p:tav tm="100000">
                                          <p:val>
                                            <p:strVal val="ppt_x"/>
                                          </p:val>
                                        </p:tav>
                                      </p:tavLst>
                                    </p:anim>
                                    <p:anim calcmode="lin" valueType="num">
                                      <p:cBhvr>
                                        <p:cTn id="109" dur="664" tmFilter="0.0,0.0;0.25,0.07;0.50,0.2;0.75,0.467;1.0,1.0">
                                          <p:stCondLst>
                                            <p:cond delay="0"/>
                                          </p:stCondLst>
                                        </p:cTn>
                                        <p:tgtEl>
                                          <p:spTgt spid="73"/>
                                        </p:tgtEl>
                                        <p:attrNameLst>
                                          <p:attrName>ppt_y</p:attrName>
                                        </p:attrNameLst>
                                      </p:cBhvr>
                                      <p:tavLst>
                                        <p:tav tm="0">
                                          <p:val>
                                            <p:strVal val="ppt_y"/>
                                          </p:val>
                                        </p:tav>
                                        <p:tav tm="5000">
                                          <p:val>
                                            <p:strVal val="ppt_y+0.026"/>
                                          </p:val>
                                        </p:tav>
                                        <p:tav tm="10000">
                                          <p:val>
                                            <p:strVal val="ppt_y+0.052"/>
                                          </p:val>
                                        </p:tav>
                                        <p:tav tm="15000">
                                          <p:val>
                                            <p:strVal val="ppt_y+0.078"/>
                                          </p:val>
                                        </p:tav>
                                        <p:tav tm="20000">
                                          <p:val>
                                            <p:strVal val="ppt_y+0.103"/>
                                          </p:val>
                                        </p:tav>
                                        <p:tav tm="30000">
                                          <p:val>
                                            <p:strVal val="ppt_y+0.151"/>
                                          </p:val>
                                        </p:tav>
                                        <p:tav tm="40000">
                                          <p:val>
                                            <p:strVal val="ppt_y+0.196"/>
                                          </p:val>
                                        </p:tav>
                                        <p:tav tm="50000">
                                          <p:val>
                                            <p:strVal val="ppt_y+0.236"/>
                                          </p:val>
                                        </p:tav>
                                        <p:tav tm="60000">
                                          <p:val>
                                            <p:strVal val="ppt_y+0.270"/>
                                          </p:val>
                                        </p:tav>
                                        <p:tav tm="70000">
                                          <p:val>
                                            <p:strVal val="ppt_y+0.297"/>
                                          </p:val>
                                        </p:tav>
                                        <p:tav tm="80000">
                                          <p:val>
                                            <p:strVal val="ppt_y+0.317"/>
                                          </p:val>
                                        </p:tav>
                                        <p:tav tm="90000">
                                          <p:val>
                                            <p:strVal val="ppt_y+0.329"/>
                                          </p:val>
                                        </p:tav>
                                        <p:tav tm="100000">
                                          <p:val>
                                            <p:strVal val="ppt_y+0.333"/>
                                          </p:val>
                                        </p:tav>
                                      </p:tavLst>
                                    </p:anim>
                                    <p:anim calcmode="lin" valueType="num">
                                      <p:cBhvr>
                                        <p:cTn id="110" dur="664" tmFilter="0, 0; 0.125,0.2665; 0.25,0.4; 0.375,0.465; 0.5,0.5;  0.625,0.535; 0.75,0.6; 0.875,0.7335; 1,1">
                                          <p:stCondLst>
                                            <p:cond delay="664"/>
                                          </p:stCondLst>
                                        </p:cTn>
                                        <p:tgtEl>
                                          <p:spTgt spid="73"/>
                                        </p:tgtEl>
                                        <p:attrNameLst>
                                          <p:attrName>ppt_y</p:attrName>
                                        </p:attrNameLst>
                                      </p:cBhvr>
                                      <p:tavLst>
                                        <p:tav tm="0">
                                          <p:val>
                                            <p:strVal val="ppt_y"/>
                                          </p:val>
                                        </p:tav>
                                        <p:tav tm="10000">
                                          <p:val>
                                            <p:strVal val="ppt_y-0.034"/>
                                          </p:val>
                                        </p:tav>
                                        <p:tav tm="20000">
                                          <p:val>
                                            <p:strVal val="ppt_y-0.065"/>
                                          </p:val>
                                        </p:tav>
                                        <p:tav tm="30000">
                                          <p:val>
                                            <p:strVal val="ppt_y-0.090"/>
                                          </p:val>
                                        </p:tav>
                                        <p:tav tm="40000">
                                          <p:val>
                                            <p:strVal val="ppt_y-0.106"/>
                                          </p:val>
                                        </p:tav>
                                        <p:tav tm="50000">
                                          <p:val>
                                            <p:strVal val="ppt_y-0.111"/>
                                          </p:val>
                                        </p:tav>
                                        <p:tav tm="60000">
                                          <p:val>
                                            <p:strVal val="ppt_y-0.106"/>
                                          </p:val>
                                        </p:tav>
                                        <p:tav tm="70000">
                                          <p:val>
                                            <p:strVal val="ppt_y-0.090"/>
                                          </p:val>
                                        </p:tav>
                                        <p:tav tm="80000">
                                          <p:val>
                                            <p:strVal val="ppt_y-0.065"/>
                                          </p:val>
                                        </p:tav>
                                        <p:tav tm="90000">
                                          <p:val>
                                            <p:strVal val="ppt_y-0.034"/>
                                          </p:val>
                                        </p:tav>
                                        <p:tav tm="100000">
                                          <p:val>
                                            <p:strVal val="ppt_y"/>
                                          </p:val>
                                        </p:tav>
                                      </p:tavLst>
                                    </p:anim>
                                    <p:anim calcmode="lin" valueType="num">
                                      <p:cBhvr>
                                        <p:cTn id="111" dur="332" tmFilter="0, 0; 0.125,0.2665; 0.25,0.4; 0.375,0.465; 0.5,0.5;  0.625,0.535; 0.75,0.6; 0.875,0.7335; 1,1">
                                          <p:stCondLst>
                                            <p:cond delay="1324"/>
                                          </p:stCondLst>
                                        </p:cTn>
                                        <p:tgtEl>
                                          <p:spTgt spid="73"/>
                                        </p:tgtEl>
                                        <p:attrNameLst>
                                          <p:attrName>ppt_y</p:attrName>
                                        </p:attrNameLst>
                                      </p:cBhvr>
                                      <p:tavLst>
                                        <p:tav tm="0">
                                          <p:val>
                                            <p:strVal val="ppt_y"/>
                                          </p:val>
                                        </p:tav>
                                        <p:tav tm="10000">
                                          <p:val>
                                            <p:strVal val="ppt_y-0.011"/>
                                          </p:val>
                                        </p:tav>
                                        <p:tav tm="20000">
                                          <p:val>
                                            <p:strVal val="ppt_y-0.022"/>
                                          </p:val>
                                        </p:tav>
                                        <p:tav tm="30000">
                                          <p:val>
                                            <p:strVal val="ppt_y-0.030"/>
                                          </p:val>
                                        </p:tav>
                                        <p:tav tm="40000">
                                          <p:val>
                                            <p:strVal val="ppt_y-0.035"/>
                                          </p:val>
                                        </p:tav>
                                        <p:tav tm="50000">
                                          <p:val>
                                            <p:strVal val="ppt_y-0.037"/>
                                          </p:val>
                                        </p:tav>
                                        <p:tav tm="60000">
                                          <p:val>
                                            <p:strVal val="ppt_y-0.035"/>
                                          </p:val>
                                        </p:tav>
                                        <p:tav tm="70000">
                                          <p:val>
                                            <p:strVal val="ppt_y-0.030"/>
                                          </p:val>
                                        </p:tav>
                                        <p:tav tm="80000">
                                          <p:val>
                                            <p:strVal val="ppt_y-0.022"/>
                                          </p:val>
                                        </p:tav>
                                        <p:tav tm="90000">
                                          <p:val>
                                            <p:strVal val="ppt_y-0.011"/>
                                          </p:val>
                                        </p:tav>
                                        <p:tav tm="100000">
                                          <p:val>
                                            <p:strVal val="ppt_y"/>
                                          </p:val>
                                        </p:tav>
                                      </p:tavLst>
                                    </p:anim>
                                    <p:anim calcmode="lin" valueType="num">
                                      <p:cBhvr>
                                        <p:cTn id="112" dur="164" tmFilter="0, 0; 0.125,0.2665; 0.25,0.4; 0.375,0.465; 0.5,0.5;  0.625,0.535; 0.75,0.6; 0.875,0.7335; 1,1">
                                          <p:stCondLst>
                                            <p:cond delay="1656"/>
                                          </p:stCondLst>
                                        </p:cTn>
                                        <p:tgtEl>
                                          <p:spTgt spid="73"/>
                                        </p:tgtEl>
                                        <p:attrNameLst>
                                          <p:attrName>ppt_y</p:attrName>
                                        </p:attrNameLst>
                                      </p:cBhvr>
                                      <p:tavLst>
                                        <p:tav tm="0">
                                          <p:val>
                                            <p:strVal val="ppt_y"/>
                                          </p:val>
                                        </p:tav>
                                        <p:tav tm="10000">
                                          <p:val>
                                            <p:strVal val="ppt_y-0.004"/>
                                          </p:val>
                                        </p:tav>
                                        <p:tav tm="20000">
                                          <p:val>
                                            <p:strVal val="ppt_y-0.007"/>
                                          </p:val>
                                        </p:tav>
                                        <p:tav tm="30000">
                                          <p:val>
                                            <p:strVal val="ppt_y-0.010"/>
                                          </p:val>
                                        </p:tav>
                                        <p:tav tm="40000">
                                          <p:val>
                                            <p:strVal val="ppt_y-0.012"/>
                                          </p:val>
                                        </p:tav>
                                        <p:tav tm="50000">
                                          <p:val>
                                            <p:strVal val="ppt_y-0.0123"/>
                                          </p:val>
                                        </p:tav>
                                        <p:tav tm="60000">
                                          <p:val>
                                            <p:strVal val="ppt_y-0.012"/>
                                          </p:val>
                                        </p:tav>
                                        <p:tav tm="70000">
                                          <p:val>
                                            <p:strVal val="ppt_y-0.010"/>
                                          </p:val>
                                        </p:tav>
                                        <p:tav tm="80000">
                                          <p:val>
                                            <p:strVal val="ppt_y-0.007"/>
                                          </p:val>
                                        </p:tav>
                                        <p:tav tm="90000">
                                          <p:val>
                                            <p:strVal val="ppt_y-0.004"/>
                                          </p:val>
                                        </p:tav>
                                        <p:tav tm="100000">
                                          <p:val>
                                            <p:strVal val="ppt_y"/>
                                          </p:val>
                                        </p:tav>
                                      </p:tavLst>
                                    </p:anim>
                                    <p:anim calcmode="lin" valueType="num">
                                      <p:cBhvr>
                                        <p:cTn id="113" dur="180" accel="50000">
                                          <p:stCondLst>
                                            <p:cond delay="1820"/>
                                          </p:stCondLst>
                                        </p:cTn>
                                        <p:tgtEl>
                                          <p:spTgt spid="73"/>
                                        </p:tgtEl>
                                        <p:attrNameLst>
                                          <p:attrName>ppt_y</p:attrName>
                                        </p:attrNameLst>
                                      </p:cBhvr>
                                      <p:tavLst>
                                        <p:tav tm="0">
                                          <p:val>
                                            <p:strVal val="ppt_y"/>
                                          </p:val>
                                        </p:tav>
                                        <p:tav tm="100000">
                                          <p:val>
                                            <p:strVal val="ppt_y+ppt_h"/>
                                          </p:val>
                                        </p:tav>
                                      </p:tavLst>
                                    </p:anim>
                                    <p:animScale>
                                      <p:cBhvr>
                                        <p:cTn id="114" dur="26">
                                          <p:stCondLst>
                                            <p:cond delay="620"/>
                                          </p:stCondLst>
                                        </p:cTn>
                                        <p:tgtEl>
                                          <p:spTgt spid="73"/>
                                        </p:tgtEl>
                                      </p:cBhvr>
                                      <p:to x="100000" y="60000"/>
                                    </p:animScale>
                                    <p:animScale>
                                      <p:cBhvr>
                                        <p:cTn id="115" dur="166" decel="50000">
                                          <p:stCondLst>
                                            <p:cond delay="646"/>
                                          </p:stCondLst>
                                        </p:cTn>
                                        <p:tgtEl>
                                          <p:spTgt spid="73"/>
                                        </p:tgtEl>
                                      </p:cBhvr>
                                      <p:to x="100000" y="100000"/>
                                    </p:animScale>
                                    <p:animScale>
                                      <p:cBhvr>
                                        <p:cTn id="116" dur="26">
                                          <p:stCondLst>
                                            <p:cond delay="1312"/>
                                          </p:stCondLst>
                                        </p:cTn>
                                        <p:tgtEl>
                                          <p:spTgt spid="73"/>
                                        </p:tgtEl>
                                      </p:cBhvr>
                                      <p:to x="100000" y="80000"/>
                                    </p:animScale>
                                    <p:animScale>
                                      <p:cBhvr>
                                        <p:cTn id="117" dur="166" decel="50000">
                                          <p:stCondLst>
                                            <p:cond delay="1338"/>
                                          </p:stCondLst>
                                        </p:cTn>
                                        <p:tgtEl>
                                          <p:spTgt spid="73"/>
                                        </p:tgtEl>
                                      </p:cBhvr>
                                      <p:to x="100000" y="100000"/>
                                    </p:animScale>
                                    <p:animScale>
                                      <p:cBhvr>
                                        <p:cTn id="118" dur="26">
                                          <p:stCondLst>
                                            <p:cond delay="1642"/>
                                          </p:stCondLst>
                                        </p:cTn>
                                        <p:tgtEl>
                                          <p:spTgt spid="73"/>
                                        </p:tgtEl>
                                      </p:cBhvr>
                                      <p:to x="100000" y="90000"/>
                                    </p:animScale>
                                    <p:animScale>
                                      <p:cBhvr>
                                        <p:cTn id="119" dur="166" decel="50000">
                                          <p:stCondLst>
                                            <p:cond delay="1668"/>
                                          </p:stCondLst>
                                        </p:cTn>
                                        <p:tgtEl>
                                          <p:spTgt spid="73"/>
                                        </p:tgtEl>
                                      </p:cBhvr>
                                      <p:to x="100000" y="100000"/>
                                    </p:animScale>
                                    <p:animScale>
                                      <p:cBhvr>
                                        <p:cTn id="120" dur="26">
                                          <p:stCondLst>
                                            <p:cond delay="1808"/>
                                          </p:stCondLst>
                                        </p:cTn>
                                        <p:tgtEl>
                                          <p:spTgt spid="73"/>
                                        </p:tgtEl>
                                      </p:cBhvr>
                                      <p:to x="100000" y="95000"/>
                                    </p:animScale>
                                    <p:animScale>
                                      <p:cBhvr>
                                        <p:cTn id="121" dur="166" decel="50000">
                                          <p:stCondLst>
                                            <p:cond delay="1834"/>
                                          </p:stCondLst>
                                        </p:cTn>
                                        <p:tgtEl>
                                          <p:spTgt spid="73"/>
                                        </p:tgtEl>
                                      </p:cBhvr>
                                      <p:to x="100000" y="100000"/>
                                    </p:animScale>
                                    <p:set>
                                      <p:cBhvr>
                                        <p:cTn id="122" dur="1" fill="hold">
                                          <p:stCondLst>
                                            <p:cond delay="1999"/>
                                          </p:stCondLst>
                                        </p:cTn>
                                        <p:tgtEl>
                                          <p:spTgt spid="73"/>
                                        </p:tgtEl>
                                        <p:attrNameLst>
                                          <p:attrName>style.visibility</p:attrName>
                                        </p:attrNameLst>
                                      </p:cBhvr>
                                      <p:to>
                                        <p:strVal val="hidden"/>
                                      </p:to>
                                    </p:set>
                                  </p:childTnLst>
                                </p:cTn>
                              </p:par>
                            </p:childTnLst>
                          </p:cTn>
                        </p:par>
                        <p:par>
                          <p:cTn id="123" fill="hold">
                            <p:stCondLst>
                              <p:cond delay="3500"/>
                            </p:stCondLst>
                            <p:childTnLst>
                              <p:par>
                                <p:cTn id="124" presetID="64" presetClass="path" presetSubtype="0" accel="50000" decel="50000" fill="hold" grpId="1" nodeType="afterEffect">
                                  <p:stCondLst>
                                    <p:cond delay="0"/>
                                  </p:stCondLst>
                                  <p:childTnLst>
                                    <p:animMotion origin="layout" path="M -0.00013 0.04584 L -4.58333E-6 7.40741E-7 " pathEditMode="relative" rAng="0" ptsTypes="AA">
                                      <p:cBhvr>
                                        <p:cTn id="125" dur="2000" fill="hold"/>
                                        <p:tgtEl>
                                          <p:spTgt spid="74"/>
                                        </p:tgtEl>
                                        <p:attrNameLst>
                                          <p:attrName>ppt_x</p:attrName>
                                          <p:attrName>ppt_y</p:attrName>
                                        </p:attrNameLst>
                                      </p:cBhvr>
                                      <p:rCtr x="-39" y="-2315"/>
                                    </p:animMotion>
                                  </p:childTnLst>
                                </p:cTn>
                              </p:par>
                              <p:par>
                                <p:cTn id="126" presetID="10" presetClass="exit" presetSubtype="0" fill="hold" grpId="1" nodeType="withEffect">
                                  <p:stCondLst>
                                    <p:cond delay="0"/>
                                  </p:stCondLst>
                                  <p:childTnLst>
                                    <p:animEffect transition="out" filter="fade">
                                      <p:cBhvr>
                                        <p:cTn id="127" dur="500"/>
                                        <p:tgtEl>
                                          <p:spTgt spid="88"/>
                                        </p:tgtEl>
                                      </p:cBhvr>
                                    </p:animEffect>
                                    <p:set>
                                      <p:cBhvr>
                                        <p:cTn id="128" dur="1" fill="hold">
                                          <p:stCondLst>
                                            <p:cond delay="499"/>
                                          </p:stCondLst>
                                        </p:cTn>
                                        <p:tgtEl>
                                          <p:spTgt spid="88"/>
                                        </p:tgtEl>
                                        <p:attrNameLst>
                                          <p:attrName>style.visibility</p:attrName>
                                        </p:attrNameLst>
                                      </p:cBhvr>
                                      <p:to>
                                        <p:strVal val="hidden"/>
                                      </p:to>
                                    </p:set>
                                  </p:childTnLst>
                                </p:cTn>
                              </p:par>
                              <p:par>
                                <p:cTn id="129" presetID="64" presetClass="path" presetSubtype="0" accel="50000" decel="50000" fill="hold" grpId="1" nodeType="withEffect">
                                  <p:stCondLst>
                                    <p:cond delay="0"/>
                                  </p:stCondLst>
                                  <p:childTnLst>
                                    <p:animMotion origin="layout" path="M -0.00013 0.04514 L -4.58333E-6 -2.59259E-6 " pathEditMode="relative" rAng="0" ptsTypes="AA">
                                      <p:cBhvr>
                                        <p:cTn id="130" dur="2000" fill="hold"/>
                                        <p:tgtEl>
                                          <p:spTgt spid="77"/>
                                        </p:tgtEl>
                                        <p:attrNameLst>
                                          <p:attrName>ppt_x</p:attrName>
                                          <p:attrName>ppt_y</p:attrName>
                                        </p:attrNameLst>
                                      </p:cBhvr>
                                      <p:rCtr x="-13" y="-2269"/>
                                    </p:animMotion>
                                  </p:childTnLst>
                                </p:cTn>
                              </p:par>
                            </p:childTnLst>
                          </p:cTn>
                        </p:par>
                      </p:childTnLst>
                    </p:cTn>
                  </p:par>
                  <p:par>
                    <p:cTn id="131" fill="hold">
                      <p:stCondLst>
                        <p:cond delay="indefinite"/>
                      </p:stCondLst>
                      <p:childTnLst>
                        <p:par>
                          <p:cTn id="132" fill="hold">
                            <p:stCondLst>
                              <p:cond delay="0"/>
                            </p:stCondLst>
                            <p:childTnLst>
                              <p:par>
                                <p:cTn id="133" presetID="47" presetClass="entr" presetSubtype="0" fill="hold" grpId="0" nodeType="clickEffect">
                                  <p:stCondLst>
                                    <p:cond delay="0"/>
                                  </p:stCondLst>
                                  <p:childTnLst>
                                    <p:set>
                                      <p:cBhvr>
                                        <p:cTn id="134" dur="1" fill="hold">
                                          <p:stCondLst>
                                            <p:cond delay="0"/>
                                          </p:stCondLst>
                                        </p:cTn>
                                        <p:tgtEl>
                                          <p:spTgt spid="107"/>
                                        </p:tgtEl>
                                        <p:attrNameLst>
                                          <p:attrName>style.visibility</p:attrName>
                                        </p:attrNameLst>
                                      </p:cBhvr>
                                      <p:to>
                                        <p:strVal val="visible"/>
                                      </p:to>
                                    </p:set>
                                    <p:animEffect transition="in" filter="fade">
                                      <p:cBhvr>
                                        <p:cTn id="135" dur="1000"/>
                                        <p:tgtEl>
                                          <p:spTgt spid="107"/>
                                        </p:tgtEl>
                                      </p:cBhvr>
                                    </p:animEffect>
                                    <p:anim calcmode="lin" valueType="num">
                                      <p:cBhvr>
                                        <p:cTn id="136" dur="1000" fill="hold"/>
                                        <p:tgtEl>
                                          <p:spTgt spid="107"/>
                                        </p:tgtEl>
                                        <p:attrNameLst>
                                          <p:attrName>ppt_x</p:attrName>
                                        </p:attrNameLst>
                                      </p:cBhvr>
                                      <p:tavLst>
                                        <p:tav tm="0">
                                          <p:val>
                                            <p:strVal val="#ppt_x"/>
                                          </p:val>
                                        </p:tav>
                                        <p:tav tm="100000">
                                          <p:val>
                                            <p:strVal val="#ppt_x"/>
                                          </p:val>
                                        </p:tav>
                                      </p:tavLst>
                                    </p:anim>
                                    <p:anim calcmode="lin" valueType="num">
                                      <p:cBhvr>
                                        <p:cTn id="137" dur="1000" fill="hold"/>
                                        <p:tgtEl>
                                          <p:spTgt spid="107"/>
                                        </p:tgtEl>
                                        <p:attrNameLst>
                                          <p:attrName>ppt_y</p:attrName>
                                        </p:attrNameLst>
                                      </p:cBhvr>
                                      <p:tavLst>
                                        <p:tav tm="0">
                                          <p:val>
                                            <p:strVal val="#ppt_y-.1"/>
                                          </p:val>
                                        </p:tav>
                                        <p:tav tm="100000">
                                          <p:val>
                                            <p:strVal val="#ppt_y"/>
                                          </p:val>
                                        </p:tav>
                                      </p:tavLst>
                                    </p:anim>
                                  </p:childTnLst>
                                </p:cTn>
                              </p:par>
                            </p:childTnLst>
                          </p:cTn>
                        </p:par>
                        <p:par>
                          <p:cTn id="138" fill="hold">
                            <p:stCondLst>
                              <p:cond delay="1000"/>
                            </p:stCondLst>
                            <p:childTnLst>
                              <p:par>
                                <p:cTn id="139" presetID="42" presetClass="entr" presetSubtype="0" fill="hold" grpId="0" nodeType="afterEffect">
                                  <p:stCondLst>
                                    <p:cond delay="0"/>
                                  </p:stCondLst>
                                  <p:childTnLst>
                                    <p:set>
                                      <p:cBhvr>
                                        <p:cTn id="140" dur="1" fill="hold">
                                          <p:stCondLst>
                                            <p:cond delay="0"/>
                                          </p:stCondLst>
                                        </p:cTn>
                                        <p:tgtEl>
                                          <p:spTgt spid="108">
                                            <p:txEl>
                                              <p:pRg st="0" end="0"/>
                                            </p:txEl>
                                          </p:spTgt>
                                        </p:tgtEl>
                                        <p:attrNameLst>
                                          <p:attrName>style.visibility</p:attrName>
                                        </p:attrNameLst>
                                      </p:cBhvr>
                                      <p:to>
                                        <p:strVal val="visible"/>
                                      </p:to>
                                    </p:set>
                                    <p:animEffect transition="in" filter="fade">
                                      <p:cBhvr>
                                        <p:cTn id="141" dur="1000"/>
                                        <p:tgtEl>
                                          <p:spTgt spid="108">
                                            <p:txEl>
                                              <p:pRg st="0" end="0"/>
                                            </p:txEl>
                                          </p:spTgt>
                                        </p:tgtEl>
                                      </p:cBhvr>
                                    </p:animEffect>
                                    <p:anim calcmode="lin" valueType="num">
                                      <p:cBhvr>
                                        <p:cTn id="142" dur="1000" fill="hold"/>
                                        <p:tgtEl>
                                          <p:spTgt spid="108">
                                            <p:txEl>
                                              <p:pRg st="0" end="0"/>
                                            </p:txEl>
                                          </p:spTgt>
                                        </p:tgtEl>
                                        <p:attrNameLst>
                                          <p:attrName>ppt_x</p:attrName>
                                        </p:attrNameLst>
                                      </p:cBhvr>
                                      <p:tavLst>
                                        <p:tav tm="0">
                                          <p:val>
                                            <p:strVal val="#ppt_x"/>
                                          </p:val>
                                        </p:tav>
                                        <p:tav tm="100000">
                                          <p:val>
                                            <p:strVal val="#ppt_x"/>
                                          </p:val>
                                        </p:tav>
                                      </p:tavLst>
                                    </p:anim>
                                    <p:anim calcmode="lin" valueType="num">
                                      <p:cBhvr>
                                        <p:cTn id="143" dur="1000" fill="hold"/>
                                        <p:tgtEl>
                                          <p:spTgt spid="108">
                                            <p:txEl>
                                              <p:pRg st="0" end="0"/>
                                            </p:txEl>
                                          </p:spTgt>
                                        </p:tgtEl>
                                        <p:attrNameLst>
                                          <p:attrName>ppt_y</p:attrName>
                                        </p:attrNameLst>
                                      </p:cBhvr>
                                      <p:tavLst>
                                        <p:tav tm="0">
                                          <p:val>
                                            <p:strVal val="#ppt_y+.1"/>
                                          </p:val>
                                        </p:tav>
                                        <p:tav tm="100000">
                                          <p:val>
                                            <p:strVal val="#ppt_y"/>
                                          </p:val>
                                        </p:tav>
                                      </p:tavLst>
                                    </p:anim>
                                  </p:childTnLst>
                                </p:cTn>
                              </p:par>
                            </p:childTnLst>
                          </p:cTn>
                        </p:par>
                        <p:par>
                          <p:cTn id="144" fill="hold">
                            <p:stCondLst>
                              <p:cond delay="2000"/>
                            </p:stCondLst>
                            <p:childTnLst>
                              <p:par>
                                <p:cTn id="145" presetID="42" presetClass="entr" presetSubtype="0" fill="hold" grpId="0" nodeType="afterEffect">
                                  <p:stCondLst>
                                    <p:cond delay="0"/>
                                  </p:stCondLst>
                                  <p:childTnLst>
                                    <p:set>
                                      <p:cBhvr>
                                        <p:cTn id="146" dur="1" fill="hold">
                                          <p:stCondLst>
                                            <p:cond delay="0"/>
                                          </p:stCondLst>
                                        </p:cTn>
                                        <p:tgtEl>
                                          <p:spTgt spid="108">
                                            <p:txEl>
                                              <p:pRg st="1" end="1"/>
                                            </p:txEl>
                                          </p:spTgt>
                                        </p:tgtEl>
                                        <p:attrNameLst>
                                          <p:attrName>style.visibility</p:attrName>
                                        </p:attrNameLst>
                                      </p:cBhvr>
                                      <p:to>
                                        <p:strVal val="visible"/>
                                      </p:to>
                                    </p:set>
                                    <p:animEffect transition="in" filter="fade">
                                      <p:cBhvr>
                                        <p:cTn id="147" dur="1000"/>
                                        <p:tgtEl>
                                          <p:spTgt spid="108">
                                            <p:txEl>
                                              <p:pRg st="1" end="1"/>
                                            </p:txEl>
                                          </p:spTgt>
                                        </p:tgtEl>
                                      </p:cBhvr>
                                    </p:animEffect>
                                    <p:anim calcmode="lin" valueType="num">
                                      <p:cBhvr>
                                        <p:cTn id="148" dur="1000" fill="hold"/>
                                        <p:tgtEl>
                                          <p:spTgt spid="108">
                                            <p:txEl>
                                              <p:pRg st="1" end="1"/>
                                            </p:txEl>
                                          </p:spTgt>
                                        </p:tgtEl>
                                        <p:attrNameLst>
                                          <p:attrName>ppt_x</p:attrName>
                                        </p:attrNameLst>
                                      </p:cBhvr>
                                      <p:tavLst>
                                        <p:tav tm="0">
                                          <p:val>
                                            <p:strVal val="#ppt_x"/>
                                          </p:val>
                                        </p:tav>
                                        <p:tav tm="100000">
                                          <p:val>
                                            <p:strVal val="#ppt_x"/>
                                          </p:val>
                                        </p:tav>
                                      </p:tavLst>
                                    </p:anim>
                                    <p:anim calcmode="lin" valueType="num">
                                      <p:cBhvr>
                                        <p:cTn id="149" dur="1000" fill="hold"/>
                                        <p:tgtEl>
                                          <p:spTgt spid="108">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50" fill="hold">
                      <p:stCondLst>
                        <p:cond delay="indefinite"/>
                      </p:stCondLst>
                      <p:childTnLst>
                        <p:par>
                          <p:cTn id="151" fill="hold">
                            <p:stCondLst>
                              <p:cond delay="0"/>
                            </p:stCondLst>
                            <p:childTnLst>
                              <p:par>
                                <p:cTn id="152" presetID="42" presetClass="entr" presetSubtype="0" fill="hold" grpId="0" nodeType="clickEffect">
                                  <p:stCondLst>
                                    <p:cond delay="0"/>
                                  </p:stCondLst>
                                  <p:childTnLst>
                                    <p:set>
                                      <p:cBhvr>
                                        <p:cTn id="153" dur="1" fill="hold">
                                          <p:stCondLst>
                                            <p:cond delay="0"/>
                                          </p:stCondLst>
                                        </p:cTn>
                                        <p:tgtEl>
                                          <p:spTgt spid="108">
                                            <p:txEl>
                                              <p:pRg st="2" end="2"/>
                                            </p:txEl>
                                          </p:spTgt>
                                        </p:tgtEl>
                                        <p:attrNameLst>
                                          <p:attrName>style.visibility</p:attrName>
                                        </p:attrNameLst>
                                      </p:cBhvr>
                                      <p:to>
                                        <p:strVal val="visible"/>
                                      </p:to>
                                    </p:set>
                                    <p:animEffect transition="in" filter="fade">
                                      <p:cBhvr>
                                        <p:cTn id="154" dur="1000"/>
                                        <p:tgtEl>
                                          <p:spTgt spid="108">
                                            <p:txEl>
                                              <p:pRg st="2" end="2"/>
                                            </p:txEl>
                                          </p:spTgt>
                                        </p:tgtEl>
                                      </p:cBhvr>
                                    </p:animEffect>
                                    <p:anim calcmode="lin" valueType="num">
                                      <p:cBhvr>
                                        <p:cTn id="155" dur="1000" fill="hold"/>
                                        <p:tgtEl>
                                          <p:spTgt spid="108">
                                            <p:txEl>
                                              <p:pRg st="2" end="2"/>
                                            </p:txEl>
                                          </p:spTgt>
                                        </p:tgtEl>
                                        <p:attrNameLst>
                                          <p:attrName>ppt_x</p:attrName>
                                        </p:attrNameLst>
                                      </p:cBhvr>
                                      <p:tavLst>
                                        <p:tav tm="0">
                                          <p:val>
                                            <p:strVal val="#ppt_x"/>
                                          </p:val>
                                        </p:tav>
                                        <p:tav tm="100000">
                                          <p:val>
                                            <p:strVal val="#ppt_x"/>
                                          </p:val>
                                        </p:tav>
                                      </p:tavLst>
                                    </p:anim>
                                    <p:anim calcmode="lin" valueType="num">
                                      <p:cBhvr>
                                        <p:cTn id="156" dur="1000" fill="hold"/>
                                        <p:tgtEl>
                                          <p:spTgt spid="108">
                                            <p:txEl>
                                              <p:pRg st="2" end="2"/>
                                            </p:txEl>
                                          </p:spTgt>
                                        </p:tgtEl>
                                        <p:attrNameLst>
                                          <p:attrName>ppt_y</p:attrName>
                                        </p:attrNameLst>
                                      </p:cBhvr>
                                      <p:tavLst>
                                        <p:tav tm="0">
                                          <p:val>
                                            <p:strVal val="#ppt_y+.1"/>
                                          </p:val>
                                        </p:tav>
                                        <p:tav tm="100000">
                                          <p:val>
                                            <p:strVal val="#ppt_y"/>
                                          </p:val>
                                        </p:tav>
                                      </p:tavLst>
                                    </p:anim>
                                  </p:childTnLst>
                                </p:cTn>
                              </p:par>
                            </p:childTnLst>
                          </p:cTn>
                        </p:par>
                        <p:par>
                          <p:cTn id="157" fill="hold">
                            <p:stCondLst>
                              <p:cond delay="1000"/>
                            </p:stCondLst>
                            <p:childTnLst>
                              <p:par>
                                <p:cTn id="158" presetID="42" presetClass="entr" presetSubtype="0" fill="hold" grpId="0" nodeType="afterEffect">
                                  <p:stCondLst>
                                    <p:cond delay="0"/>
                                  </p:stCondLst>
                                  <p:childTnLst>
                                    <p:set>
                                      <p:cBhvr>
                                        <p:cTn id="159" dur="1" fill="hold">
                                          <p:stCondLst>
                                            <p:cond delay="0"/>
                                          </p:stCondLst>
                                        </p:cTn>
                                        <p:tgtEl>
                                          <p:spTgt spid="108">
                                            <p:txEl>
                                              <p:pRg st="3" end="3"/>
                                            </p:txEl>
                                          </p:spTgt>
                                        </p:tgtEl>
                                        <p:attrNameLst>
                                          <p:attrName>style.visibility</p:attrName>
                                        </p:attrNameLst>
                                      </p:cBhvr>
                                      <p:to>
                                        <p:strVal val="visible"/>
                                      </p:to>
                                    </p:set>
                                    <p:animEffect transition="in" filter="fade">
                                      <p:cBhvr>
                                        <p:cTn id="160" dur="1000"/>
                                        <p:tgtEl>
                                          <p:spTgt spid="108">
                                            <p:txEl>
                                              <p:pRg st="3" end="3"/>
                                            </p:txEl>
                                          </p:spTgt>
                                        </p:tgtEl>
                                      </p:cBhvr>
                                    </p:animEffect>
                                    <p:anim calcmode="lin" valueType="num">
                                      <p:cBhvr>
                                        <p:cTn id="161" dur="1000" fill="hold"/>
                                        <p:tgtEl>
                                          <p:spTgt spid="108">
                                            <p:txEl>
                                              <p:pRg st="3" end="3"/>
                                            </p:txEl>
                                          </p:spTgt>
                                        </p:tgtEl>
                                        <p:attrNameLst>
                                          <p:attrName>ppt_x</p:attrName>
                                        </p:attrNameLst>
                                      </p:cBhvr>
                                      <p:tavLst>
                                        <p:tav tm="0">
                                          <p:val>
                                            <p:strVal val="#ppt_x"/>
                                          </p:val>
                                        </p:tav>
                                        <p:tav tm="100000">
                                          <p:val>
                                            <p:strVal val="#ppt_x"/>
                                          </p:val>
                                        </p:tav>
                                      </p:tavLst>
                                    </p:anim>
                                    <p:anim calcmode="lin" valueType="num">
                                      <p:cBhvr>
                                        <p:cTn id="162" dur="1000" fill="hold"/>
                                        <p:tgtEl>
                                          <p:spTgt spid="108">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63" fill="hold">
                      <p:stCondLst>
                        <p:cond delay="indefinite"/>
                      </p:stCondLst>
                      <p:childTnLst>
                        <p:par>
                          <p:cTn id="164" fill="hold">
                            <p:stCondLst>
                              <p:cond delay="0"/>
                            </p:stCondLst>
                            <p:childTnLst>
                              <p:par>
                                <p:cTn id="165" presetID="42" presetClass="entr" presetSubtype="0" fill="hold" grpId="0" nodeType="clickEffect">
                                  <p:stCondLst>
                                    <p:cond delay="0"/>
                                  </p:stCondLst>
                                  <p:childTnLst>
                                    <p:set>
                                      <p:cBhvr>
                                        <p:cTn id="166" dur="1" fill="hold">
                                          <p:stCondLst>
                                            <p:cond delay="0"/>
                                          </p:stCondLst>
                                        </p:cTn>
                                        <p:tgtEl>
                                          <p:spTgt spid="108">
                                            <p:txEl>
                                              <p:pRg st="4" end="4"/>
                                            </p:txEl>
                                          </p:spTgt>
                                        </p:tgtEl>
                                        <p:attrNameLst>
                                          <p:attrName>style.visibility</p:attrName>
                                        </p:attrNameLst>
                                      </p:cBhvr>
                                      <p:to>
                                        <p:strVal val="visible"/>
                                      </p:to>
                                    </p:set>
                                    <p:animEffect transition="in" filter="fade">
                                      <p:cBhvr>
                                        <p:cTn id="167" dur="1000"/>
                                        <p:tgtEl>
                                          <p:spTgt spid="108">
                                            <p:txEl>
                                              <p:pRg st="4" end="4"/>
                                            </p:txEl>
                                          </p:spTgt>
                                        </p:tgtEl>
                                      </p:cBhvr>
                                    </p:animEffect>
                                    <p:anim calcmode="lin" valueType="num">
                                      <p:cBhvr>
                                        <p:cTn id="168" dur="1000" fill="hold"/>
                                        <p:tgtEl>
                                          <p:spTgt spid="108">
                                            <p:txEl>
                                              <p:pRg st="4" end="4"/>
                                            </p:txEl>
                                          </p:spTgt>
                                        </p:tgtEl>
                                        <p:attrNameLst>
                                          <p:attrName>ppt_x</p:attrName>
                                        </p:attrNameLst>
                                      </p:cBhvr>
                                      <p:tavLst>
                                        <p:tav tm="0">
                                          <p:val>
                                            <p:strVal val="#ppt_x"/>
                                          </p:val>
                                        </p:tav>
                                        <p:tav tm="100000">
                                          <p:val>
                                            <p:strVal val="#ppt_x"/>
                                          </p:val>
                                        </p:tav>
                                      </p:tavLst>
                                    </p:anim>
                                    <p:anim calcmode="lin" valueType="num">
                                      <p:cBhvr>
                                        <p:cTn id="169" dur="1000" fill="hold"/>
                                        <p:tgtEl>
                                          <p:spTgt spid="108">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170" fill="hold">
                      <p:stCondLst>
                        <p:cond delay="indefinite"/>
                      </p:stCondLst>
                      <p:childTnLst>
                        <p:par>
                          <p:cTn id="171" fill="hold">
                            <p:stCondLst>
                              <p:cond delay="0"/>
                            </p:stCondLst>
                            <p:childTnLst>
                              <p:par>
                                <p:cTn id="172" presetID="42" presetClass="entr" presetSubtype="0" fill="hold" grpId="0" nodeType="clickEffect">
                                  <p:stCondLst>
                                    <p:cond delay="0"/>
                                  </p:stCondLst>
                                  <p:childTnLst>
                                    <p:set>
                                      <p:cBhvr>
                                        <p:cTn id="173" dur="1" fill="hold">
                                          <p:stCondLst>
                                            <p:cond delay="0"/>
                                          </p:stCondLst>
                                        </p:cTn>
                                        <p:tgtEl>
                                          <p:spTgt spid="108">
                                            <p:txEl>
                                              <p:pRg st="5" end="5"/>
                                            </p:txEl>
                                          </p:spTgt>
                                        </p:tgtEl>
                                        <p:attrNameLst>
                                          <p:attrName>style.visibility</p:attrName>
                                        </p:attrNameLst>
                                      </p:cBhvr>
                                      <p:to>
                                        <p:strVal val="visible"/>
                                      </p:to>
                                    </p:set>
                                    <p:animEffect transition="in" filter="fade">
                                      <p:cBhvr>
                                        <p:cTn id="174" dur="1000"/>
                                        <p:tgtEl>
                                          <p:spTgt spid="108">
                                            <p:txEl>
                                              <p:pRg st="5" end="5"/>
                                            </p:txEl>
                                          </p:spTgt>
                                        </p:tgtEl>
                                      </p:cBhvr>
                                    </p:animEffect>
                                    <p:anim calcmode="lin" valueType="num">
                                      <p:cBhvr>
                                        <p:cTn id="175" dur="1000" fill="hold"/>
                                        <p:tgtEl>
                                          <p:spTgt spid="108">
                                            <p:txEl>
                                              <p:pRg st="5" end="5"/>
                                            </p:txEl>
                                          </p:spTgt>
                                        </p:tgtEl>
                                        <p:attrNameLst>
                                          <p:attrName>ppt_x</p:attrName>
                                        </p:attrNameLst>
                                      </p:cBhvr>
                                      <p:tavLst>
                                        <p:tav tm="0">
                                          <p:val>
                                            <p:strVal val="#ppt_x"/>
                                          </p:val>
                                        </p:tav>
                                        <p:tav tm="100000">
                                          <p:val>
                                            <p:strVal val="#ppt_x"/>
                                          </p:val>
                                        </p:tav>
                                      </p:tavLst>
                                    </p:anim>
                                    <p:anim calcmode="lin" valueType="num">
                                      <p:cBhvr>
                                        <p:cTn id="176" dur="1000" fill="hold"/>
                                        <p:tgtEl>
                                          <p:spTgt spid="108">
                                            <p:txEl>
                                              <p:pRg st="5" end="5"/>
                                            </p:txEl>
                                          </p:spTgt>
                                        </p:tgtEl>
                                        <p:attrNameLst>
                                          <p:attrName>ppt_y</p:attrName>
                                        </p:attrNameLst>
                                      </p:cBhvr>
                                      <p:tavLst>
                                        <p:tav tm="0">
                                          <p:val>
                                            <p:strVal val="#ppt_y+.1"/>
                                          </p:val>
                                        </p:tav>
                                        <p:tav tm="100000">
                                          <p:val>
                                            <p:strVal val="#ppt_y"/>
                                          </p:val>
                                        </p:tav>
                                      </p:tavLst>
                                    </p:anim>
                                  </p:childTnLst>
                                </p:cTn>
                              </p:par>
                            </p:childTnLst>
                          </p:cTn>
                        </p:par>
                        <p:par>
                          <p:cTn id="177" fill="hold">
                            <p:stCondLst>
                              <p:cond delay="1000"/>
                            </p:stCondLst>
                            <p:childTnLst>
                              <p:par>
                                <p:cTn id="178" presetID="42" presetClass="entr" presetSubtype="0" fill="hold" grpId="0" nodeType="afterEffect">
                                  <p:stCondLst>
                                    <p:cond delay="0"/>
                                  </p:stCondLst>
                                  <p:childTnLst>
                                    <p:set>
                                      <p:cBhvr>
                                        <p:cTn id="179" dur="1" fill="hold">
                                          <p:stCondLst>
                                            <p:cond delay="0"/>
                                          </p:stCondLst>
                                        </p:cTn>
                                        <p:tgtEl>
                                          <p:spTgt spid="108">
                                            <p:txEl>
                                              <p:pRg st="6" end="6"/>
                                            </p:txEl>
                                          </p:spTgt>
                                        </p:tgtEl>
                                        <p:attrNameLst>
                                          <p:attrName>style.visibility</p:attrName>
                                        </p:attrNameLst>
                                      </p:cBhvr>
                                      <p:to>
                                        <p:strVal val="visible"/>
                                      </p:to>
                                    </p:set>
                                    <p:animEffect transition="in" filter="fade">
                                      <p:cBhvr>
                                        <p:cTn id="180" dur="1000"/>
                                        <p:tgtEl>
                                          <p:spTgt spid="108">
                                            <p:txEl>
                                              <p:pRg st="6" end="6"/>
                                            </p:txEl>
                                          </p:spTgt>
                                        </p:tgtEl>
                                      </p:cBhvr>
                                    </p:animEffect>
                                    <p:anim calcmode="lin" valueType="num">
                                      <p:cBhvr>
                                        <p:cTn id="181" dur="1000" fill="hold"/>
                                        <p:tgtEl>
                                          <p:spTgt spid="108">
                                            <p:txEl>
                                              <p:pRg st="6" end="6"/>
                                            </p:txEl>
                                          </p:spTgt>
                                        </p:tgtEl>
                                        <p:attrNameLst>
                                          <p:attrName>ppt_x</p:attrName>
                                        </p:attrNameLst>
                                      </p:cBhvr>
                                      <p:tavLst>
                                        <p:tav tm="0">
                                          <p:val>
                                            <p:strVal val="#ppt_x"/>
                                          </p:val>
                                        </p:tav>
                                        <p:tav tm="100000">
                                          <p:val>
                                            <p:strVal val="#ppt_x"/>
                                          </p:val>
                                        </p:tav>
                                      </p:tavLst>
                                    </p:anim>
                                    <p:anim calcmode="lin" valueType="num">
                                      <p:cBhvr>
                                        <p:cTn id="182" dur="1000" fill="hold"/>
                                        <p:tgtEl>
                                          <p:spTgt spid="108">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183" fill="hold">
                      <p:stCondLst>
                        <p:cond delay="indefinite"/>
                      </p:stCondLst>
                      <p:childTnLst>
                        <p:par>
                          <p:cTn id="184" fill="hold">
                            <p:stCondLst>
                              <p:cond delay="0"/>
                            </p:stCondLst>
                            <p:childTnLst>
                              <p:par>
                                <p:cTn id="185" presetID="42" presetClass="entr" presetSubtype="0" fill="hold" nodeType="clickEffect">
                                  <p:stCondLst>
                                    <p:cond delay="0"/>
                                  </p:stCondLst>
                                  <p:childTnLst>
                                    <p:set>
                                      <p:cBhvr>
                                        <p:cTn id="186" dur="1" fill="hold">
                                          <p:stCondLst>
                                            <p:cond delay="0"/>
                                          </p:stCondLst>
                                        </p:cTn>
                                        <p:tgtEl>
                                          <p:spTgt spid="116"/>
                                        </p:tgtEl>
                                        <p:attrNameLst>
                                          <p:attrName>style.visibility</p:attrName>
                                        </p:attrNameLst>
                                      </p:cBhvr>
                                      <p:to>
                                        <p:strVal val="visible"/>
                                      </p:to>
                                    </p:set>
                                    <p:animEffect transition="in" filter="fade">
                                      <p:cBhvr>
                                        <p:cTn id="187" dur="1000"/>
                                        <p:tgtEl>
                                          <p:spTgt spid="116"/>
                                        </p:tgtEl>
                                      </p:cBhvr>
                                    </p:animEffect>
                                    <p:anim calcmode="lin" valueType="num">
                                      <p:cBhvr>
                                        <p:cTn id="188" dur="1000" fill="hold"/>
                                        <p:tgtEl>
                                          <p:spTgt spid="116"/>
                                        </p:tgtEl>
                                        <p:attrNameLst>
                                          <p:attrName>ppt_x</p:attrName>
                                        </p:attrNameLst>
                                      </p:cBhvr>
                                      <p:tavLst>
                                        <p:tav tm="0">
                                          <p:val>
                                            <p:strVal val="#ppt_x"/>
                                          </p:val>
                                        </p:tav>
                                        <p:tav tm="100000">
                                          <p:val>
                                            <p:strVal val="#ppt_x"/>
                                          </p:val>
                                        </p:tav>
                                      </p:tavLst>
                                    </p:anim>
                                    <p:anim calcmode="lin" valueType="num">
                                      <p:cBhvr>
                                        <p:cTn id="189" dur="1000" fill="hold"/>
                                        <p:tgtEl>
                                          <p:spTgt spid="116"/>
                                        </p:tgtEl>
                                        <p:attrNameLst>
                                          <p:attrName>ppt_y</p:attrName>
                                        </p:attrNameLst>
                                      </p:cBhvr>
                                      <p:tavLst>
                                        <p:tav tm="0">
                                          <p:val>
                                            <p:strVal val="#ppt_y+.1"/>
                                          </p:val>
                                        </p:tav>
                                        <p:tav tm="100000">
                                          <p:val>
                                            <p:strVal val="#ppt_y"/>
                                          </p:val>
                                        </p:tav>
                                      </p:tavLst>
                                    </p:anim>
                                  </p:childTnLst>
                                </p:cTn>
                              </p:par>
                              <p:par>
                                <p:cTn id="190" presetID="42" presetClass="entr" presetSubtype="0" fill="hold" grpId="0" nodeType="withEffect">
                                  <p:stCondLst>
                                    <p:cond delay="0"/>
                                  </p:stCondLst>
                                  <p:childTnLst>
                                    <p:set>
                                      <p:cBhvr>
                                        <p:cTn id="191" dur="1" fill="hold">
                                          <p:stCondLst>
                                            <p:cond delay="0"/>
                                          </p:stCondLst>
                                        </p:cTn>
                                        <p:tgtEl>
                                          <p:spTgt spid="109"/>
                                        </p:tgtEl>
                                        <p:attrNameLst>
                                          <p:attrName>style.visibility</p:attrName>
                                        </p:attrNameLst>
                                      </p:cBhvr>
                                      <p:to>
                                        <p:strVal val="visible"/>
                                      </p:to>
                                    </p:set>
                                    <p:animEffect transition="in" filter="fade">
                                      <p:cBhvr>
                                        <p:cTn id="192" dur="1000"/>
                                        <p:tgtEl>
                                          <p:spTgt spid="109"/>
                                        </p:tgtEl>
                                      </p:cBhvr>
                                    </p:animEffect>
                                    <p:anim calcmode="lin" valueType="num">
                                      <p:cBhvr>
                                        <p:cTn id="193" dur="1000" fill="hold"/>
                                        <p:tgtEl>
                                          <p:spTgt spid="109"/>
                                        </p:tgtEl>
                                        <p:attrNameLst>
                                          <p:attrName>ppt_x</p:attrName>
                                        </p:attrNameLst>
                                      </p:cBhvr>
                                      <p:tavLst>
                                        <p:tav tm="0">
                                          <p:val>
                                            <p:strVal val="#ppt_x"/>
                                          </p:val>
                                        </p:tav>
                                        <p:tav tm="100000">
                                          <p:val>
                                            <p:strVal val="#ppt_x"/>
                                          </p:val>
                                        </p:tav>
                                      </p:tavLst>
                                    </p:anim>
                                    <p:anim calcmode="lin" valueType="num">
                                      <p:cBhvr>
                                        <p:cTn id="194" dur="1000" fill="hold"/>
                                        <p:tgtEl>
                                          <p:spTgt spid="109"/>
                                        </p:tgtEl>
                                        <p:attrNameLst>
                                          <p:attrName>ppt_y</p:attrName>
                                        </p:attrNameLst>
                                      </p:cBhvr>
                                      <p:tavLst>
                                        <p:tav tm="0">
                                          <p:val>
                                            <p:strVal val="#ppt_y+.1"/>
                                          </p:val>
                                        </p:tav>
                                        <p:tav tm="100000">
                                          <p:val>
                                            <p:strVal val="#ppt_y"/>
                                          </p:val>
                                        </p:tav>
                                      </p:tavLst>
                                    </p:anim>
                                  </p:childTnLst>
                                </p:cTn>
                              </p:par>
                              <p:par>
                                <p:cTn id="195" presetID="42" presetClass="entr" presetSubtype="0" fill="hold" grpId="0" nodeType="withEffect">
                                  <p:stCondLst>
                                    <p:cond delay="0"/>
                                  </p:stCondLst>
                                  <p:childTnLst>
                                    <p:set>
                                      <p:cBhvr>
                                        <p:cTn id="196" dur="1" fill="hold">
                                          <p:stCondLst>
                                            <p:cond delay="0"/>
                                          </p:stCondLst>
                                        </p:cTn>
                                        <p:tgtEl>
                                          <p:spTgt spid="110"/>
                                        </p:tgtEl>
                                        <p:attrNameLst>
                                          <p:attrName>style.visibility</p:attrName>
                                        </p:attrNameLst>
                                      </p:cBhvr>
                                      <p:to>
                                        <p:strVal val="visible"/>
                                      </p:to>
                                    </p:set>
                                    <p:animEffect transition="in" filter="fade">
                                      <p:cBhvr>
                                        <p:cTn id="197" dur="1000"/>
                                        <p:tgtEl>
                                          <p:spTgt spid="110"/>
                                        </p:tgtEl>
                                      </p:cBhvr>
                                    </p:animEffect>
                                    <p:anim calcmode="lin" valueType="num">
                                      <p:cBhvr>
                                        <p:cTn id="198" dur="1000" fill="hold"/>
                                        <p:tgtEl>
                                          <p:spTgt spid="110"/>
                                        </p:tgtEl>
                                        <p:attrNameLst>
                                          <p:attrName>ppt_x</p:attrName>
                                        </p:attrNameLst>
                                      </p:cBhvr>
                                      <p:tavLst>
                                        <p:tav tm="0">
                                          <p:val>
                                            <p:strVal val="#ppt_x"/>
                                          </p:val>
                                        </p:tav>
                                        <p:tav tm="100000">
                                          <p:val>
                                            <p:strVal val="#ppt_x"/>
                                          </p:val>
                                        </p:tav>
                                      </p:tavLst>
                                    </p:anim>
                                    <p:anim calcmode="lin" valueType="num">
                                      <p:cBhvr>
                                        <p:cTn id="199" dur="1000" fill="hold"/>
                                        <p:tgtEl>
                                          <p:spTgt spid="110"/>
                                        </p:tgtEl>
                                        <p:attrNameLst>
                                          <p:attrName>ppt_y</p:attrName>
                                        </p:attrNameLst>
                                      </p:cBhvr>
                                      <p:tavLst>
                                        <p:tav tm="0">
                                          <p:val>
                                            <p:strVal val="#ppt_y+.1"/>
                                          </p:val>
                                        </p:tav>
                                        <p:tav tm="100000">
                                          <p:val>
                                            <p:strVal val="#ppt_y"/>
                                          </p:val>
                                        </p:tav>
                                      </p:tavLst>
                                    </p:anim>
                                  </p:childTnLst>
                                </p:cTn>
                              </p:par>
                              <p:par>
                                <p:cTn id="200" presetID="42" presetClass="entr" presetSubtype="0" fill="hold" grpId="0" nodeType="withEffect">
                                  <p:stCondLst>
                                    <p:cond delay="0"/>
                                  </p:stCondLst>
                                  <p:childTnLst>
                                    <p:set>
                                      <p:cBhvr>
                                        <p:cTn id="201" dur="1" fill="hold">
                                          <p:stCondLst>
                                            <p:cond delay="0"/>
                                          </p:stCondLst>
                                        </p:cTn>
                                        <p:tgtEl>
                                          <p:spTgt spid="111"/>
                                        </p:tgtEl>
                                        <p:attrNameLst>
                                          <p:attrName>style.visibility</p:attrName>
                                        </p:attrNameLst>
                                      </p:cBhvr>
                                      <p:to>
                                        <p:strVal val="visible"/>
                                      </p:to>
                                    </p:set>
                                    <p:animEffect transition="in" filter="fade">
                                      <p:cBhvr>
                                        <p:cTn id="202" dur="1000"/>
                                        <p:tgtEl>
                                          <p:spTgt spid="111"/>
                                        </p:tgtEl>
                                      </p:cBhvr>
                                    </p:animEffect>
                                    <p:anim calcmode="lin" valueType="num">
                                      <p:cBhvr>
                                        <p:cTn id="203" dur="1000" fill="hold"/>
                                        <p:tgtEl>
                                          <p:spTgt spid="111"/>
                                        </p:tgtEl>
                                        <p:attrNameLst>
                                          <p:attrName>ppt_x</p:attrName>
                                        </p:attrNameLst>
                                      </p:cBhvr>
                                      <p:tavLst>
                                        <p:tav tm="0">
                                          <p:val>
                                            <p:strVal val="#ppt_x"/>
                                          </p:val>
                                        </p:tav>
                                        <p:tav tm="100000">
                                          <p:val>
                                            <p:strVal val="#ppt_x"/>
                                          </p:val>
                                        </p:tav>
                                      </p:tavLst>
                                    </p:anim>
                                    <p:anim calcmode="lin" valueType="num">
                                      <p:cBhvr>
                                        <p:cTn id="204" dur="1000" fill="hold"/>
                                        <p:tgtEl>
                                          <p:spTgt spid="111"/>
                                        </p:tgtEl>
                                        <p:attrNameLst>
                                          <p:attrName>ppt_y</p:attrName>
                                        </p:attrNameLst>
                                      </p:cBhvr>
                                      <p:tavLst>
                                        <p:tav tm="0">
                                          <p:val>
                                            <p:strVal val="#ppt_y+.1"/>
                                          </p:val>
                                        </p:tav>
                                        <p:tav tm="100000">
                                          <p:val>
                                            <p:strVal val="#ppt_y"/>
                                          </p:val>
                                        </p:tav>
                                      </p:tavLst>
                                    </p:anim>
                                  </p:childTnLst>
                                </p:cTn>
                              </p:par>
                              <p:par>
                                <p:cTn id="205" presetID="42" presetClass="entr" presetSubtype="0" fill="hold" grpId="0" nodeType="withEffect">
                                  <p:stCondLst>
                                    <p:cond delay="0"/>
                                  </p:stCondLst>
                                  <p:childTnLst>
                                    <p:set>
                                      <p:cBhvr>
                                        <p:cTn id="206" dur="1" fill="hold">
                                          <p:stCondLst>
                                            <p:cond delay="0"/>
                                          </p:stCondLst>
                                        </p:cTn>
                                        <p:tgtEl>
                                          <p:spTgt spid="112"/>
                                        </p:tgtEl>
                                        <p:attrNameLst>
                                          <p:attrName>style.visibility</p:attrName>
                                        </p:attrNameLst>
                                      </p:cBhvr>
                                      <p:to>
                                        <p:strVal val="visible"/>
                                      </p:to>
                                    </p:set>
                                    <p:animEffect transition="in" filter="fade">
                                      <p:cBhvr>
                                        <p:cTn id="207" dur="1000"/>
                                        <p:tgtEl>
                                          <p:spTgt spid="112"/>
                                        </p:tgtEl>
                                      </p:cBhvr>
                                    </p:animEffect>
                                    <p:anim calcmode="lin" valueType="num">
                                      <p:cBhvr>
                                        <p:cTn id="208" dur="1000" fill="hold"/>
                                        <p:tgtEl>
                                          <p:spTgt spid="112"/>
                                        </p:tgtEl>
                                        <p:attrNameLst>
                                          <p:attrName>ppt_x</p:attrName>
                                        </p:attrNameLst>
                                      </p:cBhvr>
                                      <p:tavLst>
                                        <p:tav tm="0">
                                          <p:val>
                                            <p:strVal val="#ppt_x"/>
                                          </p:val>
                                        </p:tav>
                                        <p:tav tm="100000">
                                          <p:val>
                                            <p:strVal val="#ppt_x"/>
                                          </p:val>
                                        </p:tav>
                                      </p:tavLst>
                                    </p:anim>
                                    <p:anim calcmode="lin" valueType="num">
                                      <p:cBhvr>
                                        <p:cTn id="209" dur="1000" fill="hold"/>
                                        <p:tgtEl>
                                          <p:spTgt spid="112"/>
                                        </p:tgtEl>
                                        <p:attrNameLst>
                                          <p:attrName>ppt_y</p:attrName>
                                        </p:attrNameLst>
                                      </p:cBhvr>
                                      <p:tavLst>
                                        <p:tav tm="0">
                                          <p:val>
                                            <p:strVal val="#ppt_y+.1"/>
                                          </p:val>
                                        </p:tav>
                                        <p:tav tm="100000">
                                          <p:val>
                                            <p:strVal val="#ppt_y"/>
                                          </p:val>
                                        </p:tav>
                                      </p:tavLst>
                                    </p:anim>
                                  </p:childTnLst>
                                </p:cTn>
                              </p:par>
                            </p:childTnLst>
                          </p:cTn>
                        </p:par>
                      </p:childTnLst>
                    </p:cTn>
                  </p:par>
                  <p:par>
                    <p:cTn id="210" fill="hold">
                      <p:stCondLst>
                        <p:cond delay="indefinite"/>
                      </p:stCondLst>
                      <p:childTnLst>
                        <p:par>
                          <p:cTn id="211" fill="hold">
                            <p:stCondLst>
                              <p:cond delay="0"/>
                            </p:stCondLst>
                            <p:childTnLst>
                              <p:par>
                                <p:cTn id="212" presetID="22" presetClass="entr" presetSubtype="1" fill="hold" nodeType="clickEffect">
                                  <p:stCondLst>
                                    <p:cond delay="0"/>
                                  </p:stCondLst>
                                  <p:childTnLst>
                                    <p:set>
                                      <p:cBhvr>
                                        <p:cTn id="213" dur="1" fill="hold">
                                          <p:stCondLst>
                                            <p:cond delay="0"/>
                                          </p:stCondLst>
                                        </p:cTn>
                                        <p:tgtEl>
                                          <p:spTgt spid="49"/>
                                        </p:tgtEl>
                                        <p:attrNameLst>
                                          <p:attrName>style.visibility</p:attrName>
                                        </p:attrNameLst>
                                      </p:cBhvr>
                                      <p:to>
                                        <p:strVal val="visible"/>
                                      </p:to>
                                    </p:set>
                                    <p:animEffect transition="in" filter="wipe(up)">
                                      <p:cBhvr>
                                        <p:cTn id="214" dur="500"/>
                                        <p:tgtEl>
                                          <p:spTgt spid="49"/>
                                        </p:tgtEl>
                                      </p:cBhvr>
                                    </p:animEffect>
                                  </p:childTnLst>
                                </p:cTn>
                              </p:par>
                            </p:childTnLst>
                          </p:cTn>
                        </p:par>
                        <p:par>
                          <p:cTn id="215" fill="hold">
                            <p:stCondLst>
                              <p:cond delay="500"/>
                            </p:stCondLst>
                            <p:childTnLst>
                              <p:par>
                                <p:cTn id="216" presetID="22" presetClass="entr" presetSubtype="8" fill="hold" nodeType="afterEffect">
                                  <p:stCondLst>
                                    <p:cond delay="0"/>
                                  </p:stCondLst>
                                  <p:childTnLst>
                                    <p:set>
                                      <p:cBhvr>
                                        <p:cTn id="217" dur="1" fill="hold">
                                          <p:stCondLst>
                                            <p:cond delay="0"/>
                                          </p:stCondLst>
                                        </p:cTn>
                                        <p:tgtEl>
                                          <p:spTgt spid="29"/>
                                        </p:tgtEl>
                                        <p:attrNameLst>
                                          <p:attrName>style.visibility</p:attrName>
                                        </p:attrNameLst>
                                      </p:cBhvr>
                                      <p:to>
                                        <p:strVal val="visible"/>
                                      </p:to>
                                    </p:set>
                                    <p:animEffect transition="in" filter="wipe(left)">
                                      <p:cBhvr>
                                        <p:cTn id="218" dur="500"/>
                                        <p:tgtEl>
                                          <p:spTgt spid="29"/>
                                        </p:tgtEl>
                                      </p:cBhvr>
                                    </p:animEffect>
                                  </p:childTnLst>
                                </p:cTn>
                              </p:par>
                            </p:childTnLst>
                          </p:cTn>
                        </p:par>
                      </p:childTnLst>
                    </p:cTn>
                  </p:par>
                  <p:par>
                    <p:cTn id="219" fill="hold">
                      <p:stCondLst>
                        <p:cond delay="indefinite"/>
                      </p:stCondLst>
                      <p:childTnLst>
                        <p:par>
                          <p:cTn id="220" fill="hold">
                            <p:stCondLst>
                              <p:cond delay="0"/>
                            </p:stCondLst>
                            <p:childTnLst>
                              <p:par>
                                <p:cTn id="221" presetID="27" presetClass="emph" presetSubtype="0" fill="remove" grpId="1" nodeType="clickEffect">
                                  <p:stCondLst>
                                    <p:cond delay="0"/>
                                  </p:stCondLst>
                                  <p:childTnLst>
                                    <p:animClr clrSpc="rgb" dir="cw">
                                      <p:cBhvr override="childStyle">
                                        <p:cTn id="222" dur="250" autoRev="1" fill="remove"/>
                                        <p:tgtEl>
                                          <p:spTgt spid="109"/>
                                        </p:tgtEl>
                                        <p:attrNameLst>
                                          <p:attrName>style.color</p:attrName>
                                        </p:attrNameLst>
                                      </p:cBhvr>
                                      <p:to>
                                        <a:schemeClr val="bg1"/>
                                      </p:to>
                                    </p:animClr>
                                    <p:animClr clrSpc="rgb" dir="cw">
                                      <p:cBhvr>
                                        <p:cTn id="223" dur="250" autoRev="1" fill="remove"/>
                                        <p:tgtEl>
                                          <p:spTgt spid="109"/>
                                        </p:tgtEl>
                                        <p:attrNameLst>
                                          <p:attrName>fillcolor</p:attrName>
                                        </p:attrNameLst>
                                      </p:cBhvr>
                                      <p:to>
                                        <a:schemeClr val="bg1"/>
                                      </p:to>
                                    </p:animClr>
                                    <p:set>
                                      <p:cBhvr>
                                        <p:cTn id="224" dur="250" autoRev="1" fill="remove"/>
                                        <p:tgtEl>
                                          <p:spTgt spid="109"/>
                                        </p:tgtEl>
                                        <p:attrNameLst>
                                          <p:attrName>fill.type</p:attrName>
                                        </p:attrNameLst>
                                      </p:cBhvr>
                                      <p:to>
                                        <p:strVal val="solid"/>
                                      </p:to>
                                    </p:set>
                                    <p:set>
                                      <p:cBhvr>
                                        <p:cTn id="225" dur="250" autoRev="1" fill="remove"/>
                                        <p:tgtEl>
                                          <p:spTgt spid="109"/>
                                        </p:tgtEl>
                                        <p:attrNameLst>
                                          <p:attrName>fill.on</p:attrName>
                                        </p:attrNameLst>
                                      </p:cBhvr>
                                      <p:to>
                                        <p:strVal val="true"/>
                                      </p:to>
                                    </p:set>
                                  </p:childTnLst>
                                </p:cTn>
                              </p:par>
                            </p:childTnLst>
                          </p:cTn>
                        </p:par>
                        <p:par>
                          <p:cTn id="226" fill="hold">
                            <p:stCondLst>
                              <p:cond delay="500"/>
                            </p:stCondLst>
                            <p:childTnLst>
                              <p:par>
                                <p:cTn id="227" presetID="35" presetClass="path" presetSubtype="0" accel="50000" decel="50000" fill="hold" grpId="2" nodeType="afterEffect">
                                  <p:stCondLst>
                                    <p:cond delay="0"/>
                                  </p:stCondLst>
                                  <p:childTnLst>
                                    <p:animMotion origin="layout" path="M 2.91667E-6 -7.40741E-7 L -0.24076 -0.13241 " pathEditMode="relative" rAng="0" ptsTypes="AA">
                                      <p:cBhvr>
                                        <p:cTn id="228" dur="2000" fill="hold"/>
                                        <p:tgtEl>
                                          <p:spTgt spid="109"/>
                                        </p:tgtEl>
                                        <p:attrNameLst>
                                          <p:attrName>ppt_x</p:attrName>
                                          <p:attrName>ppt_y</p:attrName>
                                        </p:attrNameLst>
                                      </p:cBhvr>
                                      <p:rCtr x="-12044" y="-6620"/>
                                    </p:animMotion>
                                  </p:childTnLst>
                                </p:cTn>
                              </p:par>
                            </p:childTnLst>
                          </p:cTn>
                        </p:par>
                        <p:par>
                          <p:cTn id="229" fill="hold">
                            <p:stCondLst>
                              <p:cond delay="2500"/>
                            </p:stCondLst>
                            <p:childTnLst>
                              <p:par>
                                <p:cTn id="230" presetID="16" presetClass="exit" presetSubtype="21" fill="hold" grpId="3" nodeType="afterEffect">
                                  <p:stCondLst>
                                    <p:cond delay="0"/>
                                  </p:stCondLst>
                                  <p:childTnLst>
                                    <p:animEffect transition="out" filter="barn(inVertical)">
                                      <p:cBhvr>
                                        <p:cTn id="231" dur="500"/>
                                        <p:tgtEl>
                                          <p:spTgt spid="109"/>
                                        </p:tgtEl>
                                      </p:cBhvr>
                                    </p:animEffect>
                                    <p:set>
                                      <p:cBhvr>
                                        <p:cTn id="232" dur="1" fill="hold">
                                          <p:stCondLst>
                                            <p:cond delay="499"/>
                                          </p:stCondLst>
                                        </p:cTn>
                                        <p:tgtEl>
                                          <p:spTgt spid="109"/>
                                        </p:tgtEl>
                                        <p:attrNameLst>
                                          <p:attrName>style.visibility</p:attrName>
                                        </p:attrNameLst>
                                      </p:cBhvr>
                                      <p:to>
                                        <p:strVal val="hidden"/>
                                      </p:to>
                                    </p:set>
                                  </p:childTnLst>
                                </p:cTn>
                              </p:par>
                            </p:childTnLst>
                          </p:cTn>
                        </p:par>
                        <p:par>
                          <p:cTn id="233" fill="hold">
                            <p:stCondLst>
                              <p:cond delay="3000"/>
                            </p:stCondLst>
                            <p:childTnLst>
                              <p:par>
                                <p:cTn id="234" presetID="22" presetClass="entr" presetSubtype="1" fill="hold" nodeType="afterEffect">
                                  <p:stCondLst>
                                    <p:cond delay="0"/>
                                  </p:stCondLst>
                                  <p:childTnLst>
                                    <p:set>
                                      <p:cBhvr>
                                        <p:cTn id="235" dur="1" fill="hold">
                                          <p:stCondLst>
                                            <p:cond delay="0"/>
                                          </p:stCondLst>
                                        </p:cTn>
                                        <p:tgtEl>
                                          <p:spTgt spid="4"/>
                                        </p:tgtEl>
                                        <p:attrNameLst>
                                          <p:attrName>style.visibility</p:attrName>
                                        </p:attrNameLst>
                                      </p:cBhvr>
                                      <p:to>
                                        <p:strVal val="visible"/>
                                      </p:to>
                                    </p:set>
                                    <p:animEffect transition="in" filter="wipe(up)">
                                      <p:cBhvr>
                                        <p:cTn id="236" dur="500"/>
                                        <p:tgtEl>
                                          <p:spTgt spid="4"/>
                                        </p:tgtEl>
                                      </p:cBhvr>
                                    </p:animEffect>
                                  </p:childTnLst>
                                </p:cTn>
                              </p:par>
                            </p:childTnLst>
                          </p:cTn>
                        </p:par>
                        <p:par>
                          <p:cTn id="237" fill="hold">
                            <p:stCondLst>
                              <p:cond delay="3500"/>
                            </p:stCondLst>
                            <p:childTnLst>
                              <p:par>
                                <p:cTn id="238" presetID="22" presetClass="entr" presetSubtype="8" fill="hold" grpId="0" nodeType="afterEffect">
                                  <p:stCondLst>
                                    <p:cond delay="0"/>
                                  </p:stCondLst>
                                  <p:childTnLst>
                                    <p:set>
                                      <p:cBhvr>
                                        <p:cTn id="239" dur="1" fill="hold">
                                          <p:stCondLst>
                                            <p:cond delay="0"/>
                                          </p:stCondLst>
                                        </p:cTn>
                                        <p:tgtEl>
                                          <p:spTgt spid="67"/>
                                        </p:tgtEl>
                                        <p:attrNameLst>
                                          <p:attrName>style.visibility</p:attrName>
                                        </p:attrNameLst>
                                      </p:cBhvr>
                                      <p:to>
                                        <p:strVal val="visible"/>
                                      </p:to>
                                    </p:set>
                                    <p:animEffect transition="in" filter="wipe(left)">
                                      <p:cBhvr>
                                        <p:cTn id="240" dur="500"/>
                                        <p:tgtEl>
                                          <p:spTgt spid="67"/>
                                        </p:tgtEl>
                                      </p:cBhvr>
                                    </p:animEffect>
                                  </p:childTnLst>
                                </p:cTn>
                              </p:par>
                            </p:childTnLst>
                          </p:cTn>
                        </p:par>
                        <p:par>
                          <p:cTn id="241" fill="hold">
                            <p:stCondLst>
                              <p:cond delay="4000"/>
                            </p:stCondLst>
                            <p:childTnLst>
                              <p:par>
                                <p:cTn id="242" presetID="22" presetClass="entr" presetSubtype="1" fill="hold" grpId="0" nodeType="afterEffect">
                                  <p:stCondLst>
                                    <p:cond delay="0"/>
                                  </p:stCondLst>
                                  <p:childTnLst>
                                    <p:set>
                                      <p:cBhvr>
                                        <p:cTn id="243" dur="1" fill="hold">
                                          <p:stCondLst>
                                            <p:cond delay="0"/>
                                          </p:stCondLst>
                                        </p:cTn>
                                        <p:tgtEl>
                                          <p:spTgt spid="68"/>
                                        </p:tgtEl>
                                        <p:attrNameLst>
                                          <p:attrName>style.visibility</p:attrName>
                                        </p:attrNameLst>
                                      </p:cBhvr>
                                      <p:to>
                                        <p:strVal val="visible"/>
                                      </p:to>
                                    </p:set>
                                    <p:animEffect transition="in" filter="wipe(up)">
                                      <p:cBhvr>
                                        <p:cTn id="244" dur="500"/>
                                        <p:tgtEl>
                                          <p:spTgt spid="68"/>
                                        </p:tgtEl>
                                      </p:cBhvr>
                                    </p:animEffect>
                                  </p:childTnLst>
                                </p:cTn>
                              </p:par>
                            </p:childTnLst>
                          </p:cTn>
                        </p:par>
                      </p:childTnLst>
                    </p:cTn>
                  </p:par>
                  <p:par>
                    <p:cTn id="245" fill="hold">
                      <p:stCondLst>
                        <p:cond delay="indefinite"/>
                      </p:stCondLst>
                      <p:childTnLst>
                        <p:par>
                          <p:cTn id="246" fill="hold">
                            <p:stCondLst>
                              <p:cond delay="0"/>
                            </p:stCondLst>
                            <p:childTnLst>
                              <p:par>
                                <p:cTn id="247" presetID="27" presetClass="emph" presetSubtype="0" fill="remove" grpId="1" nodeType="clickEffect">
                                  <p:stCondLst>
                                    <p:cond delay="0"/>
                                  </p:stCondLst>
                                  <p:childTnLst>
                                    <p:animClr clrSpc="rgb" dir="cw">
                                      <p:cBhvr override="childStyle">
                                        <p:cTn id="248" dur="250" autoRev="1" fill="remove"/>
                                        <p:tgtEl>
                                          <p:spTgt spid="110"/>
                                        </p:tgtEl>
                                        <p:attrNameLst>
                                          <p:attrName>style.color</p:attrName>
                                        </p:attrNameLst>
                                      </p:cBhvr>
                                      <p:to>
                                        <a:schemeClr val="bg1"/>
                                      </p:to>
                                    </p:animClr>
                                    <p:animClr clrSpc="rgb" dir="cw">
                                      <p:cBhvr>
                                        <p:cTn id="249" dur="250" autoRev="1" fill="remove"/>
                                        <p:tgtEl>
                                          <p:spTgt spid="110"/>
                                        </p:tgtEl>
                                        <p:attrNameLst>
                                          <p:attrName>fillcolor</p:attrName>
                                        </p:attrNameLst>
                                      </p:cBhvr>
                                      <p:to>
                                        <a:schemeClr val="bg1"/>
                                      </p:to>
                                    </p:animClr>
                                    <p:set>
                                      <p:cBhvr>
                                        <p:cTn id="250" dur="250" autoRev="1" fill="remove"/>
                                        <p:tgtEl>
                                          <p:spTgt spid="110"/>
                                        </p:tgtEl>
                                        <p:attrNameLst>
                                          <p:attrName>fill.type</p:attrName>
                                        </p:attrNameLst>
                                      </p:cBhvr>
                                      <p:to>
                                        <p:strVal val="solid"/>
                                      </p:to>
                                    </p:set>
                                    <p:set>
                                      <p:cBhvr>
                                        <p:cTn id="251" dur="250" autoRev="1" fill="remove"/>
                                        <p:tgtEl>
                                          <p:spTgt spid="110"/>
                                        </p:tgtEl>
                                        <p:attrNameLst>
                                          <p:attrName>fill.on</p:attrName>
                                        </p:attrNameLst>
                                      </p:cBhvr>
                                      <p:to>
                                        <p:strVal val="true"/>
                                      </p:to>
                                    </p:set>
                                  </p:childTnLst>
                                </p:cTn>
                              </p:par>
                            </p:childTnLst>
                          </p:cTn>
                        </p:par>
                        <p:par>
                          <p:cTn id="252" fill="hold">
                            <p:stCondLst>
                              <p:cond delay="500"/>
                            </p:stCondLst>
                            <p:childTnLst>
                              <p:par>
                                <p:cTn id="253" presetID="64" presetClass="path" presetSubtype="0" accel="50000" decel="50000" fill="hold" grpId="2" nodeType="afterEffect">
                                  <p:stCondLst>
                                    <p:cond delay="0"/>
                                  </p:stCondLst>
                                  <p:childTnLst>
                                    <p:animMotion origin="layout" path="M 2.91667E-6 3.7037E-7 L 0.00455 -0.17755 " pathEditMode="relative" rAng="0" ptsTypes="AA">
                                      <p:cBhvr>
                                        <p:cTn id="254" dur="2000" fill="hold"/>
                                        <p:tgtEl>
                                          <p:spTgt spid="110"/>
                                        </p:tgtEl>
                                        <p:attrNameLst>
                                          <p:attrName>ppt_x</p:attrName>
                                          <p:attrName>ppt_y</p:attrName>
                                        </p:attrNameLst>
                                      </p:cBhvr>
                                      <p:rCtr x="221" y="-8889"/>
                                    </p:animMotion>
                                  </p:childTnLst>
                                </p:cTn>
                              </p:par>
                            </p:childTnLst>
                          </p:cTn>
                        </p:par>
                        <p:par>
                          <p:cTn id="255" fill="hold">
                            <p:stCondLst>
                              <p:cond delay="2500"/>
                            </p:stCondLst>
                            <p:childTnLst>
                              <p:par>
                                <p:cTn id="256" presetID="16" presetClass="exit" presetSubtype="21" fill="hold" grpId="3" nodeType="afterEffect">
                                  <p:stCondLst>
                                    <p:cond delay="0"/>
                                  </p:stCondLst>
                                  <p:childTnLst>
                                    <p:animEffect transition="out" filter="barn(inVertical)">
                                      <p:cBhvr>
                                        <p:cTn id="257" dur="500"/>
                                        <p:tgtEl>
                                          <p:spTgt spid="110"/>
                                        </p:tgtEl>
                                      </p:cBhvr>
                                    </p:animEffect>
                                    <p:set>
                                      <p:cBhvr>
                                        <p:cTn id="258" dur="1" fill="hold">
                                          <p:stCondLst>
                                            <p:cond delay="499"/>
                                          </p:stCondLst>
                                        </p:cTn>
                                        <p:tgtEl>
                                          <p:spTgt spid="110"/>
                                        </p:tgtEl>
                                        <p:attrNameLst>
                                          <p:attrName>style.visibility</p:attrName>
                                        </p:attrNameLst>
                                      </p:cBhvr>
                                      <p:to>
                                        <p:strVal val="hidden"/>
                                      </p:to>
                                    </p:set>
                                  </p:childTnLst>
                                </p:cTn>
                              </p:par>
                            </p:childTnLst>
                          </p:cTn>
                        </p:par>
                        <p:par>
                          <p:cTn id="259" fill="hold">
                            <p:stCondLst>
                              <p:cond delay="3000"/>
                            </p:stCondLst>
                            <p:childTnLst>
                              <p:par>
                                <p:cTn id="260" presetID="22" presetClass="entr" presetSubtype="1" fill="hold" nodeType="afterEffect">
                                  <p:stCondLst>
                                    <p:cond delay="0"/>
                                  </p:stCondLst>
                                  <p:childTnLst>
                                    <p:set>
                                      <p:cBhvr>
                                        <p:cTn id="261" dur="1" fill="hold">
                                          <p:stCondLst>
                                            <p:cond delay="0"/>
                                          </p:stCondLst>
                                        </p:cTn>
                                        <p:tgtEl>
                                          <p:spTgt spid="16"/>
                                        </p:tgtEl>
                                        <p:attrNameLst>
                                          <p:attrName>style.visibility</p:attrName>
                                        </p:attrNameLst>
                                      </p:cBhvr>
                                      <p:to>
                                        <p:strVal val="visible"/>
                                      </p:to>
                                    </p:set>
                                    <p:animEffect transition="in" filter="wipe(up)">
                                      <p:cBhvr>
                                        <p:cTn id="262" dur="500"/>
                                        <p:tgtEl>
                                          <p:spTgt spid="16"/>
                                        </p:tgtEl>
                                      </p:cBhvr>
                                    </p:animEffect>
                                  </p:childTnLst>
                                </p:cTn>
                              </p:par>
                            </p:childTnLst>
                          </p:cTn>
                        </p:par>
                        <p:par>
                          <p:cTn id="263" fill="hold">
                            <p:stCondLst>
                              <p:cond delay="3500"/>
                            </p:stCondLst>
                            <p:childTnLst>
                              <p:par>
                                <p:cTn id="264" presetID="22" presetClass="entr" presetSubtype="8" fill="hold" grpId="0" nodeType="afterEffect">
                                  <p:stCondLst>
                                    <p:cond delay="0"/>
                                  </p:stCondLst>
                                  <p:childTnLst>
                                    <p:set>
                                      <p:cBhvr>
                                        <p:cTn id="265" dur="1" fill="hold">
                                          <p:stCondLst>
                                            <p:cond delay="0"/>
                                          </p:stCondLst>
                                        </p:cTn>
                                        <p:tgtEl>
                                          <p:spTgt spid="28"/>
                                        </p:tgtEl>
                                        <p:attrNameLst>
                                          <p:attrName>style.visibility</p:attrName>
                                        </p:attrNameLst>
                                      </p:cBhvr>
                                      <p:to>
                                        <p:strVal val="visible"/>
                                      </p:to>
                                    </p:set>
                                    <p:animEffect transition="in" filter="wipe(left)">
                                      <p:cBhvr>
                                        <p:cTn id="266" dur="500"/>
                                        <p:tgtEl>
                                          <p:spTgt spid="28"/>
                                        </p:tgtEl>
                                      </p:cBhvr>
                                    </p:animEffect>
                                  </p:childTnLst>
                                </p:cTn>
                              </p:par>
                            </p:childTnLst>
                          </p:cTn>
                        </p:par>
                        <p:par>
                          <p:cTn id="267" fill="hold">
                            <p:stCondLst>
                              <p:cond delay="4000"/>
                            </p:stCondLst>
                            <p:childTnLst>
                              <p:par>
                                <p:cTn id="268" presetID="22" presetClass="entr" presetSubtype="8" fill="hold" grpId="0" nodeType="afterEffect">
                                  <p:stCondLst>
                                    <p:cond delay="0"/>
                                  </p:stCondLst>
                                  <p:childTnLst>
                                    <p:set>
                                      <p:cBhvr>
                                        <p:cTn id="269" dur="1" fill="hold">
                                          <p:stCondLst>
                                            <p:cond delay="0"/>
                                          </p:stCondLst>
                                        </p:cTn>
                                        <p:tgtEl>
                                          <p:spTgt spid="35"/>
                                        </p:tgtEl>
                                        <p:attrNameLst>
                                          <p:attrName>style.visibility</p:attrName>
                                        </p:attrNameLst>
                                      </p:cBhvr>
                                      <p:to>
                                        <p:strVal val="visible"/>
                                      </p:to>
                                    </p:set>
                                    <p:animEffect transition="in" filter="wipe(left)">
                                      <p:cBhvr>
                                        <p:cTn id="270" dur="500"/>
                                        <p:tgtEl>
                                          <p:spTgt spid="35"/>
                                        </p:tgtEl>
                                      </p:cBhvr>
                                    </p:animEffect>
                                  </p:childTnLst>
                                </p:cTn>
                              </p:par>
                              <p:par>
                                <p:cTn id="271" presetID="22" presetClass="entr" presetSubtype="1" fill="hold" grpId="0" nodeType="withEffect">
                                  <p:stCondLst>
                                    <p:cond delay="0"/>
                                  </p:stCondLst>
                                  <p:childTnLst>
                                    <p:set>
                                      <p:cBhvr>
                                        <p:cTn id="272" dur="1" fill="hold">
                                          <p:stCondLst>
                                            <p:cond delay="0"/>
                                          </p:stCondLst>
                                        </p:cTn>
                                        <p:tgtEl>
                                          <p:spTgt spid="64"/>
                                        </p:tgtEl>
                                        <p:attrNameLst>
                                          <p:attrName>style.visibility</p:attrName>
                                        </p:attrNameLst>
                                      </p:cBhvr>
                                      <p:to>
                                        <p:strVal val="visible"/>
                                      </p:to>
                                    </p:set>
                                    <p:animEffect transition="in" filter="wipe(up)">
                                      <p:cBhvr>
                                        <p:cTn id="273" dur="500"/>
                                        <p:tgtEl>
                                          <p:spTgt spid="64"/>
                                        </p:tgtEl>
                                      </p:cBhvr>
                                    </p:animEffect>
                                  </p:childTnLst>
                                </p:cTn>
                              </p:par>
                            </p:childTnLst>
                          </p:cTn>
                        </p:par>
                        <p:par>
                          <p:cTn id="274" fill="hold">
                            <p:stCondLst>
                              <p:cond delay="4500"/>
                            </p:stCondLst>
                            <p:childTnLst>
                              <p:par>
                                <p:cTn id="275" presetID="22" presetClass="entr" presetSubtype="8" fill="hold" grpId="0" nodeType="afterEffect">
                                  <p:stCondLst>
                                    <p:cond delay="0"/>
                                  </p:stCondLst>
                                  <p:childTnLst>
                                    <p:set>
                                      <p:cBhvr>
                                        <p:cTn id="276" dur="1" fill="hold">
                                          <p:stCondLst>
                                            <p:cond delay="0"/>
                                          </p:stCondLst>
                                        </p:cTn>
                                        <p:tgtEl>
                                          <p:spTgt spid="36"/>
                                        </p:tgtEl>
                                        <p:attrNameLst>
                                          <p:attrName>style.visibility</p:attrName>
                                        </p:attrNameLst>
                                      </p:cBhvr>
                                      <p:to>
                                        <p:strVal val="visible"/>
                                      </p:to>
                                    </p:set>
                                    <p:animEffect transition="in" filter="wipe(left)">
                                      <p:cBhvr>
                                        <p:cTn id="277" dur="500"/>
                                        <p:tgtEl>
                                          <p:spTgt spid="36"/>
                                        </p:tgtEl>
                                      </p:cBhvr>
                                    </p:animEffect>
                                  </p:childTnLst>
                                </p:cTn>
                              </p:par>
                            </p:childTnLst>
                          </p:cTn>
                        </p:par>
                      </p:childTnLst>
                    </p:cTn>
                  </p:par>
                  <p:par>
                    <p:cTn id="278" fill="hold">
                      <p:stCondLst>
                        <p:cond delay="indefinite"/>
                      </p:stCondLst>
                      <p:childTnLst>
                        <p:par>
                          <p:cTn id="279" fill="hold">
                            <p:stCondLst>
                              <p:cond delay="0"/>
                            </p:stCondLst>
                            <p:childTnLst>
                              <p:par>
                                <p:cTn id="280" presetID="27" presetClass="emph" presetSubtype="0" fill="remove" grpId="1" nodeType="clickEffect">
                                  <p:stCondLst>
                                    <p:cond delay="0"/>
                                  </p:stCondLst>
                                  <p:childTnLst>
                                    <p:animClr clrSpc="rgb" dir="cw">
                                      <p:cBhvr override="childStyle">
                                        <p:cTn id="281" dur="250" autoRev="1" fill="remove"/>
                                        <p:tgtEl>
                                          <p:spTgt spid="111"/>
                                        </p:tgtEl>
                                        <p:attrNameLst>
                                          <p:attrName>style.color</p:attrName>
                                        </p:attrNameLst>
                                      </p:cBhvr>
                                      <p:to>
                                        <a:schemeClr val="bg1"/>
                                      </p:to>
                                    </p:animClr>
                                    <p:animClr clrSpc="rgb" dir="cw">
                                      <p:cBhvr>
                                        <p:cTn id="282" dur="250" autoRev="1" fill="remove"/>
                                        <p:tgtEl>
                                          <p:spTgt spid="111"/>
                                        </p:tgtEl>
                                        <p:attrNameLst>
                                          <p:attrName>fillcolor</p:attrName>
                                        </p:attrNameLst>
                                      </p:cBhvr>
                                      <p:to>
                                        <a:schemeClr val="bg1"/>
                                      </p:to>
                                    </p:animClr>
                                    <p:set>
                                      <p:cBhvr>
                                        <p:cTn id="283" dur="250" autoRev="1" fill="remove"/>
                                        <p:tgtEl>
                                          <p:spTgt spid="111"/>
                                        </p:tgtEl>
                                        <p:attrNameLst>
                                          <p:attrName>fill.type</p:attrName>
                                        </p:attrNameLst>
                                      </p:cBhvr>
                                      <p:to>
                                        <p:strVal val="solid"/>
                                      </p:to>
                                    </p:set>
                                    <p:set>
                                      <p:cBhvr>
                                        <p:cTn id="284" dur="250" autoRev="1" fill="remove"/>
                                        <p:tgtEl>
                                          <p:spTgt spid="111"/>
                                        </p:tgtEl>
                                        <p:attrNameLst>
                                          <p:attrName>fill.on</p:attrName>
                                        </p:attrNameLst>
                                      </p:cBhvr>
                                      <p:to>
                                        <p:strVal val="true"/>
                                      </p:to>
                                    </p:set>
                                  </p:childTnLst>
                                </p:cTn>
                              </p:par>
                            </p:childTnLst>
                          </p:cTn>
                        </p:par>
                        <p:par>
                          <p:cTn id="285" fill="hold">
                            <p:stCondLst>
                              <p:cond delay="500"/>
                            </p:stCondLst>
                            <p:childTnLst>
                              <p:par>
                                <p:cTn id="286" presetID="35" presetClass="path" presetSubtype="0" accel="50000" decel="50000" fill="hold" grpId="2" nodeType="afterEffect">
                                  <p:stCondLst>
                                    <p:cond delay="0"/>
                                  </p:stCondLst>
                                  <p:childTnLst>
                                    <p:animMotion origin="layout" path="M 2.91667E-6 1.48148E-6 L -0.16172 -0.10833 " pathEditMode="relative" rAng="0" ptsTypes="AA">
                                      <p:cBhvr>
                                        <p:cTn id="287" dur="2000" fill="hold"/>
                                        <p:tgtEl>
                                          <p:spTgt spid="111"/>
                                        </p:tgtEl>
                                        <p:attrNameLst>
                                          <p:attrName>ppt_x</p:attrName>
                                          <p:attrName>ppt_y</p:attrName>
                                        </p:attrNameLst>
                                      </p:cBhvr>
                                      <p:rCtr x="-8086" y="-5417"/>
                                    </p:animMotion>
                                  </p:childTnLst>
                                </p:cTn>
                              </p:par>
                            </p:childTnLst>
                          </p:cTn>
                        </p:par>
                        <p:par>
                          <p:cTn id="288" fill="hold">
                            <p:stCondLst>
                              <p:cond delay="2500"/>
                            </p:stCondLst>
                            <p:childTnLst>
                              <p:par>
                                <p:cTn id="289" presetID="16" presetClass="exit" presetSubtype="21" fill="hold" grpId="3" nodeType="afterEffect">
                                  <p:stCondLst>
                                    <p:cond delay="0"/>
                                  </p:stCondLst>
                                  <p:childTnLst>
                                    <p:animEffect transition="out" filter="barn(inVertical)">
                                      <p:cBhvr>
                                        <p:cTn id="290" dur="500"/>
                                        <p:tgtEl>
                                          <p:spTgt spid="111"/>
                                        </p:tgtEl>
                                      </p:cBhvr>
                                    </p:animEffect>
                                    <p:set>
                                      <p:cBhvr>
                                        <p:cTn id="291" dur="1" fill="hold">
                                          <p:stCondLst>
                                            <p:cond delay="499"/>
                                          </p:stCondLst>
                                        </p:cTn>
                                        <p:tgtEl>
                                          <p:spTgt spid="111"/>
                                        </p:tgtEl>
                                        <p:attrNameLst>
                                          <p:attrName>style.visibility</p:attrName>
                                        </p:attrNameLst>
                                      </p:cBhvr>
                                      <p:to>
                                        <p:strVal val="hidden"/>
                                      </p:to>
                                    </p:set>
                                  </p:childTnLst>
                                </p:cTn>
                              </p:par>
                            </p:childTnLst>
                          </p:cTn>
                        </p:par>
                        <p:par>
                          <p:cTn id="292" fill="hold">
                            <p:stCondLst>
                              <p:cond delay="3000"/>
                            </p:stCondLst>
                            <p:childTnLst>
                              <p:par>
                                <p:cTn id="293" presetID="22" presetClass="entr" presetSubtype="1" fill="hold" nodeType="afterEffect">
                                  <p:stCondLst>
                                    <p:cond delay="0"/>
                                  </p:stCondLst>
                                  <p:childTnLst>
                                    <p:set>
                                      <p:cBhvr>
                                        <p:cTn id="294" dur="1" fill="hold">
                                          <p:stCondLst>
                                            <p:cond delay="0"/>
                                          </p:stCondLst>
                                        </p:cTn>
                                        <p:tgtEl>
                                          <p:spTgt spid="22"/>
                                        </p:tgtEl>
                                        <p:attrNameLst>
                                          <p:attrName>style.visibility</p:attrName>
                                        </p:attrNameLst>
                                      </p:cBhvr>
                                      <p:to>
                                        <p:strVal val="visible"/>
                                      </p:to>
                                    </p:set>
                                    <p:animEffect transition="in" filter="wipe(up)">
                                      <p:cBhvr>
                                        <p:cTn id="295" dur="500"/>
                                        <p:tgtEl>
                                          <p:spTgt spid="22"/>
                                        </p:tgtEl>
                                      </p:cBhvr>
                                    </p:animEffect>
                                  </p:childTnLst>
                                </p:cTn>
                              </p:par>
                            </p:childTnLst>
                          </p:cTn>
                        </p:par>
                        <p:par>
                          <p:cTn id="296" fill="hold">
                            <p:stCondLst>
                              <p:cond delay="3500"/>
                            </p:stCondLst>
                            <p:childTnLst>
                              <p:par>
                                <p:cTn id="297" presetID="22" presetClass="entr" presetSubtype="8" fill="hold" grpId="0" nodeType="afterEffect">
                                  <p:stCondLst>
                                    <p:cond delay="0"/>
                                  </p:stCondLst>
                                  <p:childTnLst>
                                    <p:set>
                                      <p:cBhvr>
                                        <p:cTn id="298" dur="1" fill="hold">
                                          <p:stCondLst>
                                            <p:cond delay="0"/>
                                          </p:stCondLst>
                                        </p:cTn>
                                        <p:tgtEl>
                                          <p:spTgt spid="65"/>
                                        </p:tgtEl>
                                        <p:attrNameLst>
                                          <p:attrName>style.visibility</p:attrName>
                                        </p:attrNameLst>
                                      </p:cBhvr>
                                      <p:to>
                                        <p:strVal val="visible"/>
                                      </p:to>
                                    </p:set>
                                    <p:animEffect transition="in" filter="wipe(left)">
                                      <p:cBhvr>
                                        <p:cTn id="299" dur="500"/>
                                        <p:tgtEl>
                                          <p:spTgt spid="65"/>
                                        </p:tgtEl>
                                      </p:cBhvr>
                                    </p:animEffect>
                                  </p:childTnLst>
                                </p:cTn>
                              </p:par>
                            </p:childTnLst>
                          </p:cTn>
                        </p:par>
                        <p:par>
                          <p:cTn id="300" fill="hold">
                            <p:stCondLst>
                              <p:cond delay="4000"/>
                            </p:stCondLst>
                            <p:childTnLst>
                              <p:par>
                                <p:cTn id="301" presetID="22" presetClass="entr" presetSubtype="8" fill="hold" grpId="0" nodeType="afterEffect">
                                  <p:stCondLst>
                                    <p:cond delay="0"/>
                                  </p:stCondLst>
                                  <p:childTnLst>
                                    <p:set>
                                      <p:cBhvr>
                                        <p:cTn id="302" dur="1" fill="hold">
                                          <p:stCondLst>
                                            <p:cond delay="0"/>
                                          </p:stCondLst>
                                        </p:cTn>
                                        <p:tgtEl>
                                          <p:spTgt spid="37"/>
                                        </p:tgtEl>
                                        <p:attrNameLst>
                                          <p:attrName>style.visibility</p:attrName>
                                        </p:attrNameLst>
                                      </p:cBhvr>
                                      <p:to>
                                        <p:strVal val="visible"/>
                                      </p:to>
                                    </p:set>
                                    <p:animEffect transition="in" filter="wipe(left)">
                                      <p:cBhvr>
                                        <p:cTn id="303" dur="500"/>
                                        <p:tgtEl>
                                          <p:spTgt spid="37"/>
                                        </p:tgtEl>
                                      </p:cBhvr>
                                    </p:animEffect>
                                  </p:childTnLst>
                                </p:cTn>
                              </p:par>
                            </p:childTnLst>
                          </p:cTn>
                        </p:par>
                        <p:par>
                          <p:cTn id="304" fill="hold">
                            <p:stCondLst>
                              <p:cond delay="4500"/>
                            </p:stCondLst>
                            <p:childTnLst>
                              <p:par>
                                <p:cTn id="305" presetID="22" presetClass="entr" presetSubtype="1" fill="hold" grpId="0" nodeType="afterEffect">
                                  <p:stCondLst>
                                    <p:cond delay="0"/>
                                  </p:stCondLst>
                                  <p:childTnLst>
                                    <p:set>
                                      <p:cBhvr>
                                        <p:cTn id="306" dur="1" fill="hold">
                                          <p:stCondLst>
                                            <p:cond delay="0"/>
                                          </p:stCondLst>
                                        </p:cTn>
                                        <p:tgtEl>
                                          <p:spTgt spid="69"/>
                                        </p:tgtEl>
                                        <p:attrNameLst>
                                          <p:attrName>style.visibility</p:attrName>
                                        </p:attrNameLst>
                                      </p:cBhvr>
                                      <p:to>
                                        <p:strVal val="visible"/>
                                      </p:to>
                                    </p:set>
                                    <p:animEffect transition="in" filter="wipe(up)">
                                      <p:cBhvr>
                                        <p:cTn id="307" dur="500"/>
                                        <p:tgtEl>
                                          <p:spTgt spid="69"/>
                                        </p:tgtEl>
                                      </p:cBhvr>
                                    </p:animEffect>
                                  </p:childTnLst>
                                </p:cTn>
                              </p:par>
                            </p:childTnLst>
                          </p:cTn>
                        </p:par>
                        <p:par>
                          <p:cTn id="308" fill="hold">
                            <p:stCondLst>
                              <p:cond delay="5000"/>
                            </p:stCondLst>
                            <p:childTnLst>
                              <p:par>
                                <p:cTn id="309" presetID="22" presetClass="entr" presetSubtype="8" fill="hold" grpId="0" nodeType="afterEffect">
                                  <p:stCondLst>
                                    <p:cond delay="0"/>
                                  </p:stCondLst>
                                  <p:childTnLst>
                                    <p:set>
                                      <p:cBhvr>
                                        <p:cTn id="310" dur="1" fill="hold">
                                          <p:stCondLst>
                                            <p:cond delay="0"/>
                                          </p:stCondLst>
                                        </p:cTn>
                                        <p:tgtEl>
                                          <p:spTgt spid="38"/>
                                        </p:tgtEl>
                                        <p:attrNameLst>
                                          <p:attrName>style.visibility</p:attrName>
                                        </p:attrNameLst>
                                      </p:cBhvr>
                                      <p:to>
                                        <p:strVal val="visible"/>
                                      </p:to>
                                    </p:set>
                                    <p:animEffect transition="in" filter="wipe(left)">
                                      <p:cBhvr>
                                        <p:cTn id="311" dur="500"/>
                                        <p:tgtEl>
                                          <p:spTgt spid="38"/>
                                        </p:tgtEl>
                                      </p:cBhvr>
                                    </p:animEffect>
                                  </p:childTnLst>
                                </p:cTn>
                              </p:par>
                            </p:childTnLst>
                          </p:cTn>
                        </p:par>
                      </p:childTnLst>
                    </p:cTn>
                  </p:par>
                  <p:par>
                    <p:cTn id="312" fill="hold">
                      <p:stCondLst>
                        <p:cond delay="indefinite"/>
                      </p:stCondLst>
                      <p:childTnLst>
                        <p:par>
                          <p:cTn id="313" fill="hold">
                            <p:stCondLst>
                              <p:cond delay="0"/>
                            </p:stCondLst>
                            <p:childTnLst>
                              <p:par>
                                <p:cTn id="314" presetID="27" presetClass="emph" presetSubtype="0" fill="remove" grpId="1" nodeType="clickEffect">
                                  <p:stCondLst>
                                    <p:cond delay="0"/>
                                  </p:stCondLst>
                                  <p:childTnLst>
                                    <p:animClr clrSpc="rgb" dir="cw">
                                      <p:cBhvr override="childStyle">
                                        <p:cTn id="315" dur="250" autoRev="1" fill="remove"/>
                                        <p:tgtEl>
                                          <p:spTgt spid="112"/>
                                        </p:tgtEl>
                                        <p:attrNameLst>
                                          <p:attrName>style.color</p:attrName>
                                        </p:attrNameLst>
                                      </p:cBhvr>
                                      <p:to>
                                        <a:schemeClr val="bg1"/>
                                      </p:to>
                                    </p:animClr>
                                    <p:animClr clrSpc="rgb" dir="cw">
                                      <p:cBhvr>
                                        <p:cTn id="316" dur="250" autoRev="1" fill="remove"/>
                                        <p:tgtEl>
                                          <p:spTgt spid="112"/>
                                        </p:tgtEl>
                                        <p:attrNameLst>
                                          <p:attrName>fillcolor</p:attrName>
                                        </p:attrNameLst>
                                      </p:cBhvr>
                                      <p:to>
                                        <a:schemeClr val="bg1"/>
                                      </p:to>
                                    </p:animClr>
                                    <p:set>
                                      <p:cBhvr>
                                        <p:cTn id="317" dur="250" autoRev="1" fill="remove"/>
                                        <p:tgtEl>
                                          <p:spTgt spid="112"/>
                                        </p:tgtEl>
                                        <p:attrNameLst>
                                          <p:attrName>fill.type</p:attrName>
                                        </p:attrNameLst>
                                      </p:cBhvr>
                                      <p:to>
                                        <p:strVal val="solid"/>
                                      </p:to>
                                    </p:set>
                                    <p:set>
                                      <p:cBhvr>
                                        <p:cTn id="318" dur="250" autoRev="1" fill="remove"/>
                                        <p:tgtEl>
                                          <p:spTgt spid="112"/>
                                        </p:tgtEl>
                                        <p:attrNameLst>
                                          <p:attrName>fill.on</p:attrName>
                                        </p:attrNameLst>
                                      </p:cBhvr>
                                      <p:to>
                                        <p:strVal val="true"/>
                                      </p:to>
                                    </p:set>
                                  </p:childTnLst>
                                </p:cTn>
                              </p:par>
                            </p:childTnLst>
                          </p:cTn>
                        </p:par>
                        <p:par>
                          <p:cTn id="319" fill="hold">
                            <p:stCondLst>
                              <p:cond delay="500"/>
                            </p:stCondLst>
                            <p:childTnLst>
                              <p:par>
                                <p:cTn id="320" presetID="35" presetClass="path" presetSubtype="0" accel="50000" decel="50000" fill="hold" grpId="2" nodeType="afterEffect">
                                  <p:stCondLst>
                                    <p:cond delay="0"/>
                                  </p:stCondLst>
                                  <p:childTnLst>
                                    <p:animMotion origin="layout" path="M 2.91667E-6 2.59259E-6 L -0.24792 -0.02199 " pathEditMode="relative" rAng="0" ptsTypes="AA">
                                      <p:cBhvr>
                                        <p:cTn id="321" dur="2000" fill="hold"/>
                                        <p:tgtEl>
                                          <p:spTgt spid="112"/>
                                        </p:tgtEl>
                                        <p:attrNameLst>
                                          <p:attrName>ppt_x</p:attrName>
                                          <p:attrName>ppt_y</p:attrName>
                                        </p:attrNameLst>
                                      </p:cBhvr>
                                      <p:rCtr x="-12396" y="-1111"/>
                                    </p:animMotion>
                                  </p:childTnLst>
                                </p:cTn>
                              </p:par>
                            </p:childTnLst>
                          </p:cTn>
                        </p:par>
                        <p:par>
                          <p:cTn id="322" fill="hold">
                            <p:stCondLst>
                              <p:cond delay="2500"/>
                            </p:stCondLst>
                            <p:childTnLst>
                              <p:par>
                                <p:cTn id="323" presetID="16" presetClass="exit" presetSubtype="21" fill="hold" grpId="3" nodeType="afterEffect">
                                  <p:stCondLst>
                                    <p:cond delay="0"/>
                                  </p:stCondLst>
                                  <p:childTnLst>
                                    <p:animEffect transition="out" filter="barn(inVertical)">
                                      <p:cBhvr>
                                        <p:cTn id="324" dur="500"/>
                                        <p:tgtEl>
                                          <p:spTgt spid="112"/>
                                        </p:tgtEl>
                                      </p:cBhvr>
                                    </p:animEffect>
                                    <p:set>
                                      <p:cBhvr>
                                        <p:cTn id="325" dur="1" fill="hold">
                                          <p:stCondLst>
                                            <p:cond delay="499"/>
                                          </p:stCondLst>
                                        </p:cTn>
                                        <p:tgtEl>
                                          <p:spTgt spid="112"/>
                                        </p:tgtEl>
                                        <p:attrNameLst>
                                          <p:attrName>style.visibility</p:attrName>
                                        </p:attrNameLst>
                                      </p:cBhvr>
                                      <p:to>
                                        <p:strVal val="hidden"/>
                                      </p:to>
                                    </p:set>
                                  </p:childTnLst>
                                </p:cTn>
                              </p:par>
                            </p:childTnLst>
                          </p:cTn>
                        </p:par>
                        <p:par>
                          <p:cTn id="326" fill="hold">
                            <p:stCondLst>
                              <p:cond delay="3000"/>
                            </p:stCondLst>
                            <p:childTnLst>
                              <p:par>
                                <p:cTn id="327" presetID="22" presetClass="entr" presetSubtype="1" fill="hold" nodeType="afterEffect">
                                  <p:stCondLst>
                                    <p:cond delay="0"/>
                                  </p:stCondLst>
                                  <p:childTnLst>
                                    <p:set>
                                      <p:cBhvr>
                                        <p:cTn id="328" dur="1" fill="hold">
                                          <p:stCondLst>
                                            <p:cond delay="0"/>
                                          </p:stCondLst>
                                        </p:cTn>
                                        <p:tgtEl>
                                          <p:spTgt spid="10"/>
                                        </p:tgtEl>
                                        <p:attrNameLst>
                                          <p:attrName>style.visibility</p:attrName>
                                        </p:attrNameLst>
                                      </p:cBhvr>
                                      <p:to>
                                        <p:strVal val="visible"/>
                                      </p:to>
                                    </p:set>
                                    <p:animEffect transition="in" filter="wipe(up)">
                                      <p:cBhvr>
                                        <p:cTn id="329" dur="500"/>
                                        <p:tgtEl>
                                          <p:spTgt spid="10"/>
                                        </p:tgtEl>
                                      </p:cBhvr>
                                    </p:animEffect>
                                  </p:childTnLst>
                                </p:cTn>
                              </p:par>
                            </p:childTnLst>
                          </p:cTn>
                        </p:par>
                        <p:par>
                          <p:cTn id="330" fill="hold">
                            <p:stCondLst>
                              <p:cond delay="3500"/>
                            </p:stCondLst>
                            <p:childTnLst>
                              <p:par>
                                <p:cTn id="331" presetID="22" presetClass="entr" presetSubtype="8" fill="hold" grpId="0" nodeType="afterEffect">
                                  <p:stCondLst>
                                    <p:cond delay="0"/>
                                  </p:stCondLst>
                                  <p:childTnLst>
                                    <p:set>
                                      <p:cBhvr>
                                        <p:cTn id="332" dur="1" fill="hold">
                                          <p:stCondLst>
                                            <p:cond delay="0"/>
                                          </p:stCondLst>
                                        </p:cTn>
                                        <p:tgtEl>
                                          <p:spTgt spid="66"/>
                                        </p:tgtEl>
                                        <p:attrNameLst>
                                          <p:attrName>style.visibility</p:attrName>
                                        </p:attrNameLst>
                                      </p:cBhvr>
                                      <p:to>
                                        <p:strVal val="visible"/>
                                      </p:to>
                                    </p:set>
                                    <p:animEffect transition="in" filter="wipe(left)">
                                      <p:cBhvr>
                                        <p:cTn id="333" dur="500"/>
                                        <p:tgtEl>
                                          <p:spTgt spid="66"/>
                                        </p:tgtEl>
                                      </p:cBhvr>
                                    </p:animEffect>
                                  </p:childTnLst>
                                </p:cTn>
                              </p:par>
                            </p:childTnLst>
                          </p:cTn>
                        </p:par>
                        <p:par>
                          <p:cTn id="334" fill="hold">
                            <p:stCondLst>
                              <p:cond delay="4000"/>
                            </p:stCondLst>
                            <p:childTnLst>
                              <p:par>
                                <p:cTn id="335" presetID="22" presetClass="entr" presetSubtype="1" fill="hold" grpId="0" nodeType="afterEffect">
                                  <p:stCondLst>
                                    <p:cond delay="0"/>
                                  </p:stCondLst>
                                  <p:childTnLst>
                                    <p:set>
                                      <p:cBhvr>
                                        <p:cTn id="336" dur="1" fill="hold">
                                          <p:stCondLst>
                                            <p:cond delay="0"/>
                                          </p:stCondLst>
                                        </p:cTn>
                                        <p:tgtEl>
                                          <p:spTgt spid="61"/>
                                        </p:tgtEl>
                                        <p:attrNameLst>
                                          <p:attrName>style.visibility</p:attrName>
                                        </p:attrNameLst>
                                      </p:cBhvr>
                                      <p:to>
                                        <p:strVal val="visible"/>
                                      </p:to>
                                    </p:set>
                                    <p:animEffect transition="in" filter="wipe(up)">
                                      <p:cBhvr>
                                        <p:cTn id="337" dur="500"/>
                                        <p:tgtEl>
                                          <p:spTgt spid="61"/>
                                        </p:tgtEl>
                                      </p:cBhvr>
                                    </p:animEffect>
                                  </p:childTnLst>
                                </p:cTn>
                              </p:par>
                            </p:childTnLst>
                          </p:cTn>
                        </p:par>
                        <p:par>
                          <p:cTn id="338" fill="hold">
                            <p:stCondLst>
                              <p:cond delay="4500"/>
                            </p:stCondLst>
                            <p:childTnLst>
                              <p:par>
                                <p:cTn id="339" presetID="22" presetClass="entr" presetSubtype="8" fill="hold" grpId="0" nodeType="afterEffect">
                                  <p:stCondLst>
                                    <p:cond delay="0"/>
                                  </p:stCondLst>
                                  <p:childTnLst>
                                    <p:set>
                                      <p:cBhvr>
                                        <p:cTn id="340" dur="1" fill="hold">
                                          <p:stCondLst>
                                            <p:cond delay="0"/>
                                          </p:stCondLst>
                                        </p:cTn>
                                        <p:tgtEl>
                                          <p:spTgt spid="39"/>
                                        </p:tgtEl>
                                        <p:attrNameLst>
                                          <p:attrName>style.visibility</p:attrName>
                                        </p:attrNameLst>
                                      </p:cBhvr>
                                      <p:to>
                                        <p:strVal val="visible"/>
                                      </p:to>
                                    </p:set>
                                    <p:animEffect transition="in" filter="wipe(left)">
                                      <p:cBhvr>
                                        <p:cTn id="341" dur="500"/>
                                        <p:tgtEl>
                                          <p:spTgt spid="39"/>
                                        </p:tgtEl>
                                      </p:cBhvr>
                                    </p:animEffect>
                                  </p:childTnLst>
                                </p:cTn>
                              </p:par>
                            </p:childTnLst>
                          </p:cTn>
                        </p:par>
                        <p:par>
                          <p:cTn id="342" fill="hold">
                            <p:stCondLst>
                              <p:cond delay="5000"/>
                            </p:stCondLst>
                            <p:childTnLst>
                              <p:par>
                                <p:cTn id="343" presetID="22" presetClass="entr" presetSubtype="8" fill="hold" grpId="0" nodeType="afterEffect">
                                  <p:stCondLst>
                                    <p:cond delay="0"/>
                                  </p:stCondLst>
                                  <p:childTnLst>
                                    <p:set>
                                      <p:cBhvr>
                                        <p:cTn id="344" dur="1" fill="hold">
                                          <p:stCondLst>
                                            <p:cond delay="0"/>
                                          </p:stCondLst>
                                        </p:cTn>
                                        <p:tgtEl>
                                          <p:spTgt spid="40"/>
                                        </p:tgtEl>
                                        <p:attrNameLst>
                                          <p:attrName>style.visibility</p:attrName>
                                        </p:attrNameLst>
                                      </p:cBhvr>
                                      <p:to>
                                        <p:strVal val="visible"/>
                                      </p:to>
                                    </p:set>
                                    <p:animEffect transition="in" filter="wipe(left)">
                                      <p:cBhvr>
                                        <p:cTn id="345" dur="500"/>
                                        <p:tgtEl>
                                          <p:spTgt spid="40"/>
                                        </p:tgtEl>
                                      </p:cBhvr>
                                    </p:animEffect>
                                  </p:childTnLst>
                                </p:cTn>
                              </p:par>
                            </p:childTnLst>
                          </p:cTn>
                        </p:par>
                      </p:childTnLst>
                    </p:cTn>
                  </p:par>
                  <p:par>
                    <p:cTn id="346" fill="hold">
                      <p:stCondLst>
                        <p:cond delay="indefinite"/>
                      </p:stCondLst>
                      <p:childTnLst>
                        <p:par>
                          <p:cTn id="347" fill="hold">
                            <p:stCondLst>
                              <p:cond delay="0"/>
                            </p:stCondLst>
                            <p:childTnLst>
                              <p:par>
                                <p:cTn id="348" presetID="22" presetClass="entr" presetSubtype="8" fill="hold" grpId="0" nodeType="clickEffect">
                                  <p:stCondLst>
                                    <p:cond delay="0"/>
                                  </p:stCondLst>
                                  <p:childTnLst>
                                    <p:set>
                                      <p:cBhvr>
                                        <p:cTn id="349" dur="1" fill="hold">
                                          <p:stCondLst>
                                            <p:cond delay="0"/>
                                          </p:stCondLst>
                                        </p:cTn>
                                        <p:tgtEl>
                                          <p:spTgt spid="44"/>
                                        </p:tgtEl>
                                        <p:attrNameLst>
                                          <p:attrName>style.visibility</p:attrName>
                                        </p:attrNameLst>
                                      </p:cBhvr>
                                      <p:to>
                                        <p:strVal val="visible"/>
                                      </p:to>
                                    </p:set>
                                    <p:animEffect transition="in" filter="wipe(left)">
                                      <p:cBhvr>
                                        <p:cTn id="350"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35" grpId="0"/>
      <p:bldP spid="36" grpId="0"/>
      <p:bldP spid="37" grpId="0"/>
      <p:bldP spid="38" grpId="0"/>
      <p:bldP spid="39" grpId="0"/>
      <p:bldP spid="40" grpId="0"/>
      <p:bldP spid="44" grpId="0"/>
      <p:bldP spid="61" grpId="0" animBg="1"/>
      <p:bldP spid="64" grpId="0" animBg="1"/>
      <p:bldP spid="65" grpId="0" animBg="1"/>
      <p:bldP spid="66" grpId="0" animBg="1"/>
      <p:bldP spid="67" grpId="0" animBg="1"/>
      <p:bldP spid="68" grpId="0" animBg="1"/>
      <p:bldP spid="69" grpId="0" animBg="1"/>
      <p:bldP spid="72" grpId="0" animBg="1"/>
      <p:bldP spid="73" grpId="0" animBg="1"/>
      <p:bldP spid="73" grpId="1" animBg="1"/>
      <p:bldP spid="74" grpId="0" animBg="1"/>
      <p:bldP spid="74" grpId="1" animBg="1"/>
      <p:bldP spid="77" grpId="0"/>
      <p:bldP spid="77" grpId="1"/>
      <p:bldP spid="88" grpId="0"/>
      <p:bldP spid="88" grpId="1"/>
      <p:bldP spid="91" grpId="0" animBg="1"/>
      <p:bldP spid="91" grpId="1" animBg="1"/>
      <p:bldP spid="98" grpId="0" animBg="1"/>
      <p:bldP spid="98" grpId="1" animBg="1"/>
      <p:bldP spid="99" grpId="0" animBg="1"/>
      <p:bldP spid="99" grpId="1" animBg="1"/>
      <p:bldP spid="99" grpId="2" animBg="1"/>
      <p:bldP spid="103" grpId="0"/>
      <p:bldP spid="103" grpId="1"/>
      <p:bldP spid="107" grpId="0"/>
      <p:bldP spid="109" grpId="0" animBg="1"/>
      <p:bldP spid="109" grpId="1" animBg="1"/>
      <p:bldP spid="109" grpId="2" animBg="1"/>
      <p:bldP spid="109" grpId="3" animBg="1"/>
      <p:bldP spid="110" grpId="0" animBg="1"/>
      <p:bldP spid="110" grpId="1" animBg="1"/>
      <p:bldP spid="110" grpId="2" animBg="1"/>
      <p:bldP spid="110" grpId="3" animBg="1"/>
      <p:bldP spid="111" grpId="0" animBg="1"/>
      <p:bldP spid="111" grpId="1" animBg="1"/>
      <p:bldP spid="111" grpId="2" animBg="1"/>
      <p:bldP spid="111" grpId="3" animBg="1"/>
      <p:bldP spid="112" grpId="0" animBg="1"/>
      <p:bldP spid="112" grpId="1" animBg="1"/>
      <p:bldP spid="112" grpId="2" animBg="1"/>
      <p:bldP spid="112" grpId="3" animBg="1"/>
      <p:bldP spid="108" grpId="0" uiExpand="1" build="p"/>
      <p:bldP spid="113" grpId="0" uiExpand="1" build="p"/>
      <p:bldP spid="114" grpId="0"/>
      <p:bldP spid="2" grpId="0"/>
      <p:bldP spid="124" grpId="0"/>
      <p:bldP spid="3"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矩形: 圆角 104">
            <a:extLst>
              <a:ext uri="{FF2B5EF4-FFF2-40B4-BE49-F238E27FC236}">
                <a16:creationId xmlns:a16="http://schemas.microsoft.com/office/drawing/2014/main" id="{72D9F3B0-61F9-47BB-B0F5-E87596A1DD13}"/>
              </a:ext>
            </a:extLst>
          </p:cNvPr>
          <p:cNvSpPr/>
          <p:nvPr/>
        </p:nvSpPr>
        <p:spPr>
          <a:xfrm>
            <a:off x="2841700" y="4752812"/>
            <a:ext cx="316648" cy="857644"/>
          </a:xfrm>
          <a:prstGeom prst="roundRect">
            <a:avLst/>
          </a:prstGeom>
          <a:solidFill>
            <a:schemeClr val="accent4">
              <a:lumMod val="20000"/>
              <a:lumOff val="80000"/>
            </a:schemeClr>
          </a:solid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 name="矩形: 圆角 103">
            <a:extLst>
              <a:ext uri="{FF2B5EF4-FFF2-40B4-BE49-F238E27FC236}">
                <a16:creationId xmlns:a16="http://schemas.microsoft.com/office/drawing/2014/main" id="{BE057999-2E1B-43BA-90B5-7A367044E72A}"/>
              </a:ext>
            </a:extLst>
          </p:cNvPr>
          <p:cNvSpPr/>
          <p:nvPr/>
        </p:nvSpPr>
        <p:spPr>
          <a:xfrm>
            <a:off x="2456054" y="4752812"/>
            <a:ext cx="316648" cy="857644"/>
          </a:xfrm>
          <a:prstGeom prst="roundRect">
            <a:avLst/>
          </a:prstGeom>
          <a:solidFill>
            <a:schemeClr val="accent4">
              <a:lumMod val="20000"/>
              <a:lumOff val="80000"/>
            </a:schemeClr>
          </a:solid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3" name="矩形: 圆角 102">
            <a:extLst>
              <a:ext uri="{FF2B5EF4-FFF2-40B4-BE49-F238E27FC236}">
                <a16:creationId xmlns:a16="http://schemas.microsoft.com/office/drawing/2014/main" id="{9D61EFF4-0DC0-4347-8BB5-CFFFCD40D598}"/>
              </a:ext>
            </a:extLst>
          </p:cNvPr>
          <p:cNvSpPr/>
          <p:nvPr/>
        </p:nvSpPr>
        <p:spPr>
          <a:xfrm>
            <a:off x="2057981" y="4752812"/>
            <a:ext cx="316648" cy="857644"/>
          </a:xfrm>
          <a:prstGeom prst="roundRect">
            <a:avLst/>
          </a:prstGeom>
          <a:solidFill>
            <a:schemeClr val="accent4">
              <a:lumMod val="20000"/>
              <a:lumOff val="80000"/>
            </a:schemeClr>
          </a:solid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2" name="矩形: 圆角 101">
            <a:extLst>
              <a:ext uri="{FF2B5EF4-FFF2-40B4-BE49-F238E27FC236}">
                <a16:creationId xmlns:a16="http://schemas.microsoft.com/office/drawing/2014/main" id="{BA9F6710-3F5A-4D07-889A-026D8B7E2D88}"/>
              </a:ext>
            </a:extLst>
          </p:cNvPr>
          <p:cNvSpPr/>
          <p:nvPr/>
        </p:nvSpPr>
        <p:spPr>
          <a:xfrm>
            <a:off x="1653146" y="4735962"/>
            <a:ext cx="316648" cy="857644"/>
          </a:xfrm>
          <a:prstGeom prst="roundRect">
            <a:avLst/>
          </a:prstGeom>
          <a:solidFill>
            <a:schemeClr val="accent4">
              <a:lumMod val="20000"/>
              <a:lumOff val="80000"/>
            </a:schemeClr>
          </a:solid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7" name="组合 66">
            <a:extLst>
              <a:ext uri="{FF2B5EF4-FFF2-40B4-BE49-F238E27FC236}">
                <a16:creationId xmlns:a16="http://schemas.microsoft.com/office/drawing/2014/main" id="{AB950F11-756B-4EF6-B3AB-BDF4D1B019B1}"/>
              </a:ext>
            </a:extLst>
          </p:cNvPr>
          <p:cNvGrpSpPr/>
          <p:nvPr/>
        </p:nvGrpSpPr>
        <p:grpSpPr>
          <a:xfrm>
            <a:off x="1092729" y="1332223"/>
            <a:ext cx="925568" cy="529447"/>
            <a:chOff x="6503416" y="4035748"/>
            <a:chExt cx="925568" cy="529447"/>
          </a:xfrm>
        </p:grpSpPr>
        <p:sp>
          <p:nvSpPr>
            <p:cNvPr id="68" name="Text Box 3">
              <a:extLst>
                <a:ext uri="{FF2B5EF4-FFF2-40B4-BE49-F238E27FC236}">
                  <a16:creationId xmlns:a16="http://schemas.microsoft.com/office/drawing/2014/main" id="{92B81693-7A1D-4451-B4D6-B4D696280312}"/>
                </a:ext>
              </a:extLst>
            </p:cNvPr>
            <p:cNvSpPr txBox="1">
              <a:spLocks noChangeArrowheads="1"/>
            </p:cNvSpPr>
            <p:nvPr/>
          </p:nvSpPr>
          <p:spPr bwMode="auto">
            <a:xfrm>
              <a:off x="6503416" y="4040400"/>
              <a:ext cx="925568" cy="307207"/>
            </a:xfrm>
            <a:prstGeom prst="rect">
              <a:avLst/>
            </a:prstGeom>
            <a:solidFill>
              <a:srgbClr val="CCFFFF"/>
            </a:solid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8080"/>
                  </a:solidFill>
                </a:rPr>
                <a:t>1   1   3</a:t>
              </a:r>
            </a:p>
          </p:txBody>
        </p:sp>
        <p:sp>
          <p:nvSpPr>
            <p:cNvPr id="69" name="Line 5">
              <a:extLst>
                <a:ext uri="{FF2B5EF4-FFF2-40B4-BE49-F238E27FC236}">
                  <a16:creationId xmlns:a16="http://schemas.microsoft.com/office/drawing/2014/main" id="{7B626229-2A3C-4E2F-837E-6A3895A2DAFB}"/>
                </a:ext>
              </a:extLst>
            </p:cNvPr>
            <p:cNvSpPr>
              <a:spLocks noChangeShapeType="1"/>
            </p:cNvSpPr>
            <p:nvPr/>
          </p:nvSpPr>
          <p:spPr bwMode="auto">
            <a:xfrm>
              <a:off x="6815506" y="4035748"/>
              <a:ext cx="1" cy="310009"/>
            </a:xfrm>
            <a:prstGeom prst="line">
              <a:avLst/>
            </a:prstGeom>
            <a:noFill/>
            <a:ln w="12700">
              <a:solidFill>
                <a:srgbClr val="0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70" name="Text Box 3">
              <a:extLst>
                <a:ext uri="{FF2B5EF4-FFF2-40B4-BE49-F238E27FC236}">
                  <a16:creationId xmlns:a16="http://schemas.microsoft.com/office/drawing/2014/main" id="{98CF21B7-6706-44AF-B1F5-55F7CA20A630}"/>
                </a:ext>
              </a:extLst>
            </p:cNvPr>
            <p:cNvSpPr txBox="1">
              <a:spLocks noChangeArrowheads="1"/>
            </p:cNvSpPr>
            <p:nvPr/>
          </p:nvSpPr>
          <p:spPr bwMode="auto">
            <a:xfrm>
              <a:off x="6503416" y="4346948"/>
              <a:ext cx="925568" cy="215444"/>
            </a:xfrm>
            <a:prstGeom prst="rect">
              <a:avLst/>
            </a:prstGeom>
            <a:solidFill>
              <a:schemeClr val="tx2">
                <a:lumMod val="10000"/>
                <a:lumOff val="90000"/>
              </a:schemeClr>
            </a:solidFill>
            <a:ln w="25400">
              <a:solidFill>
                <a:srgbClr val="008080"/>
              </a:solidFill>
              <a:miter lim="800000"/>
              <a:headEnd/>
              <a:tailEnd/>
            </a:ln>
            <a:effectLst/>
          </p:spPr>
          <p:txBody>
            <a:bodyPr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pPr>
              <a:endParaRPr lang="en-US" altLang="zh-CN" sz="1400" b="1" dirty="0">
                <a:solidFill>
                  <a:srgbClr val="008080"/>
                </a:solidFill>
              </a:endParaRPr>
            </a:p>
          </p:txBody>
        </p:sp>
        <p:sp>
          <p:nvSpPr>
            <p:cNvPr id="71" name="Line 5">
              <a:extLst>
                <a:ext uri="{FF2B5EF4-FFF2-40B4-BE49-F238E27FC236}">
                  <a16:creationId xmlns:a16="http://schemas.microsoft.com/office/drawing/2014/main" id="{490E6907-16A1-4380-9EBE-86BE69CDFDB5}"/>
                </a:ext>
              </a:extLst>
            </p:cNvPr>
            <p:cNvSpPr>
              <a:spLocks noChangeShapeType="1"/>
            </p:cNvSpPr>
            <p:nvPr/>
          </p:nvSpPr>
          <p:spPr bwMode="auto">
            <a:xfrm>
              <a:off x="7123832" y="4038550"/>
              <a:ext cx="1" cy="305595"/>
            </a:xfrm>
            <a:prstGeom prst="line">
              <a:avLst/>
            </a:prstGeom>
            <a:noFill/>
            <a:ln w="12700">
              <a:solidFill>
                <a:srgbClr val="0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72" name="Line 5">
              <a:extLst>
                <a:ext uri="{FF2B5EF4-FFF2-40B4-BE49-F238E27FC236}">
                  <a16:creationId xmlns:a16="http://schemas.microsoft.com/office/drawing/2014/main" id="{1A9FF1CC-5D93-43B9-AB92-27FE17C58898}"/>
                </a:ext>
              </a:extLst>
            </p:cNvPr>
            <p:cNvSpPr>
              <a:spLocks noChangeShapeType="1"/>
            </p:cNvSpPr>
            <p:nvPr/>
          </p:nvSpPr>
          <p:spPr bwMode="auto">
            <a:xfrm flipH="1">
              <a:off x="6969993" y="4345757"/>
              <a:ext cx="0" cy="219438"/>
            </a:xfrm>
            <a:prstGeom prst="line">
              <a:avLst/>
            </a:prstGeom>
            <a:noFill/>
            <a:ln w="12700">
              <a:solidFill>
                <a:srgbClr val="0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grpSp>
      <p:grpSp>
        <p:nvGrpSpPr>
          <p:cNvPr id="61" name="组合 60">
            <a:extLst>
              <a:ext uri="{FF2B5EF4-FFF2-40B4-BE49-F238E27FC236}">
                <a16:creationId xmlns:a16="http://schemas.microsoft.com/office/drawing/2014/main" id="{2D3A558C-2B50-445E-BD95-A459EB6E06CA}"/>
              </a:ext>
            </a:extLst>
          </p:cNvPr>
          <p:cNvGrpSpPr/>
          <p:nvPr/>
        </p:nvGrpSpPr>
        <p:grpSpPr>
          <a:xfrm>
            <a:off x="1088145" y="3018435"/>
            <a:ext cx="925568" cy="529447"/>
            <a:chOff x="6503416" y="4035748"/>
            <a:chExt cx="925568" cy="529447"/>
          </a:xfrm>
        </p:grpSpPr>
        <p:sp>
          <p:nvSpPr>
            <p:cNvPr id="62" name="Text Box 3">
              <a:extLst>
                <a:ext uri="{FF2B5EF4-FFF2-40B4-BE49-F238E27FC236}">
                  <a16:creationId xmlns:a16="http://schemas.microsoft.com/office/drawing/2014/main" id="{43DEEB4D-BF7F-48A1-AC15-499F3E6D38CD}"/>
                </a:ext>
              </a:extLst>
            </p:cNvPr>
            <p:cNvSpPr txBox="1">
              <a:spLocks noChangeArrowheads="1"/>
            </p:cNvSpPr>
            <p:nvPr/>
          </p:nvSpPr>
          <p:spPr bwMode="auto">
            <a:xfrm>
              <a:off x="6503416" y="4040400"/>
              <a:ext cx="925568" cy="307207"/>
            </a:xfrm>
            <a:prstGeom prst="rect">
              <a:avLst/>
            </a:prstGeom>
            <a:solidFill>
              <a:srgbClr val="CCFFFF"/>
            </a:solid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8080"/>
                  </a:solidFill>
                </a:rPr>
                <a:t>3   1   2</a:t>
              </a:r>
            </a:p>
          </p:txBody>
        </p:sp>
        <p:sp>
          <p:nvSpPr>
            <p:cNvPr id="63" name="Line 5">
              <a:extLst>
                <a:ext uri="{FF2B5EF4-FFF2-40B4-BE49-F238E27FC236}">
                  <a16:creationId xmlns:a16="http://schemas.microsoft.com/office/drawing/2014/main" id="{D9149875-3D2D-48F5-8BE4-332B741BB127}"/>
                </a:ext>
              </a:extLst>
            </p:cNvPr>
            <p:cNvSpPr>
              <a:spLocks noChangeShapeType="1"/>
            </p:cNvSpPr>
            <p:nvPr/>
          </p:nvSpPr>
          <p:spPr bwMode="auto">
            <a:xfrm>
              <a:off x="6815506" y="4035748"/>
              <a:ext cx="1" cy="310009"/>
            </a:xfrm>
            <a:prstGeom prst="line">
              <a:avLst/>
            </a:prstGeom>
            <a:noFill/>
            <a:ln w="12700">
              <a:solidFill>
                <a:srgbClr val="0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64" name="Text Box 3">
              <a:extLst>
                <a:ext uri="{FF2B5EF4-FFF2-40B4-BE49-F238E27FC236}">
                  <a16:creationId xmlns:a16="http://schemas.microsoft.com/office/drawing/2014/main" id="{9AA0AC9A-551F-4750-A51E-C6C0B6B1CA4C}"/>
                </a:ext>
              </a:extLst>
            </p:cNvPr>
            <p:cNvSpPr txBox="1">
              <a:spLocks noChangeArrowheads="1"/>
            </p:cNvSpPr>
            <p:nvPr/>
          </p:nvSpPr>
          <p:spPr bwMode="auto">
            <a:xfrm>
              <a:off x="6503416" y="4346948"/>
              <a:ext cx="925568" cy="215444"/>
            </a:xfrm>
            <a:prstGeom prst="rect">
              <a:avLst/>
            </a:prstGeom>
            <a:solidFill>
              <a:schemeClr val="tx2">
                <a:lumMod val="10000"/>
                <a:lumOff val="90000"/>
              </a:schemeClr>
            </a:solidFill>
            <a:ln w="25400">
              <a:solidFill>
                <a:srgbClr val="008080"/>
              </a:solidFill>
              <a:miter lim="800000"/>
              <a:headEnd/>
              <a:tailEnd/>
            </a:ln>
            <a:effectLst/>
          </p:spPr>
          <p:txBody>
            <a:bodyPr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pPr>
              <a:endParaRPr lang="en-US" altLang="zh-CN" sz="1400" b="1" dirty="0">
                <a:solidFill>
                  <a:srgbClr val="008080"/>
                </a:solidFill>
              </a:endParaRPr>
            </a:p>
          </p:txBody>
        </p:sp>
        <p:sp>
          <p:nvSpPr>
            <p:cNvPr id="65" name="Line 5">
              <a:extLst>
                <a:ext uri="{FF2B5EF4-FFF2-40B4-BE49-F238E27FC236}">
                  <a16:creationId xmlns:a16="http://schemas.microsoft.com/office/drawing/2014/main" id="{125881ED-8EA9-4A50-A6CC-2578D37A900C}"/>
                </a:ext>
              </a:extLst>
            </p:cNvPr>
            <p:cNvSpPr>
              <a:spLocks noChangeShapeType="1"/>
            </p:cNvSpPr>
            <p:nvPr/>
          </p:nvSpPr>
          <p:spPr bwMode="auto">
            <a:xfrm>
              <a:off x="7123832" y="4038550"/>
              <a:ext cx="1" cy="305595"/>
            </a:xfrm>
            <a:prstGeom prst="line">
              <a:avLst/>
            </a:prstGeom>
            <a:noFill/>
            <a:ln w="12700">
              <a:solidFill>
                <a:srgbClr val="0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66" name="Line 5">
              <a:extLst>
                <a:ext uri="{FF2B5EF4-FFF2-40B4-BE49-F238E27FC236}">
                  <a16:creationId xmlns:a16="http://schemas.microsoft.com/office/drawing/2014/main" id="{726D2DD0-C331-47D3-BF5D-4043CE4CF8E6}"/>
                </a:ext>
              </a:extLst>
            </p:cNvPr>
            <p:cNvSpPr>
              <a:spLocks noChangeShapeType="1"/>
            </p:cNvSpPr>
            <p:nvPr/>
          </p:nvSpPr>
          <p:spPr bwMode="auto">
            <a:xfrm flipH="1">
              <a:off x="6969993" y="4345757"/>
              <a:ext cx="0" cy="219438"/>
            </a:xfrm>
            <a:prstGeom prst="line">
              <a:avLst/>
            </a:prstGeom>
            <a:noFill/>
            <a:ln w="12700">
              <a:solidFill>
                <a:srgbClr val="0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grpSp>
      <p:grpSp>
        <p:nvGrpSpPr>
          <p:cNvPr id="54" name="组合 53">
            <a:extLst>
              <a:ext uri="{FF2B5EF4-FFF2-40B4-BE49-F238E27FC236}">
                <a16:creationId xmlns:a16="http://schemas.microsoft.com/office/drawing/2014/main" id="{AC6FB4C2-FE4E-4E67-9511-4B39D29240D4}"/>
              </a:ext>
            </a:extLst>
          </p:cNvPr>
          <p:cNvGrpSpPr/>
          <p:nvPr/>
        </p:nvGrpSpPr>
        <p:grpSpPr>
          <a:xfrm>
            <a:off x="4178924" y="1332223"/>
            <a:ext cx="925568" cy="529447"/>
            <a:chOff x="6503416" y="4035748"/>
            <a:chExt cx="925568" cy="529447"/>
          </a:xfrm>
        </p:grpSpPr>
        <p:sp>
          <p:nvSpPr>
            <p:cNvPr id="5" name="Text Box 3">
              <a:extLst>
                <a:ext uri="{FF2B5EF4-FFF2-40B4-BE49-F238E27FC236}">
                  <a16:creationId xmlns:a16="http://schemas.microsoft.com/office/drawing/2014/main" id="{FF0BE49D-A558-4F10-8D3A-013D19BAEF48}"/>
                </a:ext>
              </a:extLst>
            </p:cNvPr>
            <p:cNvSpPr txBox="1">
              <a:spLocks noChangeArrowheads="1"/>
            </p:cNvSpPr>
            <p:nvPr/>
          </p:nvSpPr>
          <p:spPr bwMode="auto">
            <a:xfrm>
              <a:off x="6503416" y="4040400"/>
              <a:ext cx="925568" cy="307207"/>
            </a:xfrm>
            <a:prstGeom prst="rect">
              <a:avLst/>
            </a:prstGeom>
            <a:solidFill>
              <a:srgbClr val="CCFFFF"/>
            </a:solid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2000" b="1" dirty="0">
                  <a:solidFill>
                    <a:srgbClr val="008080"/>
                  </a:solidFill>
                </a:rPr>
                <a:t>1   4   5</a:t>
              </a:r>
            </a:p>
          </p:txBody>
        </p:sp>
        <p:sp>
          <p:nvSpPr>
            <p:cNvPr id="7" name="Line 5">
              <a:extLst>
                <a:ext uri="{FF2B5EF4-FFF2-40B4-BE49-F238E27FC236}">
                  <a16:creationId xmlns:a16="http://schemas.microsoft.com/office/drawing/2014/main" id="{43A292A0-E2EF-42E9-B430-8FFB10B4014A}"/>
                </a:ext>
              </a:extLst>
            </p:cNvPr>
            <p:cNvSpPr>
              <a:spLocks noChangeShapeType="1"/>
            </p:cNvSpPr>
            <p:nvPr/>
          </p:nvSpPr>
          <p:spPr bwMode="auto">
            <a:xfrm>
              <a:off x="6815506" y="4035748"/>
              <a:ext cx="1" cy="310009"/>
            </a:xfrm>
            <a:prstGeom prst="line">
              <a:avLst/>
            </a:prstGeom>
            <a:noFill/>
            <a:ln w="12700">
              <a:solidFill>
                <a:srgbClr val="0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51" name="Text Box 3">
              <a:extLst>
                <a:ext uri="{FF2B5EF4-FFF2-40B4-BE49-F238E27FC236}">
                  <a16:creationId xmlns:a16="http://schemas.microsoft.com/office/drawing/2014/main" id="{A4FBC502-2D45-4942-BC31-97E956C8B454}"/>
                </a:ext>
              </a:extLst>
            </p:cNvPr>
            <p:cNvSpPr txBox="1">
              <a:spLocks noChangeArrowheads="1"/>
            </p:cNvSpPr>
            <p:nvPr/>
          </p:nvSpPr>
          <p:spPr bwMode="auto">
            <a:xfrm>
              <a:off x="6503416" y="4346948"/>
              <a:ext cx="925568" cy="215444"/>
            </a:xfrm>
            <a:prstGeom prst="rect">
              <a:avLst/>
            </a:prstGeom>
            <a:solidFill>
              <a:schemeClr val="tx2">
                <a:lumMod val="10000"/>
                <a:lumOff val="90000"/>
              </a:schemeClr>
            </a:solidFill>
            <a:ln w="25400">
              <a:solidFill>
                <a:srgbClr val="008080"/>
              </a:solidFill>
              <a:miter lim="800000"/>
              <a:headEnd/>
              <a:tailEnd/>
            </a:ln>
            <a:effectLst/>
          </p:spPr>
          <p:txBody>
            <a:bodyPr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pPr>
              <a:endParaRPr lang="en-US" altLang="zh-CN" sz="1400" b="1" dirty="0">
                <a:solidFill>
                  <a:srgbClr val="008080"/>
                </a:solidFill>
              </a:endParaRPr>
            </a:p>
          </p:txBody>
        </p:sp>
        <p:sp>
          <p:nvSpPr>
            <p:cNvPr id="52" name="Line 5">
              <a:extLst>
                <a:ext uri="{FF2B5EF4-FFF2-40B4-BE49-F238E27FC236}">
                  <a16:creationId xmlns:a16="http://schemas.microsoft.com/office/drawing/2014/main" id="{F2862E00-3565-4909-96CB-4EFFCB2C1937}"/>
                </a:ext>
              </a:extLst>
            </p:cNvPr>
            <p:cNvSpPr>
              <a:spLocks noChangeShapeType="1"/>
            </p:cNvSpPr>
            <p:nvPr/>
          </p:nvSpPr>
          <p:spPr bwMode="auto">
            <a:xfrm>
              <a:off x="7123832" y="4038550"/>
              <a:ext cx="1" cy="305595"/>
            </a:xfrm>
            <a:prstGeom prst="line">
              <a:avLst/>
            </a:prstGeom>
            <a:noFill/>
            <a:ln w="12700">
              <a:solidFill>
                <a:srgbClr val="0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53" name="Line 5">
              <a:extLst>
                <a:ext uri="{FF2B5EF4-FFF2-40B4-BE49-F238E27FC236}">
                  <a16:creationId xmlns:a16="http://schemas.microsoft.com/office/drawing/2014/main" id="{255EEF1A-4F27-47E5-A5FD-147C985C0FA3}"/>
                </a:ext>
              </a:extLst>
            </p:cNvPr>
            <p:cNvSpPr>
              <a:spLocks noChangeShapeType="1"/>
            </p:cNvSpPr>
            <p:nvPr/>
          </p:nvSpPr>
          <p:spPr bwMode="auto">
            <a:xfrm flipH="1">
              <a:off x="6969993" y="4345757"/>
              <a:ext cx="0" cy="219438"/>
            </a:xfrm>
            <a:prstGeom prst="line">
              <a:avLst/>
            </a:prstGeom>
            <a:noFill/>
            <a:ln w="12700">
              <a:solidFill>
                <a:srgbClr val="0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grpSp>
      <p:grpSp>
        <p:nvGrpSpPr>
          <p:cNvPr id="55" name="组合 54">
            <a:extLst>
              <a:ext uri="{FF2B5EF4-FFF2-40B4-BE49-F238E27FC236}">
                <a16:creationId xmlns:a16="http://schemas.microsoft.com/office/drawing/2014/main" id="{306472FE-A1C7-4655-84F3-A62AA1A63A8C}"/>
              </a:ext>
            </a:extLst>
          </p:cNvPr>
          <p:cNvGrpSpPr/>
          <p:nvPr/>
        </p:nvGrpSpPr>
        <p:grpSpPr>
          <a:xfrm>
            <a:off x="2126621" y="2178332"/>
            <a:ext cx="925568" cy="529447"/>
            <a:chOff x="6503416" y="4035748"/>
            <a:chExt cx="925568" cy="529447"/>
          </a:xfrm>
        </p:grpSpPr>
        <p:sp>
          <p:nvSpPr>
            <p:cNvPr id="56" name="Text Box 3">
              <a:extLst>
                <a:ext uri="{FF2B5EF4-FFF2-40B4-BE49-F238E27FC236}">
                  <a16:creationId xmlns:a16="http://schemas.microsoft.com/office/drawing/2014/main" id="{C9714E0B-41CD-4233-8919-74094D8A41C5}"/>
                </a:ext>
              </a:extLst>
            </p:cNvPr>
            <p:cNvSpPr txBox="1">
              <a:spLocks noChangeArrowheads="1"/>
            </p:cNvSpPr>
            <p:nvPr/>
          </p:nvSpPr>
          <p:spPr bwMode="auto">
            <a:xfrm>
              <a:off x="6503416" y="4040400"/>
              <a:ext cx="925568" cy="307207"/>
            </a:xfrm>
            <a:prstGeom prst="rect">
              <a:avLst/>
            </a:prstGeom>
            <a:solidFill>
              <a:srgbClr val="CCFFFF"/>
            </a:solidFill>
            <a:ln w="25400">
              <a:solidFill>
                <a:srgbClr val="00808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7200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a:spcBef>
                  <a:spcPct val="50000"/>
                </a:spcBef>
              </a:pPr>
              <a:r>
                <a:rPr lang="en-US" altLang="zh-CN" sz="2000" b="1" dirty="0">
                  <a:solidFill>
                    <a:srgbClr val="008080"/>
                  </a:solidFill>
                </a:rPr>
                <a:t>2   2  -1</a:t>
              </a:r>
            </a:p>
          </p:txBody>
        </p:sp>
        <p:sp>
          <p:nvSpPr>
            <p:cNvPr id="57" name="Line 5">
              <a:extLst>
                <a:ext uri="{FF2B5EF4-FFF2-40B4-BE49-F238E27FC236}">
                  <a16:creationId xmlns:a16="http://schemas.microsoft.com/office/drawing/2014/main" id="{8778C1FF-C1AA-4AA9-A956-91777E2ECCF6}"/>
                </a:ext>
              </a:extLst>
            </p:cNvPr>
            <p:cNvSpPr>
              <a:spLocks noChangeShapeType="1"/>
            </p:cNvSpPr>
            <p:nvPr/>
          </p:nvSpPr>
          <p:spPr bwMode="auto">
            <a:xfrm>
              <a:off x="6815506" y="4035748"/>
              <a:ext cx="1" cy="310009"/>
            </a:xfrm>
            <a:prstGeom prst="line">
              <a:avLst/>
            </a:prstGeom>
            <a:noFill/>
            <a:ln w="12700">
              <a:solidFill>
                <a:srgbClr val="0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58" name="Text Box 3">
              <a:extLst>
                <a:ext uri="{FF2B5EF4-FFF2-40B4-BE49-F238E27FC236}">
                  <a16:creationId xmlns:a16="http://schemas.microsoft.com/office/drawing/2014/main" id="{99CDEF5B-C6A7-4A0B-B436-190E23C9477F}"/>
                </a:ext>
              </a:extLst>
            </p:cNvPr>
            <p:cNvSpPr txBox="1">
              <a:spLocks noChangeArrowheads="1"/>
            </p:cNvSpPr>
            <p:nvPr/>
          </p:nvSpPr>
          <p:spPr bwMode="auto">
            <a:xfrm>
              <a:off x="6503416" y="4346948"/>
              <a:ext cx="925568" cy="215444"/>
            </a:xfrm>
            <a:prstGeom prst="rect">
              <a:avLst/>
            </a:prstGeom>
            <a:solidFill>
              <a:schemeClr val="tx2">
                <a:lumMod val="10000"/>
                <a:lumOff val="90000"/>
              </a:schemeClr>
            </a:solidFill>
            <a:ln w="25400">
              <a:solidFill>
                <a:srgbClr val="008080"/>
              </a:solidFill>
              <a:miter lim="800000"/>
              <a:headEnd/>
              <a:tailEnd/>
            </a:ln>
            <a:effectLst/>
          </p:spPr>
          <p:txBody>
            <a:bodyPr lIns="0" tIns="0" rIns="0" bIns="0" anchor="ctr" anchorCtr="1">
              <a:spAutoFit/>
            </a:bodyPr>
            <a:lstStyle>
              <a:lvl1pPr defTabSz="1044575">
                <a:defRPr kumimoji="1" sz="2400">
                  <a:solidFill>
                    <a:schemeClr val="tx1"/>
                  </a:solidFill>
                  <a:latin typeface="Times New Roman" panose="02020603050405020304" pitchFamily="18" charset="0"/>
                  <a:ea typeface="宋体" panose="02010600030101010101" pitchFamily="2" charset="-122"/>
                </a:defRPr>
              </a:lvl1pPr>
              <a:lvl2pPr marL="522288" defTabSz="1044575">
                <a:defRPr kumimoji="1" sz="2400">
                  <a:solidFill>
                    <a:schemeClr val="tx1"/>
                  </a:solidFill>
                  <a:latin typeface="Times New Roman" panose="02020603050405020304" pitchFamily="18" charset="0"/>
                  <a:ea typeface="宋体" panose="02010600030101010101" pitchFamily="2" charset="-122"/>
                </a:defRPr>
              </a:lvl2pPr>
              <a:lvl3pPr marL="1044575" defTabSz="1044575">
                <a:defRPr kumimoji="1" sz="2400">
                  <a:solidFill>
                    <a:schemeClr val="tx1"/>
                  </a:solidFill>
                  <a:latin typeface="Times New Roman" panose="02020603050405020304" pitchFamily="18" charset="0"/>
                  <a:ea typeface="宋体" panose="02010600030101010101" pitchFamily="2" charset="-122"/>
                </a:defRPr>
              </a:lvl3pPr>
              <a:lvl4pPr marL="1566863" defTabSz="1044575">
                <a:defRPr kumimoji="1" sz="2400">
                  <a:solidFill>
                    <a:schemeClr val="tx1"/>
                  </a:solidFill>
                  <a:latin typeface="Times New Roman" panose="02020603050405020304" pitchFamily="18" charset="0"/>
                  <a:ea typeface="宋体" panose="02010600030101010101" pitchFamily="2" charset="-122"/>
                </a:defRPr>
              </a:lvl4pPr>
              <a:lvl5pPr marL="2090738" defTabSz="1044575">
                <a:defRPr kumimoji="1" sz="2400">
                  <a:solidFill>
                    <a:schemeClr val="tx1"/>
                  </a:solidFill>
                  <a:latin typeface="Times New Roman" panose="02020603050405020304" pitchFamily="18" charset="0"/>
                  <a:ea typeface="宋体" panose="02010600030101010101" pitchFamily="2" charset="-122"/>
                </a:defRPr>
              </a:lvl5pPr>
              <a:lvl6pPr marL="25479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0051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623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919538" defTabSz="1044575"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spcBef>
                  <a:spcPct val="50000"/>
                </a:spcBef>
              </a:pPr>
              <a:endParaRPr lang="en-US" altLang="zh-CN" sz="1400" b="1" dirty="0">
                <a:solidFill>
                  <a:srgbClr val="008080"/>
                </a:solidFill>
              </a:endParaRPr>
            </a:p>
          </p:txBody>
        </p:sp>
        <p:sp>
          <p:nvSpPr>
            <p:cNvPr id="59" name="Line 5">
              <a:extLst>
                <a:ext uri="{FF2B5EF4-FFF2-40B4-BE49-F238E27FC236}">
                  <a16:creationId xmlns:a16="http://schemas.microsoft.com/office/drawing/2014/main" id="{EADB0975-5B66-4184-BF91-73E2A1C80BE3}"/>
                </a:ext>
              </a:extLst>
            </p:cNvPr>
            <p:cNvSpPr>
              <a:spLocks noChangeShapeType="1"/>
            </p:cNvSpPr>
            <p:nvPr/>
          </p:nvSpPr>
          <p:spPr bwMode="auto">
            <a:xfrm>
              <a:off x="7123832" y="4038550"/>
              <a:ext cx="1" cy="305595"/>
            </a:xfrm>
            <a:prstGeom prst="line">
              <a:avLst/>
            </a:prstGeom>
            <a:noFill/>
            <a:ln w="12700">
              <a:solidFill>
                <a:srgbClr val="0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60" name="Line 5">
              <a:extLst>
                <a:ext uri="{FF2B5EF4-FFF2-40B4-BE49-F238E27FC236}">
                  <a16:creationId xmlns:a16="http://schemas.microsoft.com/office/drawing/2014/main" id="{8DB6CF22-0FF3-4894-884F-B22E7468BC44}"/>
                </a:ext>
              </a:extLst>
            </p:cNvPr>
            <p:cNvSpPr>
              <a:spLocks noChangeShapeType="1"/>
            </p:cNvSpPr>
            <p:nvPr/>
          </p:nvSpPr>
          <p:spPr bwMode="auto">
            <a:xfrm flipH="1">
              <a:off x="6969993" y="4345757"/>
              <a:ext cx="0" cy="219438"/>
            </a:xfrm>
            <a:prstGeom prst="line">
              <a:avLst/>
            </a:prstGeom>
            <a:noFill/>
            <a:ln w="12700">
              <a:solidFill>
                <a:srgbClr val="00808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grpSp>
      <p:sp>
        <p:nvSpPr>
          <p:cNvPr id="38" name="Line 37">
            <a:extLst>
              <a:ext uri="{FF2B5EF4-FFF2-40B4-BE49-F238E27FC236}">
                <a16:creationId xmlns:a16="http://schemas.microsoft.com/office/drawing/2014/main" id="{3EFF5AD1-F56E-4F80-812C-4053EF435E14}"/>
              </a:ext>
            </a:extLst>
          </p:cNvPr>
          <p:cNvSpPr>
            <a:spLocks noChangeShapeType="1"/>
          </p:cNvSpPr>
          <p:nvPr/>
        </p:nvSpPr>
        <p:spPr bwMode="auto">
          <a:xfrm flipV="1">
            <a:off x="1799286" y="1751144"/>
            <a:ext cx="2379637" cy="1"/>
          </a:xfrm>
          <a:prstGeom prst="line">
            <a:avLst/>
          </a:prstGeom>
          <a:noFill/>
          <a:ln w="28575">
            <a:solidFill>
              <a:srgbClr val="00B0F0"/>
            </a:solidFill>
            <a:round/>
            <a:headEnd type="oval"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grpSp>
        <p:nvGrpSpPr>
          <p:cNvPr id="96" name="组合 95">
            <a:extLst>
              <a:ext uri="{FF2B5EF4-FFF2-40B4-BE49-F238E27FC236}">
                <a16:creationId xmlns:a16="http://schemas.microsoft.com/office/drawing/2014/main" id="{B6883FFB-E7F9-4C4F-AB0D-3975E1C1CC5D}"/>
              </a:ext>
            </a:extLst>
          </p:cNvPr>
          <p:cNvGrpSpPr/>
          <p:nvPr/>
        </p:nvGrpSpPr>
        <p:grpSpPr>
          <a:xfrm>
            <a:off x="133956" y="181440"/>
            <a:ext cx="4745685" cy="715031"/>
            <a:chOff x="1920" y="305969"/>
            <a:chExt cx="4745685" cy="715031"/>
          </a:xfrm>
        </p:grpSpPr>
        <p:sp>
          <p:nvSpPr>
            <p:cNvPr id="10" name="Rectangle 8">
              <a:extLst>
                <a:ext uri="{FF2B5EF4-FFF2-40B4-BE49-F238E27FC236}">
                  <a16:creationId xmlns:a16="http://schemas.microsoft.com/office/drawing/2014/main" id="{BB568F79-DA24-40C9-AA24-C6BC4B1A28BE}"/>
                </a:ext>
              </a:extLst>
            </p:cNvPr>
            <p:cNvSpPr>
              <a:spLocks noChangeArrowheads="1"/>
            </p:cNvSpPr>
            <p:nvPr/>
          </p:nvSpPr>
          <p:spPr bwMode="auto">
            <a:xfrm>
              <a:off x="731259" y="681173"/>
              <a:ext cx="4016346" cy="339827"/>
            </a:xfrm>
            <a:prstGeom prst="rect">
              <a:avLst/>
            </a:prstGeom>
            <a:solidFill>
              <a:schemeClr val="accent6">
                <a:lumMod val="20000"/>
                <a:lumOff val="80000"/>
                <a:alpha val="50000"/>
              </a:schemeClr>
            </a:solidFill>
            <a:ln w="25400">
              <a:solidFill>
                <a:srgbClr val="008000"/>
              </a:solidFill>
              <a:miter lim="800000"/>
              <a:headEnd/>
              <a:tailEnd/>
            </a:ln>
            <a:effectLst/>
          </p:spPr>
          <p:txBody>
            <a:bodyPr wrap="none" anchor="ctr"/>
            <a:lstStyle/>
            <a:p>
              <a:endParaRPr lang="zh-CN" altLang="en-US" sz="2000"/>
            </a:p>
          </p:txBody>
        </p:sp>
        <p:sp>
          <p:nvSpPr>
            <p:cNvPr id="12" name="Line 10">
              <a:extLst>
                <a:ext uri="{FF2B5EF4-FFF2-40B4-BE49-F238E27FC236}">
                  <a16:creationId xmlns:a16="http://schemas.microsoft.com/office/drawing/2014/main" id="{4649BEA3-CB43-4EC9-8E0F-CCC3C50968DB}"/>
                </a:ext>
              </a:extLst>
            </p:cNvPr>
            <p:cNvSpPr>
              <a:spLocks noChangeShapeType="1"/>
            </p:cNvSpPr>
            <p:nvPr/>
          </p:nvSpPr>
          <p:spPr bwMode="auto">
            <a:xfrm>
              <a:off x="1737612" y="681173"/>
              <a:ext cx="0" cy="312382"/>
            </a:xfrm>
            <a:prstGeom prst="line">
              <a:avLst/>
            </a:prstGeom>
            <a:noFill/>
            <a:ln w="19050">
              <a:solidFill>
                <a:srgbClr val="3399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50" name="Text Box 49">
              <a:extLst>
                <a:ext uri="{FF2B5EF4-FFF2-40B4-BE49-F238E27FC236}">
                  <a16:creationId xmlns:a16="http://schemas.microsoft.com/office/drawing/2014/main" id="{D5D48EA0-BA2D-4919-B199-7A71F185A569}"/>
                </a:ext>
              </a:extLst>
            </p:cNvPr>
            <p:cNvSpPr txBox="1">
              <a:spLocks noChangeArrowheads="1"/>
            </p:cNvSpPr>
            <p:nvPr/>
          </p:nvSpPr>
          <p:spPr bwMode="auto">
            <a:xfrm>
              <a:off x="1920" y="305969"/>
              <a:ext cx="456663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2000" b="1" dirty="0" err="1">
                  <a:solidFill>
                    <a:srgbClr val="008080"/>
                  </a:solidFill>
                </a:rPr>
                <a:t>M.</a:t>
              </a:r>
              <a:r>
                <a:rPr lang="en-US" altLang="zh-CN" sz="2000" b="1" dirty="0" err="1">
                  <a:solidFill>
                    <a:srgbClr val="C00000"/>
                  </a:solidFill>
                </a:rPr>
                <a:t>c</a:t>
              </a:r>
              <a:r>
                <a:rPr lang="en-US" altLang="zh-CN" sz="2000" b="1" dirty="0" err="1">
                  <a:solidFill>
                    <a:srgbClr val="008080"/>
                  </a:solidFill>
                </a:rPr>
                <a:t>head</a:t>
              </a:r>
              <a:r>
                <a:rPr lang="en-US" altLang="zh-CN" sz="2000" b="1" dirty="0">
                  <a:solidFill>
                    <a:srgbClr val="008080"/>
                  </a:solidFill>
                </a:rPr>
                <a:t>   1           2            3            4</a:t>
              </a:r>
            </a:p>
          </p:txBody>
        </p:sp>
        <p:sp>
          <p:nvSpPr>
            <p:cNvPr id="73" name="Line 10">
              <a:extLst>
                <a:ext uri="{FF2B5EF4-FFF2-40B4-BE49-F238E27FC236}">
                  <a16:creationId xmlns:a16="http://schemas.microsoft.com/office/drawing/2014/main" id="{80A6F0A3-AE61-421C-AA9E-A614DE79934E}"/>
                </a:ext>
              </a:extLst>
            </p:cNvPr>
            <p:cNvSpPr>
              <a:spLocks noChangeShapeType="1"/>
            </p:cNvSpPr>
            <p:nvPr/>
          </p:nvSpPr>
          <p:spPr bwMode="auto">
            <a:xfrm>
              <a:off x="2736080" y="701123"/>
              <a:ext cx="0" cy="312382"/>
            </a:xfrm>
            <a:prstGeom prst="line">
              <a:avLst/>
            </a:prstGeom>
            <a:noFill/>
            <a:ln w="19050">
              <a:solidFill>
                <a:srgbClr val="3399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74" name="Line 10">
              <a:extLst>
                <a:ext uri="{FF2B5EF4-FFF2-40B4-BE49-F238E27FC236}">
                  <a16:creationId xmlns:a16="http://schemas.microsoft.com/office/drawing/2014/main" id="{781A0063-16AE-462D-BDD8-55C6DF0C48AB}"/>
                </a:ext>
              </a:extLst>
            </p:cNvPr>
            <p:cNvSpPr>
              <a:spLocks noChangeShapeType="1"/>
            </p:cNvSpPr>
            <p:nvPr/>
          </p:nvSpPr>
          <p:spPr bwMode="auto">
            <a:xfrm>
              <a:off x="3749170" y="701123"/>
              <a:ext cx="0" cy="312382"/>
            </a:xfrm>
            <a:prstGeom prst="line">
              <a:avLst/>
            </a:prstGeom>
            <a:noFill/>
            <a:ln w="19050">
              <a:solidFill>
                <a:srgbClr val="3399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grpSp>
      <p:sp>
        <p:nvSpPr>
          <p:cNvPr id="75" name="Text Box 47">
            <a:extLst>
              <a:ext uri="{FF2B5EF4-FFF2-40B4-BE49-F238E27FC236}">
                <a16:creationId xmlns:a16="http://schemas.microsoft.com/office/drawing/2014/main" id="{3DC74C85-4DE3-4075-842C-E6D9AD8C8184}"/>
              </a:ext>
            </a:extLst>
          </p:cNvPr>
          <p:cNvSpPr txBox="1">
            <a:spLocks noChangeArrowheads="1"/>
          </p:cNvSpPr>
          <p:nvPr/>
        </p:nvSpPr>
        <p:spPr bwMode="auto">
          <a:xfrm>
            <a:off x="4330114" y="1603438"/>
            <a:ext cx="238726" cy="300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0">
            <a:spAutoFit/>
          </a:bodyPr>
          <a:lstStyle/>
          <a:p>
            <a:pPr>
              <a:lnSpc>
                <a:spcPct val="80000"/>
              </a:lnSpc>
              <a:spcBef>
                <a:spcPct val="50000"/>
              </a:spcBef>
            </a:pPr>
            <a:r>
              <a:rPr lang="en-US" altLang="zh-CN" sz="2400" b="1" dirty="0">
                <a:solidFill>
                  <a:schemeClr val="accent5">
                    <a:lumMod val="50000"/>
                  </a:schemeClr>
                </a:solidFill>
                <a:sym typeface="Symbol" panose="05050102010706020507" pitchFamily="18" charset="2"/>
              </a:rPr>
              <a:t></a:t>
            </a:r>
            <a:endParaRPr lang="en-US" altLang="zh-CN" sz="2400" b="1" dirty="0">
              <a:solidFill>
                <a:schemeClr val="accent5">
                  <a:lumMod val="50000"/>
                </a:schemeClr>
              </a:solidFill>
            </a:endParaRPr>
          </a:p>
        </p:txBody>
      </p:sp>
      <p:sp>
        <p:nvSpPr>
          <p:cNvPr id="76" name="Text Box 47">
            <a:extLst>
              <a:ext uri="{FF2B5EF4-FFF2-40B4-BE49-F238E27FC236}">
                <a16:creationId xmlns:a16="http://schemas.microsoft.com/office/drawing/2014/main" id="{B9709111-8219-4B62-899F-255BB2414EEF}"/>
              </a:ext>
            </a:extLst>
          </p:cNvPr>
          <p:cNvSpPr txBox="1">
            <a:spLocks noChangeArrowheads="1"/>
          </p:cNvSpPr>
          <p:nvPr/>
        </p:nvSpPr>
        <p:spPr bwMode="auto">
          <a:xfrm>
            <a:off x="4777538" y="1611351"/>
            <a:ext cx="238726" cy="300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0">
            <a:spAutoFit/>
          </a:bodyPr>
          <a:lstStyle/>
          <a:p>
            <a:pPr>
              <a:lnSpc>
                <a:spcPct val="80000"/>
              </a:lnSpc>
              <a:spcBef>
                <a:spcPct val="50000"/>
              </a:spcBef>
            </a:pPr>
            <a:r>
              <a:rPr lang="en-US" altLang="zh-CN" sz="2400" b="1" dirty="0">
                <a:solidFill>
                  <a:schemeClr val="accent5">
                    <a:lumMod val="50000"/>
                  </a:schemeClr>
                </a:solidFill>
                <a:sym typeface="Symbol" panose="05050102010706020507" pitchFamily="18" charset="2"/>
              </a:rPr>
              <a:t></a:t>
            </a:r>
            <a:endParaRPr lang="en-US" altLang="zh-CN" sz="2400" b="1" dirty="0">
              <a:solidFill>
                <a:schemeClr val="accent5">
                  <a:lumMod val="50000"/>
                </a:schemeClr>
              </a:solidFill>
            </a:endParaRPr>
          </a:p>
        </p:txBody>
      </p:sp>
      <p:sp>
        <p:nvSpPr>
          <p:cNvPr id="77" name="Text Box 47">
            <a:extLst>
              <a:ext uri="{FF2B5EF4-FFF2-40B4-BE49-F238E27FC236}">
                <a16:creationId xmlns:a16="http://schemas.microsoft.com/office/drawing/2014/main" id="{0261C094-9467-4FCF-8ABD-73CCC1145E7C}"/>
              </a:ext>
            </a:extLst>
          </p:cNvPr>
          <p:cNvSpPr txBox="1">
            <a:spLocks noChangeArrowheads="1"/>
          </p:cNvSpPr>
          <p:nvPr/>
        </p:nvSpPr>
        <p:spPr bwMode="auto">
          <a:xfrm>
            <a:off x="2270390" y="2454759"/>
            <a:ext cx="238726" cy="300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0">
            <a:spAutoFit/>
          </a:bodyPr>
          <a:lstStyle/>
          <a:p>
            <a:pPr>
              <a:lnSpc>
                <a:spcPct val="80000"/>
              </a:lnSpc>
              <a:spcBef>
                <a:spcPct val="50000"/>
              </a:spcBef>
            </a:pPr>
            <a:r>
              <a:rPr lang="en-US" altLang="zh-CN" sz="2400" b="1" dirty="0">
                <a:solidFill>
                  <a:schemeClr val="accent5">
                    <a:lumMod val="50000"/>
                  </a:schemeClr>
                </a:solidFill>
                <a:sym typeface="Symbol" panose="05050102010706020507" pitchFamily="18" charset="2"/>
              </a:rPr>
              <a:t></a:t>
            </a:r>
            <a:endParaRPr lang="en-US" altLang="zh-CN" sz="2400" b="1" dirty="0">
              <a:solidFill>
                <a:schemeClr val="accent5">
                  <a:lumMod val="50000"/>
                </a:schemeClr>
              </a:solidFill>
            </a:endParaRPr>
          </a:p>
        </p:txBody>
      </p:sp>
      <p:sp>
        <p:nvSpPr>
          <p:cNvPr id="78" name="Text Box 47">
            <a:extLst>
              <a:ext uri="{FF2B5EF4-FFF2-40B4-BE49-F238E27FC236}">
                <a16:creationId xmlns:a16="http://schemas.microsoft.com/office/drawing/2014/main" id="{7CB9DB97-81A5-436E-8546-FD6AF1499974}"/>
              </a:ext>
            </a:extLst>
          </p:cNvPr>
          <p:cNvSpPr txBox="1">
            <a:spLocks noChangeArrowheads="1"/>
          </p:cNvSpPr>
          <p:nvPr/>
        </p:nvSpPr>
        <p:spPr bwMode="auto">
          <a:xfrm>
            <a:off x="2733920" y="2453094"/>
            <a:ext cx="238726" cy="300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0">
            <a:spAutoFit/>
          </a:bodyPr>
          <a:lstStyle/>
          <a:p>
            <a:pPr>
              <a:lnSpc>
                <a:spcPct val="80000"/>
              </a:lnSpc>
              <a:spcBef>
                <a:spcPct val="50000"/>
              </a:spcBef>
            </a:pPr>
            <a:r>
              <a:rPr lang="en-US" altLang="zh-CN" sz="2400" b="1" dirty="0">
                <a:solidFill>
                  <a:schemeClr val="accent5">
                    <a:lumMod val="50000"/>
                  </a:schemeClr>
                </a:solidFill>
                <a:sym typeface="Symbol" panose="05050102010706020507" pitchFamily="18" charset="2"/>
              </a:rPr>
              <a:t></a:t>
            </a:r>
            <a:endParaRPr lang="en-US" altLang="zh-CN" sz="2400" b="1" dirty="0">
              <a:solidFill>
                <a:schemeClr val="accent5">
                  <a:lumMod val="50000"/>
                </a:schemeClr>
              </a:solidFill>
            </a:endParaRPr>
          </a:p>
        </p:txBody>
      </p:sp>
      <p:sp>
        <p:nvSpPr>
          <p:cNvPr id="79" name="Text Box 47">
            <a:extLst>
              <a:ext uri="{FF2B5EF4-FFF2-40B4-BE49-F238E27FC236}">
                <a16:creationId xmlns:a16="http://schemas.microsoft.com/office/drawing/2014/main" id="{1BC5A54A-B723-4C41-B411-CED9EC59F1AD}"/>
              </a:ext>
            </a:extLst>
          </p:cNvPr>
          <p:cNvSpPr txBox="1">
            <a:spLocks noChangeArrowheads="1"/>
          </p:cNvSpPr>
          <p:nvPr/>
        </p:nvSpPr>
        <p:spPr bwMode="auto">
          <a:xfrm>
            <a:off x="1252773" y="3291322"/>
            <a:ext cx="238726" cy="300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0">
            <a:spAutoFit/>
          </a:bodyPr>
          <a:lstStyle/>
          <a:p>
            <a:pPr>
              <a:lnSpc>
                <a:spcPct val="80000"/>
              </a:lnSpc>
              <a:spcBef>
                <a:spcPct val="50000"/>
              </a:spcBef>
            </a:pPr>
            <a:r>
              <a:rPr lang="en-US" altLang="zh-CN" sz="2400" b="1" dirty="0">
                <a:solidFill>
                  <a:schemeClr val="accent5">
                    <a:lumMod val="50000"/>
                  </a:schemeClr>
                </a:solidFill>
                <a:sym typeface="Symbol" panose="05050102010706020507" pitchFamily="18" charset="2"/>
              </a:rPr>
              <a:t></a:t>
            </a:r>
            <a:endParaRPr lang="en-US" altLang="zh-CN" sz="2400" b="1" dirty="0">
              <a:solidFill>
                <a:schemeClr val="accent5">
                  <a:lumMod val="50000"/>
                </a:schemeClr>
              </a:solidFill>
            </a:endParaRPr>
          </a:p>
        </p:txBody>
      </p:sp>
      <p:sp>
        <p:nvSpPr>
          <p:cNvPr id="80" name="Text Box 47">
            <a:extLst>
              <a:ext uri="{FF2B5EF4-FFF2-40B4-BE49-F238E27FC236}">
                <a16:creationId xmlns:a16="http://schemas.microsoft.com/office/drawing/2014/main" id="{16BDB0ED-354C-4B2F-98FB-D2DE6C2C7534}"/>
              </a:ext>
            </a:extLst>
          </p:cNvPr>
          <p:cNvSpPr txBox="1">
            <a:spLocks noChangeArrowheads="1"/>
          </p:cNvSpPr>
          <p:nvPr/>
        </p:nvSpPr>
        <p:spPr bwMode="auto">
          <a:xfrm>
            <a:off x="1708828" y="3279307"/>
            <a:ext cx="238726" cy="300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0">
            <a:spAutoFit/>
          </a:bodyPr>
          <a:lstStyle/>
          <a:p>
            <a:pPr>
              <a:lnSpc>
                <a:spcPct val="80000"/>
              </a:lnSpc>
              <a:spcBef>
                <a:spcPct val="50000"/>
              </a:spcBef>
            </a:pPr>
            <a:r>
              <a:rPr lang="en-US" altLang="zh-CN" sz="2400" b="1" dirty="0">
                <a:solidFill>
                  <a:schemeClr val="accent5">
                    <a:lumMod val="50000"/>
                  </a:schemeClr>
                </a:solidFill>
                <a:sym typeface="Symbol" panose="05050102010706020507" pitchFamily="18" charset="2"/>
              </a:rPr>
              <a:t></a:t>
            </a:r>
            <a:endParaRPr lang="en-US" altLang="zh-CN" sz="2400" b="1" dirty="0">
              <a:solidFill>
                <a:schemeClr val="accent5">
                  <a:lumMod val="50000"/>
                </a:schemeClr>
              </a:solidFill>
            </a:endParaRPr>
          </a:p>
        </p:txBody>
      </p:sp>
      <p:sp>
        <p:nvSpPr>
          <p:cNvPr id="81" name="矩形: 圆角 80">
            <a:extLst>
              <a:ext uri="{FF2B5EF4-FFF2-40B4-BE49-F238E27FC236}">
                <a16:creationId xmlns:a16="http://schemas.microsoft.com/office/drawing/2014/main" id="{932EC5A6-254E-4E5F-A563-5806CE077FD5}"/>
              </a:ext>
            </a:extLst>
          </p:cNvPr>
          <p:cNvSpPr/>
          <p:nvPr/>
        </p:nvSpPr>
        <p:spPr>
          <a:xfrm>
            <a:off x="6281771" y="263123"/>
            <a:ext cx="5038165" cy="471145"/>
          </a:xfrm>
          <a:prstGeom prst="roundRect">
            <a:avLst/>
          </a:prstGeom>
          <a:solidFill>
            <a:schemeClr val="tx2">
              <a:lumMod val="10000"/>
              <a:lumOff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rgbClr val="C00000"/>
                </a:solidFill>
                <a:effectLst>
                  <a:outerShdw blurRad="38100" dist="38100" dir="2700000" algn="tl">
                    <a:srgbClr val="000000">
                      <a:alpha val="43137"/>
                    </a:srgbClr>
                  </a:outerShdw>
                </a:effectLst>
              </a:rPr>
              <a:t>算法</a:t>
            </a:r>
            <a:r>
              <a:rPr lang="en-US" altLang="zh-CN" sz="2400" b="1" dirty="0">
                <a:solidFill>
                  <a:srgbClr val="C00000"/>
                </a:solidFill>
                <a:effectLst>
                  <a:outerShdw blurRad="38100" dist="38100" dir="2700000" algn="tl">
                    <a:srgbClr val="000000">
                      <a:alpha val="43137"/>
                    </a:srgbClr>
                  </a:outerShdw>
                </a:effectLst>
              </a:rPr>
              <a:t>5.6  </a:t>
            </a:r>
            <a:r>
              <a:rPr lang="zh-CN" altLang="en-US" sz="2400" b="1" dirty="0">
                <a:solidFill>
                  <a:schemeClr val="accent5">
                    <a:lumMod val="50000"/>
                  </a:schemeClr>
                </a:solidFill>
                <a:effectLst>
                  <a:outerShdw blurRad="38100" dist="38100" dir="2700000" algn="tl">
                    <a:srgbClr val="000000">
                      <a:alpha val="43137"/>
                    </a:srgbClr>
                  </a:outerShdw>
                </a:effectLst>
              </a:rPr>
              <a:t>构建稀疏矩阵的十字链表</a:t>
            </a:r>
          </a:p>
        </p:txBody>
      </p:sp>
      <p:sp>
        <p:nvSpPr>
          <p:cNvPr id="85" name="文本框 84">
            <a:extLst>
              <a:ext uri="{FF2B5EF4-FFF2-40B4-BE49-F238E27FC236}">
                <a16:creationId xmlns:a16="http://schemas.microsoft.com/office/drawing/2014/main" id="{99B3EDEA-3A55-4214-85DB-DCCD05F93EC3}"/>
              </a:ext>
            </a:extLst>
          </p:cNvPr>
          <p:cNvSpPr txBox="1"/>
          <p:nvPr/>
        </p:nvSpPr>
        <p:spPr>
          <a:xfrm>
            <a:off x="4962167" y="1951739"/>
            <a:ext cx="7087507" cy="4989507"/>
          </a:xfrm>
          <a:prstGeom prst="rect">
            <a:avLst/>
          </a:prstGeom>
          <a:noFill/>
        </p:spPr>
        <p:txBody>
          <a:bodyPr wrap="square">
            <a:spAutoFit/>
          </a:bodyPr>
          <a:lstStyle/>
          <a:p>
            <a:pPr algn="just">
              <a:lnSpc>
                <a:spcPct val="114000"/>
              </a:lnSpc>
            </a:pPr>
            <a:r>
              <a:rPr lang="en-US" altLang="zh-CN" sz="1600" b="1" kern="100" dirty="0">
                <a:effectLst>
                  <a:outerShdw blurRad="38100" dist="38100" dir="2700000" algn="tl">
                    <a:srgbClr val="000000">
                      <a:alpha val="43137"/>
                    </a:srgbClr>
                  </a:outerShdw>
                </a:effectLst>
                <a:latin typeface="Courier New" panose="02070309020205020404" pitchFamily="49" charset="0"/>
                <a:ea typeface="等线" panose="02010600030101010101" pitchFamily="2" charset="-122"/>
                <a:cs typeface="Times New Roman" panose="02020603050405020304" pitchFamily="18" charset="0"/>
              </a:rPr>
              <a:t>Status</a:t>
            </a:r>
            <a:r>
              <a:rPr lang="en-US" altLang="zh-CN" sz="1600" b="1" kern="100" dirty="0">
                <a:effectLst/>
                <a:latin typeface="Courier New" panose="02070309020205020404" pitchFamily="49" charset="0"/>
                <a:ea typeface="等线" panose="02010600030101010101" pitchFamily="2" charset="-122"/>
                <a:cs typeface="Times New Roman" panose="02020603050405020304" pitchFamily="18" charset="0"/>
              </a:rPr>
              <a:t> </a:t>
            </a:r>
            <a:r>
              <a:rPr lang="en-US" altLang="zh-CN" sz="1600" b="1" kern="100" dirty="0" err="1">
                <a:effectLst/>
                <a:latin typeface="Courier New" panose="02070309020205020404" pitchFamily="49" charset="0"/>
                <a:ea typeface="等线" panose="02010600030101010101" pitchFamily="2" charset="-122"/>
                <a:cs typeface="Times New Roman" panose="02020603050405020304" pitchFamily="18" charset="0"/>
              </a:rPr>
              <a:t>CreateSMatrix_OL</a:t>
            </a:r>
            <a:r>
              <a:rPr lang="en-US" altLang="zh-CN" sz="1600" b="1" kern="100" dirty="0">
                <a:effectLst/>
                <a:latin typeface="Courier New" panose="02070309020205020404" pitchFamily="49" charset="0"/>
                <a:ea typeface="等线" panose="02010600030101010101" pitchFamily="2" charset="-122"/>
                <a:cs typeface="Times New Roman" panose="02020603050405020304" pitchFamily="18" charset="0"/>
              </a:rPr>
              <a:t> (</a:t>
            </a:r>
            <a:r>
              <a:rPr lang="en-US" altLang="zh-CN" sz="1600" b="1" kern="100" dirty="0" err="1">
                <a:effectLst/>
                <a:latin typeface="Courier New" panose="02070309020205020404" pitchFamily="49" charset="0"/>
                <a:ea typeface="等线" panose="02010600030101010101" pitchFamily="2" charset="-122"/>
                <a:cs typeface="Times New Roman" panose="02020603050405020304" pitchFamily="18" charset="0"/>
              </a:rPr>
              <a:t>CrossList</a:t>
            </a:r>
            <a:r>
              <a:rPr lang="en-US" altLang="zh-CN" sz="1600" b="1" kern="100" dirty="0">
                <a:effectLst/>
                <a:latin typeface="Courier New" panose="02070309020205020404" pitchFamily="49" charset="0"/>
                <a:ea typeface="等线" panose="02010600030101010101" pitchFamily="2" charset="-122"/>
                <a:cs typeface="Times New Roman" panose="02020603050405020304" pitchFamily="18" charset="0"/>
              </a:rPr>
              <a:t> </a:t>
            </a:r>
            <a:r>
              <a:rPr lang="en-US" altLang="zh-CN" sz="1600" b="1" kern="100" dirty="0">
                <a:solidFill>
                  <a:srgbClr val="C00000"/>
                </a:solidFill>
                <a:effectLst/>
                <a:latin typeface="Courier New" panose="02070309020205020404" pitchFamily="49" charset="0"/>
                <a:ea typeface="等线" panose="02010600030101010101" pitchFamily="2" charset="-122"/>
                <a:cs typeface="Times New Roman" panose="02020603050405020304" pitchFamily="18" charset="0"/>
              </a:rPr>
              <a:t>&amp;M</a:t>
            </a:r>
            <a:r>
              <a:rPr lang="en-US" altLang="zh-CN" sz="1600" b="1" kern="100" dirty="0">
                <a:effectLst/>
                <a:latin typeface="Courier New" panose="02070309020205020404" pitchFamily="49" charset="0"/>
                <a:ea typeface="等线" panose="02010600030101010101" pitchFamily="2" charset="-122"/>
                <a:cs typeface="Times New Roman" panose="02020603050405020304" pitchFamily="18" charset="0"/>
              </a:rPr>
              <a:t>, </a:t>
            </a:r>
            <a:r>
              <a:rPr lang="en-US" altLang="zh-CN" sz="1600" b="1" kern="100" dirty="0">
                <a:effectLst>
                  <a:outerShdw blurRad="38100" dist="38100" dir="2700000" algn="tl">
                    <a:srgbClr val="000000">
                      <a:alpha val="43137"/>
                    </a:srgbClr>
                  </a:outerShdw>
                </a:effectLst>
                <a:latin typeface="Courier New" panose="02070309020205020404" pitchFamily="49" charset="0"/>
                <a:ea typeface="等线" panose="02010600030101010101" pitchFamily="2" charset="-122"/>
                <a:cs typeface="Times New Roman" panose="02020603050405020304" pitchFamily="18" charset="0"/>
              </a:rPr>
              <a:t>int</a:t>
            </a:r>
            <a:r>
              <a:rPr lang="en-US" altLang="zh-CN" sz="1600" b="1" kern="100" dirty="0">
                <a:effectLst/>
                <a:latin typeface="Courier New" panose="02070309020205020404" pitchFamily="49" charset="0"/>
                <a:ea typeface="等线" panose="02010600030101010101" pitchFamily="2" charset="-122"/>
                <a:cs typeface="Times New Roman" panose="02020603050405020304" pitchFamily="18" charset="0"/>
              </a:rPr>
              <a:t> </a:t>
            </a:r>
            <a:r>
              <a:rPr lang="en-US" altLang="zh-CN" sz="1600" b="1" kern="100" dirty="0">
                <a:solidFill>
                  <a:srgbClr val="C00000"/>
                </a:solidFill>
                <a:effectLst/>
                <a:latin typeface="Courier New" panose="02070309020205020404" pitchFamily="49" charset="0"/>
                <a:ea typeface="等线" panose="02010600030101010101" pitchFamily="2" charset="-122"/>
                <a:cs typeface="Times New Roman" panose="02020603050405020304" pitchFamily="18" charset="0"/>
              </a:rPr>
              <a:t>m</a:t>
            </a:r>
            <a:r>
              <a:rPr lang="en-US" altLang="zh-CN" sz="1600" b="1" kern="100" dirty="0">
                <a:effectLst/>
                <a:latin typeface="Courier New" panose="02070309020205020404" pitchFamily="49" charset="0"/>
                <a:ea typeface="等线" panose="02010600030101010101" pitchFamily="2" charset="-122"/>
                <a:cs typeface="Times New Roman" panose="02020603050405020304" pitchFamily="18" charset="0"/>
              </a:rPr>
              <a:t>, </a:t>
            </a:r>
            <a:r>
              <a:rPr lang="en-US" altLang="zh-CN" sz="1600" b="1" kern="100" dirty="0">
                <a:effectLst>
                  <a:outerShdw blurRad="38100" dist="38100" dir="2700000" algn="tl">
                    <a:srgbClr val="000000">
                      <a:alpha val="43137"/>
                    </a:srgbClr>
                  </a:outerShdw>
                </a:effectLst>
                <a:latin typeface="Courier New" panose="02070309020205020404" pitchFamily="49" charset="0"/>
                <a:ea typeface="等线" panose="02010600030101010101" pitchFamily="2" charset="-122"/>
                <a:cs typeface="Times New Roman" panose="02020603050405020304" pitchFamily="18" charset="0"/>
              </a:rPr>
              <a:t>int</a:t>
            </a:r>
            <a:r>
              <a:rPr lang="en-US" altLang="zh-CN" sz="1600" b="1" kern="100" dirty="0">
                <a:effectLst/>
                <a:latin typeface="Courier New" panose="02070309020205020404" pitchFamily="49" charset="0"/>
                <a:ea typeface="等线" panose="02010600030101010101" pitchFamily="2" charset="-122"/>
                <a:cs typeface="Times New Roman" panose="02020603050405020304" pitchFamily="18" charset="0"/>
              </a:rPr>
              <a:t> </a:t>
            </a:r>
            <a:r>
              <a:rPr lang="en-US" altLang="zh-CN" sz="1600" b="1" kern="100" dirty="0">
                <a:solidFill>
                  <a:srgbClr val="C00000"/>
                </a:solidFill>
                <a:effectLst/>
                <a:latin typeface="Courier New" panose="02070309020205020404" pitchFamily="49" charset="0"/>
                <a:ea typeface="等线" panose="02010600030101010101" pitchFamily="2" charset="-122"/>
                <a:cs typeface="Times New Roman" panose="02020603050405020304" pitchFamily="18" charset="0"/>
              </a:rPr>
              <a:t>n</a:t>
            </a:r>
            <a:r>
              <a:rPr lang="en-US" altLang="zh-CN" sz="1600" b="1" kern="100" dirty="0">
                <a:effectLst/>
                <a:latin typeface="Courier New" panose="02070309020205020404" pitchFamily="49" charset="0"/>
                <a:ea typeface="等线" panose="02010600030101010101" pitchFamily="2" charset="-122"/>
                <a:cs typeface="Times New Roman" panose="02020603050405020304" pitchFamily="18" charset="0"/>
              </a:rPr>
              <a:t>,</a:t>
            </a:r>
          </a:p>
          <a:p>
            <a:pPr algn="just">
              <a:lnSpc>
                <a:spcPct val="114000"/>
              </a:lnSpc>
            </a:pPr>
            <a:r>
              <a:rPr lang="en-US" altLang="zh-CN" sz="1600" b="1" kern="100" dirty="0">
                <a:latin typeface="Courier New" panose="02070309020205020404" pitchFamily="49" charset="0"/>
                <a:ea typeface="等线" panose="02010600030101010101" pitchFamily="2" charset="-122"/>
                <a:cs typeface="Times New Roman" panose="02020603050405020304" pitchFamily="18" charset="0"/>
              </a:rPr>
              <a:t>      </a:t>
            </a:r>
            <a:r>
              <a:rPr lang="en-US" altLang="zh-CN" sz="1600" b="1" kern="100" dirty="0">
                <a:effectLst/>
                <a:latin typeface="Courier New" panose="02070309020205020404" pitchFamily="49" charset="0"/>
                <a:ea typeface="等线" panose="02010600030101010101" pitchFamily="2" charset="-122"/>
                <a:cs typeface="Times New Roman" panose="02020603050405020304" pitchFamily="18" charset="0"/>
              </a:rPr>
              <a:t>            </a:t>
            </a:r>
            <a:r>
              <a:rPr lang="en-US" altLang="zh-CN" sz="1600" b="1" kern="100" dirty="0">
                <a:effectLst>
                  <a:outerShdw blurRad="38100" dist="38100" dir="2700000" algn="tl">
                    <a:srgbClr val="000000">
                      <a:alpha val="43137"/>
                    </a:srgbClr>
                  </a:outerShdw>
                </a:effectLst>
                <a:latin typeface="Courier New" panose="02070309020205020404" pitchFamily="49" charset="0"/>
                <a:ea typeface="等线" panose="02010600030101010101" pitchFamily="2" charset="-122"/>
                <a:cs typeface="Times New Roman" panose="02020603050405020304" pitchFamily="18" charset="0"/>
              </a:rPr>
              <a:t>int </a:t>
            </a:r>
            <a:r>
              <a:rPr lang="en-US" altLang="zh-CN" sz="1600" b="1" kern="100" dirty="0">
                <a:solidFill>
                  <a:srgbClr val="C00000"/>
                </a:solidFill>
                <a:effectLst/>
                <a:latin typeface="Courier New" panose="02070309020205020404" pitchFamily="49" charset="0"/>
                <a:ea typeface="等线" panose="02010600030101010101" pitchFamily="2" charset="-122"/>
                <a:cs typeface="Times New Roman" panose="02020603050405020304" pitchFamily="18" charset="0"/>
              </a:rPr>
              <a:t>t</a:t>
            </a:r>
            <a:r>
              <a:rPr lang="en-US" altLang="zh-CN" sz="1600" b="1" kern="100" dirty="0">
                <a:effectLst/>
                <a:latin typeface="Courier New" panose="02070309020205020404" pitchFamily="49" charset="0"/>
                <a:ea typeface="等线" panose="02010600030101010101" pitchFamily="2" charset="-122"/>
                <a:cs typeface="Times New Roman" panose="02020603050405020304" pitchFamily="18" charset="0"/>
              </a:rPr>
              <a:t>, </a:t>
            </a:r>
            <a:r>
              <a:rPr lang="en-US" altLang="zh-CN" sz="1600" b="1" kern="100" dirty="0">
                <a:effectLst>
                  <a:outerShdw blurRad="38100" dist="38100" dir="2700000" algn="tl">
                    <a:srgbClr val="000000">
                      <a:alpha val="43137"/>
                    </a:srgbClr>
                  </a:outerShdw>
                </a:effectLst>
                <a:latin typeface="Courier New" panose="02070309020205020404" pitchFamily="49" charset="0"/>
                <a:ea typeface="等线" panose="02010600030101010101" pitchFamily="2" charset="-122"/>
                <a:cs typeface="Times New Roman" panose="02020603050405020304" pitchFamily="18" charset="0"/>
              </a:rPr>
              <a:t>int</a:t>
            </a:r>
            <a:r>
              <a:rPr lang="en-US" altLang="zh-CN" sz="1600" b="1" kern="100" dirty="0">
                <a:effectLst/>
                <a:latin typeface="Courier New" panose="02070309020205020404" pitchFamily="49" charset="0"/>
                <a:ea typeface="等线" panose="02010600030101010101" pitchFamily="2" charset="-122"/>
                <a:cs typeface="Times New Roman" panose="02020603050405020304" pitchFamily="18" charset="0"/>
              </a:rPr>
              <a:t> </a:t>
            </a:r>
            <a:r>
              <a:rPr lang="en-US" altLang="zh-CN" sz="1600" b="1" kern="100" dirty="0">
                <a:solidFill>
                  <a:srgbClr val="C00000"/>
                </a:solidFill>
                <a:effectLst/>
                <a:latin typeface="Courier New" panose="02070309020205020404" pitchFamily="49" charset="0"/>
                <a:ea typeface="等线" panose="02010600030101010101" pitchFamily="2" charset="-122"/>
                <a:cs typeface="Times New Roman" panose="02020603050405020304" pitchFamily="18" charset="0"/>
              </a:rPr>
              <a:t>*is</a:t>
            </a:r>
            <a:r>
              <a:rPr lang="en-US" altLang="zh-CN" sz="1600" b="1" kern="100" dirty="0">
                <a:effectLst/>
                <a:latin typeface="Courier New" panose="02070309020205020404" pitchFamily="49" charset="0"/>
                <a:ea typeface="等线" panose="02010600030101010101" pitchFamily="2" charset="-122"/>
                <a:cs typeface="Times New Roman" panose="02020603050405020304" pitchFamily="18" charset="0"/>
              </a:rPr>
              <a:t>, </a:t>
            </a:r>
            <a:r>
              <a:rPr lang="en-US" altLang="zh-CN" sz="1600" b="1" kern="100" dirty="0">
                <a:effectLst>
                  <a:outerShdw blurRad="38100" dist="38100" dir="2700000" algn="tl">
                    <a:srgbClr val="000000">
                      <a:alpha val="43137"/>
                    </a:srgbClr>
                  </a:outerShdw>
                </a:effectLst>
                <a:latin typeface="Courier New" panose="02070309020205020404" pitchFamily="49" charset="0"/>
                <a:ea typeface="等线" panose="02010600030101010101" pitchFamily="2" charset="-122"/>
                <a:cs typeface="Times New Roman" panose="02020603050405020304" pitchFamily="18" charset="0"/>
              </a:rPr>
              <a:t>int</a:t>
            </a:r>
            <a:r>
              <a:rPr lang="en-US" altLang="zh-CN" sz="1600" b="1" kern="100" dirty="0">
                <a:effectLst/>
                <a:latin typeface="Courier New" panose="02070309020205020404" pitchFamily="49" charset="0"/>
                <a:ea typeface="等线" panose="02010600030101010101" pitchFamily="2" charset="-122"/>
                <a:cs typeface="Times New Roman" panose="02020603050405020304" pitchFamily="18" charset="0"/>
              </a:rPr>
              <a:t> </a:t>
            </a:r>
            <a:r>
              <a:rPr lang="en-US" altLang="zh-CN" sz="1600" b="1" kern="100" dirty="0">
                <a:solidFill>
                  <a:srgbClr val="C00000"/>
                </a:solidFill>
                <a:effectLst/>
                <a:latin typeface="Courier New" panose="02070309020205020404" pitchFamily="49" charset="0"/>
                <a:ea typeface="等线" panose="02010600030101010101" pitchFamily="2" charset="-122"/>
                <a:cs typeface="Times New Roman" panose="02020603050405020304" pitchFamily="18" charset="0"/>
              </a:rPr>
              <a:t>*</a:t>
            </a:r>
            <a:r>
              <a:rPr lang="en-US" altLang="zh-CN" sz="1600" b="1" kern="100" dirty="0" err="1">
                <a:solidFill>
                  <a:srgbClr val="C00000"/>
                </a:solidFill>
                <a:effectLst/>
                <a:latin typeface="Courier New" panose="02070309020205020404" pitchFamily="49" charset="0"/>
                <a:ea typeface="等线" panose="02010600030101010101" pitchFamily="2" charset="-122"/>
                <a:cs typeface="Times New Roman" panose="02020603050405020304" pitchFamily="18" charset="0"/>
              </a:rPr>
              <a:t>js</a:t>
            </a:r>
            <a:r>
              <a:rPr lang="en-US" altLang="zh-CN" sz="1600" b="1" kern="100" dirty="0">
                <a:effectLst/>
                <a:latin typeface="Courier New" panose="02070309020205020404" pitchFamily="49" charset="0"/>
                <a:ea typeface="等线" panose="02010600030101010101" pitchFamily="2" charset="-122"/>
                <a:cs typeface="Times New Roman" panose="02020603050405020304" pitchFamily="18" charset="0"/>
              </a:rPr>
              <a:t>, </a:t>
            </a:r>
            <a:r>
              <a:rPr lang="en-US" altLang="zh-CN" sz="1600" b="1" kern="100" dirty="0">
                <a:effectLst>
                  <a:outerShdw blurRad="38100" dist="38100" dir="2700000" algn="tl">
                    <a:srgbClr val="000000">
                      <a:alpha val="43137"/>
                    </a:srgbClr>
                  </a:outerShdw>
                </a:effectLst>
                <a:latin typeface="Courier New" panose="02070309020205020404" pitchFamily="49" charset="0"/>
                <a:ea typeface="等线" panose="02010600030101010101" pitchFamily="2" charset="-122"/>
                <a:cs typeface="Times New Roman" panose="02020603050405020304" pitchFamily="18" charset="0"/>
              </a:rPr>
              <a:t>int</a:t>
            </a:r>
            <a:r>
              <a:rPr lang="en-US" altLang="zh-CN" sz="1600" b="1" kern="100" dirty="0">
                <a:effectLst/>
                <a:latin typeface="Courier New" panose="02070309020205020404" pitchFamily="49" charset="0"/>
                <a:ea typeface="等线" panose="02010600030101010101" pitchFamily="2" charset="-122"/>
                <a:cs typeface="Times New Roman" panose="02020603050405020304" pitchFamily="18" charset="0"/>
              </a:rPr>
              <a:t> </a:t>
            </a:r>
            <a:r>
              <a:rPr lang="en-US" altLang="zh-CN" sz="1600" b="1" kern="100" dirty="0">
                <a:solidFill>
                  <a:srgbClr val="C00000"/>
                </a:solidFill>
                <a:effectLst/>
                <a:latin typeface="Courier New" panose="02070309020205020404" pitchFamily="49" charset="0"/>
                <a:ea typeface="等线" panose="02010600030101010101" pitchFamily="2" charset="-122"/>
                <a:cs typeface="Times New Roman" panose="02020603050405020304" pitchFamily="18" charset="0"/>
              </a:rPr>
              <a:t>*es</a:t>
            </a:r>
            <a:r>
              <a:rPr lang="en-US" altLang="zh-CN" sz="1600" b="1" kern="100" dirty="0">
                <a:effectLst/>
                <a:latin typeface="Courier New" panose="02070309020205020404" pitchFamily="49" charset="0"/>
                <a:ea typeface="等线" panose="02010600030101010101" pitchFamily="2" charset="-122"/>
                <a:cs typeface="Times New Roman" panose="02020603050405020304" pitchFamily="18" charset="0"/>
              </a:rPr>
              <a:t>) </a:t>
            </a:r>
            <a:r>
              <a:rPr lang="en-US" altLang="zh-CN" sz="1600" b="1" kern="100" dirty="0">
                <a:effectLst>
                  <a:outerShdw blurRad="38100" dist="38100" dir="2700000" algn="tl">
                    <a:srgbClr val="000000">
                      <a:alpha val="43137"/>
                    </a:srgbClr>
                  </a:outerShdw>
                </a:effectLst>
                <a:latin typeface="Courier New" panose="02070309020205020404" pitchFamily="49" charset="0"/>
                <a:ea typeface="等线" panose="02010600030101010101" pitchFamily="2" charset="-122"/>
                <a:cs typeface="Times New Roman" panose="02020603050405020304" pitchFamily="18" charset="0"/>
              </a:rPr>
              <a:t>{</a:t>
            </a:r>
            <a:r>
              <a:rPr lang="en-US" altLang="zh-CN" sz="1600" b="1" kern="100" dirty="0">
                <a:effectLst/>
                <a:latin typeface="Courier New" panose="02070309020205020404" pitchFamily="49" charset="0"/>
                <a:ea typeface="等线" panose="02010600030101010101" pitchFamily="2" charset="-122"/>
                <a:cs typeface="Times New Roman" panose="02020603050405020304" pitchFamily="18" charset="0"/>
              </a:rPr>
              <a:t> </a:t>
            </a:r>
            <a:endParaRPr lang="zh-CN" altLang="zh-CN" sz="1600" b="1" kern="100" dirty="0">
              <a:effectLst/>
              <a:latin typeface="等线" panose="02010600030101010101" pitchFamily="2" charset="-122"/>
              <a:ea typeface="等线" panose="02010600030101010101" pitchFamily="2" charset="-122"/>
              <a:cs typeface="Times New Roman" panose="02020603050405020304" pitchFamily="18" charset="0"/>
            </a:endParaRPr>
          </a:p>
          <a:p>
            <a:pPr indent="114300" algn="just">
              <a:lnSpc>
                <a:spcPct val="114000"/>
              </a:lnSpc>
            </a:pPr>
            <a:r>
              <a:rPr lang="en-US" altLang="zh-CN" sz="1600" b="1" kern="100" dirty="0">
                <a:solidFill>
                  <a:srgbClr val="0070C0"/>
                </a:solidFill>
                <a:effectLst/>
                <a:latin typeface="Courier New" panose="02070309020205020404" pitchFamily="49" charset="0"/>
                <a:ea typeface="等线" panose="02010600030101010101" pitchFamily="2" charset="-122"/>
                <a:cs typeface="Times New Roman" panose="02020603050405020304" pitchFamily="18" charset="0"/>
              </a:rPr>
              <a:t>// </a:t>
            </a:r>
            <a:r>
              <a:rPr lang="zh-CN" altLang="zh-CN" sz="1600" b="1" kern="100" dirty="0">
                <a:solidFill>
                  <a:srgbClr val="0070C0"/>
                </a:solidFill>
                <a:effectLst/>
                <a:latin typeface="Courier New" panose="02070309020205020404" pitchFamily="49" charset="0"/>
                <a:ea typeface="等线" panose="02010600030101010101" pitchFamily="2" charset="-122"/>
                <a:cs typeface="Courier New" panose="02070309020205020404" pitchFamily="49" charset="0"/>
              </a:rPr>
              <a:t>创建稀疏矩阵的十字链表存储结构</a:t>
            </a:r>
            <a:r>
              <a:rPr lang="en-US" altLang="zh-CN" sz="1600" b="1" kern="100" dirty="0">
                <a:solidFill>
                  <a:srgbClr val="0070C0"/>
                </a:solidFill>
                <a:effectLst/>
                <a:latin typeface="Courier New" panose="02070309020205020404" pitchFamily="49" charset="0"/>
                <a:ea typeface="等线" panose="02010600030101010101" pitchFamily="2" charset="-122"/>
                <a:cs typeface="Courier New" panose="02070309020205020404" pitchFamily="49" charset="0"/>
              </a:rPr>
              <a:t> </a:t>
            </a:r>
            <a:r>
              <a:rPr lang="en-US" altLang="zh-CN" sz="1600" b="1" kern="100" dirty="0">
                <a:solidFill>
                  <a:srgbClr val="C00000"/>
                </a:solidFill>
                <a:effectLst/>
                <a:latin typeface="Courier New" panose="02070309020205020404" pitchFamily="49" charset="0"/>
                <a:ea typeface="等线" panose="02010600030101010101" pitchFamily="2" charset="-122"/>
                <a:cs typeface="Times New Roman" panose="02020603050405020304" pitchFamily="18" charset="0"/>
              </a:rPr>
              <a:t>M</a:t>
            </a:r>
            <a:r>
              <a:rPr lang="zh-CN" altLang="zh-CN" sz="1600" b="1" kern="100" dirty="0">
                <a:solidFill>
                  <a:srgbClr val="0070C0"/>
                </a:solidFill>
                <a:effectLst/>
                <a:latin typeface="Courier New" panose="02070309020205020404" pitchFamily="49" charset="0"/>
                <a:ea typeface="等线" panose="02010600030101010101" pitchFamily="2" charset="-122"/>
                <a:cs typeface="Courier New" panose="02070309020205020404" pitchFamily="49" charset="0"/>
              </a:rPr>
              <a:t>。</a:t>
            </a:r>
            <a:endParaRPr lang="en-US" altLang="zh-CN" sz="1600" b="1" kern="100" dirty="0">
              <a:solidFill>
                <a:srgbClr val="0070C0"/>
              </a:solidFill>
              <a:effectLst/>
              <a:latin typeface="Courier New" panose="02070309020205020404" pitchFamily="49" charset="0"/>
              <a:ea typeface="等线" panose="02010600030101010101" pitchFamily="2" charset="-122"/>
              <a:cs typeface="Courier New" panose="02070309020205020404" pitchFamily="49" charset="0"/>
            </a:endParaRPr>
          </a:p>
          <a:p>
            <a:pPr indent="114300" algn="just">
              <a:lnSpc>
                <a:spcPct val="114000"/>
              </a:lnSpc>
            </a:pPr>
            <a:r>
              <a:rPr lang="en-US" altLang="zh-CN" sz="1600" b="1" kern="100" dirty="0">
                <a:solidFill>
                  <a:srgbClr val="0070C0"/>
                </a:solidFill>
                <a:effectLst/>
                <a:latin typeface="Courier New" panose="02070309020205020404" pitchFamily="49" charset="0"/>
                <a:ea typeface="等线" panose="02010600030101010101" pitchFamily="2" charset="-122"/>
                <a:cs typeface="Courier New" panose="02070309020205020404" pitchFamily="49" charset="0"/>
              </a:rPr>
              <a:t>//</a:t>
            </a:r>
            <a:r>
              <a:rPr lang="zh-CN" altLang="en-US" sz="1600" b="1" kern="100" dirty="0">
                <a:solidFill>
                  <a:srgbClr val="0070C0"/>
                </a:solidFill>
                <a:effectLst/>
                <a:latin typeface="Courier New" panose="02070309020205020404" pitchFamily="49" charset="0"/>
                <a:ea typeface="等线" panose="02010600030101010101" pitchFamily="2" charset="-122"/>
                <a:cs typeface="Courier New" panose="02070309020205020404" pitchFamily="49" charset="0"/>
              </a:rPr>
              <a:t> </a:t>
            </a:r>
            <a:r>
              <a:rPr lang="zh-CN" altLang="zh-CN" sz="1600" b="1" kern="100" dirty="0">
                <a:solidFill>
                  <a:srgbClr val="0070C0"/>
                </a:solidFill>
                <a:effectLst/>
                <a:latin typeface="Courier New" panose="02070309020205020404" pitchFamily="49" charset="0"/>
                <a:ea typeface="等线" panose="02010600030101010101" pitchFamily="2" charset="-122"/>
                <a:cs typeface="Courier New" panose="02070309020205020404" pitchFamily="49" charset="0"/>
              </a:rPr>
              <a:t>参数</a:t>
            </a:r>
            <a:r>
              <a:rPr lang="en-US" altLang="zh-CN" sz="1600" b="1" kern="100" dirty="0" err="1">
                <a:solidFill>
                  <a:srgbClr val="C00000"/>
                </a:solidFill>
                <a:effectLst/>
                <a:latin typeface="Courier New" panose="02070309020205020404" pitchFamily="49" charset="0"/>
                <a:ea typeface="等线" panose="02010600030101010101" pitchFamily="2" charset="-122"/>
                <a:cs typeface="Times New Roman" panose="02020603050405020304" pitchFamily="18" charset="0"/>
              </a:rPr>
              <a:t>m,n,t</a:t>
            </a:r>
            <a:r>
              <a:rPr lang="zh-CN" altLang="zh-CN" sz="1600" b="1" kern="100" dirty="0">
                <a:solidFill>
                  <a:srgbClr val="0070C0"/>
                </a:solidFill>
                <a:effectLst/>
                <a:latin typeface="Courier New" panose="02070309020205020404" pitchFamily="49" charset="0"/>
                <a:ea typeface="等线" panose="02010600030101010101" pitchFamily="2" charset="-122"/>
                <a:cs typeface="Courier New" panose="02070309020205020404" pitchFamily="49" charset="0"/>
              </a:rPr>
              <a:t>分别为矩阵的行、列数和非零元个数。</a:t>
            </a:r>
            <a:endParaRPr lang="zh-CN" altLang="zh-CN" sz="1600" b="1" kern="100" dirty="0">
              <a:solidFill>
                <a:srgbClr val="0070C0"/>
              </a:solidFill>
              <a:effectLst/>
              <a:latin typeface="等线" panose="02010600030101010101" pitchFamily="2" charset="-122"/>
              <a:ea typeface="等线" panose="02010600030101010101" pitchFamily="2" charset="-122"/>
              <a:cs typeface="Times New Roman" panose="02020603050405020304" pitchFamily="18" charset="0"/>
            </a:endParaRPr>
          </a:p>
          <a:p>
            <a:pPr indent="114300" algn="just">
              <a:lnSpc>
                <a:spcPct val="114000"/>
              </a:lnSpc>
            </a:pPr>
            <a:r>
              <a:rPr lang="en-US" altLang="zh-CN" sz="1600" b="1" kern="100" dirty="0">
                <a:solidFill>
                  <a:srgbClr val="0070C0"/>
                </a:solidFill>
                <a:effectLst/>
                <a:latin typeface="Courier New" panose="02070309020205020404" pitchFamily="49" charset="0"/>
                <a:ea typeface="等线" panose="02010600030101010101" pitchFamily="2" charset="-122"/>
                <a:cs typeface="Times New Roman" panose="02020603050405020304" pitchFamily="18" charset="0"/>
              </a:rPr>
              <a:t>// </a:t>
            </a:r>
            <a:r>
              <a:rPr lang="zh-CN" altLang="zh-CN" sz="1600" b="1" kern="100" dirty="0">
                <a:solidFill>
                  <a:srgbClr val="0070C0"/>
                </a:solidFill>
                <a:effectLst/>
                <a:latin typeface="Courier New" panose="02070309020205020404" pitchFamily="49" charset="0"/>
                <a:ea typeface="等线" panose="02010600030101010101" pitchFamily="2" charset="-122"/>
                <a:cs typeface="Courier New" panose="02070309020205020404" pitchFamily="49" charset="0"/>
              </a:rPr>
              <a:t>第</a:t>
            </a:r>
            <a:r>
              <a:rPr lang="en-US" altLang="zh-CN" sz="1600" b="1" kern="100" dirty="0" err="1">
                <a:solidFill>
                  <a:srgbClr val="0070C0"/>
                </a:solidFill>
                <a:effectLst/>
                <a:latin typeface="Courier New" panose="02070309020205020404" pitchFamily="49" charset="0"/>
                <a:ea typeface="等线" panose="02010600030101010101" pitchFamily="2" charset="-122"/>
                <a:cs typeface="Times New Roman" panose="02020603050405020304" pitchFamily="18" charset="0"/>
              </a:rPr>
              <a:t>i</a:t>
            </a:r>
            <a:r>
              <a:rPr lang="zh-CN" altLang="zh-CN" sz="1600" b="1" kern="100" dirty="0">
                <a:solidFill>
                  <a:srgbClr val="0070C0"/>
                </a:solidFill>
                <a:effectLst/>
                <a:latin typeface="Courier New" panose="02070309020205020404" pitchFamily="49" charset="0"/>
                <a:ea typeface="等线" panose="02010600030101010101" pitchFamily="2" charset="-122"/>
                <a:cs typeface="Courier New" panose="02070309020205020404" pitchFamily="49" charset="0"/>
              </a:rPr>
              <a:t>个非零元为（</a:t>
            </a:r>
            <a:r>
              <a:rPr lang="en-US" altLang="zh-CN" sz="1600" b="1" kern="100" dirty="0">
                <a:solidFill>
                  <a:srgbClr val="C00000"/>
                </a:solidFill>
                <a:effectLst/>
                <a:latin typeface="Courier New" panose="02070309020205020404" pitchFamily="49" charset="0"/>
                <a:ea typeface="等线" panose="02010600030101010101" pitchFamily="2" charset="-122"/>
                <a:cs typeface="Times New Roman" panose="02020603050405020304" pitchFamily="18" charset="0"/>
              </a:rPr>
              <a:t>is</a:t>
            </a:r>
            <a:r>
              <a:rPr lang="en-US" altLang="zh-CN" sz="1600" b="1" kern="100" dirty="0">
                <a:solidFill>
                  <a:srgbClr val="0070C0"/>
                </a:solidFill>
                <a:effectLst/>
                <a:latin typeface="Courier New" panose="02070309020205020404" pitchFamily="49" charset="0"/>
                <a:ea typeface="等线" panose="02010600030101010101" pitchFamily="2" charset="-122"/>
                <a:cs typeface="Times New Roman" panose="02020603050405020304" pitchFamily="18" charset="0"/>
              </a:rPr>
              <a:t>[</a:t>
            </a:r>
            <a:r>
              <a:rPr lang="en-US" altLang="zh-CN" sz="1600" b="1" kern="100" dirty="0" err="1">
                <a:solidFill>
                  <a:srgbClr val="0070C0"/>
                </a:solidFill>
                <a:effectLst/>
                <a:latin typeface="Courier New" panose="02070309020205020404" pitchFamily="49" charset="0"/>
                <a:ea typeface="等线" panose="02010600030101010101" pitchFamily="2" charset="-122"/>
                <a:cs typeface="Times New Roman" panose="02020603050405020304" pitchFamily="18" charset="0"/>
              </a:rPr>
              <a:t>i</a:t>
            </a:r>
            <a:r>
              <a:rPr lang="en-US" altLang="zh-CN" sz="1600" b="1" kern="100" dirty="0">
                <a:solidFill>
                  <a:srgbClr val="0070C0"/>
                </a:solidFill>
                <a:effectLst/>
                <a:latin typeface="Courier New" panose="02070309020205020404" pitchFamily="49" charset="0"/>
                <a:ea typeface="等线" panose="02010600030101010101" pitchFamily="2" charset="-122"/>
                <a:cs typeface="Times New Roman" panose="02020603050405020304" pitchFamily="18" charset="0"/>
              </a:rPr>
              <a:t>],</a:t>
            </a:r>
            <a:r>
              <a:rPr lang="en-US" altLang="zh-CN" sz="1600" b="1" kern="100" dirty="0" err="1">
                <a:solidFill>
                  <a:srgbClr val="C00000"/>
                </a:solidFill>
                <a:effectLst/>
                <a:latin typeface="Courier New" panose="02070309020205020404" pitchFamily="49" charset="0"/>
                <a:ea typeface="等线" panose="02010600030101010101" pitchFamily="2" charset="-122"/>
                <a:cs typeface="Times New Roman" panose="02020603050405020304" pitchFamily="18" charset="0"/>
              </a:rPr>
              <a:t>js</a:t>
            </a:r>
            <a:r>
              <a:rPr lang="en-US" altLang="zh-CN" sz="1600" b="1" kern="100" dirty="0">
                <a:solidFill>
                  <a:srgbClr val="0070C0"/>
                </a:solidFill>
                <a:effectLst/>
                <a:latin typeface="Courier New" panose="02070309020205020404" pitchFamily="49" charset="0"/>
                <a:ea typeface="等线" panose="02010600030101010101" pitchFamily="2" charset="-122"/>
                <a:cs typeface="Times New Roman" panose="02020603050405020304" pitchFamily="18" charset="0"/>
              </a:rPr>
              <a:t>[</a:t>
            </a:r>
            <a:r>
              <a:rPr lang="en-US" altLang="zh-CN" sz="1600" b="1" kern="100" dirty="0" err="1">
                <a:solidFill>
                  <a:srgbClr val="0070C0"/>
                </a:solidFill>
                <a:effectLst/>
                <a:latin typeface="Courier New" panose="02070309020205020404" pitchFamily="49" charset="0"/>
                <a:ea typeface="等线" panose="02010600030101010101" pitchFamily="2" charset="-122"/>
                <a:cs typeface="Times New Roman" panose="02020603050405020304" pitchFamily="18" charset="0"/>
              </a:rPr>
              <a:t>i</a:t>
            </a:r>
            <a:r>
              <a:rPr lang="en-US" altLang="zh-CN" sz="1600" b="1" kern="100" dirty="0">
                <a:solidFill>
                  <a:srgbClr val="0070C0"/>
                </a:solidFill>
                <a:effectLst/>
                <a:latin typeface="Courier New" panose="02070309020205020404" pitchFamily="49" charset="0"/>
                <a:ea typeface="等线" panose="02010600030101010101" pitchFamily="2" charset="-122"/>
                <a:cs typeface="Times New Roman" panose="02020603050405020304" pitchFamily="18" charset="0"/>
              </a:rPr>
              <a:t>],</a:t>
            </a:r>
            <a:r>
              <a:rPr lang="en-US" altLang="zh-CN" sz="1600" b="1" kern="100" dirty="0">
                <a:solidFill>
                  <a:srgbClr val="C00000"/>
                </a:solidFill>
                <a:effectLst/>
                <a:latin typeface="Courier New" panose="02070309020205020404" pitchFamily="49" charset="0"/>
                <a:ea typeface="等线" panose="02010600030101010101" pitchFamily="2" charset="-122"/>
                <a:cs typeface="Times New Roman" panose="02020603050405020304" pitchFamily="18" charset="0"/>
              </a:rPr>
              <a:t>es</a:t>
            </a:r>
            <a:r>
              <a:rPr lang="en-US" altLang="zh-CN" sz="1600" b="1" kern="100" dirty="0">
                <a:solidFill>
                  <a:srgbClr val="0070C0"/>
                </a:solidFill>
                <a:effectLst/>
                <a:latin typeface="Courier New" panose="02070309020205020404" pitchFamily="49" charset="0"/>
                <a:ea typeface="等线" panose="02010600030101010101" pitchFamily="2" charset="-122"/>
                <a:cs typeface="Times New Roman" panose="02020603050405020304" pitchFamily="18" charset="0"/>
              </a:rPr>
              <a:t>[</a:t>
            </a:r>
            <a:r>
              <a:rPr lang="en-US" altLang="zh-CN" sz="1600" b="1" kern="100" dirty="0" err="1">
                <a:solidFill>
                  <a:srgbClr val="0070C0"/>
                </a:solidFill>
                <a:effectLst/>
                <a:latin typeface="Courier New" panose="02070309020205020404" pitchFamily="49" charset="0"/>
                <a:ea typeface="等线" panose="02010600030101010101" pitchFamily="2" charset="-122"/>
                <a:cs typeface="Times New Roman" panose="02020603050405020304" pitchFamily="18" charset="0"/>
              </a:rPr>
              <a:t>i</a:t>
            </a:r>
            <a:r>
              <a:rPr lang="en-US" altLang="zh-CN" sz="1600" b="1" kern="100" dirty="0">
                <a:solidFill>
                  <a:srgbClr val="0070C0"/>
                </a:solidFill>
                <a:effectLst/>
                <a:latin typeface="Courier New" panose="02070309020205020404" pitchFamily="49" charset="0"/>
                <a:ea typeface="等线" panose="02010600030101010101" pitchFamily="2" charset="-122"/>
                <a:cs typeface="Times New Roman" panose="02020603050405020304" pitchFamily="18" charset="0"/>
              </a:rPr>
              <a:t>]</a:t>
            </a:r>
            <a:r>
              <a:rPr lang="zh-CN" altLang="zh-CN" sz="1600" b="1" kern="100" dirty="0">
                <a:solidFill>
                  <a:srgbClr val="0070C0"/>
                </a:solidFill>
                <a:effectLst/>
                <a:latin typeface="Courier New" panose="02070309020205020404" pitchFamily="49" charset="0"/>
                <a:ea typeface="等线" panose="02010600030101010101" pitchFamily="2" charset="-122"/>
                <a:cs typeface="Courier New" panose="02070309020205020404" pitchFamily="49" charset="0"/>
              </a:rPr>
              <a:t>），</a:t>
            </a:r>
            <a:r>
              <a:rPr lang="en-US" altLang="zh-CN" sz="1600" b="1" kern="100" dirty="0" err="1">
                <a:solidFill>
                  <a:srgbClr val="0070C0"/>
                </a:solidFill>
                <a:effectLst/>
                <a:latin typeface="Courier New" panose="02070309020205020404" pitchFamily="49" charset="0"/>
                <a:ea typeface="等线" panose="02010600030101010101" pitchFamily="2" charset="-122"/>
                <a:cs typeface="Times New Roman" panose="02020603050405020304" pitchFamily="18" charset="0"/>
              </a:rPr>
              <a:t>i</a:t>
            </a:r>
            <a:r>
              <a:rPr lang="en-US" altLang="zh-CN" sz="1600" b="1" kern="100" dirty="0">
                <a:solidFill>
                  <a:srgbClr val="0070C0"/>
                </a:solidFill>
                <a:effectLst/>
                <a:latin typeface="Courier New" panose="02070309020205020404" pitchFamily="49" charset="0"/>
                <a:ea typeface="等线" panose="02010600030101010101" pitchFamily="2" charset="-122"/>
                <a:cs typeface="Times New Roman" panose="02020603050405020304" pitchFamily="18" charset="0"/>
              </a:rPr>
              <a:t>=0,1,</a:t>
            </a:r>
            <a:r>
              <a:rPr lang="zh-CN" altLang="zh-CN" sz="1600" b="1" kern="100" dirty="0">
                <a:solidFill>
                  <a:srgbClr val="0070C0"/>
                </a:solidFill>
                <a:effectLst/>
                <a:latin typeface="等线" panose="02010600030101010101" pitchFamily="2" charset="-122"/>
                <a:ea typeface="等线" panose="02010600030101010101" pitchFamily="2" charset="-122"/>
                <a:cs typeface="Courier New" panose="02070309020205020404" pitchFamily="49" charset="0"/>
              </a:rPr>
              <a:t>…</a:t>
            </a:r>
            <a:r>
              <a:rPr lang="en-US" altLang="zh-CN" sz="1600" b="1" kern="100" dirty="0">
                <a:solidFill>
                  <a:srgbClr val="0070C0"/>
                </a:solidFill>
                <a:effectLst/>
                <a:latin typeface="Courier New" panose="02070309020205020404" pitchFamily="49" charset="0"/>
                <a:ea typeface="等线" panose="02010600030101010101" pitchFamily="2" charset="-122"/>
                <a:cs typeface="Times New Roman" panose="02020603050405020304" pitchFamily="18" charset="0"/>
              </a:rPr>
              <a:t>,t-1</a:t>
            </a:r>
            <a:r>
              <a:rPr lang="zh-CN" altLang="zh-CN" sz="1600" b="1" kern="100" dirty="0">
                <a:solidFill>
                  <a:srgbClr val="0070C0"/>
                </a:solidFill>
                <a:effectLst/>
                <a:latin typeface="Courier New" panose="02070309020205020404" pitchFamily="49" charset="0"/>
                <a:ea typeface="等线" panose="02010600030101010101" pitchFamily="2" charset="-122"/>
                <a:cs typeface="Courier New" panose="02070309020205020404" pitchFamily="49" charset="0"/>
              </a:rPr>
              <a:t>。</a:t>
            </a:r>
            <a:endParaRPr lang="zh-CN" altLang="zh-CN" sz="1600" b="1" kern="100" dirty="0">
              <a:solidFill>
                <a:srgbClr val="0070C0"/>
              </a:solidFill>
              <a:effectLst/>
              <a:latin typeface="等线" panose="02010600030101010101" pitchFamily="2" charset="-122"/>
              <a:ea typeface="等线" panose="02010600030101010101" pitchFamily="2" charset="-122"/>
              <a:cs typeface="Times New Roman" panose="02020603050405020304" pitchFamily="18" charset="0"/>
            </a:endParaRPr>
          </a:p>
          <a:p>
            <a:pPr algn="just">
              <a:lnSpc>
                <a:spcPct val="114000"/>
              </a:lnSpc>
            </a:pPr>
            <a:r>
              <a:rPr lang="en-US" altLang="zh-CN" sz="1600" b="1" kern="100" dirty="0">
                <a:solidFill>
                  <a:srgbClr val="0070C0"/>
                </a:solidFill>
                <a:effectLst/>
                <a:latin typeface="Courier New" panose="02070309020205020404" pitchFamily="49" charset="0"/>
                <a:ea typeface="等线" panose="02010600030101010101" pitchFamily="2" charset="-122"/>
                <a:cs typeface="Times New Roman" panose="02020603050405020304" pitchFamily="18" charset="0"/>
              </a:rPr>
              <a:t> // </a:t>
            </a:r>
            <a:r>
              <a:rPr lang="zh-CN" altLang="en-US" sz="1600" b="1" kern="100" dirty="0">
                <a:solidFill>
                  <a:srgbClr val="0070C0"/>
                </a:solidFill>
                <a:latin typeface="Courier New" panose="02070309020205020404" pitchFamily="49" charset="0"/>
                <a:ea typeface="等线" panose="02010600030101010101" pitchFamily="2" charset="-122"/>
                <a:cs typeface="Times New Roman" panose="02020603050405020304" pitchFamily="18" charset="0"/>
              </a:rPr>
              <a:t>辅助变量： </a:t>
            </a:r>
            <a:r>
              <a:rPr lang="en-US" altLang="zh-CN" sz="1600" b="1" kern="100" dirty="0" err="1">
                <a:solidFill>
                  <a:srgbClr val="0070C0"/>
                </a:solidFill>
                <a:effectLst/>
                <a:latin typeface="Courier New" panose="02070309020205020404" pitchFamily="49" charset="0"/>
                <a:ea typeface="等线" panose="02010600030101010101" pitchFamily="2" charset="-122"/>
                <a:cs typeface="Times New Roman" panose="02020603050405020304" pitchFamily="18" charset="0"/>
              </a:rPr>
              <a:t>OLNode</a:t>
            </a:r>
            <a:r>
              <a:rPr lang="en-US" altLang="zh-CN" sz="1600" b="1" kern="100" dirty="0">
                <a:solidFill>
                  <a:srgbClr val="0070C0"/>
                </a:solidFill>
                <a:effectLst/>
                <a:latin typeface="Courier New" panose="02070309020205020404" pitchFamily="49" charset="0"/>
                <a:ea typeface="等线" panose="02010600030101010101" pitchFamily="2" charset="-122"/>
                <a:cs typeface="Times New Roman" panose="02020603050405020304" pitchFamily="18" charset="0"/>
              </a:rPr>
              <a:t> *p,*q;    int </a:t>
            </a:r>
            <a:r>
              <a:rPr lang="en-US" altLang="zh-CN" sz="1600" b="1" kern="100" dirty="0" err="1">
                <a:solidFill>
                  <a:srgbClr val="0070C0"/>
                </a:solidFill>
                <a:effectLst/>
                <a:latin typeface="Courier New" panose="02070309020205020404" pitchFamily="49" charset="0"/>
                <a:ea typeface="等线" panose="02010600030101010101" pitchFamily="2" charset="-122"/>
                <a:cs typeface="Times New Roman" panose="02020603050405020304" pitchFamily="18" charset="0"/>
              </a:rPr>
              <a:t>a,b,c,i,j,e</a:t>
            </a:r>
            <a:r>
              <a:rPr lang="en-US" altLang="zh-CN" sz="1600" b="1" kern="100" dirty="0">
                <a:solidFill>
                  <a:srgbClr val="0070C0"/>
                </a:solidFill>
                <a:effectLst/>
                <a:latin typeface="Courier New" panose="02070309020205020404" pitchFamily="49" charset="0"/>
                <a:ea typeface="等线" panose="02010600030101010101" pitchFamily="2" charset="-122"/>
                <a:cs typeface="Times New Roman" panose="02020603050405020304" pitchFamily="18" charset="0"/>
              </a:rPr>
              <a:t>;</a:t>
            </a:r>
            <a:endParaRPr lang="zh-CN" altLang="zh-CN" sz="1600" b="1" kern="100" dirty="0">
              <a:solidFill>
                <a:srgbClr val="0070C0"/>
              </a:solidFill>
              <a:effectLst/>
              <a:latin typeface="等线" panose="02010600030101010101" pitchFamily="2" charset="-122"/>
              <a:ea typeface="等线" panose="02010600030101010101" pitchFamily="2" charset="-122"/>
              <a:cs typeface="Times New Roman" panose="02020603050405020304" pitchFamily="18" charset="0"/>
            </a:endParaRPr>
          </a:p>
          <a:p>
            <a:pPr algn="just">
              <a:lnSpc>
                <a:spcPct val="114000"/>
              </a:lnSpc>
            </a:pPr>
            <a:r>
              <a:rPr lang="en-US" altLang="zh-CN" sz="1600" b="1" kern="100" dirty="0">
                <a:effectLst/>
                <a:latin typeface="Courier New" panose="02070309020205020404" pitchFamily="49" charset="0"/>
                <a:ea typeface="等线" panose="02010600030101010101" pitchFamily="2" charset="-122"/>
                <a:cs typeface="Times New Roman" panose="02020603050405020304" pitchFamily="18" charset="0"/>
              </a:rPr>
              <a:t> M.mu=m;  M.nu=n;  </a:t>
            </a:r>
            <a:r>
              <a:rPr lang="en-US" altLang="zh-CN" sz="1600" b="1" kern="100" dirty="0" err="1">
                <a:effectLst/>
                <a:latin typeface="Courier New" panose="02070309020205020404" pitchFamily="49" charset="0"/>
                <a:ea typeface="等线" panose="02010600030101010101" pitchFamily="2" charset="-122"/>
                <a:cs typeface="Times New Roman" panose="02020603050405020304" pitchFamily="18" charset="0"/>
              </a:rPr>
              <a:t>M.tu</a:t>
            </a:r>
            <a:r>
              <a:rPr lang="en-US" altLang="zh-CN" sz="1600" b="1" kern="100" dirty="0">
                <a:effectLst/>
                <a:latin typeface="Courier New" panose="02070309020205020404" pitchFamily="49" charset="0"/>
                <a:ea typeface="等线" panose="02010600030101010101" pitchFamily="2" charset="-122"/>
                <a:cs typeface="Times New Roman" panose="02020603050405020304" pitchFamily="18" charset="0"/>
              </a:rPr>
              <a:t>=t; </a:t>
            </a:r>
            <a:endParaRPr lang="zh-CN" altLang="zh-CN" sz="1600" b="1" kern="100" dirty="0">
              <a:effectLst/>
              <a:latin typeface="等线" panose="02010600030101010101" pitchFamily="2" charset="-122"/>
              <a:ea typeface="等线" panose="02010600030101010101" pitchFamily="2" charset="-122"/>
              <a:cs typeface="Times New Roman" panose="02020603050405020304" pitchFamily="18" charset="0"/>
            </a:endParaRPr>
          </a:p>
          <a:p>
            <a:pPr>
              <a:lnSpc>
                <a:spcPct val="114000"/>
              </a:lnSpc>
            </a:pPr>
            <a:r>
              <a:rPr lang="en-US" altLang="zh-CN" sz="1600" b="1" kern="100" dirty="0">
                <a:effectLst/>
                <a:latin typeface="Courier New" panose="02070309020205020404" pitchFamily="49" charset="0"/>
                <a:ea typeface="等线" panose="02010600030101010101" pitchFamily="2" charset="-122"/>
                <a:cs typeface="Times New Roman" panose="02020603050405020304" pitchFamily="18" charset="0"/>
              </a:rPr>
              <a:t> </a:t>
            </a:r>
            <a:r>
              <a:rPr lang="en-US" altLang="zh-CN" sz="1600" b="1" kern="100" dirty="0">
                <a:effectLst>
                  <a:outerShdw blurRad="38100" dist="38100" dir="2700000" algn="tl">
                    <a:srgbClr val="000000">
                      <a:alpha val="43137"/>
                    </a:srgbClr>
                  </a:outerShdw>
                </a:effectLst>
                <a:latin typeface="Courier New" panose="02070309020205020404" pitchFamily="49" charset="0"/>
                <a:ea typeface="等线" panose="02010600030101010101" pitchFamily="2" charset="-122"/>
                <a:cs typeface="Times New Roman" panose="02020603050405020304" pitchFamily="18" charset="0"/>
              </a:rPr>
              <a:t>if</a:t>
            </a:r>
            <a:r>
              <a:rPr lang="en-US" altLang="zh-CN" sz="1600" b="1" kern="100" dirty="0">
                <a:effectLst/>
                <a:latin typeface="Courier New" panose="02070309020205020404" pitchFamily="49" charset="0"/>
                <a:ea typeface="等线" panose="02010600030101010101" pitchFamily="2" charset="-122"/>
                <a:cs typeface="Times New Roman" panose="02020603050405020304" pitchFamily="18" charset="0"/>
              </a:rPr>
              <a:t> (!(</a:t>
            </a:r>
            <a:r>
              <a:rPr lang="en-US" altLang="zh-CN" sz="1600" b="1" kern="100" dirty="0" err="1">
                <a:effectLst/>
                <a:latin typeface="Courier New" panose="02070309020205020404" pitchFamily="49" charset="0"/>
                <a:ea typeface="等线" panose="02010600030101010101" pitchFamily="2" charset="-122"/>
                <a:cs typeface="Times New Roman" panose="02020603050405020304" pitchFamily="18" charset="0"/>
              </a:rPr>
              <a:t>M.rhead</a:t>
            </a:r>
            <a:r>
              <a:rPr lang="en-US" altLang="zh-CN" sz="1600" b="1" kern="100" dirty="0">
                <a:effectLst/>
                <a:latin typeface="Courier New" panose="02070309020205020404" pitchFamily="49" charset="0"/>
                <a:ea typeface="等线" panose="02010600030101010101" pitchFamily="2" charset="-122"/>
                <a:cs typeface="Times New Roman" panose="02020603050405020304" pitchFamily="18" charset="0"/>
              </a:rPr>
              <a:t> = (</a:t>
            </a:r>
            <a:r>
              <a:rPr lang="en-US" altLang="zh-CN" sz="1600" b="1" kern="100" dirty="0" err="1">
                <a:effectLst/>
                <a:latin typeface="Courier New" panose="02070309020205020404" pitchFamily="49" charset="0"/>
                <a:ea typeface="等线" panose="02010600030101010101" pitchFamily="2" charset="-122"/>
                <a:cs typeface="Times New Roman" panose="02020603050405020304" pitchFamily="18" charset="0"/>
              </a:rPr>
              <a:t>OLink</a:t>
            </a:r>
            <a:r>
              <a:rPr lang="en-US" altLang="zh-CN" sz="1600" b="1" kern="100" dirty="0">
                <a:effectLst/>
                <a:latin typeface="Courier New" panose="02070309020205020404" pitchFamily="49" charset="0"/>
                <a:ea typeface="等线" panose="02010600030101010101" pitchFamily="2" charset="-122"/>
                <a:cs typeface="Times New Roman" panose="02020603050405020304" pitchFamily="18" charset="0"/>
              </a:rPr>
              <a:t> *)</a:t>
            </a:r>
            <a:r>
              <a:rPr lang="en-US" altLang="zh-CN" sz="1600" b="1" kern="100" dirty="0" err="1">
                <a:effectLst>
                  <a:outerShdw blurRad="38100" dist="38100" dir="2700000" algn="tl">
                    <a:srgbClr val="000000">
                      <a:alpha val="43137"/>
                    </a:srgbClr>
                  </a:outerShdw>
                </a:effectLst>
                <a:latin typeface="Courier New" panose="02070309020205020404" pitchFamily="49" charset="0"/>
                <a:ea typeface="等线" panose="02010600030101010101" pitchFamily="2" charset="-122"/>
                <a:cs typeface="Times New Roman" panose="02020603050405020304" pitchFamily="18" charset="0"/>
              </a:rPr>
              <a:t>calloc</a:t>
            </a:r>
            <a:r>
              <a:rPr lang="en-US" altLang="zh-CN" sz="1600" b="1" kern="100" dirty="0">
                <a:effectLst/>
                <a:latin typeface="Courier New" panose="02070309020205020404" pitchFamily="49" charset="0"/>
                <a:ea typeface="等线" panose="02010600030101010101" pitchFamily="2" charset="-122"/>
                <a:cs typeface="Times New Roman" panose="02020603050405020304" pitchFamily="18" charset="0"/>
              </a:rPr>
              <a:t>(m+1, </a:t>
            </a:r>
            <a:r>
              <a:rPr lang="en-US" altLang="zh-CN" sz="1600" b="1" kern="100" dirty="0" err="1">
                <a:effectLst>
                  <a:outerShdw blurRad="38100" dist="38100" dir="2700000" algn="tl">
                    <a:srgbClr val="000000">
                      <a:alpha val="43137"/>
                    </a:srgbClr>
                  </a:outerShdw>
                </a:effectLst>
                <a:latin typeface="Courier New" panose="02070309020205020404" pitchFamily="49" charset="0"/>
                <a:ea typeface="等线" panose="02010600030101010101" pitchFamily="2" charset="-122"/>
                <a:cs typeface="Times New Roman" panose="02020603050405020304" pitchFamily="18" charset="0"/>
              </a:rPr>
              <a:t>sizeof</a:t>
            </a:r>
            <a:r>
              <a:rPr lang="en-US" altLang="zh-CN" sz="1600" b="1" kern="100" dirty="0">
                <a:effectLst/>
                <a:latin typeface="Courier New" panose="02070309020205020404" pitchFamily="49" charset="0"/>
                <a:ea typeface="等线" panose="02010600030101010101" pitchFamily="2" charset="-122"/>
                <a:cs typeface="Times New Roman" panose="02020603050405020304" pitchFamily="18" charset="0"/>
              </a:rPr>
              <a:t>(</a:t>
            </a:r>
            <a:r>
              <a:rPr lang="en-US" altLang="zh-CN" sz="1600" b="1" kern="100" dirty="0" err="1">
                <a:effectLst/>
                <a:latin typeface="Courier New" panose="02070309020205020404" pitchFamily="49" charset="0"/>
                <a:ea typeface="等线" panose="02010600030101010101" pitchFamily="2" charset="-122"/>
                <a:cs typeface="Times New Roman" panose="02020603050405020304" pitchFamily="18" charset="0"/>
              </a:rPr>
              <a:t>OLink</a:t>
            </a:r>
            <a:r>
              <a:rPr lang="en-US" altLang="zh-CN" sz="1600" b="1" kern="100" dirty="0">
                <a:effectLst/>
                <a:latin typeface="Courier New" panose="02070309020205020404" pitchFamily="49" charset="0"/>
                <a:ea typeface="等线" panose="02010600030101010101" pitchFamily="2" charset="-122"/>
                <a:cs typeface="Times New Roman" panose="02020603050405020304" pitchFamily="18" charset="0"/>
              </a:rPr>
              <a:t>))))</a:t>
            </a:r>
          </a:p>
          <a:p>
            <a:pPr>
              <a:lnSpc>
                <a:spcPct val="114000"/>
              </a:lnSpc>
            </a:pPr>
            <a:r>
              <a:rPr lang="en-US" altLang="zh-CN" sz="1600" b="1" kern="100" dirty="0">
                <a:latin typeface="Courier New" panose="02070309020205020404" pitchFamily="49" charset="0"/>
                <a:ea typeface="等线" panose="02010600030101010101" pitchFamily="2" charset="-122"/>
                <a:cs typeface="Times New Roman" panose="02020603050405020304" pitchFamily="18" charset="0"/>
              </a:rPr>
              <a:t>  </a:t>
            </a:r>
            <a:r>
              <a:rPr lang="en-US" altLang="zh-CN" sz="1600" b="1" kern="100" dirty="0">
                <a:effectLst/>
                <a:latin typeface="Courier New" panose="02070309020205020404" pitchFamily="49" charset="0"/>
                <a:ea typeface="等线" panose="02010600030101010101" pitchFamily="2" charset="-122"/>
                <a:cs typeface="Times New Roman" panose="02020603050405020304" pitchFamily="18" charset="0"/>
              </a:rPr>
              <a:t> </a:t>
            </a:r>
            <a:r>
              <a:rPr lang="en-US" altLang="zh-CN" sz="1600" b="1" kern="100" dirty="0">
                <a:effectLst>
                  <a:outerShdw blurRad="38100" dist="38100" dir="2700000" algn="tl">
                    <a:srgbClr val="000000">
                      <a:alpha val="43137"/>
                    </a:srgbClr>
                  </a:outerShdw>
                </a:effectLst>
                <a:latin typeface="Courier New" panose="02070309020205020404" pitchFamily="49" charset="0"/>
                <a:ea typeface="等线" panose="02010600030101010101" pitchFamily="2" charset="-122"/>
                <a:cs typeface="Times New Roman" panose="02020603050405020304" pitchFamily="18" charset="0"/>
              </a:rPr>
              <a:t>return</a:t>
            </a:r>
            <a:r>
              <a:rPr lang="en-US" altLang="zh-CN" sz="1600" b="1" kern="100" dirty="0">
                <a:effectLst/>
                <a:latin typeface="Courier New" panose="02070309020205020404" pitchFamily="49" charset="0"/>
                <a:ea typeface="等线" panose="02010600030101010101" pitchFamily="2" charset="-122"/>
                <a:cs typeface="Times New Roman" panose="02020603050405020304" pitchFamily="18" charset="0"/>
              </a:rPr>
              <a:t> ERROR;</a:t>
            </a:r>
            <a:endParaRPr lang="zh-CN" altLang="zh-CN" sz="1600" b="1" kern="100" dirty="0">
              <a:effectLst/>
              <a:latin typeface="等线" panose="02010600030101010101" pitchFamily="2" charset="-122"/>
              <a:ea typeface="等线" panose="02010600030101010101" pitchFamily="2" charset="-122"/>
              <a:cs typeface="Times New Roman" panose="02020603050405020304" pitchFamily="18" charset="0"/>
            </a:endParaRPr>
          </a:p>
          <a:p>
            <a:pPr>
              <a:lnSpc>
                <a:spcPct val="114000"/>
              </a:lnSpc>
            </a:pPr>
            <a:r>
              <a:rPr lang="en-US" altLang="zh-CN" sz="1600" b="1" kern="100" dirty="0">
                <a:effectLst/>
                <a:latin typeface="Courier New" panose="02070309020205020404" pitchFamily="49" charset="0"/>
                <a:ea typeface="等线" panose="02010600030101010101" pitchFamily="2" charset="-122"/>
                <a:cs typeface="Times New Roman" panose="02020603050405020304" pitchFamily="18" charset="0"/>
              </a:rPr>
              <a:t> </a:t>
            </a:r>
            <a:r>
              <a:rPr lang="en-US" altLang="zh-CN" sz="1600" b="1" kern="100" dirty="0">
                <a:effectLst>
                  <a:outerShdw blurRad="38100" dist="38100" dir="2700000" algn="tl">
                    <a:srgbClr val="000000">
                      <a:alpha val="43137"/>
                    </a:srgbClr>
                  </a:outerShdw>
                </a:effectLst>
                <a:latin typeface="Courier New" panose="02070309020205020404" pitchFamily="49" charset="0"/>
                <a:ea typeface="等线" panose="02010600030101010101" pitchFamily="2" charset="-122"/>
                <a:cs typeface="Times New Roman" panose="02020603050405020304" pitchFamily="18" charset="0"/>
              </a:rPr>
              <a:t>if</a:t>
            </a:r>
            <a:r>
              <a:rPr lang="en-US" altLang="zh-CN" sz="1600" b="1" kern="100" dirty="0">
                <a:effectLst/>
                <a:latin typeface="Courier New" panose="02070309020205020404" pitchFamily="49" charset="0"/>
                <a:ea typeface="等线" panose="02010600030101010101" pitchFamily="2" charset="-122"/>
                <a:cs typeface="Times New Roman" panose="02020603050405020304" pitchFamily="18" charset="0"/>
              </a:rPr>
              <a:t> (!(</a:t>
            </a:r>
            <a:r>
              <a:rPr lang="en-US" altLang="zh-CN" sz="1600" b="1" kern="100" dirty="0" err="1">
                <a:effectLst/>
                <a:latin typeface="Courier New" panose="02070309020205020404" pitchFamily="49" charset="0"/>
                <a:ea typeface="等线" panose="02010600030101010101" pitchFamily="2" charset="-122"/>
                <a:cs typeface="Times New Roman" panose="02020603050405020304" pitchFamily="18" charset="0"/>
              </a:rPr>
              <a:t>M.chead</a:t>
            </a:r>
            <a:r>
              <a:rPr lang="en-US" altLang="zh-CN" sz="1600" b="1" kern="100" dirty="0">
                <a:effectLst/>
                <a:latin typeface="Courier New" panose="02070309020205020404" pitchFamily="49" charset="0"/>
                <a:ea typeface="等线" panose="02010600030101010101" pitchFamily="2" charset="-122"/>
                <a:cs typeface="Times New Roman" panose="02020603050405020304" pitchFamily="18" charset="0"/>
              </a:rPr>
              <a:t> = (</a:t>
            </a:r>
            <a:r>
              <a:rPr lang="en-US" altLang="zh-CN" sz="1600" b="1" kern="100" dirty="0" err="1">
                <a:effectLst/>
                <a:latin typeface="Courier New" panose="02070309020205020404" pitchFamily="49" charset="0"/>
                <a:ea typeface="等线" panose="02010600030101010101" pitchFamily="2" charset="-122"/>
                <a:cs typeface="Times New Roman" panose="02020603050405020304" pitchFamily="18" charset="0"/>
              </a:rPr>
              <a:t>OLink</a:t>
            </a:r>
            <a:r>
              <a:rPr lang="en-US" altLang="zh-CN" sz="1600" b="1" kern="100" dirty="0">
                <a:effectLst/>
                <a:latin typeface="Courier New" panose="02070309020205020404" pitchFamily="49" charset="0"/>
                <a:ea typeface="等线" panose="02010600030101010101" pitchFamily="2" charset="-122"/>
                <a:cs typeface="Times New Roman" panose="02020603050405020304" pitchFamily="18" charset="0"/>
              </a:rPr>
              <a:t> *)</a:t>
            </a:r>
            <a:r>
              <a:rPr lang="en-US" altLang="zh-CN" sz="1600" b="1" kern="100" dirty="0" err="1">
                <a:effectLst>
                  <a:outerShdw blurRad="38100" dist="38100" dir="2700000" algn="tl">
                    <a:srgbClr val="000000">
                      <a:alpha val="43137"/>
                    </a:srgbClr>
                  </a:outerShdw>
                </a:effectLst>
                <a:latin typeface="Courier New" panose="02070309020205020404" pitchFamily="49" charset="0"/>
                <a:ea typeface="等线" panose="02010600030101010101" pitchFamily="2" charset="-122"/>
                <a:cs typeface="Times New Roman" panose="02020603050405020304" pitchFamily="18" charset="0"/>
              </a:rPr>
              <a:t>calloc</a:t>
            </a:r>
            <a:r>
              <a:rPr lang="en-US" altLang="zh-CN" sz="1600" b="1" kern="100" dirty="0">
                <a:effectLst/>
                <a:latin typeface="Courier New" panose="02070309020205020404" pitchFamily="49" charset="0"/>
                <a:ea typeface="等线" panose="02010600030101010101" pitchFamily="2" charset="-122"/>
                <a:cs typeface="Times New Roman" panose="02020603050405020304" pitchFamily="18" charset="0"/>
              </a:rPr>
              <a:t>(n+1, </a:t>
            </a:r>
            <a:r>
              <a:rPr lang="en-US" altLang="zh-CN" sz="1600" b="1" kern="100" dirty="0" err="1">
                <a:effectLst>
                  <a:outerShdw blurRad="38100" dist="38100" dir="2700000" algn="tl">
                    <a:srgbClr val="000000">
                      <a:alpha val="43137"/>
                    </a:srgbClr>
                  </a:outerShdw>
                </a:effectLst>
                <a:latin typeface="Courier New" panose="02070309020205020404" pitchFamily="49" charset="0"/>
                <a:ea typeface="等线" panose="02010600030101010101" pitchFamily="2" charset="-122"/>
                <a:cs typeface="Times New Roman" panose="02020603050405020304" pitchFamily="18" charset="0"/>
              </a:rPr>
              <a:t>sizeof</a:t>
            </a:r>
            <a:r>
              <a:rPr lang="en-US" altLang="zh-CN" sz="1600" b="1" kern="100" dirty="0">
                <a:effectLst/>
                <a:latin typeface="Courier New" panose="02070309020205020404" pitchFamily="49" charset="0"/>
                <a:ea typeface="等线" panose="02010600030101010101" pitchFamily="2" charset="-122"/>
                <a:cs typeface="Times New Roman" panose="02020603050405020304" pitchFamily="18" charset="0"/>
              </a:rPr>
              <a:t>(</a:t>
            </a:r>
            <a:r>
              <a:rPr lang="en-US" altLang="zh-CN" sz="1600" b="1" kern="100" dirty="0" err="1">
                <a:effectLst/>
                <a:latin typeface="Courier New" panose="02070309020205020404" pitchFamily="49" charset="0"/>
                <a:ea typeface="等线" panose="02010600030101010101" pitchFamily="2" charset="-122"/>
                <a:cs typeface="Times New Roman" panose="02020603050405020304" pitchFamily="18" charset="0"/>
              </a:rPr>
              <a:t>OLink</a:t>
            </a:r>
            <a:r>
              <a:rPr lang="en-US" altLang="zh-CN" sz="1600" b="1" kern="100" dirty="0">
                <a:effectLst/>
                <a:latin typeface="Courier New" panose="02070309020205020404" pitchFamily="49" charset="0"/>
                <a:ea typeface="等线" panose="02010600030101010101" pitchFamily="2" charset="-122"/>
                <a:cs typeface="Times New Roman" panose="02020603050405020304" pitchFamily="18" charset="0"/>
              </a:rPr>
              <a:t>)))) </a:t>
            </a:r>
          </a:p>
          <a:p>
            <a:pPr>
              <a:lnSpc>
                <a:spcPct val="114000"/>
              </a:lnSpc>
            </a:pPr>
            <a:r>
              <a:rPr lang="en-US" altLang="zh-CN" sz="1600" b="1" kern="100" dirty="0">
                <a:latin typeface="Courier New" panose="02070309020205020404" pitchFamily="49" charset="0"/>
                <a:ea typeface="等线" panose="02010600030101010101" pitchFamily="2" charset="-122"/>
                <a:cs typeface="Times New Roman" panose="02020603050405020304" pitchFamily="18" charset="0"/>
              </a:rPr>
              <a:t>   </a:t>
            </a:r>
            <a:r>
              <a:rPr lang="en-US" altLang="zh-CN" sz="1600" b="1" kern="100" dirty="0">
                <a:effectLst>
                  <a:outerShdw blurRad="38100" dist="38100" dir="2700000" algn="tl">
                    <a:srgbClr val="000000">
                      <a:alpha val="43137"/>
                    </a:srgbClr>
                  </a:outerShdw>
                </a:effectLst>
                <a:latin typeface="Courier New" panose="02070309020205020404" pitchFamily="49" charset="0"/>
                <a:ea typeface="等线" panose="02010600030101010101" pitchFamily="2" charset="-122"/>
                <a:cs typeface="Times New Roman" panose="02020603050405020304" pitchFamily="18" charset="0"/>
              </a:rPr>
              <a:t>return</a:t>
            </a:r>
            <a:r>
              <a:rPr lang="en-US" altLang="zh-CN" sz="1600" b="1" kern="100" dirty="0">
                <a:effectLst/>
                <a:latin typeface="Courier New" panose="02070309020205020404" pitchFamily="49" charset="0"/>
                <a:ea typeface="等线" panose="02010600030101010101" pitchFamily="2" charset="-122"/>
                <a:cs typeface="Times New Roman" panose="02020603050405020304" pitchFamily="18" charset="0"/>
              </a:rPr>
              <a:t> ERROR;;</a:t>
            </a:r>
            <a:endParaRPr lang="zh-CN" altLang="zh-CN" sz="1600" b="1"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lnSpc>
                <a:spcPct val="114000"/>
              </a:lnSpc>
            </a:pPr>
            <a:r>
              <a:rPr lang="en-US" altLang="zh-CN" sz="1600" b="1" kern="100" dirty="0">
                <a:effectLst/>
                <a:latin typeface="Courier New" panose="02070309020205020404" pitchFamily="49" charset="0"/>
                <a:ea typeface="等线" panose="02010600030101010101" pitchFamily="2" charset="-122"/>
                <a:cs typeface="Times New Roman" panose="02020603050405020304" pitchFamily="18" charset="0"/>
              </a:rPr>
              <a:t> </a:t>
            </a:r>
            <a:r>
              <a:rPr lang="en-US" altLang="zh-CN" sz="1600" b="1" kern="100" dirty="0">
                <a:effectLst>
                  <a:outerShdw blurRad="38100" dist="38100" dir="2700000" algn="tl">
                    <a:srgbClr val="000000">
                      <a:alpha val="43137"/>
                    </a:srgbClr>
                  </a:outerShdw>
                </a:effectLst>
                <a:latin typeface="Courier New" panose="02070309020205020404" pitchFamily="49" charset="0"/>
                <a:ea typeface="等线" panose="02010600030101010101" pitchFamily="2" charset="-122"/>
                <a:cs typeface="Times New Roman" panose="02020603050405020304" pitchFamily="18" charset="0"/>
              </a:rPr>
              <a:t>for</a:t>
            </a:r>
            <a:r>
              <a:rPr lang="en-US" altLang="zh-CN" sz="1600" b="1" kern="100" dirty="0">
                <a:effectLst/>
                <a:latin typeface="Courier New" panose="02070309020205020404" pitchFamily="49" charset="0"/>
                <a:ea typeface="等线" panose="02010600030101010101" pitchFamily="2" charset="-122"/>
                <a:cs typeface="Times New Roman" panose="02020603050405020304" pitchFamily="18" charset="0"/>
              </a:rPr>
              <a:t>(a=1;a&lt;=</a:t>
            </a:r>
            <a:r>
              <a:rPr lang="en-US" altLang="zh-CN" sz="1600" b="1" kern="100" dirty="0" err="1">
                <a:effectLst/>
                <a:latin typeface="Courier New" panose="02070309020205020404" pitchFamily="49" charset="0"/>
                <a:ea typeface="等线" panose="02010600030101010101" pitchFamily="2" charset="-122"/>
                <a:cs typeface="Times New Roman" panose="02020603050405020304" pitchFamily="18" charset="0"/>
              </a:rPr>
              <a:t>m;a</a:t>
            </a:r>
            <a:r>
              <a:rPr lang="en-US" altLang="zh-CN" sz="1600" b="1" kern="100" dirty="0">
                <a:effectLst/>
                <a:latin typeface="Courier New" panose="02070309020205020404" pitchFamily="49" charset="0"/>
                <a:ea typeface="等线" panose="02010600030101010101" pitchFamily="2" charset="-122"/>
                <a:cs typeface="Times New Roman" panose="02020603050405020304" pitchFamily="18" charset="0"/>
              </a:rPr>
              <a:t>++) </a:t>
            </a:r>
            <a:r>
              <a:rPr lang="en-US" altLang="zh-CN" sz="1600" b="1" kern="100" dirty="0" err="1">
                <a:effectLst/>
                <a:latin typeface="Courier New" panose="02070309020205020404" pitchFamily="49" charset="0"/>
                <a:ea typeface="等线" panose="02010600030101010101" pitchFamily="2" charset="-122"/>
                <a:cs typeface="Times New Roman" panose="02020603050405020304" pitchFamily="18" charset="0"/>
              </a:rPr>
              <a:t>M.rhead</a:t>
            </a:r>
            <a:r>
              <a:rPr lang="en-US" altLang="zh-CN" sz="1600" b="1" kern="100" dirty="0">
                <a:effectLst/>
                <a:latin typeface="Courier New" panose="02070309020205020404" pitchFamily="49" charset="0"/>
                <a:ea typeface="等线" panose="02010600030101010101" pitchFamily="2" charset="-122"/>
                <a:cs typeface="Times New Roman" panose="02020603050405020304" pitchFamily="18" charset="0"/>
              </a:rPr>
              <a:t>[a]=NULL; </a:t>
            </a:r>
            <a:r>
              <a:rPr lang="en-US" altLang="zh-CN" sz="1600" b="1" kern="100" dirty="0">
                <a:solidFill>
                  <a:srgbClr val="0070C0"/>
                </a:solidFill>
                <a:effectLst/>
                <a:latin typeface="Courier New" panose="02070309020205020404" pitchFamily="49" charset="0"/>
                <a:ea typeface="等线" panose="02010600030101010101" pitchFamily="2" charset="-122"/>
                <a:cs typeface="Times New Roman" panose="02020603050405020304" pitchFamily="18" charset="0"/>
              </a:rPr>
              <a:t>//</a:t>
            </a:r>
            <a:r>
              <a:rPr lang="zh-CN" altLang="zh-CN" sz="1600" b="1" kern="100" dirty="0">
                <a:solidFill>
                  <a:srgbClr val="0070C0"/>
                </a:solidFill>
                <a:effectLst/>
                <a:latin typeface="Courier New" panose="02070309020205020404" pitchFamily="49" charset="0"/>
                <a:ea typeface="等线" panose="02010600030101010101" pitchFamily="2" charset="-122"/>
                <a:cs typeface="Courier New" panose="02070309020205020404" pitchFamily="49" charset="0"/>
              </a:rPr>
              <a:t>初始化行列头指针向量</a:t>
            </a:r>
            <a:endParaRPr lang="zh-CN" altLang="zh-CN" sz="1600" b="1" kern="100" dirty="0">
              <a:solidFill>
                <a:srgbClr val="0070C0"/>
              </a:solidFill>
              <a:effectLst/>
              <a:latin typeface="等线" panose="02010600030101010101" pitchFamily="2" charset="-122"/>
              <a:ea typeface="等线" panose="02010600030101010101" pitchFamily="2" charset="-122"/>
              <a:cs typeface="Times New Roman" panose="02020603050405020304" pitchFamily="18" charset="0"/>
            </a:endParaRPr>
          </a:p>
          <a:p>
            <a:pPr algn="just">
              <a:lnSpc>
                <a:spcPct val="114000"/>
              </a:lnSpc>
            </a:pPr>
            <a:r>
              <a:rPr lang="en-US" altLang="zh-CN" sz="1600" b="1" kern="100" dirty="0">
                <a:effectLst/>
                <a:latin typeface="Courier New" panose="02070309020205020404" pitchFamily="49" charset="0"/>
                <a:ea typeface="等线" panose="02010600030101010101" pitchFamily="2" charset="-122"/>
                <a:cs typeface="Times New Roman" panose="02020603050405020304" pitchFamily="18" charset="0"/>
              </a:rPr>
              <a:t> </a:t>
            </a:r>
            <a:r>
              <a:rPr lang="en-US" altLang="zh-CN" sz="1600" b="1" kern="100" dirty="0">
                <a:effectLst>
                  <a:outerShdw blurRad="38100" dist="38100" dir="2700000" algn="tl">
                    <a:srgbClr val="000000">
                      <a:alpha val="43137"/>
                    </a:srgbClr>
                  </a:outerShdw>
                </a:effectLst>
                <a:latin typeface="Courier New" panose="02070309020205020404" pitchFamily="49" charset="0"/>
                <a:ea typeface="等线" panose="02010600030101010101" pitchFamily="2" charset="-122"/>
                <a:cs typeface="Times New Roman" panose="02020603050405020304" pitchFamily="18" charset="0"/>
              </a:rPr>
              <a:t>for</a:t>
            </a:r>
            <a:r>
              <a:rPr lang="en-US" altLang="zh-CN" sz="1600" b="1" kern="100" dirty="0">
                <a:effectLst/>
                <a:latin typeface="Courier New" panose="02070309020205020404" pitchFamily="49" charset="0"/>
                <a:ea typeface="等线" panose="02010600030101010101" pitchFamily="2" charset="-122"/>
                <a:cs typeface="Times New Roman" panose="02020603050405020304" pitchFamily="18" charset="0"/>
              </a:rPr>
              <a:t>(b=1;b&lt;=</a:t>
            </a:r>
            <a:r>
              <a:rPr lang="en-US" altLang="zh-CN" sz="1600" b="1" kern="100" dirty="0" err="1">
                <a:effectLst/>
                <a:latin typeface="Courier New" panose="02070309020205020404" pitchFamily="49" charset="0"/>
                <a:ea typeface="等线" panose="02010600030101010101" pitchFamily="2" charset="-122"/>
                <a:cs typeface="Times New Roman" panose="02020603050405020304" pitchFamily="18" charset="0"/>
              </a:rPr>
              <a:t>n;b</a:t>
            </a:r>
            <a:r>
              <a:rPr lang="en-US" altLang="zh-CN" sz="1600" b="1" kern="100" dirty="0">
                <a:effectLst/>
                <a:latin typeface="Courier New" panose="02070309020205020404" pitchFamily="49" charset="0"/>
                <a:ea typeface="等线" panose="02010600030101010101" pitchFamily="2" charset="-122"/>
                <a:cs typeface="Times New Roman" panose="02020603050405020304" pitchFamily="18" charset="0"/>
              </a:rPr>
              <a:t>++) </a:t>
            </a:r>
            <a:r>
              <a:rPr lang="en-US" altLang="zh-CN" sz="1600" b="1" kern="100" dirty="0" err="1">
                <a:effectLst/>
                <a:latin typeface="Courier New" panose="02070309020205020404" pitchFamily="49" charset="0"/>
                <a:ea typeface="等线" panose="02010600030101010101" pitchFamily="2" charset="-122"/>
                <a:cs typeface="Times New Roman" panose="02020603050405020304" pitchFamily="18" charset="0"/>
              </a:rPr>
              <a:t>M.chead</a:t>
            </a:r>
            <a:r>
              <a:rPr lang="en-US" altLang="zh-CN" sz="1600" b="1" kern="100" dirty="0">
                <a:effectLst/>
                <a:latin typeface="Courier New" panose="02070309020205020404" pitchFamily="49" charset="0"/>
                <a:ea typeface="等线" panose="02010600030101010101" pitchFamily="2" charset="-122"/>
                <a:cs typeface="Times New Roman" panose="02020603050405020304" pitchFamily="18" charset="0"/>
              </a:rPr>
              <a:t>[b]=NULL; </a:t>
            </a:r>
            <a:r>
              <a:rPr lang="en-US" altLang="zh-CN" sz="1600" b="1" kern="100" dirty="0">
                <a:solidFill>
                  <a:srgbClr val="0070C0"/>
                </a:solidFill>
                <a:effectLst/>
                <a:latin typeface="Courier New" panose="02070309020205020404" pitchFamily="49" charset="0"/>
                <a:ea typeface="等线" panose="02010600030101010101" pitchFamily="2" charset="-122"/>
                <a:cs typeface="Times New Roman" panose="02020603050405020304" pitchFamily="18" charset="0"/>
              </a:rPr>
              <a:t>//</a:t>
            </a:r>
            <a:r>
              <a:rPr lang="zh-CN" altLang="zh-CN" sz="1600" b="1" kern="100" dirty="0">
                <a:solidFill>
                  <a:srgbClr val="0070C0"/>
                </a:solidFill>
                <a:latin typeface="Courier New" panose="02070309020205020404" pitchFamily="49" charset="0"/>
                <a:cs typeface="Courier New" panose="02070309020205020404" pitchFamily="49" charset="0"/>
              </a:rPr>
              <a:t>各行列链表为空链表</a:t>
            </a:r>
            <a:endParaRPr lang="en-US" altLang="zh-CN" sz="1600" b="1" kern="100" dirty="0">
              <a:solidFill>
                <a:srgbClr val="0070C0"/>
              </a:solidFill>
              <a:latin typeface="Courier New" panose="02070309020205020404" pitchFamily="49" charset="0"/>
              <a:cs typeface="Courier New" panose="02070309020205020404" pitchFamily="49" charset="0"/>
            </a:endParaRPr>
          </a:p>
          <a:p>
            <a:pPr algn="just">
              <a:lnSpc>
                <a:spcPct val="114000"/>
              </a:lnSpc>
            </a:pPr>
            <a:endParaRPr lang="en-US" altLang="zh-CN" sz="1600" b="1" kern="100" dirty="0">
              <a:effectLst/>
              <a:latin typeface="Courier New" panose="02070309020205020404" pitchFamily="49" charset="0"/>
              <a:ea typeface="等线" panose="02010600030101010101" pitchFamily="2" charset="-122"/>
              <a:cs typeface="Courier New" panose="02070309020205020404" pitchFamily="49" charset="0"/>
            </a:endParaRPr>
          </a:p>
          <a:p>
            <a:pPr algn="just">
              <a:lnSpc>
                <a:spcPct val="114000"/>
              </a:lnSpc>
            </a:pPr>
            <a:r>
              <a:rPr lang="en-US" altLang="zh-CN" sz="1600" b="1" kern="100" dirty="0">
                <a:latin typeface="Courier New" panose="02070309020205020404" pitchFamily="49" charset="0"/>
                <a:ea typeface="等线" panose="02010600030101010101" pitchFamily="2" charset="-122"/>
                <a:cs typeface="Courier New" panose="02070309020205020404" pitchFamily="49" charset="0"/>
              </a:rPr>
              <a:t>  </a:t>
            </a:r>
            <a:r>
              <a:rPr lang="en-US" altLang="zh-CN" sz="3600" b="1" kern="100" dirty="0">
                <a:latin typeface="等线" panose="02010600030101010101" pitchFamily="2" charset="-122"/>
                <a:ea typeface="等线" panose="02010600030101010101" pitchFamily="2" charset="-122"/>
                <a:cs typeface="Courier New" panose="02070309020205020404" pitchFamily="49" charset="0"/>
              </a:rPr>
              <a:t>……</a:t>
            </a:r>
            <a:endParaRPr lang="en-US" altLang="zh-CN" sz="3600" b="1" kern="100" dirty="0">
              <a:latin typeface="Courier New" panose="02070309020205020404" pitchFamily="49" charset="0"/>
              <a:ea typeface="等线" panose="02010600030101010101" pitchFamily="2" charset="-122"/>
              <a:cs typeface="Courier New" panose="02070309020205020404" pitchFamily="49" charset="0"/>
            </a:endParaRPr>
          </a:p>
          <a:p>
            <a:pPr algn="just">
              <a:lnSpc>
                <a:spcPct val="114000"/>
              </a:lnSpc>
            </a:pPr>
            <a:endParaRPr lang="zh-CN" altLang="zh-CN" sz="1600" b="1"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87" name="Text Box 47">
            <a:extLst>
              <a:ext uri="{FF2B5EF4-FFF2-40B4-BE49-F238E27FC236}">
                <a16:creationId xmlns:a16="http://schemas.microsoft.com/office/drawing/2014/main" id="{632CFEA3-FCA7-4115-90D6-8FCA998B9F13}"/>
              </a:ext>
            </a:extLst>
          </p:cNvPr>
          <p:cNvSpPr txBox="1">
            <a:spLocks noChangeArrowheads="1"/>
          </p:cNvSpPr>
          <p:nvPr/>
        </p:nvSpPr>
        <p:spPr bwMode="auto">
          <a:xfrm>
            <a:off x="4307352" y="596791"/>
            <a:ext cx="238726" cy="300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0">
            <a:spAutoFit/>
          </a:bodyPr>
          <a:lstStyle/>
          <a:p>
            <a:pPr>
              <a:lnSpc>
                <a:spcPct val="80000"/>
              </a:lnSpc>
              <a:spcBef>
                <a:spcPct val="50000"/>
              </a:spcBef>
            </a:pPr>
            <a:r>
              <a:rPr lang="en-US" altLang="zh-CN" sz="2400" b="1" dirty="0">
                <a:solidFill>
                  <a:schemeClr val="accent5">
                    <a:lumMod val="50000"/>
                  </a:schemeClr>
                </a:solidFill>
                <a:sym typeface="Symbol" panose="05050102010706020507" pitchFamily="18" charset="2"/>
              </a:rPr>
              <a:t></a:t>
            </a:r>
            <a:endParaRPr lang="en-US" altLang="zh-CN" sz="2400" b="1" dirty="0">
              <a:solidFill>
                <a:schemeClr val="accent5">
                  <a:lumMod val="50000"/>
                </a:schemeClr>
              </a:solidFill>
            </a:endParaRPr>
          </a:p>
        </p:txBody>
      </p:sp>
      <p:sp>
        <p:nvSpPr>
          <p:cNvPr id="88" name="Text Box 47">
            <a:extLst>
              <a:ext uri="{FF2B5EF4-FFF2-40B4-BE49-F238E27FC236}">
                <a16:creationId xmlns:a16="http://schemas.microsoft.com/office/drawing/2014/main" id="{8A210B8C-C731-4742-951B-B413818AA906}"/>
              </a:ext>
            </a:extLst>
          </p:cNvPr>
          <p:cNvSpPr txBox="1">
            <a:spLocks noChangeArrowheads="1"/>
          </p:cNvSpPr>
          <p:nvPr/>
        </p:nvSpPr>
        <p:spPr bwMode="auto">
          <a:xfrm>
            <a:off x="1248031" y="604275"/>
            <a:ext cx="238726" cy="300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0">
            <a:spAutoFit/>
          </a:bodyPr>
          <a:lstStyle/>
          <a:p>
            <a:pPr>
              <a:lnSpc>
                <a:spcPct val="80000"/>
              </a:lnSpc>
              <a:spcBef>
                <a:spcPct val="50000"/>
              </a:spcBef>
            </a:pPr>
            <a:r>
              <a:rPr lang="en-US" altLang="zh-CN" sz="2400" b="1" dirty="0">
                <a:solidFill>
                  <a:schemeClr val="accent5">
                    <a:lumMod val="50000"/>
                  </a:schemeClr>
                </a:solidFill>
                <a:sym typeface="Symbol" panose="05050102010706020507" pitchFamily="18" charset="2"/>
              </a:rPr>
              <a:t></a:t>
            </a:r>
            <a:endParaRPr lang="en-US" altLang="zh-CN" sz="2400" b="1" dirty="0">
              <a:solidFill>
                <a:schemeClr val="accent5">
                  <a:lumMod val="50000"/>
                </a:schemeClr>
              </a:solidFill>
            </a:endParaRPr>
          </a:p>
        </p:txBody>
      </p:sp>
      <p:sp>
        <p:nvSpPr>
          <p:cNvPr id="90" name="Text Box 47">
            <a:extLst>
              <a:ext uri="{FF2B5EF4-FFF2-40B4-BE49-F238E27FC236}">
                <a16:creationId xmlns:a16="http://schemas.microsoft.com/office/drawing/2014/main" id="{29E83F31-645F-4EA5-9218-390C445DB1F4}"/>
              </a:ext>
            </a:extLst>
          </p:cNvPr>
          <p:cNvSpPr txBox="1">
            <a:spLocks noChangeArrowheads="1"/>
          </p:cNvSpPr>
          <p:nvPr/>
        </p:nvSpPr>
        <p:spPr bwMode="auto">
          <a:xfrm>
            <a:off x="2261121" y="606941"/>
            <a:ext cx="238726" cy="300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0">
            <a:spAutoFit/>
          </a:bodyPr>
          <a:lstStyle/>
          <a:p>
            <a:pPr>
              <a:lnSpc>
                <a:spcPct val="80000"/>
              </a:lnSpc>
              <a:spcBef>
                <a:spcPct val="50000"/>
              </a:spcBef>
            </a:pPr>
            <a:r>
              <a:rPr lang="en-US" altLang="zh-CN" sz="2400" b="1" dirty="0">
                <a:solidFill>
                  <a:schemeClr val="accent5">
                    <a:lumMod val="50000"/>
                  </a:schemeClr>
                </a:solidFill>
                <a:sym typeface="Symbol" panose="05050102010706020507" pitchFamily="18" charset="2"/>
              </a:rPr>
              <a:t></a:t>
            </a:r>
            <a:endParaRPr lang="en-US" altLang="zh-CN" sz="2400" b="1" dirty="0">
              <a:solidFill>
                <a:schemeClr val="accent5">
                  <a:lumMod val="50000"/>
                </a:schemeClr>
              </a:solidFill>
            </a:endParaRPr>
          </a:p>
        </p:txBody>
      </p:sp>
      <p:sp>
        <p:nvSpPr>
          <p:cNvPr id="48" name="Text Box 47">
            <a:extLst>
              <a:ext uri="{FF2B5EF4-FFF2-40B4-BE49-F238E27FC236}">
                <a16:creationId xmlns:a16="http://schemas.microsoft.com/office/drawing/2014/main" id="{F97DB24F-6F35-4F00-BFA2-B8F74D42D00C}"/>
              </a:ext>
            </a:extLst>
          </p:cNvPr>
          <p:cNvSpPr txBox="1">
            <a:spLocks noChangeArrowheads="1"/>
          </p:cNvSpPr>
          <p:nvPr/>
        </p:nvSpPr>
        <p:spPr bwMode="auto">
          <a:xfrm>
            <a:off x="3294262" y="594125"/>
            <a:ext cx="238726" cy="300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0">
            <a:spAutoFit/>
          </a:bodyPr>
          <a:lstStyle/>
          <a:p>
            <a:pPr>
              <a:lnSpc>
                <a:spcPct val="80000"/>
              </a:lnSpc>
              <a:spcBef>
                <a:spcPct val="50000"/>
              </a:spcBef>
            </a:pPr>
            <a:r>
              <a:rPr lang="en-US" altLang="zh-CN" sz="2400" b="1" dirty="0">
                <a:solidFill>
                  <a:schemeClr val="accent5">
                    <a:lumMod val="50000"/>
                  </a:schemeClr>
                </a:solidFill>
                <a:sym typeface="Symbol" panose="05050102010706020507" pitchFamily="18" charset="2"/>
              </a:rPr>
              <a:t></a:t>
            </a:r>
            <a:endParaRPr lang="en-US" altLang="zh-CN" sz="2400" b="1" dirty="0">
              <a:solidFill>
                <a:schemeClr val="accent5">
                  <a:lumMod val="50000"/>
                </a:schemeClr>
              </a:solidFill>
            </a:endParaRPr>
          </a:p>
        </p:txBody>
      </p:sp>
      <p:sp>
        <p:nvSpPr>
          <p:cNvPr id="83" name="文本框 82">
            <a:extLst>
              <a:ext uri="{FF2B5EF4-FFF2-40B4-BE49-F238E27FC236}">
                <a16:creationId xmlns:a16="http://schemas.microsoft.com/office/drawing/2014/main" id="{2DE8D1B0-CDE5-44EB-B55F-9338F3290B28}"/>
              </a:ext>
            </a:extLst>
          </p:cNvPr>
          <p:cNvSpPr txBox="1"/>
          <p:nvPr/>
        </p:nvSpPr>
        <p:spPr>
          <a:xfrm>
            <a:off x="3797047" y="2091746"/>
            <a:ext cx="8379705" cy="4770537"/>
          </a:xfrm>
          <a:prstGeom prst="rect">
            <a:avLst/>
          </a:prstGeom>
          <a:solidFill>
            <a:schemeClr val="tx2">
              <a:lumMod val="10000"/>
              <a:lumOff val="90000"/>
            </a:schemeClr>
          </a:solidFill>
        </p:spPr>
        <p:txBody>
          <a:bodyPr wrap="square">
            <a:spAutoFit/>
          </a:bodyPr>
          <a:lstStyle/>
          <a:p>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for</a:t>
            </a:r>
            <a:r>
              <a:rPr lang="zh-CN" altLang="en-US" sz="1600" b="1" dirty="0">
                <a:latin typeface="Courier New" panose="02070309020205020404" pitchFamily="49" charset="0"/>
                <a:cs typeface="Courier New" panose="02070309020205020404" pitchFamily="49" charset="0"/>
              </a:rPr>
              <a:t>(c=0; c&lt;t; c++)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zh-CN" altLang="en-US" sz="1600" b="1" dirty="0">
                <a:latin typeface="Courier New" panose="02070309020205020404" pitchFamily="49" charset="0"/>
                <a:cs typeface="Courier New" panose="02070309020205020404" pitchFamily="49" charset="0"/>
              </a:rPr>
              <a:t> </a:t>
            </a:r>
            <a:r>
              <a:rPr lang="zh-CN" altLang="en-US" sz="1600" b="1" dirty="0">
                <a:solidFill>
                  <a:srgbClr val="0070C0"/>
                </a:solidFill>
                <a:latin typeface="Courier New" panose="02070309020205020404" pitchFamily="49" charset="0"/>
                <a:cs typeface="Courier New" panose="02070309020205020404" pitchFamily="49" charset="0"/>
              </a:rPr>
              <a:t>// 构建 </a:t>
            </a:r>
            <a:r>
              <a:rPr lang="en-US" altLang="zh-CN" sz="1600" b="1" dirty="0">
                <a:solidFill>
                  <a:srgbClr val="C00000"/>
                </a:solidFill>
                <a:latin typeface="Courier New" panose="02070309020205020404" pitchFamily="49" charset="0"/>
                <a:cs typeface="Courier New" panose="02070309020205020404" pitchFamily="49" charset="0"/>
              </a:rPr>
              <a:t>t</a:t>
            </a:r>
            <a:r>
              <a:rPr lang="en-US" altLang="zh-CN" sz="1600" b="1" dirty="0">
                <a:latin typeface="Courier New" panose="02070309020205020404" pitchFamily="49" charset="0"/>
                <a:cs typeface="Courier New" panose="02070309020205020404" pitchFamily="49" charset="0"/>
              </a:rPr>
              <a:t> </a:t>
            </a:r>
            <a:r>
              <a:rPr lang="zh-CN" altLang="en-US" sz="1600" b="1" dirty="0">
                <a:solidFill>
                  <a:srgbClr val="0070C0"/>
                </a:solidFill>
                <a:latin typeface="Courier New" panose="02070309020205020404" pitchFamily="49" charset="0"/>
                <a:cs typeface="Courier New" panose="02070309020205020404" pitchFamily="49" charset="0"/>
              </a:rPr>
              <a:t>个非零元结点，并插入十字链表</a:t>
            </a:r>
          </a:p>
          <a:p>
            <a:r>
              <a:rPr lang="zh-CN" altLang="en-US" sz="1600" b="1" dirty="0">
                <a:latin typeface="Courier New" panose="02070309020205020404" pitchFamily="49" charset="0"/>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zh-CN" altLang="en-US" sz="1600" b="1" dirty="0">
                <a:latin typeface="Courier New" panose="02070309020205020404" pitchFamily="49" charset="0"/>
                <a:cs typeface="Courier New" panose="02070309020205020404" pitchFamily="49" charset="0"/>
              </a:rPr>
              <a:t> (!(p = (OLNode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calloc</a:t>
            </a:r>
            <a:r>
              <a:rPr lang="zh-CN" altLang="en-US" sz="1600" b="1" dirty="0">
                <a:latin typeface="Courier New" panose="02070309020205020404" pitchFamily="49" charset="0"/>
                <a:cs typeface="Courier New" panose="02070309020205020404" pitchFamily="49" charset="0"/>
              </a:rPr>
              <a:t>(1,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sizeof</a:t>
            </a:r>
            <a:r>
              <a:rPr lang="zh-CN" altLang="en-US" sz="1600" b="1" dirty="0">
                <a:latin typeface="Courier New" panose="02070309020205020404" pitchFamily="49" charset="0"/>
                <a:cs typeface="Courier New" panose="02070309020205020404" pitchFamily="49" charset="0"/>
              </a:rPr>
              <a:t>(OLNode))))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return</a:t>
            </a:r>
            <a:r>
              <a:rPr lang="zh-CN" altLang="en-US" sz="1600" b="1" dirty="0">
                <a:latin typeface="Courier New" panose="02070309020205020404" pitchFamily="49" charset="0"/>
                <a:cs typeface="Courier New" panose="02070309020205020404" pitchFamily="49" charset="0"/>
              </a:rPr>
              <a:t> ERROR;</a:t>
            </a:r>
          </a:p>
          <a:p>
            <a:r>
              <a:rPr lang="zh-CN" altLang="en-US" sz="1600" b="1" dirty="0">
                <a:latin typeface="Courier New" panose="02070309020205020404" pitchFamily="49" charset="0"/>
                <a:cs typeface="Courier New" panose="02070309020205020404" pitchFamily="49" charset="0"/>
              </a:rPr>
              <a:t>  p-&gt;i = i = is[c];  p-&gt;j = j = js[c];  p-&gt;e = e = es[c];</a:t>
            </a:r>
          </a:p>
          <a:p>
            <a:r>
              <a:rPr lang="zh-CN" altLang="en-US" sz="1600" b="1" dirty="0">
                <a:latin typeface="Courier New" panose="02070309020205020404" pitchFamily="49" charset="0"/>
                <a:cs typeface="Courier New" panose="02070309020205020404" pitchFamily="49" charset="0"/>
              </a:rPr>
              <a:t>  p-&gt;down=NULL;  p-&gt;right=NULL; </a:t>
            </a:r>
            <a:r>
              <a:rPr lang="zh-CN" altLang="en-US" sz="1600" b="1" dirty="0">
                <a:solidFill>
                  <a:srgbClr val="0070C0"/>
                </a:solidFill>
                <a:latin typeface="Courier New" panose="02070309020205020404" pitchFamily="49" charset="0"/>
                <a:cs typeface="Courier New" panose="02070309020205020404" pitchFamily="49" charset="0"/>
              </a:rPr>
              <a:t>// 生成结点</a:t>
            </a:r>
          </a:p>
          <a:p>
            <a:r>
              <a:rPr lang="zh-CN" altLang="en-US" sz="1600" b="1" dirty="0">
                <a:latin typeface="Courier New" panose="02070309020205020404" pitchFamily="49" charset="0"/>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zh-CN" altLang="en-US" sz="1600" b="1" dirty="0">
                <a:latin typeface="Courier New" panose="02070309020205020404" pitchFamily="49" charset="0"/>
                <a:cs typeface="Courier New" panose="02070309020205020404" pitchFamily="49" charset="0"/>
              </a:rPr>
              <a:t> (M.rhead[i] == NULL || M.rhead[i]-&gt;j &gt; j)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endParaRPr lang="zh-CN" altLang="en-US" sz="1600" b="1" dirty="0">
              <a:solidFill>
                <a:srgbClr val="0070C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a:p>
            <a:r>
              <a:rPr lang="zh-CN" altLang="en-US" sz="1600" b="1" dirty="0">
                <a:latin typeface="Courier New" panose="02070309020205020404" pitchFamily="49" charset="0"/>
                <a:cs typeface="Courier New" panose="02070309020205020404" pitchFamily="49" charset="0"/>
              </a:rPr>
              <a:t>    p-&gt;right = M.rhead[i];   M.rhead[i]= p;   </a:t>
            </a:r>
            <a:r>
              <a:rPr lang="en-US" altLang="zh-CN" sz="1600" b="1" dirty="0">
                <a:solidFill>
                  <a:srgbClr val="0070C0"/>
                </a:solidFill>
                <a:latin typeface="Courier New" panose="02070309020205020404" pitchFamily="49" charset="0"/>
                <a:cs typeface="Courier New" panose="02070309020205020404" pitchFamily="49" charset="0"/>
              </a:rPr>
              <a:t>// </a:t>
            </a:r>
            <a:r>
              <a:rPr lang="zh-CN" altLang="en-US" sz="1600" b="1" dirty="0">
                <a:solidFill>
                  <a:srgbClr val="0070C0"/>
                </a:solidFill>
                <a:latin typeface="Courier New" panose="02070309020205020404" pitchFamily="49" charset="0"/>
                <a:cs typeface="Courier New" panose="02070309020205020404" pitchFamily="49" charset="0"/>
              </a:rPr>
              <a:t>在行表头插入</a:t>
            </a:r>
            <a:endParaRPr lang="zh-CN" altLang="en-US" sz="1600" b="1" dirty="0">
              <a:latin typeface="Courier New" panose="02070309020205020404" pitchFamily="49" charset="0"/>
              <a:cs typeface="Courier New" panose="02070309020205020404" pitchFamily="49" charset="0"/>
            </a:endParaRPr>
          </a:p>
          <a:p>
            <a:r>
              <a:rPr lang="zh-CN" altLang="en-US" sz="1600" b="1" dirty="0">
                <a:latin typeface="Courier New" panose="02070309020205020404" pitchFamily="49" charset="0"/>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else {  </a:t>
            </a:r>
            <a:r>
              <a:rPr lang="zh-CN" altLang="en-US" sz="1600" b="1" dirty="0">
                <a:solidFill>
                  <a:srgbClr val="0070C0"/>
                </a:solidFill>
                <a:latin typeface="Courier New" panose="02070309020205020404" pitchFamily="49" charset="0"/>
                <a:cs typeface="Courier New" panose="02070309020205020404" pitchFamily="49" charset="0"/>
              </a:rPr>
              <a:t>// 寻查在行表中的插入位置</a:t>
            </a:r>
          </a:p>
          <a:p>
            <a:r>
              <a:rPr lang="zh-CN" altLang="en-US" sz="1600" b="1" dirty="0">
                <a:latin typeface="Courier New" panose="02070309020205020404" pitchFamily="49" charset="0"/>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for</a:t>
            </a:r>
            <a:r>
              <a:rPr lang="zh-CN" altLang="en-US" sz="1600" b="1" dirty="0">
                <a:latin typeface="Courier New" panose="02070309020205020404" pitchFamily="49" charset="0"/>
                <a:cs typeface="Courier New" panose="02070309020205020404" pitchFamily="49" charset="0"/>
              </a:rPr>
              <a:t>(q=M.rhead[i]; (q-&gt;right) &amp;&amp; q-&gt;right-&gt;j &lt; j;  q=q-&gt;right);</a:t>
            </a:r>
          </a:p>
          <a:p>
            <a:r>
              <a:rPr lang="zh-CN" altLang="en-US" sz="1600" b="1" dirty="0">
                <a:latin typeface="Courier New" panose="02070309020205020404" pitchFamily="49" charset="0"/>
                <a:cs typeface="Courier New" panose="02070309020205020404" pitchFamily="49" charset="0"/>
              </a:rPr>
              <a:t>    p-&gt;right = q-&gt;right;  q-&gt;right = p;</a:t>
            </a:r>
          </a:p>
          <a:p>
            <a:r>
              <a:rPr lang="zh-CN" altLang="en-US" sz="1600" b="1" dirty="0">
                <a:latin typeface="Courier New" panose="02070309020205020404" pitchFamily="49" charset="0"/>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zh-CN" altLang="en-US" sz="1600" b="1" dirty="0">
                <a:latin typeface="Courier New" panose="02070309020205020404" pitchFamily="49" charset="0"/>
                <a:cs typeface="Courier New" panose="02070309020205020404" pitchFamily="49" charset="0"/>
              </a:rPr>
              <a:t>  </a:t>
            </a:r>
            <a:r>
              <a:rPr lang="zh-CN" altLang="en-US" sz="1600" b="1" dirty="0">
                <a:solidFill>
                  <a:srgbClr val="0070C0"/>
                </a:solidFill>
                <a:latin typeface="Courier New" panose="02070309020205020404" pitchFamily="49" charset="0"/>
                <a:cs typeface="Courier New" panose="02070309020205020404" pitchFamily="49" charset="0"/>
              </a:rPr>
              <a:t>// 完成行插入</a:t>
            </a:r>
          </a:p>
          <a:p>
            <a:r>
              <a:rPr lang="zh-CN" altLang="en-US" sz="1600" b="1" dirty="0">
                <a:latin typeface="Courier New" panose="02070309020205020404" pitchFamily="49" charset="0"/>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zh-CN" altLang="en-US" sz="1600" b="1" dirty="0">
                <a:latin typeface="Courier New" panose="02070309020205020404" pitchFamily="49" charset="0"/>
                <a:cs typeface="Courier New" panose="02070309020205020404" pitchFamily="49" charset="0"/>
              </a:rPr>
              <a:t> (M.chead[j] == NULL || M.chead[j]-&gt;i &gt; i)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p>
          <a:p>
            <a:r>
              <a:rPr lang="zh-CN" altLang="en-US" sz="1600" b="1" dirty="0">
                <a:latin typeface="Courier New" panose="02070309020205020404" pitchFamily="49" charset="0"/>
                <a:cs typeface="Courier New" panose="02070309020205020404" pitchFamily="49" charset="0"/>
              </a:rPr>
              <a:t>    p-&gt;down = M.chead[j];   M.chead[j]= p;    </a:t>
            </a:r>
            <a:r>
              <a:rPr lang="en-US" altLang="zh-CN" sz="1600" b="1" dirty="0">
                <a:solidFill>
                  <a:srgbClr val="0070C0"/>
                </a:solidFill>
                <a:latin typeface="Courier New" panose="02070309020205020404" pitchFamily="49" charset="0"/>
                <a:cs typeface="Courier New" panose="02070309020205020404" pitchFamily="49" charset="0"/>
              </a:rPr>
              <a:t>// </a:t>
            </a:r>
            <a:r>
              <a:rPr lang="zh-CN" altLang="en-US" sz="1600" b="1" dirty="0">
                <a:solidFill>
                  <a:srgbClr val="0070C0"/>
                </a:solidFill>
                <a:latin typeface="Courier New" panose="02070309020205020404" pitchFamily="49" charset="0"/>
                <a:cs typeface="Courier New" panose="02070309020205020404" pitchFamily="49" charset="0"/>
              </a:rPr>
              <a:t>在列表头插入</a:t>
            </a:r>
            <a:endParaRPr lang="zh-CN" altLang="en-US" sz="1600" b="1" dirty="0">
              <a:latin typeface="Courier New" panose="02070309020205020404" pitchFamily="49" charset="0"/>
              <a:cs typeface="Courier New" panose="02070309020205020404" pitchFamily="49" charset="0"/>
            </a:endParaRPr>
          </a:p>
          <a:p>
            <a:r>
              <a:rPr lang="zh-CN" altLang="en-US" sz="1600" b="1" dirty="0">
                <a:latin typeface="Courier New" panose="02070309020205020404" pitchFamily="49" charset="0"/>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else {  </a:t>
            </a:r>
            <a:r>
              <a:rPr lang="zh-CN" altLang="en-US" sz="1600" b="1" dirty="0">
                <a:solidFill>
                  <a:srgbClr val="0070C0"/>
                </a:solidFill>
                <a:latin typeface="Courier New" panose="02070309020205020404" pitchFamily="49" charset="0"/>
                <a:cs typeface="Courier New" panose="02070309020205020404" pitchFamily="49" charset="0"/>
              </a:rPr>
              <a:t>// 寻查在列表中的插入位置</a:t>
            </a:r>
          </a:p>
          <a:p>
            <a:r>
              <a:rPr lang="zh-CN" altLang="en-US" sz="1600" b="1" dirty="0">
                <a:latin typeface="Courier New" panose="02070309020205020404" pitchFamily="49" charset="0"/>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for</a:t>
            </a:r>
            <a:r>
              <a:rPr lang="zh-CN" altLang="en-US" sz="1600" b="1" dirty="0">
                <a:latin typeface="Courier New" panose="02070309020205020404" pitchFamily="49" charset="0"/>
                <a:cs typeface="Courier New" panose="02070309020205020404" pitchFamily="49" charset="0"/>
              </a:rPr>
              <a:t> (q=M.chead[j]; (q-&gt;down) &amp;&amp; q-&gt;down-&gt;i &lt; i;  q=q-&gt;down);</a:t>
            </a:r>
          </a:p>
          <a:p>
            <a:r>
              <a:rPr lang="zh-CN" altLang="en-US" sz="1600" b="1" dirty="0">
                <a:latin typeface="Courier New" panose="02070309020205020404" pitchFamily="49" charset="0"/>
                <a:cs typeface="Courier New" panose="02070309020205020404" pitchFamily="49" charset="0"/>
              </a:rPr>
              <a:t>    p-&gt;down = q-&gt;down;  q-&gt;down = p;    </a:t>
            </a:r>
          </a:p>
          <a:p>
            <a:r>
              <a:rPr lang="zh-CN" altLang="en-US" sz="1600" b="1" dirty="0">
                <a:latin typeface="Courier New" panose="02070309020205020404" pitchFamily="49" charset="0"/>
                <a:cs typeface="Courier New" panose="02070309020205020404" pitchFamily="49" charset="0"/>
              </a:rPr>
              <a:t>  </a:t>
            </a:r>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zh-CN" altLang="en-US" sz="1600" b="1" dirty="0">
                <a:latin typeface="Courier New" panose="02070309020205020404" pitchFamily="49" charset="0"/>
                <a:cs typeface="Courier New" panose="02070309020205020404" pitchFamily="49" charset="0"/>
              </a:rPr>
              <a:t>  </a:t>
            </a:r>
            <a:r>
              <a:rPr lang="zh-CN" altLang="en-US" sz="1600" b="1" dirty="0">
                <a:solidFill>
                  <a:srgbClr val="0070C0"/>
                </a:solidFill>
                <a:latin typeface="Courier New" panose="02070309020205020404" pitchFamily="49" charset="0"/>
                <a:cs typeface="Courier New" panose="02070309020205020404" pitchFamily="49" charset="0"/>
              </a:rPr>
              <a:t>// 完成列插入</a:t>
            </a:r>
          </a:p>
          <a:p>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zh-CN" altLang="en-US" sz="1600" b="1" dirty="0">
                <a:latin typeface="Courier New" panose="02070309020205020404" pitchFamily="49" charset="0"/>
                <a:cs typeface="Courier New" panose="02070309020205020404" pitchFamily="49" charset="0"/>
              </a:rPr>
              <a:t> // for</a:t>
            </a:r>
          </a:p>
          <a:p>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return</a:t>
            </a:r>
            <a:r>
              <a:rPr lang="zh-CN" altLang="en-US" sz="1600" b="1" dirty="0">
                <a:latin typeface="Courier New" panose="02070309020205020404" pitchFamily="49" charset="0"/>
                <a:cs typeface="Courier New" panose="02070309020205020404" pitchFamily="49" charset="0"/>
              </a:rPr>
              <a:t> OK;</a:t>
            </a:r>
          </a:p>
          <a:p>
            <a:r>
              <a:rPr lang="zh-CN" altLang="en-US" sz="16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zh-CN" altLang="en-US" sz="1600" b="1" dirty="0">
                <a:solidFill>
                  <a:srgbClr val="0070C0"/>
                </a:solidFill>
                <a:latin typeface="Courier New" panose="02070309020205020404" pitchFamily="49" charset="0"/>
                <a:cs typeface="Courier New" panose="02070309020205020404" pitchFamily="49" charset="0"/>
              </a:rPr>
              <a:t>// CreateSMatrix_OL</a:t>
            </a:r>
          </a:p>
        </p:txBody>
      </p:sp>
      <p:sp>
        <p:nvSpPr>
          <p:cNvPr id="98" name="矩形 97">
            <a:extLst>
              <a:ext uri="{FF2B5EF4-FFF2-40B4-BE49-F238E27FC236}">
                <a16:creationId xmlns:a16="http://schemas.microsoft.com/office/drawing/2014/main" id="{BCD51673-D6DA-4303-BD60-A595694354D3}"/>
              </a:ext>
            </a:extLst>
          </p:cNvPr>
          <p:cNvSpPr/>
          <p:nvPr/>
        </p:nvSpPr>
        <p:spPr>
          <a:xfrm>
            <a:off x="5362982" y="788498"/>
            <a:ext cx="6605157" cy="1139509"/>
          </a:xfrm>
          <a:prstGeom prst="rect">
            <a:avLst/>
          </a:prstGeom>
          <a:solidFill>
            <a:srgbClr val="F5F5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b="1" dirty="0">
                <a:solidFill>
                  <a:srgbClr val="002060"/>
                </a:solidFill>
              </a:rPr>
              <a:t>算法的核心部分是由参数提供的数据，构建 </a:t>
            </a:r>
            <a:r>
              <a:rPr lang="en-US" altLang="zh-CN" b="1" dirty="0">
                <a:solidFill>
                  <a:srgbClr val="C00000"/>
                </a:solidFill>
              </a:rPr>
              <a:t>t</a:t>
            </a:r>
            <a:r>
              <a:rPr lang="en-US" altLang="zh-CN" b="1" dirty="0">
                <a:solidFill>
                  <a:srgbClr val="002060"/>
                </a:solidFill>
              </a:rPr>
              <a:t> </a:t>
            </a:r>
            <a:r>
              <a:rPr lang="zh-CN" altLang="en-US" b="1" dirty="0">
                <a:solidFill>
                  <a:srgbClr val="002060"/>
                </a:solidFill>
              </a:rPr>
              <a:t>个非零元结点，并插入十字链表。实际上就是插入到无头结点的行表和列表。</a:t>
            </a:r>
            <a:endParaRPr lang="en-US" altLang="zh-CN" b="1" dirty="0">
              <a:solidFill>
                <a:srgbClr val="002060"/>
              </a:solidFill>
            </a:endParaRPr>
          </a:p>
          <a:p>
            <a:r>
              <a:rPr lang="zh-CN" altLang="en-US" b="1" dirty="0">
                <a:solidFill>
                  <a:srgbClr val="002060"/>
                </a:solidFill>
              </a:rPr>
              <a:t>先在行表中找到插入位置，并插入。</a:t>
            </a:r>
            <a:endParaRPr lang="en-US" altLang="zh-CN" b="1" dirty="0">
              <a:solidFill>
                <a:srgbClr val="002060"/>
              </a:solidFill>
            </a:endParaRPr>
          </a:p>
          <a:p>
            <a:r>
              <a:rPr lang="zh-CN" altLang="en-US" b="1" dirty="0">
                <a:solidFill>
                  <a:srgbClr val="002060"/>
                </a:solidFill>
              </a:rPr>
              <a:t>再在列表中找到插入位置，并插入。</a:t>
            </a:r>
          </a:p>
        </p:txBody>
      </p:sp>
      <p:cxnSp>
        <p:nvCxnSpPr>
          <p:cNvPr id="100" name="直接连接符 99">
            <a:extLst>
              <a:ext uri="{FF2B5EF4-FFF2-40B4-BE49-F238E27FC236}">
                <a16:creationId xmlns:a16="http://schemas.microsoft.com/office/drawing/2014/main" id="{AADA9BCE-5784-4F14-AC4D-7DA1030CC788}"/>
              </a:ext>
            </a:extLst>
          </p:cNvPr>
          <p:cNvCxnSpPr/>
          <p:nvPr/>
        </p:nvCxnSpPr>
        <p:spPr>
          <a:xfrm>
            <a:off x="3842955" y="2387960"/>
            <a:ext cx="2253045" cy="0"/>
          </a:xfrm>
          <a:prstGeom prst="line">
            <a:avLst/>
          </a:prstGeom>
          <a:ln w="7620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101" name="文本框 100">
            <a:extLst>
              <a:ext uri="{FF2B5EF4-FFF2-40B4-BE49-F238E27FC236}">
                <a16:creationId xmlns:a16="http://schemas.microsoft.com/office/drawing/2014/main" id="{E62D76B1-34EF-4DA7-BF93-08CD2A042035}"/>
              </a:ext>
            </a:extLst>
          </p:cNvPr>
          <p:cNvSpPr txBox="1"/>
          <p:nvPr/>
        </p:nvSpPr>
        <p:spPr>
          <a:xfrm>
            <a:off x="145813" y="3896771"/>
            <a:ext cx="3724096" cy="2684004"/>
          </a:xfrm>
          <a:prstGeom prst="rect">
            <a:avLst/>
          </a:prstGeom>
          <a:noFill/>
        </p:spPr>
        <p:txBody>
          <a:bodyPr wrap="none" rtlCol="0">
            <a:spAutoFit/>
          </a:bodyPr>
          <a:lstStyle/>
          <a:p>
            <a:r>
              <a:rPr lang="en-US" altLang="zh-CN" b="1" dirty="0">
                <a:latin typeface="Courier New" panose="02070309020205020404" pitchFamily="49" charset="0"/>
                <a:cs typeface="Courier New" panose="02070309020205020404" pitchFamily="49" charset="0"/>
              </a:rPr>
              <a:t> </a:t>
            </a:r>
            <a:r>
              <a:rPr lang="zh-CN" altLang="en-US" b="1" dirty="0">
                <a:solidFill>
                  <a:srgbClr val="C00000"/>
                </a:solidFill>
                <a:latin typeface="Courier New" panose="02070309020205020404" pitchFamily="49" charset="0"/>
                <a:cs typeface="Courier New" panose="02070309020205020404" pitchFamily="49" charset="0"/>
              </a:rPr>
              <a:t>图</a:t>
            </a:r>
            <a:r>
              <a:rPr lang="en-US" altLang="zh-CN" b="1" dirty="0">
                <a:solidFill>
                  <a:srgbClr val="C00000"/>
                </a:solidFill>
                <a:latin typeface="Courier New" panose="02070309020205020404" pitchFamily="49" charset="0"/>
                <a:cs typeface="Courier New" panose="02070309020205020404" pitchFamily="49" charset="0"/>
              </a:rPr>
              <a:t>5.6</a:t>
            </a:r>
            <a:r>
              <a:rPr lang="zh-CN" altLang="en-US" b="1" dirty="0">
                <a:latin typeface="Courier New" panose="02070309020205020404" pitchFamily="49" charset="0"/>
                <a:cs typeface="Courier New" panose="02070309020205020404" pitchFamily="49" charset="0"/>
              </a:rPr>
              <a:t>的稀疏矩阵</a:t>
            </a:r>
            <a:r>
              <a:rPr lang="en-US" altLang="zh-CN" b="1" dirty="0">
                <a:solidFill>
                  <a:srgbClr val="C00000"/>
                </a:solidFill>
                <a:latin typeface="Courier New" panose="02070309020205020404" pitchFamily="49" charset="0"/>
                <a:cs typeface="Courier New" panose="02070309020205020404" pitchFamily="49" charset="0"/>
              </a:rPr>
              <a:t>3</a:t>
            </a:r>
            <a:r>
              <a:rPr lang="zh-CN" altLang="en-US" b="1" dirty="0">
                <a:latin typeface="Courier New" panose="02070309020205020404" pitchFamily="49" charset="0"/>
                <a:cs typeface="Courier New" panose="02070309020205020404" pitchFamily="49" charset="0"/>
              </a:rPr>
              <a:t>行</a:t>
            </a:r>
            <a:r>
              <a:rPr lang="en-US" altLang="zh-CN" b="1" dirty="0">
                <a:solidFill>
                  <a:srgbClr val="C00000"/>
                </a:solidFill>
                <a:latin typeface="Courier New" panose="02070309020205020404" pitchFamily="49" charset="0"/>
                <a:cs typeface="Courier New" panose="02070309020205020404" pitchFamily="49" charset="0"/>
              </a:rPr>
              <a:t>4</a:t>
            </a:r>
            <a:r>
              <a:rPr lang="zh-CN" altLang="en-US" b="1" dirty="0">
                <a:latin typeface="Courier New" panose="02070309020205020404" pitchFamily="49" charset="0"/>
                <a:cs typeface="Courier New" panose="02070309020205020404" pitchFamily="49" charset="0"/>
              </a:rPr>
              <a:t>列，</a:t>
            </a:r>
            <a:endParaRPr lang="en-US" altLang="zh-CN" b="1" dirty="0">
              <a:latin typeface="Courier New" panose="02070309020205020404" pitchFamily="49" charset="0"/>
              <a:cs typeface="Courier New" panose="02070309020205020404" pitchFamily="49" charset="0"/>
            </a:endParaRPr>
          </a:p>
          <a:p>
            <a:r>
              <a:rPr lang="en-US" altLang="zh-CN" b="1" dirty="0">
                <a:latin typeface="Courier New" panose="02070309020205020404" pitchFamily="49" charset="0"/>
                <a:cs typeface="Courier New" panose="02070309020205020404" pitchFamily="49" charset="0"/>
              </a:rPr>
              <a:t> </a:t>
            </a:r>
            <a:r>
              <a:rPr lang="en-US" altLang="zh-CN" b="1" dirty="0">
                <a:solidFill>
                  <a:srgbClr val="C00000"/>
                </a:solidFill>
                <a:latin typeface="Courier New" panose="02070309020205020404" pitchFamily="49" charset="0"/>
                <a:cs typeface="Courier New" panose="02070309020205020404" pitchFamily="49" charset="0"/>
              </a:rPr>
              <a:t>4</a:t>
            </a:r>
            <a:r>
              <a:rPr lang="zh-CN" altLang="en-US" b="1" dirty="0">
                <a:latin typeface="Courier New" panose="02070309020205020404" pitchFamily="49" charset="0"/>
                <a:cs typeface="Courier New" panose="02070309020205020404" pitchFamily="49" charset="0"/>
              </a:rPr>
              <a:t>个非零元的行、列号和非零值 </a:t>
            </a:r>
            <a:endParaRPr lang="en-US" altLang="zh-CN" b="1" dirty="0">
              <a:latin typeface="Courier New" panose="02070309020205020404" pitchFamily="49" charset="0"/>
              <a:cs typeface="Courier New" panose="02070309020205020404" pitchFamily="49" charset="0"/>
            </a:endParaRPr>
          </a:p>
          <a:p>
            <a:r>
              <a:rPr lang="zh-CN" altLang="en-US" b="1" dirty="0">
                <a:latin typeface="Courier New" panose="02070309020205020404" pitchFamily="49" charset="0"/>
                <a:cs typeface="Courier New" panose="02070309020205020404" pitchFamily="49" charset="0"/>
              </a:rPr>
              <a:t> 可由以下</a:t>
            </a:r>
            <a:r>
              <a:rPr lang="en-US" altLang="zh-CN" b="1" dirty="0">
                <a:latin typeface="Courier New" panose="02070309020205020404" pitchFamily="49" charset="0"/>
                <a:cs typeface="Courier New" panose="02070309020205020404" pitchFamily="49" charset="0"/>
              </a:rPr>
              <a:t>3</a:t>
            </a:r>
            <a:r>
              <a:rPr lang="zh-CN" altLang="en-US" b="1" dirty="0">
                <a:latin typeface="Courier New" panose="02070309020205020404" pitchFamily="49" charset="0"/>
                <a:cs typeface="Courier New" panose="02070309020205020404" pitchFamily="49" charset="0"/>
              </a:rPr>
              <a:t>个数组传递给算法。</a:t>
            </a:r>
            <a:endParaRPr lang="en-US" altLang="zh-CN" b="1" dirty="0">
              <a:latin typeface="Courier New" panose="02070309020205020404" pitchFamily="49" charset="0"/>
              <a:cs typeface="Courier New" panose="02070309020205020404" pitchFamily="49" charset="0"/>
            </a:endParaRPr>
          </a:p>
          <a:p>
            <a:r>
              <a:rPr lang="en-US" altLang="zh-CN" b="1" dirty="0">
                <a:latin typeface="Courier New" panose="02070309020205020404" pitchFamily="49" charset="0"/>
                <a:cs typeface="Courier New" panose="02070309020205020404" pitchFamily="49" charset="0"/>
              </a:rPr>
              <a:t> int is[]={1,</a:t>
            </a:r>
            <a:r>
              <a:rPr lang="en-US" altLang="zh-CN" sz="1100" b="1" dirty="0">
                <a:latin typeface="Courier New" panose="02070309020205020404" pitchFamily="49" charset="0"/>
                <a:cs typeface="Courier New" panose="02070309020205020404" pitchFamily="49" charset="0"/>
              </a:rPr>
              <a:t>  </a:t>
            </a:r>
            <a:r>
              <a:rPr lang="en-US" altLang="zh-CN" b="1" dirty="0">
                <a:latin typeface="Courier New" panose="02070309020205020404" pitchFamily="49" charset="0"/>
                <a:cs typeface="Courier New" panose="02070309020205020404" pitchFamily="49" charset="0"/>
              </a:rPr>
              <a:t>2</a:t>
            </a:r>
            <a:r>
              <a:rPr lang="en-US" altLang="zh-CN" sz="2000" b="1" dirty="0">
                <a:latin typeface="Courier New" panose="02070309020205020404" pitchFamily="49" charset="0"/>
                <a:cs typeface="Courier New" panose="02070309020205020404" pitchFamily="49" charset="0"/>
              </a:rPr>
              <a:t>,</a:t>
            </a:r>
            <a:r>
              <a:rPr lang="zh-CN" altLang="en-US" sz="1100" b="1" dirty="0">
                <a:latin typeface="Courier New" panose="02070309020205020404" pitchFamily="49" charset="0"/>
                <a:cs typeface="Courier New" panose="02070309020205020404" pitchFamily="49" charset="0"/>
              </a:rPr>
              <a:t> </a:t>
            </a:r>
            <a:r>
              <a:rPr lang="en-US" altLang="zh-CN" b="1" dirty="0">
                <a:latin typeface="Courier New" panose="02070309020205020404" pitchFamily="49" charset="0"/>
                <a:cs typeface="Courier New" panose="02070309020205020404" pitchFamily="49" charset="0"/>
              </a:rPr>
              <a:t>1,</a:t>
            </a:r>
            <a:r>
              <a:rPr lang="en-US" altLang="zh-CN" sz="1100" b="1" dirty="0">
                <a:latin typeface="Courier New" panose="02070309020205020404" pitchFamily="49" charset="0"/>
                <a:cs typeface="Courier New" panose="02070309020205020404" pitchFamily="49" charset="0"/>
              </a:rPr>
              <a:t> </a:t>
            </a:r>
            <a:r>
              <a:rPr lang="en-US" altLang="zh-CN" b="1" dirty="0">
                <a:latin typeface="Courier New" panose="02070309020205020404" pitchFamily="49" charset="0"/>
                <a:cs typeface="Courier New" panose="02070309020205020404" pitchFamily="49" charset="0"/>
              </a:rPr>
              <a:t>3};</a:t>
            </a:r>
          </a:p>
          <a:p>
            <a:r>
              <a:rPr lang="en-US" altLang="zh-CN" b="1" dirty="0">
                <a:latin typeface="Courier New" panose="02070309020205020404" pitchFamily="49" charset="0"/>
                <a:cs typeface="Courier New" panose="02070309020205020404" pitchFamily="49" charset="0"/>
              </a:rPr>
              <a:t> int </a:t>
            </a:r>
            <a:r>
              <a:rPr lang="en-US" altLang="zh-CN" b="1" dirty="0" err="1">
                <a:latin typeface="Courier New" panose="02070309020205020404" pitchFamily="49" charset="0"/>
                <a:cs typeface="Courier New" panose="02070309020205020404" pitchFamily="49" charset="0"/>
              </a:rPr>
              <a:t>js</a:t>
            </a:r>
            <a:r>
              <a:rPr lang="en-US" altLang="zh-CN" b="1" dirty="0">
                <a:latin typeface="Courier New" panose="02070309020205020404" pitchFamily="49" charset="0"/>
                <a:cs typeface="Courier New" panose="02070309020205020404" pitchFamily="49" charset="0"/>
              </a:rPr>
              <a:t>[]={4,</a:t>
            </a:r>
            <a:r>
              <a:rPr lang="en-US" altLang="zh-CN" sz="1100" b="1" dirty="0">
                <a:latin typeface="Courier New" panose="02070309020205020404" pitchFamily="49" charset="0"/>
                <a:cs typeface="Courier New" panose="02070309020205020404" pitchFamily="49" charset="0"/>
              </a:rPr>
              <a:t>  </a:t>
            </a:r>
            <a:r>
              <a:rPr lang="en-US" altLang="zh-CN" b="1" dirty="0">
                <a:latin typeface="Courier New" panose="02070309020205020404" pitchFamily="49" charset="0"/>
                <a:cs typeface="Courier New" panose="02070309020205020404" pitchFamily="49" charset="0"/>
              </a:rPr>
              <a:t>2,</a:t>
            </a:r>
            <a:r>
              <a:rPr lang="en-US" altLang="zh-CN" sz="1100" b="1" dirty="0">
                <a:latin typeface="Courier New" panose="02070309020205020404" pitchFamily="49" charset="0"/>
                <a:cs typeface="Courier New" panose="02070309020205020404" pitchFamily="49" charset="0"/>
              </a:rPr>
              <a:t> </a:t>
            </a:r>
            <a:r>
              <a:rPr lang="en-US" altLang="zh-CN" b="1" dirty="0">
                <a:latin typeface="Courier New" panose="02070309020205020404" pitchFamily="49" charset="0"/>
                <a:cs typeface="Courier New" panose="02070309020205020404" pitchFamily="49" charset="0"/>
              </a:rPr>
              <a:t>1,</a:t>
            </a:r>
            <a:r>
              <a:rPr lang="en-US" altLang="zh-CN" sz="1100" b="1" dirty="0">
                <a:latin typeface="Courier New" panose="02070309020205020404" pitchFamily="49" charset="0"/>
                <a:cs typeface="Courier New" panose="02070309020205020404" pitchFamily="49" charset="0"/>
              </a:rPr>
              <a:t> </a:t>
            </a:r>
            <a:r>
              <a:rPr lang="en-US" altLang="zh-CN" b="1" dirty="0">
                <a:latin typeface="Courier New" panose="02070309020205020404" pitchFamily="49" charset="0"/>
                <a:cs typeface="Courier New" panose="02070309020205020404" pitchFamily="49" charset="0"/>
              </a:rPr>
              <a:t>1};</a:t>
            </a:r>
          </a:p>
          <a:p>
            <a:r>
              <a:rPr lang="en-US" altLang="zh-CN" b="1" dirty="0">
                <a:latin typeface="Courier New" panose="02070309020205020404" pitchFamily="49" charset="0"/>
                <a:cs typeface="Courier New" panose="02070309020205020404" pitchFamily="49" charset="0"/>
              </a:rPr>
              <a:t> int es[]={5,</a:t>
            </a:r>
            <a:r>
              <a:rPr lang="en-US" altLang="zh-CN" sz="800" b="1" dirty="0">
                <a:latin typeface="Courier New" panose="02070309020205020404" pitchFamily="49" charset="0"/>
                <a:cs typeface="Courier New" panose="02070309020205020404" pitchFamily="49" charset="0"/>
              </a:rPr>
              <a:t> </a:t>
            </a:r>
            <a:r>
              <a:rPr lang="en-US" altLang="zh-CN" b="1" dirty="0">
                <a:latin typeface="Courier New" panose="02070309020205020404" pitchFamily="49" charset="0"/>
                <a:cs typeface="Courier New" panose="02070309020205020404" pitchFamily="49" charset="0"/>
              </a:rPr>
              <a:t>-1,</a:t>
            </a:r>
            <a:r>
              <a:rPr lang="en-US" altLang="zh-CN" sz="800" b="1" dirty="0">
                <a:latin typeface="Courier New" panose="02070309020205020404" pitchFamily="49" charset="0"/>
                <a:cs typeface="Courier New" panose="02070309020205020404" pitchFamily="49" charset="0"/>
              </a:rPr>
              <a:t> </a:t>
            </a:r>
            <a:r>
              <a:rPr lang="en-US" altLang="zh-CN" b="1" dirty="0">
                <a:latin typeface="Courier New" panose="02070309020205020404" pitchFamily="49" charset="0"/>
                <a:cs typeface="Courier New" panose="02070309020205020404" pitchFamily="49" charset="0"/>
              </a:rPr>
              <a:t>3,</a:t>
            </a:r>
            <a:r>
              <a:rPr lang="en-US" altLang="zh-CN" sz="1100" b="1" dirty="0">
                <a:latin typeface="Courier New" panose="02070309020205020404" pitchFamily="49" charset="0"/>
                <a:cs typeface="Courier New" panose="02070309020205020404" pitchFamily="49" charset="0"/>
              </a:rPr>
              <a:t> </a:t>
            </a:r>
            <a:r>
              <a:rPr lang="en-US" altLang="zh-CN" b="1" dirty="0">
                <a:latin typeface="Courier New" panose="02070309020205020404" pitchFamily="49" charset="0"/>
                <a:cs typeface="Courier New" panose="02070309020205020404" pitchFamily="49" charset="0"/>
              </a:rPr>
              <a:t>2};</a:t>
            </a:r>
          </a:p>
          <a:p>
            <a:r>
              <a:rPr lang="zh-CN" altLang="en-US" b="1" dirty="0">
                <a:latin typeface="Courier New" panose="02070309020205020404" pitchFamily="49" charset="0"/>
                <a:cs typeface="Courier New" panose="02070309020205020404" pitchFamily="49" charset="0"/>
              </a:rPr>
              <a:t>算法调用：</a:t>
            </a:r>
            <a:endParaRPr lang="en-US" altLang="zh-CN" b="1" dirty="0">
              <a:latin typeface="Courier New" panose="02070309020205020404" pitchFamily="49" charset="0"/>
              <a:cs typeface="Courier New" panose="02070309020205020404" pitchFamily="49" charset="0"/>
            </a:endParaRPr>
          </a:p>
          <a:p>
            <a:pPr algn="just">
              <a:lnSpc>
                <a:spcPct val="114000"/>
              </a:lnSpc>
            </a:pPr>
            <a:r>
              <a:rPr lang="en-US" altLang="zh-CN" sz="1800" b="1" kern="100" dirty="0" err="1">
                <a:effectLst/>
                <a:latin typeface="Courier New" panose="02070309020205020404" pitchFamily="49" charset="0"/>
                <a:ea typeface="等线" panose="02010600030101010101" pitchFamily="2" charset="-122"/>
                <a:cs typeface="Times New Roman" panose="02020603050405020304" pitchFamily="18" charset="0"/>
              </a:rPr>
              <a:t>CreateSMatrix_OL</a:t>
            </a:r>
            <a:r>
              <a:rPr lang="en-US" altLang="zh-CN" sz="1800" b="1" kern="100" dirty="0">
                <a:effectLst/>
                <a:latin typeface="Courier New" panose="02070309020205020404" pitchFamily="49" charset="0"/>
                <a:ea typeface="等线" panose="02010600030101010101" pitchFamily="2" charset="-122"/>
                <a:cs typeface="Times New Roman" panose="02020603050405020304" pitchFamily="18" charset="0"/>
              </a:rPr>
              <a:t>(</a:t>
            </a:r>
            <a:r>
              <a:rPr lang="en-US" altLang="zh-CN" sz="1800" b="1" kern="100" dirty="0">
                <a:solidFill>
                  <a:srgbClr val="C00000"/>
                </a:solidFill>
                <a:effectLst/>
                <a:latin typeface="Courier New" panose="02070309020205020404" pitchFamily="49" charset="0"/>
                <a:ea typeface="等线" panose="02010600030101010101" pitchFamily="2" charset="-122"/>
                <a:cs typeface="Times New Roman" panose="02020603050405020304" pitchFamily="18" charset="0"/>
              </a:rPr>
              <a:t>M</a:t>
            </a:r>
            <a:r>
              <a:rPr lang="en-US" altLang="zh-CN" sz="1800" b="1" kern="100" dirty="0">
                <a:effectLst/>
                <a:latin typeface="Courier New" panose="02070309020205020404" pitchFamily="49" charset="0"/>
                <a:ea typeface="等线" panose="02010600030101010101" pitchFamily="2" charset="-122"/>
                <a:cs typeface="Times New Roman" panose="02020603050405020304" pitchFamily="18" charset="0"/>
              </a:rPr>
              <a:t>, </a:t>
            </a:r>
            <a:r>
              <a:rPr lang="en-US" altLang="zh-CN" b="1" kern="100" dirty="0">
                <a:solidFill>
                  <a:srgbClr val="C00000"/>
                </a:solidFill>
                <a:latin typeface="Courier New" panose="02070309020205020404" pitchFamily="49" charset="0"/>
                <a:ea typeface="等线" panose="02010600030101010101" pitchFamily="2" charset="-122"/>
                <a:cs typeface="Times New Roman" panose="02020603050405020304" pitchFamily="18" charset="0"/>
              </a:rPr>
              <a:t>3</a:t>
            </a:r>
            <a:r>
              <a:rPr lang="en-US" altLang="zh-CN" sz="1800" b="1" kern="100" dirty="0">
                <a:effectLst/>
                <a:latin typeface="Courier New" panose="02070309020205020404" pitchFamily="49" charset="0"/>
                <a:ea typeface="等线" panose="02010600030101010101" pitchFamily="2" charset="-122"/>
                <a:cs typeface="Times New Roman" panose="02020603050405020304" pitchFamily="18" charset="0"/>
              </a:rPr>
              <a:t>, </a:t>
            </a:r>
            <a:r>
              <a:rPr lang="en-US" altLang="zh-CN" b="1" kern="100" dirty="0">
                <a:solidFill>
                  <a:srgbClr val="C00000"/>
                </a:solidFill>
                <a:latin typeface="Courier New" panose="02070309020205020404" pitchFamily="49" charset="0"/>
                <a:ea typeface="等线" panose="02010600030101010101" pitchFamily="2" charset="-122"/>
                <a:cs typeface="Times New Roman" panose="02020603050405020304" pitchFamily="18" charset="0"/>
              </a:rPr>
              <a:t>4</a:t>
            </a:r>
            <a:r>
              <a:rPr lang="en-US" altLang="zh-CN" sz="1800" b="1" kern="100" dirty="0">
                <a:effectLst/>
                <a:latin typeface="Courier New" panose="02070309020205020404" pitchFamily="49" charset="0"/>
                <a:ea typeface="等线" panose="02010600030101010101" pitchFamily="2" charset="-122"/>
                <a:cs typeface="Times New Roman" panose="02020603050405020304" pitchFamily="18" charset="0"/>
              </a:rPr>
              <a:t>,</a:t>
            </a:r>
          </a:p>
          <a:p>
            <a:pPr algn="just">
              <a:lnSpc>
                <a:spcPct val="114000"/>
              </a:lnSpc>
            </a:pPr>
            <a:r>
              <a:rPr lang="en-US" altLang="zh-CN" sz="1800" b="1" kern="100" dirty="0">
                <a:effectLst/>
                <a:latin typeface="Courier New" panose="02070309020205020404" pitchFamily="49" charset="0"/>
                <a:ea typeface="等线" panose="02010600030101010101" pitchFamily="2" charset="-122"/>
                <a:cs typeface="Times New Roman" panose="02020603050405020304" pitchFamily="18" charset="0"/>
              </a:rPr>
              <a:t>          </a:t>
            </a:r>
            <a:r>
              <a:rPr lang="en-US" altLang="zh-CN" b="1" kern="100" dirty="0">
                <a:solidFill>
                  <a:srgbClr val="C00000"/>
                </a:solidFill>
                <a:latin typeface="Courier New" panose="02070309020205020404" pitchFamily="49" charset="0"/>
                <a:ea typeface="等线" panose="02010600030101010101" pitchFamily="2" charset="-122"/>
                <a:cs typeface="Times New Roman" panose="02020603050405020304" pitchFamily="18" charset="0"/>
              </a:rPr>
              <a:t>4</a:t>
            </a:r>
            <a:r>
              <a:rPr lang="en-US" altLang="zh-CN" sz="1800" b="1" kern="100" dirty="0">
                <a:effectLst/>
                <a:latin typeface="Courier New" panose="02070309020205020404" pitchFamily="49" charset="0"/>
                <a:ea typeface="等线" panose="02010600030101010101" pitchFamily="2" charset="-122"/>
                <a:cs typeface="Times New Roman" panose="02020603050405020304" pitchFamily="18" charset="0"/>
              </a:rPr>
              <a:t>, </a:t>
            </a:r>
            <a:r>
              <a:rPr lang="en-US" altLang="zh-CN" sz="1800" b="1" kern="100" dirty="0">
                <a:solidFill>
                  <a:srgbClr val="C00000"/>
                </a:solidFill>
                <a:effectLst/>
                <a:latin typeface="Courier New" panose="02070309020205020404" pitchFamily="49" charset="0"/>
                <a:ea typeface="等线" panose="02010600030101010101" pitchFamily="2" charset="-122"/>
                <a:cs typeface="Times New Roman" panose="02020603050405020304" pitchFamily="18" charset="0"/>
              </a:rPr>
              <a:t>is</a:t>
            </a:r>
            <a:r>
              <a:rPr lang="en-US" altLang="zh-CN" sz="1800" b="1" kern="100" dirty="0">
                <a:effectLst/>
                <a:latin typeface="Courier New" panose="02070309020205020404" pitchFamily="49" charset="0"/>
                <a:ea typeface="等线" panose="02010600030101010101" pitchFamily="2" charset="-122"/>
                <a:cs typeface="Times New Roman" panose="02020603050405020304" pitchFamily="18" charset="0"/>
              </a:rPr>
              <a:t>, </a:t>
            </a:r>
            <a:r>
              <a:rPr lang="en-US" altLang="zh-CN" sz="1800" b="1" kern="100" dirty="0" err="1">
                <a:solidFill>
                  <a:srgbClr val="C00000"/>
                </a:solidFill>
                <a:effectLst/>
                <a:latin typeface="Courier New" panose="02070309020205020404" pitchFamily="49" charset="0"/>
                <a:ea typeface="等线" panose="02010600030101010101" pitchFamily="2" charset="-122"/>
                <a:cs typeface="Times New Roman" panose="02020603050405020304" pitchFamily="18" charset="0"/>
              </a:rPr>
              <a:t>js</a:t>
            </a:r>
            <a:r>
              <a:rPr lang="en-US" altLang="zh-CN" sz="1800" b="1" kern="100" dirty="0">
                <a:effectLst/>
                <a:latin typeface="Courier New" panose="02070309020205020404" pitchFamily="49" charset="0"/>
                <a:ea typeface="等线" panose="02010600030101010101" pitchFamily="2" charset="-122"/>
                <a:cs typeface="Times New Roman" panose="02020603050405020304" pitchFamily="18" charset="0"/>
              </a:rPr>
              <a:t>, </a:t>
            </a:r>
            <a:r>
              <a:rPr lang="en-US" altLang="zh-CN" sz="1800" b="1" kern="100" dirty="0">
                <a:solidFill>
                  <a:srgbClr val="C00000"/>
                </a:solidFill>
                <a:effectLst/>
                <a:latin typeface="Courier New" panose="02070309020205020404" pitchFamily="49" charset="0"/>
                <a:ea typeface="等线" panose="02010600030101010101" pitchFamily="2" charset="-122"/>
                <a:cs typeface="Times New Roman" panose="02020603050405020304" pitchFamily="18" charset="0"/>
              </a:rPr>
              <a:t>es</a:t>
            </a:r>
            <a:r>
              <a:rPr lang="en-US" altLang="zh-CN" sz="1800" b="1" kern="100" dirty="0">
                <a:effectLst/>
                <a:latin typeface="Courier New" panose="02070309020205020404" pitchFamily="49" charset="0"/>
                <a:ea typeface="等线" panose="02010600030101010101" pitchFamily="2" charset="-122"/>
                <a:cs typeface="Times New Roman" panose="02020603050405020304" pitchFamily="18" charset="0"/>
              </a:rPr>
              <a:t>)</a:t>
            </a:r>
            <a:r>
              <a:rPr lang="zh-CN" altLang="en-US" sz="1800" b="1" kern="100" dirty="0">
                <a:effectLst/>
                <a:latin typeface="Courier New" panose="02070309020205020404" pitchFamily="49" charset="0"/>
                <a:ea typeface="等线" panose="02010600030101010101" pitchFamily="2" charset="-122"/>
                <a:cs typeface="Times New Roman" panose="02020603050405020304" pitchFamily="18" charset="0"/>
              </a:rPr>
              <a:t>；</a:t>
            </a:r>
            <a:endParaRPr lang="zh-CN" altLang="en-US" b="1" dirty="0">
              <a:latin typeface="Courier New" panose="02070309020205020404" pitchFamily="49" charset="0"/>
              <a:cs typeface="Courier New" panose="02070309020205020404" pitchFamily="49" charset="0"/>
            </a:endParaRPr>
          </a:p>
        </p:txBody>
      </p:sp>
      <p:grpSp>
        <p:nvGrpSpPr>
          <p:cNvPr id="106" name="组合 105">
            <a:extLst>
              <a:ext uri="{FF2B5EF4-FFF2-40B4-BE49-F238E27FC236}">
                <a16:creationId xmlns:a16="http://schemas.microsoft.com/office/drawing/2014/main" id="{88C76434-253A-4BA9-9A1D-F53DAAEC022C}"/>
              </a:ext>
            </a:extLst>
          </p:cNvPr>
          <p:cNvGrpSpPr/>
          <p:nvPr/>
        </p:nvGrpSpPr>
        <p:grpSpPr>
          <a:xfrm>
            <a:off x="4106085" y="860888"/>
            <a:ext cx="184344" cy="492207"/>
            <a:chOff x="3808080" y="3177445"/>
            <a:chExt cx="142460" cy="560666"/>
          </a:xfrm>
        </p:grpSpPr>
        <p:cxnSp>
          <p:nvCxnSpPr>
            <p:cNvPr id="107" name="直接箭头连接符 106">
              <a:extLst>
                <a:ext uri="{FF2B5EF4-FFF2-40B4-BE49-F238E27FC236}">
                  <a16:creationId xmlns:a16="http://schemas.microsoft.com/office/drawing/2014/main" id="{89E80553-4A90-451D-ADA0-0E9FDCFCE7B4}"/>
                </a:ext>
              </a:extLst>
            </p:cNvPr>
            <p:cNvCxnSpPr>
              <a:cxnSpLocks/>
            </p:cNvCxnSpPr>
            <p:nvPr/>
          </p:nvCxnSpPr>
          <p:spPr>
            <a:xfrm>
              <a:off x="3942549" y="3465607"/>
              <a:ext cx="0" cy="272504"/>
            </a:xfrm>
            <a:prstGeom prst="straightConnector1">
              <a:avLst/>
            </a:prstGeom>
            <a:ln w="28575">
              <a:headEnd type="oval" w="med" len="med"/>
              <a:tailEnd type="stealth" w="med" len="lg"/>
            </a:ln>
          </p:spPr>
          <p:style>
            <a:lnRef idx="1">
              <a:schemeClr val="accent1"/>
            </a:lnRef>
            <a:fillRef idx="0">
              <a:schemeClr val="accent1"/>
            </a:fillRef>
            <a:effectRef idx="0">
              <a:schemeClr val="accent1"/>
            </a:effectRef>
            <a:fontRef idx="minor">
              <a:schemeClr val="tx1"/>
            </a:fontRef>
          </p:style>
        </p:cxnSp>
        <p:sp>
          <p:nvSpPr>
            <p:cNvPr id="108" name="文本框 107">
              <a:extLst>
                <a:ext uri="{FF2B5EF4-FFF2-40B4-BE49-F238E27FC236}">
                  <a16:creationId xmlns:a16="http://schemas.microsoft.com/office/drawing/2014/main" id="{AAC994EE-3DC4-41EC-9BE2-5BB66499ED90}"/>
                </a:ext>
              </a:extLst>
            </p:cNvPr>
            <p:cNvSpPr txBox="1"/>
            <p:nvPr/>
          </p:nvSpPr>
          <p:spPr>
            <a:xfrm>
              <a:off x="3808080" y="3177445"/>
              <a:ext cx="142460" cy="357595"/>
            </a:xfrm>
            <a:prstGeom prst="rect">
              <a:avLst/>
            </a:prstGeom>
            <a:noFill/>
          </p:spPr>
          <p:txBody>
            <a:bodyPr wrap="none" lIns="0" tIns="0" rIns="0" bIns="0" rtlCol="0">
              <a:spAutoFit/>
            </a:bodyPr>
            <a:lstStyle/>
            <a:p>
              <a:pPr>
                <a:lnSpc>
                  <a:spcPct val="80000"/>
                </a:lnSpc>
              </a:pPr>
              <a:r>
                <a:rPr lang="en-US" altLang="zh-CN" sz="2400" b="1" dirty="0">
                  <a:solidFill>
                    <a:srgbClr val="C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p</a:t>
              </a:r>
              <a:endParaRPr lang="zh-CN" altLang="en-US" sz="2400" b="1" dirty="0">
                <a:solidFill>
                  <a:srgbClr val="C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p:txBody>
        </p:sp>
      </p:grpSp>
      <p:sp>
        <p:nvSpPr>
          <p:cNvPr id="109" name="矩形 108">
            <a:extLst>
              <a:ext uri="{FF2B5EF4-FFF2-40B4-BE49-F238E27FC236}">
                <a16:creationId xmlns:a16="http://schemas.microsoft.com/office/drawing/2014/main" id="{BBA96979-5122-4FCA-A162-E5876EE65B6C}"/>
              </a:ext>
            </a:extLst>
          </p:cNvPr>
          <p:cNvSpPr/>
          <p:nvPr/>
        </p:nvSpPr>
        <p:spPr>
          <a:xfrm>
            <a:off x="4010748" y="2412635"/>
            <a:ext cx="7787129" cy="718042"/>
          </a:xfrm>
          <a:prstGeom prst="rect">
            <a:avLst/>
          </a:prstGeom>
          <a:noFill/>
          <a:ln w="28575">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0" name="文本框 109">
            <a:extLst>
              <a:ext uri="{FF2B5EF4-FFF2-40B4-BE49-F238E27FC236}">
                <a16:creationId xmlns:a16="http://schemas.microsoft.com/office/drawing/2014/main" id="{413A633F-3508-4A0F-B842-E5893B69C949}"/>
              </a:ext>
            </a:extLst>
          </p:cNvPr>
          <p:cNvSpPr txBox="1"/>
          <p:nvPr/>
        </p:nvSpPr>
        <p:spPr>
          <a:xfrm>
            <a:off x="99644" y="1370671"/>
            <a:ext cx="208411" cy="369332"/>
          </a:xfrm>
          <a:prstGeom prst="rect">
            <a:avLst/>
          </a:prstGeom>
          <a:noFill/>
        </p:spPr>
        <p:txBody>
          <a:bodyPr wrap="square" lIns="0" tIns="0" rIns="0" bIns="0" rtlCol="0">
            <a:spAutoFit/>
          </a:bodyPr>
          <a:lstStyle/>
          <a:p>
            <a:r>
              <a:rPr lang="en-US" altLang="zh-CN" sz="2400" b="1" dirty="0" err="1">
                <a:solidFill>
                  <a:srgbClr val="C00000"/>
                </a:solidFill>
                <a:latin typeface="Courier New" panose="02070309020205020404" pitchFamily="49" charset="0"/>
                <a:cs typeface="Courier New" panose="02070309020205020404" pitchFamily="49" charset="0"/>
              </a:rPr>
              <a:t>i</a:t>
            </a:r>
            <a:endParaRPr lang="zh-CN" altLang="en-US" sz="2400" b="1" dirty="0">
              <a:solidFill>
                <a:srgbClr val="C00000"/>
              </a:solidFill>
              <a:latin typeface="Courier New" panose="02070309020205020404" pitchFamily="49" charset="0"/>
              <a:cs typeface="Courier New" panose="02070309020205020404" pitchFamily="49" charset="0"/>
            </a:endParaRPr>
          </a:p>
        </p:txBody>
      </p:sp>
      <p:grpSp>
        <p:nvGrpSpPr>
          <p:cNvPr id="112" name="组合 111">
            <a:extLst>
              <a:ext uri="{FF2B5EF4-FFF2-40B4-BE49-F238E27FC236}">
                <a16:creationId xmlns:a16="http://schemas.microsoft.com/office/drawing/2014/main" id="{920A93D4-4A09-43D1-9F99-371711062F61}"/>
              </a:ext>
            </a:extLst>
          </p:cNvPr>
          <p:cNvGrpSpPr/>
          <p:nvPr/>
        </p:nvGrpSpPr>
        <p:grpSpPr>
          <a:xfrm>
            <a:off x="145813" y="833325"/>
            <a:ext cx="1184060" cy="2876614"/>
            <a:chOff x="145813" y="833325"/>
            <a:chExt cx="1184060" cy="2876614"/>
          </a:xfrm>
        </p:grpSpPr>
        <p:grpSp>
          <p:nvGrpSpPr>
            <p:cNvPr id="95" name="组合 94">
              <a:extLst>
                <a:ext uri="{FF2B5EF4-FFF2-40B4-BE49-F238E27FC236}">
                  <a16:creationId xmlns:a16="http://schemas.microsoft.com/office/drawing/2014/main" id="{949C1ABA-2322-4505-9FCB-4FFC0FA4494C}"/>
                </a:ext>
              </a:extLst>
            </p:cNvPr>
            <p:cNvGrpSpPr/>
            <p:nvPr/>
          </p:nvGrpSpPr>
          <p:grpSpPr>
            <a:xfrm>
              <a:off x="145813" y="833325"/>
              <a:ext cx="1184060" cy="2876614"/>
              <a:chOff x="13777" y="957854"/>
              <a:chExt cx="1184060" cy="2876614"/>
            </a:xfrm>
          </p:grpSpPr>
          <p:sp>
            <p:nvSpPr>
              <p:cNvPr id="11" name="Rectangle 9">
                <a:extLst>
                  <a:ext uri="{FF2B5EF4-FFF2-40B4-BE49-F238E27FC236}">
                    <a16:creationId xmlns:a16="http://schemas.microsoft.com/office/drawing/2014/main" id="{2AB1509E-EE6C-4005-AA74-F235DCC0F05C}"/>
                  </a:ext>
                </a:extLst>
              </p:cNvPr>
              <p:cNvSpPr>
                <a:spLocks noChangeArrowheads="1"/>
              </p:cNvSpPr>
              <p:nvPr/>
            </p:nvSpPr>
            <p:spPr bwMode="auto">
              <a:xfrm>
                <a:off x="364320" y="1332875"/>
                <a:ext cx="302741" cy="2501593"/>
              </a:xfrm>
              <a:prstGeom prst="rect">
                <a:avLst/>
              </a:prstGeom>
              <a:solidFill>
                <a:schemeClr val="accent1">
                  <a:lumMod val="20000"/>
                  <a:lumOff val="80000"/>
                  <a:alpha val="50000"/>
                </a:schemeClr>
              </a:solidFill>
              <a:ln w="25400">
                <a:solidFill>
                  <a:srgbClr val="008000"/>
                </a:solidFill>
                <a:miter lim="800000"/>
                <a:headEnd/>
                <a:tailEnd/>
              </a:ln>
              <a:effectLst/>
            </p:spPr>
            <p:txBody>
              <a:bodyPr wrap="none" anchor="ctr"/>
              <a:lstStyle/>
              <a:p>
                <a:endParaRPr lang="zh-CN" altLang="en-US" sz="2000"/>
              </a:p>
            </p:txBody>
          </p:sp>
          <p:sp>
            <p:nvSpPr>
              <p:cNvPr id="15" name="Line 13">
                <a:extLst>
                  <a:ext uri="{FF2B5EF4-FFF2-40B4-BE49-F238E27FC236}">
                    <a16:creationId xmlns:a16="http://schemas.microsoft.com/office/drawing/2014/main" id="{82BA1612-2344-487D-85CF-20B3A20A7DA8}"/>
                  </a:ext>
                </a:extLst>
              </p:cNvPr>
              <p:cNvSpPr>
                <a:spLocks noChangeShapeType="1"/>
              </p:cNvSpPr>
              <p:nvPr/>
            </p:nvSpPr>
            <p:spPr bwMode="auto">
              <a:xfrm>
                <a:off x="372812" y="3023532"/>
                <a:ext cx="302741" cy="0"/>
              </a:xfrm>
              <a:prstGeom prst="line">
                <a:avLst/>
              </a:prstGeom>
              <a:noFill/>
              <a:ln w="19050">
                <a:solidFill>
                  <a:srgbClr val="3399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16" name="Line 14">
                <a:extLst>
                  <a:ext uri="{FF2B5EF4-FFF2-40B4-BE49-F238E27FC236}">
                    <a16:creationId xmlns:a16="http://schemas.microsoft.com/office/drawing/2014/main" id="{54904FB6-D837-46EE-B2D1-23F04B7FB52A}"/>
                  </a:ext>
                </a:extLst>
              </p:cNvPr>
              <p:cNvSpPr>
                <a:spLocks noChangeShapeType="1"/>
              </p:cNvSpPr>
              <p:nvPr/>
            </p:nvSpPr>
            <p:spPr bwMode="auto">
              <a:xfrm>
                <a:off x="373071" y="2203554"/>
                <a:ext cx="302741" cy="0"/>
              </a:xfrm>
              <a:prstGeom prst="line">
                <a:avLst/>
              </a:prstGeom>
              <a:noFill/>
              <a:ln w="19050">
                <a:solidFill>
                  <a:srgbClr val="339966"/>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86" name="Text Box 49">
                <a:extLst>
                  <a:ext uri="{FF2B5EF4-FFF2-40B4-BE49-F238E27FC236}">
                    <a16:creationId xmlns:a16="http://schemas.microsoft.com/office/drawing/2014/main" id="{CDA1580B-97F8-42F4-95C1-E879D0580ACD}"/>
                  </a:ext>
                </a:extLst>
              </p:cNvPr>
              <p:cNvSpPr txBox="1">
                <a:spLocks noChangeArrowheads="1"/>
              </p:cNvSpPr>
              <p:nvPr/>
            </p:nvSpPr>
            <p:spPr bwMode="auto">
              <a:xfrm>
                <a:off x="13777" y="957854"/>
                <a:ext cx="118406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spcBef>
                    <a:spcPct val="50000"/>
                  </a:spcBef>
                </a:pPr>
                <a:r>
                  <a:rPr lang="en-US" altLang="zh-CN" sz="2000" b="1" dirty="0" err="1">
                    <a:solidFill>
                      <a:srgbClr val="008080"/>
                    </a:solidFill>
                  </a:rPr>
                  <a:t>M.</a:t>
                </a:r>
                <a:r>
                  <a:rPr lang="en-US" altLang="zh-CN" sz="2000" b="1" dirty="0" err="1">
                    <a:solidFill>
                      <a:srgbClr val="C00000"/>
                    </a:solidFill>
                  </a:rPr>
                  <a:t>r</a:t>
                </a:r>
                <a:r>
                  <a:rPr lang="en-US" altLang="zh-CN" sz="2000" b="1" dirty="0" err="1">
                    <a:solidFill>
                      <a:srgbClr val="008080"/>
                    </a:solidFill>
                  </a:rPr>
                  <a:t>head</a:t>
                </a:r>
                <a:endParaRPr lang="en-US" altLang="zh-CN" sz="2000" b="1" dirty="0">
                  <a:solidFill>
                    <a:srgbClr val="008080"/>
                  </a:solidFill>
                </a:endParaRPr>
              </a:p>
            </p:txBody>
          </p:sp>
        </p:grpSp>
        <p:sp>
          <p:nvSpPr>
            <p:cNvPr id="111" name="文本框 110">
              <a:extLst>
                <a:ext uri="{FF2B5EF4-FFF2-40B4-BE49-F238E27FC236}">
                  <a16:creationId xmlns:a16="http://schemas.microsoft.com/office/drawing/2014/main" id="{71B10267-512B-4B20-B9AC-5E0E68320D1D}"/>
                </a:ext>
              </a:extLst>
            </p:cNvPr>
            <p:cNvSpPr txBox="1"/>
            <p:nvPr/>
          </p:nvSpPr>
          <p:spPr>
            <a:xfrm>
              <a:off x="206157" y="1390643"/>
              <a:ext cx="269110" cy="2154436"/>
            </a:xfrm>
            <a:prstGeom prst="rect">
              <a:avLst/>
            </a:prstGeom>
            <a:noFill/>
          </p:spPr>
          <p:txBody>
            <a:bodyPr wrap="square" lIns="0" tIns="0" rIns="0" bIns="0" rtlCol="0">
              <a:spAutoFit/>
            </a:bodyPr>
            <a:lstStyle/>
            <a:p>
              <a:pPr algn="ctr"/>
              <a:r>
                <a:rPr lang="en-US" altLang="zh-CN" sz="2000" b="1" dirty="0">
                  <a:solidFill>
                    <a:srgbClr val="00B0F0"/>
                  </a:solidFill>
                  <a:latin typeface="Courier New" panose="02070309020205020404" pitchFamily="49" charset="0"/>
                  <a:cs typeface="Courier New" panose="02070309020205020404" pitchFamily="49" charset="0"/>
                </a:rPr>
                <a:t>1</a:t>
              </a:r>
            </a:p>
            <a:p>
              <a:pPr algn="ctr"/>
              <a:endParaRPr lang="en-US" altLang="zh-CN" sz="2000" b="1" dirty="0">
                <a:solidFill>
                  <a:srgbClr val="00B0F0"/>
                </a:solidFill>
                <a:latin typeface="Courier New" panose="02070309020205020404" pitchFamily="49" charset="0"/>
                <a:cs typeface="Courier New" panose="02070309020205020404" pitchFamily="49" charset="0"/>
              </a:endParaRPr>
            </a:p>
            <a:p>
              <a:pPr algn="ctr"/>
              <a:r>
                <a:rPr lang="en-US" altLang="zh-CN" sz="2000" b="1" dirty="0">
                  <a:solidFill>
                    <a:srgbClr val="00B0F0"/>
                  </a:solidFill>
                  <a:latin typeface="Courier New" panose="02070309020205020404" pitchFamily="49" charset="0"/>
                  <a:cs typeface="Courier New" panose="02070309020205020404" pitchFamily="49" charset="0"/>
                </a:rPr>
                <a:t> </a:t>
              </a:r>
            </a:p>
            <a:p>
              <a:pPr algn="ctr"/>
              <a:r>
                <a:rPr lang="en-US" altLang="zh-CN" sz="2000" b="1" dirty="0">
                  <a:solidFill>
                    <a:srgbClr val="00B0F0"/>
                  </a:solidFill>
                  <a:latin typeface="Courier New" panose="02070309020205020404" pitchFamily="49" charset="0"/>
                  <a:cs typeface="Courier New" panose="02070309020205020404" pitchFamily="49" charset="0"/>
                </a:rPr>
                <a:t>2</a:t>
              </a:r>
            </a:p>
            <a:p>
              <a:pPr algn="ctr"/>
              <a:endParaRPr lang="en-US" altLang="zh-CN" sz="2000" b="1" dirty="0">
                <a:solidFill>
                  <a:srgbClr val="00B0F0"/>
                </a:solidFill>
                <a:latin typeface="Courier New" panose="02070309020205020404" pitchFamily="49" charset="0"/>
                <a:cs typeface="Courier New" panose="02070309020205020404" pitchFamily="49" charset="0"/>
              </a:endParaRPr>
            </a:p>
            <a:p>
              <a:pPr algn="ctr"/>
              <a:endParaRPr lang="en-US" altLang="zh-CN" sz="2000" b="1" dirty="0">
                <a:solidFill>
                  <a:srgbClr val="00B0F0"/>
                </a:solidFill>
                <a:latin typeface="Courier New" panose="02070309020205020404" pitchFamily="49" charset="0"/>
                <a:cs typeface="Courier New" panose="02070309020205020404" pitchFamily="49" charset="0"/>
              </a:endParaRPr>
            </a:p>
            <a:p>
              <a:pPr algn="ctr"/>
              <a:r>
                <a:rPr lang="en-US" altLang="zh-CN" sz="2000" b="1" dirty="0">
                  <a:solidFill>
                    <a:srgbClr val="00B0F0"/>
                  </a:solidFill>
                  <a:latin typeface="Courier New" panose="02070309020205020404" pitchFamily="49" charset="0"/>
                  <a:cs typeface="Courier New" panose="02070309020205020404" pitchFamily="49" charset="0"/>
                </a:rPr>
                <a:t>3</a:t>
              </a:r>
              <a:endParaRPr lang="zh-CN" altLang="en-US" sz="2000" b="1" dirty="0">
                <a:solidFill>
                  <a:srgbClr val="00B0F0"/>
                </a:solidFill>
                <a:latin typeface="Courier New" panose="02070309020205020404" pitchFamily="49" charset="0"/>
                <a:cs typeface="Courier New" panose="02070309020205020404" pitchFamily="49" charset="0"/>
              </a:endParaRPr>
            </a:p>
          </p:txBody>
        </p:sp>
      </p:grpSp>
      <p:sp>
        <p:nvSpPr>
          <p:cNvPr id="114" name="文本框 113">
            <a:extLst>
              <a:ext uri="{FF2B5EF4-FFF2-40B4-BE49-F238E27FC236}">
                <a16:creationId xmlns:a16="http://schemas.microsoft.com/office/drawing/2014/main" id="{E3C3A3C0-6A55-4736-BBEC-6D83507B2F9B}"/>
              </a:ext>
            </a:extLst>
          </p:cNvPr>
          <p:cNvSpPr txBox="1"/>
          <p:nvPr/>
        </p:nvSpPr>
        <p:spPr>
          <a:xfrm>
            <a:off x="4546078" y="172585"/>
            <a:ext cx="184346" cy="369332"/>
          </a:xfrm>
          <a:prstGeom prst="rect">
            <a:avLst/>
          </a:prstGeom>
          <a:noFill/>
        </p:spPr>
        <p:txBody>
          <a:bodyPr wrap="none" lIns="0" tIns="0" rIns="0" bIns="0" rtlCol="0">
            <a:spAutoFit/>
          </a:bodyPr>
          <a:lstStyle/>
          <a:p>
            <a:r>
              <a:rPr lang="en-US" altLang="zh-CN" sz="2400" b="1" dirty="0">
                <a:solidFill>
                  <a:srgbClr val="C00000"/>
                </a:solidFill>
                <a:latin typeface="Courier New" panose="02070309020205020404" pitchFamily="49" charset="0"/>
                <a:cs typeface="Courier New" panose="02070309020205020404" pitchFamily="49" charset="0"/>
              </a:rPr>
              <a:t>j</a:t>
            </a:r>
            <a:endParaRPr lang="zh-CN" altLang="en-US" sz="2400" b="1" dirty="0">
              <a:solidFill>
                <a:srgbClr val="C00000"/>
              </a:solidFill>
              <a:latin typeface="Courier New" panose="02070309020205020404" pitchFamily="49" charset="0"/>
              <a:cs typeface="Courier New" panose="02070309020205020404" pitchFamily="49" charset="0"/>
            </a:endParaRPr>
          </a:p>
        </p:txBody>
      </p:sp>
      <p:cxnSp>
        <p:nvCxnSpPr>
          <p:cNvPr id="115" name="直接连接符 114">
            <a:extLst>
              <a:ext uri="{FF2B5EF4-FFF2-40B4-BE49-F238E27FC236}">
                <a16:creationId xmlns:a16="http://schemas.microsoft.com/office/drawing/2014/main" id="{054A1FBA-305A-4331-8847-BC9F2F4E0FB6}"/>
              </a:ext>
            </a:extLst>
          </p:cNvPr>
          <p:cNvCxnSpPr>
            <a:cxnSpLocks/>
          </p:cNvCxnSpPr>
          <p:nvPr/>
        </p:nvCxnSpPr>
        <p:spPr>
          <a:xfrm>
            <a:off x="4330114" y="3602894"/>
            <a:ext cx="4833341" cy="0"/>
          </a:xfrm>
          <a:prstGeom prst="line">
            <a:avLst/>
          </a:prstGeom>
          <a:ln w="57150">
            <a:solidFill>
              <a:srgbClr val="00B0F0"/>
            </a:solidFill>
          </a:ln>
        </p:spPr>
        <p:style>
          <a:lnRef idx="1">
            <a:schemeClr val="accent1"/>
          </a:lnRef>
          <a:fillRef idx="0">
            <a:schemeClr val="accent1"/>
          </a:fillRef>
          <a:effectRef idx="0">
            <a:schemeClr val="accent1"/>
          </a:effectRef>
          <a:fontRef idx="minor">
            <a:schemeClr val="tx1"/>
          </a:fontRef>
        </p:style>
      </p:cxnSp>
      <p:sp>
        <p:nvSpPr>
          <p:cNvPr id="117" name="Line 37">
            <a:extLst>
              <a:ext uri="{FF2B5EF4-FFF2-40B4-BE49-F238E27FC236}">
                <a16:creationId xmlns:a16="http://schemas.microsoft.com/office/drawing/2014/main" id="{DEEF1015-590D-4938-9F74-FE4DD709AABC}"/>
              </a:ext>
            </a:extLst>
          </p:cNvPr>
          <p:cNvSpPr>
            <a:spLocks noChangeShapeType="1"/>
          </p:cNvSpPr>
          <p:nvPr/>
        </p:nvSpPr>
        <p:spPr bwMode="auto">
          <a:xfrm flipV="1">
            <a:off x="652219" y="1751825"/>
            <a:ext cx="3526704" cy="11829"/>
          </a:xfrm>
          <a:prstGeom prst="line">
            <a:avLst/>
          </a:prstGeom>
          <a:noFill/>
          <a:ln w="28575">
            <a:solidFill>
              <a:srgbClr val="00B0F0"/>
            </a:solidFill>
            <a:round/>
            <a:headEnd type="oval"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91" name="Text Box 47">
            <a:extLst>
              <a:ext uri="{FF2B5EF4-FFF2-40B4-BE49-F238E27FC236}">
                <a16:creationId xmlns:a16="http://schemas.microsoft.com/office/drawing/2014/main" id="{6877FAC0-4BD0-4CE1-8208-887FD57945B2}"/>
              </a:ext>
            </a:extLst>
          </p:cNvPr>
          <p:cNvSpPr txBox="1">
            <a:spLocks noChangeArrowheads="1"/>
          </p:cNvSpPr>
          <p:nvPr/>
        </p:nvSpPr>
        <p:spPr bwMode="auto">
          <a:xfrm>
            <a:off x="538555" y="1551589"/>
            <a:ext cx="238726" cy="300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0">
            <a:spAutoFit/>
          </a:bodyPr>
          <a:lstStyle/>
          <a:p>
            <a:pPr>
              <a:lnSpc>
                <a:spcPct val="80000"/>
              </a:lnSpc>
              <a:spcBef>
                <a:spcPct val="50000"/>
              </a:spcBef>
            </a:pPr>
            <a:r>
              <a:rPr lang="en-US" altLang="zh-CN" sz="2400" b="1" dirty="0">
                <a:solidFill>
                  <a:schemeClr val="accent5">
                    <a:lumMod val="50000"/>
                  </a:schemeClr>
                </a:solidFill>
                <a:sym typeface="Symbol" panose="05050102010706020507" pitchFamily="18" charset="2"/>
              </a:rPr>
              <a:t></a:t>
            </a:r>
            <a:endParaRPr lang="en-US" altLang="zh-CN" sz="2400" b="1" dirty="0">
              <a:solidFill>
                <a:schemeClr val="accent5">
                  <a:lumMod val="50000"/>
                </a:schemeClr>
              </a:solidFill>
            </a:endParaRPr>
          </a:p>
        </p:txBody>
      </p:sp>
      <p:sp>
        <p:nvSpPr>
          <p:cNvPr id="93" name="Text Box 47">
            <a:extLst>
              <a:ext uri="{FF2B5EF4-FFF2-40B4-BE49-F238E27FC236}">
                <a16:creationId xmlns:a16="http://schemas.microsoft.com/office/drawing/2014/main" id="{5308F840-9162-4667-838E-53A4DEE15B19}"/>
              </a:ext>
            </a:extLst>
          </p:cNvPr>
          <p:cNvSpPr txBox="1">
            <a:spLocks noChangeArrowheads="1"/>
          </p:cNvSpPr>
          <p:nvPr/>
        </p:nvSpPr>
        <p:spPr bwMode="auto">
          <a:xfrm>
            <a:off x="560377" y="2345461"/>
            <a:ext cx="238726" cy="300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0">
            <a:spAutoFit/>
          </a:bodyPr>
          <a:lstStyle/>
          <a:p>
            <a:pPr>
              <a:lnSpc>
                <a:spcPct val="80000"/>
              </a:lnSpc>
              <a:spcBef>
                <a:spcPct val="50000"/>
              </a:spcBef>
            </a:pPr>
            <a:r>
              <a:rPr lang="en-US" altLang="zh-CN" sz="2400" b="1" dirty="0">
                <a:solidFill>
                  <a:schemeClr val="accent5">
                    <a:lumMod val="50000"/>
                  </a:schemeClr>
                </a:solidFill>
                <a:sym typeface="Symbol" panose="05050102010706020507" pitchFamily="18" charset="2"/>
              </a:rPr>
              <a:t></a:t>
            </a:r>
            <a:endParaRPr lang="en-US" altLang="zh-CN" sz="2400" b="1" dirty="0">
              <a:solidFill>
                <a:schemeClr val="accent5">
                  <a:lumMod val="50000"/>
                </a:schemeClr>
              </a:solidFill>
            </a:endParaRPr>
          </a:p>
        </p:txBody>
      </p:sp>
      <p:sp>
        <p:nvSpPr>
          <p:cNvPr id="94" name="Text Box 47">
            <a:extLst>
              <a:ext uri="{FF2B5EF4-FFF2-40B4-BE49-F238E27FC236}">
                <a16:creationId xmlns:a16="http://schemas.microsoft.com/office/drawing/2014/main" id="{6CFBAA40-7A45-44AB-857F-BAD824E95294}"/>
              </a:ext>
            </a:extLst>
          </p:cNvPr>
          <p:cNvSpPr txBox="1">
            <a:spLocks noChangeArrowheads="1"/>
          </p:cNvSpPr>
          <p:nvPr/>
        </p:nvSpPr>
        <p:spPr bwMode="auto">
          <a:xfrm>
            <a:off x="560371" y="3130677"/>
            <a:ext cx="238726" cy="300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0">
            <a:spAutoFit/>
          </a:bodyPr>
          <a:lstStyle/>
          <a:p>
            <a:pPr>
              <a:lnSpc>
                <a:spcPct val="80000"/>
              </a:lnSpc>
              <a:spcBef>
                <a:spcPct val="50000"/>
              </a:spcBef>
            </a:pPr>
            <a:r>
              <a:rPr lang="en-US" altLang="zh-CN" sz="2400" b="1" dirty="0">
                <a:solidFill>
                  <a:schemeClr val="accent5">
                    <a:lumMod val="50000"/>
                  </a:schemeClr>
                </a:solidFill>
                <a:sym typeface="Symbol" panose="05050102010706020507" pitchFamily="18" charset="2"/>
              </a:rPr>
              <a:t></a:t>
            </a:r>
            <a:endParaRPr lang="en-US" altLang="zh-CN" sz="2400" b="1" dirty="0">
              <a:solidFill>
                <a:schemeClr val="accent5">
                  <a:lumMod val="50000"/>
                </a:schemeClr>
              </a:solidFill>
            </a:endParaRPr>
          </a:p>
        </p:txBody>
      </p:sp>
      <p:cxnSp>
        <p:nvCxnSpPr>
          <p:cNvPr id="118" name="直接连接符 117">
            <a:extLst>
              <a:ext uri="{FF2B5EF4-FFF2-40B4-BE49-F238E27FC236}">
                <a16:creationId xmlns:a16="http://schemas.microsoft.com/office/drawing/2014/main" id="{5B5E5072-C6CF-48DD-8394-CA611EB78975}"/>
              </a:ext>
            </a:extLst>
          </p:cNvPr>
          <p:cNvCxnSpPr>
            <a:cxnSpLocks/>
          </p:cNvCxnSpPr>
          <p:nvPr/>
        </p:nvCxnSpPr>
        <p:spPr>
          <a:xfrm>
            <a:off x="4323808" y="5066985"/>
            <a:ext cx="4833341" cy="0"/>
          </a:xfrm>
          <a:prstGeom prst="line">
            <a:avLst/>
          </a:prstGeom>
          <a:ln w="57150">
            <a:solidFill>
              <a:srgbClr val="00B050"/>
            </a:solidFill>
          </a:ln>
        </p:spPr>
        <p:style>
          <a:lnRef idx="1">
            <a:schemeClr val="accent1"/>
          </a:lnRef>
          <a:fillRef idx="0">
            <a:schemeClr val="accent1"/>
          </a:fillRef>
          <a:effectRef idx="0">
            <a:schemeClr val="accent1"/>
          </a:effectRef>
          <a:fontRef idx="minor">
            <a:schemeClr val="tx1"/>
          </a:fontRef>
        </p:style>
      </p:cxnSp>
      <p:sp>
        <p:nvSpPr>
          <p:cNvPr id="119" name="Line 40">
            <a:extLst>
              <a:ext uri="{FF2B5EF4-FFF2-40B4-BE49-F238E27FC236}">
                <a16:creationId xmlns:a16="http://schemas.microsoft.com/office/drawing/2014/main" id="{E9E0C9D8-BA1F-4C6C-9DD1-500C3B89C554}"/>
              </a:ext>
            </a:extLst>
          </p:cNvPr>
          <p:cNvSpPr>
            <a:spLocks noChangeShapeType="1"/>
          </p:cNvSpPr>
          <p:nvPr/>
        </p:nvSpPr>
        <p:spPr bwMode="auto">
          <a:xfrm>
            <a:off x="1320169" y="1736095"/>
            <a:ext cx="5896" cy="1271964"/>
          </a:xfrm>
          <a:prstGeom prst="line">
            <a:avLst/>
          </a:prstGeom>
          <a:noFill/>
          <a:ln w="28575">
            <a:solidFill>
              <a:srgbClr val="339966"/>
            </a:solidFill>
            <a:round/>
            <a:headEnd type="oval"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120" name="Text Box 47">
            <a:extLst>
              <a:ext uri="{FF2B5EF4-FFF2-40B4-BE49-F238E27FC236}">
                <a16:creationId xmlns:a16="http://schemas.microsoft.com/office/drawing/2014/main" id="{E0BEE3A4-741F-449F-B8F7-BDA478FA5ADF}"/>
              </a:ext>
            </a:extLst>
          </p:cNvPr>
          <p:cNvSpPr txBox="1">
            <a:spLocks noChangeArrowheads="1"/>
          </p:cNvSpPr>
          <p:nvPr/>
        </p:nvSpPr>
        <p:spPr bwMode="auto">
          <a:xfrm>
            <a:off x="1236781" y="1598491"/>
            <a:ext cx="238726" cy="300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0">
            <a:spAutoFit/>
          </a:bodyPr>
          <a:lstStyle/>
          <a:p>
            <a:pPr>
              <a:lnSpc>
                <a:spcPct val="80000"/>
              </a:lnSpc>
              <a:spcBef>
                <a:spcPct val="50000"/>
              </a:spcBef>
            </a:pPr>
            <a:r>
              <a:rPr lang="en-US" altLang="zh-CN" sz="2400" b="1" dirty="0">
                <a:solidFill>
                  <a:schemeClr val="accent5">
                    <a:lumMod val="50000"/>
                  </a:schemeClr>
                </a:solidFill>
                <a:sym typeface="Symbol" panose="05050102010706020507" pitchFamily="18" charset="2"/>
              </a:rPr>
              <a:t></a:t>
            </a:r>
            <a:endParaRPr lang="en-US" altLang="zh-CN" sz="2400" b="1" dirty="0">
              <a:solidFill>
                <a:schemeClr val="accent5">
                  <a:lumMod val="50000"/>
                </a:schemeClr>
              </a:solidFill>
            </a:endParaRPr>
          </a:p>
        </p:txBody>
      </p:sp>
      <p:sp>
        <p:nvSpPr>
          <p:cNvPr id="121" name="Text Box 47">
            <a:extLst>
              <a:ext uri="{FF2B5EF4-FFF2-40B4-BE49-F238E27FC236}">
                <a16:creationId xmlns:a16="http://schemas.microsoft.com/office/drawing/2014/main" id="{C85B8709-85DC-4781-AEE5-4288D20CB2D0}"/>
              </a:ext>
            </a:extLst>
          </p:cNvPr>
          <p:cNvSpPr txBox="1">
            <a:spLocks noChangeArrowheads="1"/>
          </p:cNvSpPr>
          <p:nvPr/>
        </p:nvSpPr>
        <p:spPr bwMode="auto">
          <a:xfrm>
            <a:off x="1700311" y="1596826"/>
            <a:ext cx="238726" cy="300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0">
            <a:spAutoFit/>
          </a:bodyPr>
          <a:lstStyle/>
          <a:p>
            <a:pPr>
              <a:lnSpc>
                <a:spcPct val="80000"/>
              </a:lnSpc>
              <a:spcBef>
                <a:spcPct val="50000"/>
              </a:spcBef>
            </a:pPr>
            <a:r>
              <a:rPr lang="en-US" altLang="zh-CN" sz="2400" b="1" dirty="0">
                <a:solidFill>
                  <a:schemeClr val="accent5">
                    <a:lumMod val="50000"/>
                  </a:schemeClr>
                </a:solidFill>
                <a:sym typeface="Symbol" panose="05050102010706020507" pitchFamily="18" charset="2"/>
              </a:rPr>
              <a:t></a:t>
            </a:r>
            <a:endParaRPr lang="en-US" altLang="zh-CN" sz="2400" b="1" dirty="0">
              <a:solidFill>
                <a:schemeClr val="accent5">
                  <a:lumMod val="50000"/>
                </a:schemeClr>
              </a:solidFill>
            </a:endParaRPr>
          </a:p>
        </p:txBody>
      </p:sp>
      <p:sp>
        <p:nvSpPr>
          <p:cNvPr id="122" name="矩形 121">
            <a:extLst>
              <a:ext uri="{FF2B5EF4-FFF2-40B4-BE49-F238E27FC236}">
                <a16:creationId xmlns:a16="http://schemas.microsoft.com/office/drawing/2014/main" id="{38A67CFF-B655-4BAF-8DD1-EBB82E82D8D8}"/>
              </a:ext>
            </a:extLst>
          </p:cNvPr>
          <p:cNvSpPr/>
          <p:nvPr/>
        </p:nvSpPr>
        <p:spPr>
          <a:xfrm>
            <a:off x="4252092" y="5297062"/>
            <a:ext cx="7787129" cy="510839"/>
          </a:xfrm>
          <a:prstGeom prst="rect">
            <a:avLst/>
          </a:prstGeom>
          <a:noFill/>
          <a:ln w="28575">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23" name="直接连接符 122">
            <a:extLst>
              <a:ext uri="{FF2B5EF4-FFF2-40B4-BE49-F238E27FC236}">
                <a16:creationId xmlns:a16="http://schemas.microsoft.com/office/drawing/2014/main" id="{2AB17CB0-4119-4CCA-94AD-B0BFBC593822}"/>
              </a:ext>
            </a:extLst>
          </p:cNvPr>
          <p:cNvCxnSpPr>
            <a:cxnSpLocks/>
          </p:cNvCxnSpPr>
          <p:nvPr/>
        </p:nvCxnSpPr>
        <p:spPr>
          <a:xfrm>
            <a:off x="7201688" y="3379092"/>
            <a:ext cx="2200493" cy="0"/>
          </a:xfrm>
          <a:prstGeom prst="line">
            <a:avLst/>
          </a:prstGeom>
          <a:ln w="57150">
            <a:solidFill>
              <a:srgbClr val="2FC9FF"/>
            </a:solidFill>
          </a:ln>
        </p:spPr>
        <p:style>
          <a:lnRef idx="1">
            <a:schemeClr val="accent1"/>
          </a:lnRef>
          <a:fillRef idx="0">
            <a:schemeClr val="accent1"/>
          </a:fillRef>
          <a:effectRef idx="0">
            <a:schemeClr val="accent1"/>
          </a:effectRef>
          <a:fontRef idx="minor">
            <a:schemeClr val="tx1"/>
          </a:fontRef>
        </p:style>
      </p:cxnSp>
      <p:sp>
        <p:nvSpPr>
          <p:cNvPr id="42" name="Line 41">
            <a:extLst>
              <a:ext uri="{FF2B5EF4-FFF2-40B4-BE49-F238E27FC236}">
                <a16:creationId xmlns:a16="http://schemas.microsoft.com/office/drawing/2014/main" id="{E255083B-BBF3-42D8-A877-5EBAB5F049DC}"/>
              </a:ext>
            </a:extLst>
          </p:cNvPr>
          <p:cNvSpPr>
            <a:spLocks noChangeShapeType="1"/>
          </p:cNvSpPr>
          <p:nvPr/>
        </p:nvSpPr>
        <p:spPr bwMode="auto">
          <a:xfrm flipH="1">
            <a:off x="4426717" y="725214"/>
            <a:ext cx="240" cy="604303"/>
          </a:xfrm>
          <a:prstGeom prst="line">
            <a:avLst/>
          </a:prstGeom>
          <a:noFill/>
          <a:ln w="28575">
            <a:solidFill>
              <a:srgbClr val="339966"/>
            </a:solidFill>
            <a:round/>
            <a:headEnd type="oval"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36" name="Line 35">
            <a:extLst>
              <a:ext uri="{FF2B5EF4-FFF2-40B4-BE49-F238E27FC236}">
                <a16:creationId xmlns:a16="http://schemas.microsoft.com/office/drawing/2014/main" id="{1AB88AA8-D8B7-414C-BCDA-A8E6601E65A8}"/>
              </a:ext>
            </a:extLst>
          </p:cNvPr>
          <p:cNvSpPr>
            <a:spLocks noChangeShapeType="1"/>
          </p:cNvSpPr>
          <p:nvPr/>
        </p:nvSpPr>
        <p:spPr bwMode="auto">
          <a:xfrm flipV="1">
            <a:off x="634033" y="2590301"/>
            <a:ext cx="1492580" cy="1"/>
          </a:xfrm>
          <a:prstGeom prst="line">
            <a:avLst/>
          </a:prstGeom>
          <a:noFill/>
          <a:ln w="28575">
            <a:solidFill>
              <a:srgbClr val="00B0F0"/>
            </a:solidFill>
            <a:round/>
            <a:headEnd type="oval"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35" name="Line 34">
            <a:extLst>
              <a:ext uri="{FF2B5EF4-FFF2-40B4-BE49-F238E27FC236}">
                <a16:creationId xmlns:a16="http://schemas.microsoft.com/office/drawing/2014/main" id="{F02921CD-4568-486A-A01E-135911A8553C}"/>
              </a:ext>
            </a:extLst>
          </p:cNvPr>
          <p:cNvSpPr>
            <a:spLocks noChangeShapeType="1"/>
          </p:cNvSpPr>
          <p:nvPr/>
        </p:nvSpPr>
        <p:spPr bwMode="auto">
          <a:xfrm>
            <a:off x="639439" y="3426440"/>
            <a:ext cx="454112" cy="0"/>
          </a:xfrm>
          <a:prstGeom prst="line">
            <a:avLst/>
          </a:prstGeom>
          <a:noFill/>
          <a:ln w="28575">
            <a:solidFill>
              <a:srgbClr val="00B0F0"/>
            </a:solidFill>
            <a:round/>
            <a:headEnd type="oval"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37" name="Line 36">
            <a:extLst>
              <a:ext uri="{FF2B5EF4-FFF2-40B4-BE49-F238E27FC236}">
                <a16:creationId xmlns:a16="http://schemas.microsoft.com/office/drawing/2014/main" id="{9B0E48A4-A480-4FA1-A298-68C55E3ADB29}"/>
              </a:ext>
            </a:extLst>
          </p:cNvPr>
          <p:cNvSpPr>
            <a:spLocks noChangeShapeType="1"/>
          </p:cNvSpPr>
          <p:nvPr/>
        </p:nvSpPr>
        <p:spPr bwMode="auto">
          <a:xfrm>
            <a:off x="634033" y="1739068"/>
            <a:ext cx="454112" cy="0"/>
          </a:xfrm>
          <a:prstGeom prst="line">
            <a:avLst/>
          </a:prstGeom>
          <a:noFill/>
          <a:ln w="28575">
            <a:solidFill>
              <a:srgbClr val="00B0F0"/>
            </a:solidFill>
            <a:round/>
            <a:headEnd type="oval"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40" name="Line 39">
            <a:extLst>
              <a:ext uri="{FF2B5EF4-FFF2-40B4-BE49-F238E27FC236}">
                <a16:creationId xmlns:a16="http://schemas.microsoft.com/office/drawing/2014/main" id="{8C01DDEA-4740-4231-B12F-ECA80B9B01C5}"/>
              </a:ext>
            </a:extLst>
          </p:cNvPr>
          <p:cNvSpPr>
            <a:spLocks noChangeShapeType="1"/>
          </p:cNvSpPr>
          <p:nvPr/>
        </p:nvSpPr>
        <p:spPr bwMode="auto">
          <a:xfrm>
            <a:off x="1329872" y="726370"/>
            <a:ext cx="0" cy="605853"/>
          </a:xfrm>
          <a:prstGeom prst="line">
            <a:avLst/>
          </a:prstGeom>
          <a:noFill/>
          <a:ln w="28575">
            <a:solidFill>
              <a:srgbClr val="339966"/>
            </a:solidFill>
            <a:round/>
            <a:headEnd type="oval"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39" name="Line 38">
            <a:extLst>
              <a:ext uri="{FF2B5EF4-FFF2-40B4-BE49-F238E27FC236}">
                <a16:creationId xmlns:a16="http://schemas.microsoft.com/office/drawing/2014/main" id="{43CE7655-6AD4-4165-A1FC-05B51FA1B73D}"/>
              </a:ext>
            </a:extLst>
          </p:cNvPr>
          <p:cNvSpPr>
            <a:spLocks noChangeShapeType="1"/>
          </p:cNvSpPr>
          <p:nvPr/>
        </p:nvSpPr>
        <p:spPr bwMode="auto">
          <a:xfrm>
            <a:off x="2369594" y="726370"/>
            <a:ext cx="0" cy="1451962"/>
          </a:xfrm>
          <a:prstGeom prst="line">
            <a:avLst/>
          </a:prstGeom>
          <a:noFill/>
          <a:ln w="28575">
            <a:solidFill>
              <a:srgbClr val="339966"/>
            </a:solidFill>
            <a:round/>
            <a:headEnd type="oval"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000"/>
          </a:p>
        </p:txBody>
      </p:sp>
      <p:sp>
        <p:nvSpPr>
          <p:cNvPr id="126" name="矩形: 圆角 125">
            <a:extLst>
              <a:ext uri="{FF2B5EF4-FFF2-40B4-BE49-F238E27FC236}">
                <a16:creationId xmlns:a16="http://schemas.microsoft.com/office/drawing/2014/main" id="{1F922018-EF1B-4C3F-BADB-F6DF93C35585}"/>
              </a:ext>
            </a:extLst>
          </p:cNvPr>
          <p:cNvSpPr/>
          <p:nvPr/>
        </p:nvSpPr>
        <p:spPr>
          <a:xfrm>
            <a:off x="6495393" y="5983912"/>
            <a:ext cx="5630909" cy="740915"/>
          </a:xfrm>
          <a:prstGeom prst="round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b="1" dirty="0">
                <a:solidFill>
                  <a:srgbClr val="C00000"/>
                </a:solidFill>
              </a:rPr>
              <a:t>注意：</a:t>
            </a:r>
            <a:r>
              <a:rPr lang="zh-CN" altLang="en-US" b="1" dirty="0">
                <a:solidFill>
                  <a:srgbClr val="C00000"/>
                </a:solidFill>
                <a:latin typeface="等线" panose="02010600030101010101" pitchFamily="2" charset="-122"/>
                <a:ea typeface="等线" panose="02010600030101010101" pitchFamily="2" charset="-122"/>
              </a:rPr>
              <a:t>⑴ 十字链表的行、列链表都是无头结点单链表</a:t>
            </a:r>
            <a:endParaRPr lang="en-US" altLang="zh-CN" b="1" dirty="0">
              <a:solidFill>
                <a:srgbClr val="C00000"/>
              </a:solidFill>
              <a:latin typeface="等线" panose="02010600030101010101" pitchFamily="2" charset="-122"/>
              <a:ea typeface="等线" panose="02010600030101010101" pitchFamily="2" charset="-122"/>
            </a:endParaRPr>
          </a:p>
          <a:p>
            <a:r>
              <a:rPr lang="en-US" altLang="zh-CN" b="1" dirty="0">
                <a:solidFill>
                  <a:srgbClr val="C00000"/>
                </a:solidFill>
                <a:latin typeface="等线" panose="02010600030101010101" pitchFamily="2" charset="-122"/>
                <a:ea typeface="等线" panose="02010600030101010101" pitchFamily="2" charset="-122"/>
              </a:rPr>
              <a:t>           </a:t>
            </a:r>
            <a:r>
              <a:rPr lang="zh-CN" altLang="en-US" b="1" dirty="0">
                <a:solidFill>
                  <a:srgbClr val="C00000"/>
                </a:solidFill>
                <a:latin typeface="等线" panose="02010600030101010101" pitchFamily="2" charset="-122"/>
                <a:ea typeface="等线" panose="02010600030101010101" pitchFamily="2" charset="-122"/>
              </a:rPr>
              <a:t>⑵ 构建十字链表与非零元的插入次序无关</a:t>
            </a:r>
            <a:endParaRPr lang="en-US" altLang="zh-CN" b="1" dirty="0">
              <a:solidFill>
                <a:srgbClr val="C00000"/>
              </a:solidFill>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27310310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8">
                                            <p:bg/>
                                          </p:spTgt>
                                        </p:tgtEl>
                                        <p:attrNameLst>
                                          <p:attrName>style.visibility</p:attrName>
                                        </p:attrNameLst>
                                      </p:cBhvr>
                                      <p:to>
                                        <p:strVal val="visible"/>
                                      </p:to>
                                    </p:set>
                                    <p:animEffect transition="in" filter="wipe(up)">
                                      <p:cBhvr>
                                        <p:cTn id="7" dur="500"/>
                                        <p:tgtEl>
                                          <p:spTgt spid="98">
                                            <p:bg/>
                                          </p:spTgt>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98">
                                            <p:txEl>
                                              <p:pRg st="0" end="0"/>
                                            </p:txEl>
                                          </p:spTgt>
                                        </p:tgtEl>
                                        <p:attrNameLst>
                                          <p:attrName>style.visibility</p:attrName>
                                        </p:attrNameLst>
                                      </p:cBhvr>
                                      <p:to>
                                        <p:strVal val="visible"/>
                                      </p:to>
                                    </p:set>
                                    <p:animEffect transition="in" filter="wipe(up)">
                                      <p:cBhvr>
                                        <p:cTn id="10" dur="500"/>
                                        <p:tgtEl>
                                          <p:spTgt spid="98">
                                            <p:txEl>
                                              <p:pRg st="0" end="0"/>
                                            </p:txEl>
                                          </p:spTgt>
                                        </p:tgtEl>
                                      </p:cBhvr>
                                    </p:animEffect>
                                  </p:childTnLst>
                                </p:cTn>
                              </p:par>
                            </p:childTnLst>
                          </p:cTn>
                        </p:par>
                        <p:par>
                          <p:cTn id="11" fill="hold">
                            <p:stCondLst>
                              <p:cond delay="500"/>
                            </p:stCondLst>
                            <p:childTnLst>
                              <p:par>
                                <p:cTn id="12" presetID="22" presetClass="entr" presetSubtype="1" fill="hold" grpId="0" nodeType="afterEffect">
                                  <p:stCondLst>
                                    <p:cond delay="0"/>
                                  </p:stCondLst>
                                  <p:childTnLst>
                                    <p:set>
                                      <p:cBhvr>
                                        <p:cTn id="13" dur="1" fill="hold">
                                          <p:stCondLst>
                                            <p:cond delay="0"/>
                                          </p:stCondLst>
                                        </p:cTn>
                                        <p:tgtEl>
                                          <p:spTgt spid="98">
                                            <p:txEl>
                                              <p:pRg st="1" end="1"/>
                                            </p:txEl>
                                          </p:spTgt>
                                        </p:tgtEl>
                                        <p:attrNameLst>
                                          <p:attrName>style.visibility</p:attrName>
                                        </p:attrNameLst>
                                      </p:cBhvr>
                                      <p:to>
                                        <p:strVal val="visible"/>
                                      </p:to>
                                    </p:set>
                                    <p:animEffect transition="in" filter="wipe(up)">
                                      <p:cBhvr>
                                        <p:cTn id="14" dur="500"/>
                                        <p:tgtEl>
                                          <p:spTgt spid="98">
                                            <p:txEl>
                                              <p:pRg st="1" end="1"/>
                                            </p:txEl>
                                          </p:spTgt>
                                        </p:tgtEl>
                                      </p:cBhvr>
                                    </p:animEffect>
                                  </p:childTnLst>
                                </p:cTn>
                              </p:par>
                            </p:childTnLst>
                          </p:cTn>
                        </p:par>
                        <p:par>
                          <p:cTn id="15" fill="hold">
                            <p:stCondLst>
                              <p:cond delay="1000"/>
                            </p:stCondLst>
                            <p:childTnLst>
                              <p:par>
                                <p:cTn id="16" presetID="22" presetClass="entr" presetSubtype="1" fill="hold" grpId="0" nodeType="afterEffect">
                                  <p:stCondLst>
                                    <p:cond delay="0"/>
                                  </p:stCondLst>
                                  <p:childTnLst>
                                    <p:set>
                                      <p:cBhvr>
                                        <p:cTn id="17" dur="1" fill="hold">
                                          <p:stCondLst>
                                            <p:cond delay="0"/>
                                          </p:stCondLst>
                                        </p:cTn>
                                        <p:tgtEl>
                                          <p:spTgt spid="98">
                                            <p:txEl>
                                              <p:pRg st="2" end="2"/>
                                            </p:txEl>
                                          </p:spTgt>
                                        </p:tgtEl>
                                        <p:attrNameLst>
                                          <p:attrName>style.visibility</p:attrName>
                                        </p:attrNameLst>
                                      </p:cBhvr>
                                      <p:to>
                                        <p:strVal val="visible"/>
                                      </p:to>
                                    </p:set>
                                    <p:animEffect transition="in" filter="wipe(up)">
                                      <p:cBhvr>
                                        <p:cTn id="18" dur="500"/>
                                        <p:tgtEl>
                                          <p:spTgt spid="98">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1" fill="hold" grpId="0" nodeType="clickEffect">
                                  <p:stCondLst>
                                    <p:cond delay="0"/>
                                  </p:stCondLst>
                                  <p:childTnLst>
                                    <p:set>
                                      <p:cBhvr>
                                        <p:cTn id="22" dur="1" fill="hold">
                                          <p:stCondLst>
                                            <p:cond delay="0"/>
                                          </p:stCondLst>
                                        </p:cTn>
                                        <p:tgtEl>
                                          <p:spTgt spid="85">
                                            <p:txEl>
                                              <p:pRg st="0" end="0"/>
                                            </p:txEl>
                                          </p:spTgt>
                                        </p:tgtEl>
                                        <p:attrNameLst>
                                          <p:attrName>style.visibility</p:attrName>
                                        </p:attrNameLst>
                                      </p:cBhvr>
                                      <p:to>
                                        <p:strVal val="visible"/>
                                      </p:to>
                                    </p:set>
                                    <p:animEffect transition="in" filter="wipe(up)">
                                      <p:cBhvr>
                                        <p:cTn id="23" dur="500"/>
                                        <p:tgtEl>
                                          <p:spTgt spid="85">
                                            <p:txEl>
                                              <p:pRg st="0" end="0"/>
                                            </p:txEl>
                                          </p:spTgt>
                                        </p:tgtEl>
                                      </p:cBhvr>
                                    </p:animEffect>
                                  </p:childTnLst>
                                </p:cTn>
                              </p:par>
                              <p:par>
                                <p:cTn id="24" presetID="22" presetClass="entr" presetSubtype="1" fill="hold" grpId="0" nodeType="withEffect">
                                  <p:stCondLst>
                                    <p:cond delay="0"/>
                                  </p:stCondLst>
                                  <p:childTnLst>
                                    <p:set>
                                      <p:cBhvr>
                                        <p:cTn id="25" dur="1" fill="hold">
                                          <p:stCondLst>
                                            <p:cond delay="0"/>
                                          </p:stCondLst>
                                        </p:cTn>
                                        <p:tgtEl>
                                          <p:spTgt spid="85">
                                            <p:txEl>
                                              <p:pRg st="1" end="1"/>
                                            </p:txEl>
                                          </p:spTgt>
                                        </p:tgtEl>
                                        <p:attrNameLst>
                                          <p:attrName>style.visibility</p:attrName>
                                        </p:attrNameLst>
                                      </p:cBhvr>
                                      <p:to>
                                        <p:strVal val="visible"/>
                                      </p:to>
                                    </p:set>
                                    <p:animEffect transition="in" filter="wipe(up)">
                                      <p:cBhvr>
                                        <p:cTn id="26" dur="500"/>
                                        <p:tgtEl>
                                          <p:spTgt spid="85">
                                            <p:txEl>
                                              <p:pRg st="1" end="1"/>
                                            </p:txEl>
                                          </p:spTgt>
                                        </p:tgtEl>
                                      </p:cBhvr>
                                    </p:animEffect>
                                  </p:childTnLst>
                                </p:cTn>
                              </p:par>
                              <p:par>
                                <p:cTn id="27" presetID="22" presetClass="entr" presetSubtype="1" fill="hold" grpId="0" nodeType="withEffect">
                                  <p:stCondLst>
                                    <p:cond delay="0"/>
                                  </p:stCondLst>
                                  <p:childTnLst>
                                    <p:set>
                                      <p:cBhvr>
                                        <p:cTn id="28" dur="1" fill="hold">
                                          <p:stCondLst>
                                            <p:cond delay="0"/>
                                          </p:stCondLst>
                                        </p:cTn>
                                        <p:tgtEl>
                                          <p:spTgt spid="85">
                                            <p:txEl>
                                              <p:pRg st="2" end="2"/>
                                            </p:txEl>
                                          </p:spTgt>
                                        </p:tgtEl>
                                        <p:attrNameLst>
                                          <p:attrName>style.visibility</p:attrName>
                                        </p:attrNameLst>
                                      </p:cBhvr>
                                      <p:to>
                                        <p:strVal val="visible"/>
                                      </p:to>
                                    </p:set>
                                    <p:animEffect transition="in" filter="wipe(up)">
                                      <p:cBhvr>
                                        <p:cTn id="29" dur="500"/>
                                        <p:tgtEl>
                                          <p:spTgt spid="85">
                                            <p:txEl>
                                              <p:pRg st="2" end="2"/>
                                            </p:txEl>
                                          </p:spTgt>
                                        </p:tgtEl>
                                      </p:cBhvr>
                                    </p:animEffect>
                                  </p:childTnLst>
                                </p:cTn>
                              </p:par>
                              <p:par>
                                <p:cTn id="30" presetID="22" presetClass="entr" presetSubtype="1" fill="hold" grpId="0" nodeType="withEffect">
                                  <p:stCondLst>
                                    <p:cond delay="0"/>
                                  </p:stCondLst>
                                  <p:childTnLst>
                                    <p:set>
                                      <p:cBhvr>
                                        <p:cTn id="31" dur="1" fill="hold">
                                          <p:stCondLst>
                                            <p:cond delay="0"/>
                                          </p:stCondLst>
                                        </p:cTn>
                                        <p:tgtEl>
                                          <p:spTgt spid="85">
                                            <p:txEl>
                                              <p:pRg st="3" end="3"/>
                                            </p:txEl>
                                          </p:spTgt>
                                        </p:tgtEl>
                                        <p:attrNameLst>
                                          <p:attrName>style.visibility</p:attrName>
                                        </p:attrNameLst>
                                      </p:cBhvr>
                                      <p:to>
                                        <p:strVal val="visible"/>
                                      </p:to>
                                    </p:set>
                                    <p:animEffect transition="in" filter="wipe(up)">
                                      <p:cBhvr>
                                        <p:cTn id="32" dur="500"/>
                                        <p:tgtEl>
                                          <p:spTgt spid="85">
                                            <p:txEl>
                                              <p:pRg st="3" end="3"/>
                                            </p:txEl>
                                          </p:spTgt>
                                        </p:tgtEl>
                                      </p:cBhvr>
                                    </p:animEffect>
                                  </p:childTnLst>
                                </p:cTn>
                              </p:par>
                              <p:par>
                                <p:cTn id="33" presetID="22" presetClass="entr" presetSubtype="1" fill="hold" grpId="0" nodeType="withEffect">
                                  <p:stCondLst>
                                    <p:cond delay="0"/>
                                  </p:stCondLst>
                                  <p:childTnLst>
                                    <p:set>
                                      <p:cBhvr>
                                        <p:cTn id="34" dur="1" fill="hold">
                                          <p:stCondLst>
                                            <p:cond delay="0"/>
                                          </p:stCondLst>
                                        </p:cTn>
                                        <p:tgtEl>
                                          <p:spTgt spid="85">
                                            <p:txEl>
                                              <p:pRg st="4" end="4"/>
                                            </p:txEl>
                                          </p:spTgt>
                                        </p:tgtEl>
                                        <p:attrNameLst>
                                          <p:attrName>style.visibility</p:attrName>
                                        </p:attrNameLst>
                                      </p:cBhvr>
                                      <p:to>
                                        <p:strVal val="visible"/>
                                      </p:to>
                                    </p:set>
                                    <p:animEffect transition="in" filter="wipe(up)">
                                      <p:cBhvr>
                                        <p:cTn id="35" dur="500"/>
                                        <p:tgtEl>
                                          <p:spTgt spid="85">
                                            <p:txEl>
                                              <p:pRg st="4" end="4"/>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1" fill="hold" grpId="0" nodeType="clickEffect">
                                  <p:stCondLst>
                                    <p:cond delay="0"/>
                                  </p:stCondLst>
                                  <p:childTnLst>
                                    <p:set>
                                      <p:cBhvr>
                                        <p:cTn id="39" dur="1" fill="hold">
                                          <p:stCondLst>
                                            <p:cond delay="0"/>
                                          </p:stCondLst>
                                        </p:cTn>
                                        <p:tgtEl>
                                          <p:spTgt spid="101">
                                            <p:txEl>
                                              <p:pRg st="0" end="0"/>
                                            </p:txEl>
                                          </p:spTgt>
                                        </p:tgtEl>
                                        <p:attrNameLst>
                                          <p:attrName>style.visibility</p:attrName>
                                        </p:attrNameLst>
                                      </p:cBhvr>
                                      <p:to>
                                        <p:strVal val="visible"/>
                                      </p:to>
                                    </p:set>
                                    <p:animEffect transition="in" filter="wipe(up)">
                                      <p:cBhvr>
                                        <p:cTn id="40" dur="500"/>
                                        <p:tgtEl>
                                          <p:spTgt spid="101">
                                            <p:txEl>
                                              <p:pRg st="0" end="0"/>
                                            </p:txEl>
                                          </p:spTgt>
                                        </p:tgtEl>
                                      </p:cBhvr>
                                    </p:animEffect>
                                  </p:childTnLst>
                                </p:cTn>
                              </p:par>
                            </p:childTnLst>
                          </p:cTn>
                        </p:par>
                        <p:par>
                          <p:cTn id="41" fill="hold">
                            <p:stCondLst>
                              <p:cond delay="500"/>
                            </p:stCondLst>
                            <p:childTnLst>
                              <p:par>
                                <p:cTn id="42" presetID="22" presetClass="entr" presetSubtype="1" fill="hold" grpId="0" nodeType="afterEffect">
                                  <p:stCondLst>
                                    <p:cond delay="0"/>
                                  </p:stCondLst>
                                  <p:childTnLst>
                                    <p:set>
                                      <p:cBhvr>
                                        <p:cTn id="43" dur="1" fill="hold">
                                          <p:stCondLst>
                                            <p:cond delay="0"/>
                                          </p:stCondLst>
                                        </p:cTn>
                                        <p:tgtEl>
                                          <p:spTgt spid="101">
                                            <p:txEl>
                                              <p:pRg st="1" end="1"/>
                                            </p:txEl>
                                          </p:spTgt>
                                        </p:tgtEl>
                                        <p:attrNameLst>
                                          <p:attrName>style.visibility</p:attrName>
                                        </p:attrNameLst>
                                      </p:cBhvr>
                                      <p:to>
                                        <p:strVal val="visible"/>
                                      </p:to>
                                    </p:set>
                                    <p:animEffect transition="in" filter="wipe(up)">
                                      <p:cBhvr>
                                        <p:cTn id="44" dur="500"/>
                                        <p:tgtEl>
                                          <p:spTgt spid="101">
                                            <p:txEl>
                                              <p:pRg st="1" end="1"/>
                                            </p:txEl>
                                          </p:spTgt>
                                        </p:tgtEl>
                                      </p:cBhvr>
                                    </p:animEffect>
                                  </p:childTnLst>
                                </p:cTn>
                              </p:par>
                            </p:childTnLst>
                          </p:cTn>
                        </p:par>
                        <p:par>
                          <p:cTn id="45" fill="hold">
                            <p:stCondLst>
                              <p:cond delay="1000"/>
                            </p:stCondLst>
                            <p:childTnLst>
                              <p:par>
                                <p:cTn id="46" presetID="22" presetClass="entr" presetSubtype="1" fill="hold" grpId="0" nodeType="afterEffect">
                                  <p:stCondLst>
                                    <p:cond delay="0"/>
                                  </p:stCondLst>
                                  <p:childTnLst>
                                    <p:set>
                                      <p:cBhvr>
                                        <p:cTn id="47" dur="1" fill="hold">
                                          <p:stCondLst>
                                            <p:cond delay="0"/>
                                          </p:stCondLst>
                                        </p:cTn>
                                        <p:tgtEl>
                                          <p:spTgt spid="101">
                                            <p:txEl>
                                              <p:pRg st="2" end="2"/>
                                            </p:txEl>
                                          </p:spTgt>
                                        </p:tgtEl>
                                        <p:attrNameLst>
                                          <p:attrName>style.visibility</p:attrName>
                                        </p:attrNameLst>
                                      </p:cBhvr>
                                      <p:to>
                                        <p:strVal val="visible"/>
                                      </p:to>
                                    </p:set>
                                    <p:animEffect transition="in" filter="wipe(up)">
                                      <p:cBhvr>
                                        <p:cTn id="48" dur="500"/>
                                        <p:tgtEl>
                                          <p:spTgt spid="101">
                                            <p:txEl>
                                              <p:pRg st="2" end="2"/>
                                            </p:txEl>
                                          </p:spTgt>
                                        </p:tgtEl>
                                      </p:cBhvr>
                                    </p:animEffect>
                                  </p:childTnLst>
                                </p:cTn>
                              </p:par>
                            </p:childTnLst>
                          </p:cTn>
                        </p:par>
                        <p:par>
                          <p:cTn id="49" fill="hold">
                            <p:stCondLst>
                              <p:cond delay="1500"/>
                            </p:stCondLst>
                            <p:childTnLst>
                              <p:par>
                                <p:cTn id="50" presetID="22" presetClass="entr" presetSubtype="1" fill="hold" grpId="0" nodeType="afterEffect">
                                  <p:stCondLst>
                                    <p:cond delay="0"/>
                                  </p:stCondLst>
                                  <p:childTnLst>
                                    <p:set>
                                      <p:cBhvr>
                                        <p:cTn id="51" dur="1" fill="hold">
                                          <p:stCondLst>
                                            <p:cond delay="0"/>
                                          </p:stCondLst>
                                        </p:cTn>
                                        <p:tgtEl>
                                          <p:spTgt spid="101">
                                            <p:txEl>
                                              <p:pRg st="3" end="3"/>
                                            </p:txEl>
                                          </p:spTgt>
                                        </p:tgtEl>
                                        <p:attrNameLst>
                                          <p:attrName>style.visibility</p:attrName>
                                        </p:attrNameLst>
                                      </p:cBhvr>
                                      <p:to>
                                        <p:strVal val="visible"/>
                                      </p:to>
                                    </p:set>
                                    <p:animEffect transition="in" filter="wipe(up)">
                                      <p:cBhvr>
                                        <p:cTn id="52" dur="500"/>
                                        <p:tgtEl>
                                          <p:spTgt spid="101">
                                            <p:txEl>
                                              <p:pRg st="3" end="3"/>
                                            </p:txEl>
                                          </p:spTgt>
                                        </p:tgtEl>
                                      </p:cBhvr>
                                    </p:animEffect>
                                  </p:childTnLst>
                                </p:cTn>
                              </p:par>
                            </p:childTnLst>
                          </p:cTn>
                        </p:par>
                        <p:par>
                          <p:cTn id="53" fill="hold">
                            <p:stCondLst>
                              <p:cond delay="2000"/>
                            </p:stCondLst>
                            <p:childTnLst>
                              <p:par>
                                <p:cTn id="54" presetID="22" presetClass="entr" presetSubtype="1" fill="hold" grpId="0" nodeType="afterEffect">
                                  <p:stCondLst>
                                    <p:cond delay="0"/>
                                  </p:stCondLst>
                                  <p:childTnLst>
                                    <p:set>
                                      <p:cBhvr>
                                        <p:cTn id="55" dur="1" fill="hold">
                                          <p:stCondLst>
                                            <p:cond delay="0"/>
                                          </p:stCondLst>
                                        </p:cTn>
                                        <p:tgtEl>
                                          <p:spTgt spid="101">
                                            <p:txEl>
                                              <p:pRg st="4" end="4"/>
                                            </p:txEl>
                                          </p:spTgt>
                                        </p:tgtEl>
                                        <p:attrNameLst>
                                          <p:attrName>style.visibility</p:attrName>
                                        </p:attrNameLst>
                                      </p:cBhvr>
                                      <p:to>
                                        <p:strVal val="visible"/>
                                      </p:to>
                                    </p:set>
                                    <p:animEffect transition="in" filter="wipe(up)">
                                      <p:cBhvr>
                                        <p:cTn id="56" dur="500"/>
                                        <p:tgtEl>
                                          <p:spTgt spid="101">
                                            <p:txEl>
                                              <p:pRg st="4" end="4"/>
                                            </p:txEl>
                                          </p:spTgt>
                                        </p:tgtEl>
                                      </p:cBhvr>
                                    </p:animEffect>
                                  </p:childTnLst>
                                </p:cTn>
                              </p:par>
                            </p:childTnLst>
                          </p:cTn>
                        </p:par>
                        <p:par>
                          <p:cTn id="57" fill="hold">
                            <p:stCondLst>
                              <p:cond delay="2500"/>
                            </p:stCondLst>
                            <p:childTnLst>
                              <p:par>
                                <p:cTn id="58" presetID="22" presetClass="entr" presetSubtype="1" fill="hold" grpId="0" nodeType="afterEffect">
                                  <p:stCondLst>
                                    <p:cond delay="0"/>
                                  </p:stCondLst>
                                  <p:childTnLst>
                                    <p:set>
                                      <p:cBhvr>
                                        <p:cTn id="59" dur="1" fill="hold">
                                          <p:stCondLst>
                                            <p:cond delay="0"/>
                                          </p:stCondLst>
                                        </p:cTn>
                                        <p:tgtEl>
                                          <p:spTgt spid="101">
                                            <p:txEl>
                                              <p:pRg st="5" end="5"/>
                                            </p:txEl>
                                          </p:spTgt>
                                        </p:tgtEl>
                                        <p:attrNameLst>
                                          <p:attrName>style.visibility</p:attrName>
                                        </p:attrNameLst>
                                      </p:cBhvr>
                                      <p:to>
                                        <p:strVal val="visible"/>
                                      </p:to>
                                    </p:set>
                                    <p:animEffect transition="in" filter="wipe(up)">
                                      <p:cBhvr>
                                        <p:cTn id="60" dur="500"/>
                                        <p:tgtEl>
                                          <p:spTgt spid="101">
                                            <p:txEl>
                                              <p:pRg st="5" end="5"/>
                                            </p:txEl>
                                          </p:spTgt>
                                        </p:tgtEl>
                                      </p:cBhvr>
                                    </p:animEffect>
                                  </p:childTnLst>
                                </p:cTn>
                              </p:par>
                            </p:childTnLst>
                          </p:cTn>
                        </p:par>
                        <p:par>
                          <p:cTn id="61" fill="hold">
                            <p:stCondLst>
                              <p:cond delay="3000"/>
                            </p:stCondLst>
                            <p:childTnLst>
                              <p:par>
                                <p:cTn id="62" presetID="22" presetClass="entr" presetSubtype="1" fill="hold" grpId="0" nodeType="afterEffect">
                                  <p:stCondLst>
                                    <p:cond delay="0"/>
                                  </p:stCondLst>
                                  <p:childTnLst>
                                    <p:set>
                                      <p:cBhvr>
                                        <p:cTn id="63" dur="1" fill="hold">
                                          <p:stCondLst>
                                            <p:cond delay="0"/>
                                          </p:stCondLst>
                                        </p:cTn>
                                        <p:tgtEl>
                                          <p:spTgt spid="101">
                                            <p:txEl>
                                              <p:pRg st="6" end="6"/>
                                            </p:txEl>
                                          </p:spTgt>
                                        </p:tgtEl>
                                        <p:attrNameLst>
                                          <p:attrName>style.visibility</p:attrName>
                                        </p:attrNameLst>
                                      </p:cBhvr>
                                      <p:to>
                                        <p:strVal val="visible"/>
                                      </p:to>
                                    </p:set>
                                    <p:animEffect transition="in" filter="wipe(up)">
                                      <p:cBhvr>
                                        <p:cTn id="64" dur="500"/>
                                        <p:tgtEl>
                                          <p:spTgt spid="101">
                                            <p:txEl>
                                              <p:pRg st="6" end="6"/>
                                            </p:txEl>
                                          </p:spTgt>
                                        </p:tgtEl>
                                      </p:cBhvr>
                                    </p:animEffect>
                                  </p:childTnLst>
                                </p:cTn>
                              </p:par>
                            </p:childTnLst>
                          </p:cTn>
                        </p:par>
                        <p:par>
                          <p:cTn id="65" fill="hold">
                            <p:stCondLst>
                              <p:cond delay="3500"/>
                            </p:stCondLst>
                            <p:childTnLst>
                              <p:par>
                                <p:cTn id="66" presetID="22" presetClass="entr" presetSubtype="1" fill="hold" grpId="0" nodeType="afterEffect">
                                  <p:stCondLst>
                                    <p:cond delay="0"/>
                                  </p:stCondLst>
                                  <p:childTnLst>
                                    <p:set>
                                      <p:cBhvr>
                                        <p:cTn id="67" dur="1" fill="hold">
                                          <p:stCondLst>
                                            <p:cond delay="0"/>
                                          </p:stCondLst>
                                        </p:cTn>
                                        <p:tgtEl>
                                          <p:spTgt spid="101">
                                            <p:txEl>
                                              <p:pRg st="7" end="7"/>
                                            </p:txEl>
                                          </p:spTgt>
                                        </p:tgtEl>
                                        <p:attrNameLst>
                                          <p:attrName>style.visibility</p:attrName>
                                        </p:attrNameLst>
                                      </p:cBhvr>
                                      <p:to>
                                        <p:strVal val="visible"/>
                                      </p:to>
                                    </p:set>
                                    <p:animEffect transition="in" filter="wipe(up)">
                                      <p:cBhvr>
                                        <p:cTn id="68" dur="500"/>
                                        <p:tgtEl>
                                          <p:spTgt spid="101">
                                            <p:txEl>
                                              <p:pRg st="7" end="7"/>
                                            </p:txEl>
                                          </p:spTgt>
                                        </p:tgtEl>
                                      </p:cBhvr>
                                    </p:animEffect>
                                  </p:childTnLst>
                                </p:cTn>
                              </p:par>
                            </p:childTnLst>
                          </p:cTn>
                        </p:par>
                        <p:par>
                          <p:cTn id="69" fill="hold">
                            <p:stCondLst>
                              <p:cond delay="4000"/>
                            </p:stCondLst>
                            <p:childTnLst>
                              <p:par>
                                <p:cTn id="70" presetID="22" presetClass="entr" presetSubtype="1" fill="hold" grpId="0" nodeType="afterEffect">
                                  <p:stCondLst>
                                    <p:cond delay="0"/>
                                  </p:stCondLst>
                                  <p:childTnLst>
                                    <p:set>
                                      <p:cBhvr>
                                        <p:cTn id="71" dur="1" fill="hold">
                                          <p:stCondLst>
                                            <p:cond delay="0"/>
                                          </p:stCondLst>
                                        </p:cTn>
                                        <p:tgtEl>
                                          <p:spTgt spid="101">
                                            <p:txEl>
                                              <p:pRg st="8" end="8"/>
                                            </p:txEl>
                                          </p:spTgt>
                                        </p:tgtEl>
                                        <p:attrNameLst>
                                          <p:attrName>style.visibility</p:attrName>
                                        </p:attrNameLst>
                                      </p:cBhvr>
                                      <p:to>
                                        <p:strVal val="visible"/>
                                      </p:to>
                                    </p:set>
                                    <p:animEffect transition="in" filter="wipe(up)">
                                      <p:cBhvr>
                                        <p:cTn id="72" dur="500"/>
                                        <p:tgtEl>
                                          <p:spTgt spid="101">
                                            <p:txEl>
                                              <p:pRg st="8" end="8"/>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1" fill="hold" grpId="0" nodeType="clickEffect">
                                  <p:stCondLst>
                                    <p:cond delay="0"/>
                                  </p:stCondLst>
                                  <p:childTnLst>
                                    <p:set>
                                      <p:cBhvr>
                                        <p:cTn id="76" dur="1" fill="hold">
                                          <p:stCondLst>
                                            <p:cond delay="0"/>
                                          </p:stCondLst>
                                        </p:cTn>
                                        <p:tgtEl>
                                          <p:spTgt spid="85">
                                            <p:txEl>
                                              <p:pRg st="5" end="5"/>
                                            </p:txEl>
                                          </p:spTgt>
                                        </p:tgtEl>
                                        <p:attrNameLst>
                                          <p:attrName>style.visibility</p:attrName>
                                        </p:attrNameLst>
                                      </p:cBhvr>
                                      <p:to>
                                        <p:strVal val="visible"/>
                                      </p:to>
                                    </p:set>
                                    <p:animEffect transition="in" filter="wipe(up)">
                                      <p:cBhvr>
                                        <p:cTn id="77" dur="500"/>
                                        <p:tgtEl>
                                          <p:spTgt spid="85">
                                            <p:txEl>
                                              <p:pRg st="5" end="5"/>
                                            </p:txEl>
                                          </p:spTgt>
                                        </p:tgtEl>
                                      </p:cBhvr>
                                    </p:animEffect>
                                  </p:childTnLst>
                                </p:cTn>
                              </p:par>
                            </p:childTnLst>
                          </p:cTn>
                        </p:par>
                        <p:par>
                          <p:cTn id="78" fill="hold">
                            <p:stCondLst>
                              <p:cond delay="500"/>
                            </p:stCondLst>
                            <p:childTnLst>
                              <p:par>
                                <p:cTn id="79" presetID="22" presetClass="entr" presetSubtype="1" fill="hold" grpId="0" nodeType="afterEffect">
                                  <p:stCondLst>
                                    <p:cond delay="0"/>
                                  </p:stCondLst>
                                  <p:childTnLst>
                                    <p:set>
                                      <p:cBhvr>
                                        <p:cTn id="80" dur="1" fill="hold">
                                          <p:stCondLst>
                                            <p:cond delay="0"/>
                                          </p:stCondLst>
                                        </p:cTn>
                                        <p:tgtEl>
                                          <p:spTgt spid="85">
                                            <p:txEl>
                                              <p:pRg st="6" end="6"/>
                                            </p:txEl>
                                          </p:spTgt>
                                        </p:tgtEl>
                                        <p:attrNameLst>
                                          <p:attrName>style.visibility</p:attrName>
                                        </p:attrNameLst>
                                      </p:cBhvr>
                                      <p:to>
                                        <p:strVal val="visible"/>
                                      </p:to>
                                    </p:set>
                                    <p:animEffect transition="in" filter="wipe(up)">
                                      <p:cBhvr>
                                        <p:cTn id="81" dur="500"/>
                                        <p:tgtEl>
                                          <p:spTgt spid="85">
                                            <p:txEl>
                                              <p:pRg st="6" end="6"/>
                                            </p:txEl>
                                          </p:spTgt>
                                        </p:tgtEl>
                                      </p:cBhvr>
                                    </p:animEffect>
                                  </p:childTnLst>
                                </p:cTn>
                              </p:par>
                            </p:childTnLst>
                          </p:cTn>
                        </p:par>
                        <p:par>
                          <p:cTn id="82" fill="hold">
                            <p:stCondLst>
                              <p:cond delay="1000"/>
                            </p:stCondLst>
                            <p:childTnLst>
                              <p:par>
                                <p:cTn id="83" presetID="22" presetClass="entr" presetSubtype="1" fill="hold" grpId="0" nodeType="afterEffect">
                                  <p:stCondLst>
                                    <p:cond delay="0"/>
                                  </p:stCondLst>
                                  <p:childTnLst>
                                    <p:set>
                                      <p:cBhvr>
                                        <p:cTn id="84" dur="1" fill="hold">
                                          <p:stCondLst>
                                            <p:cond delay="0"/>
                                          </p:stCondLst>
                                        </p:cTn>
                                        <p:tgtEl>
                                          <p:spTgt spid="85">
                                            <p:txEl>
                                              <p:pRg st="7" end="7"/>
                                            </p:txEl>
                                          </p:spTgt>
                                        </p:tgtEl>
                                        <p:attrNameLst>
                                          <p:attrName>style.visibility</p:attrName>
                                        </p:attrNameLst>
                                      </p:cBhvr>
                                      <p:to>
                                        <p:strVal val="visible"/>
                                      </p:to>
                                    </p:set>
                                    <p:animEffect transition="in" filter="wipe(up)">
                                      <p:cBhvr>
                                        <p:cTn id="85" dur="500"/>
                                        <p:tgtEl>
                                          <p:spTgt spid="85">
                                            <p:txEl>
                                              <p:pRg st="7" end="7"/>
                                            </p:txEl>
                                          </p:spTgt>
                                        </p:tgtEl>
                                      </p:cBhvr>
                                    </p:animEffect>
                                  </p:childTnLst>
                                </p:cTn>
                              </p:par>
                            </p:childTnLst>
                          </p:cTn>
                        </p:par>
                        <p:par>
                          <p:cTn id="86" fill="hold">
                            <p:stCondLst>
                              <p:cond delay="1500"/>
                            </p:stCondLst>
                            <p:childTnLst>
                              <p:par>
                                <p:cTn id="87" presetID="22" presetClass="entr" presetSubtype="1" fill="hold" grpId="0" nodeType="afterEffect">
                                  <p:stCondLst>
                                    <p:cond delay="0"/>
                                  </p:stCondLst>
                                  <p:childTnLst>
                                    <p:set>
                                      <p:cBhvr>
                                        <p:cTn id="88" dur="1" fill="hold">
                                          <p:stCondLst>
                                            <p:cond delay="0"/>
                                          </p:stCondLst>
                                        </p:cTn>
                                        <p:tgtEl>
                                          <p:spTgt spid="85">
                                            <p:txEl>
                                              <p:pRg st="8" end="8"/>
                                            </p:txEl>
                                          </p:spTgt>
                                        </p:tgtEl>
                                        <p:attrNameLst>
                                          <p:attrName>style.visibility</p:attrName>
                                        </p:attrNameLst>
                                      </p:cBhvr>
                                      <p:to>
                                        <p:strVal val="visible"/>
                                      </p:to>
                                    </p:set>
                                    <p:animEffect transition="in" filter="wipe(up)">
                                      <p:cBhvr>
                                        <p:cTn id="89" dur="500"/>
                                        <p:tgtEl>
                                          <p:spTgt spid="85">
                                            <p:txEl>
                                              <p:pRg st="8" end="8"/>
                                            </p:txEl>
                                          </p:spTgt>
                                        </p:tgtEl>
                                      </p:cBhvr>
                                    </p:animEffect>
                                  </p:childTnLst>
                                </p:cTn>
                              </p:par>
                            </p:childTnLst>
                          </p:cTn>
                        </p:par>
                        <p:par>
                          <p:cTn id="90" fill="hold">
                            <p:stCondLst>
                              <p:cond delay="2000"/>
                            </p:stCondLst>
                            <p:childTnLst>
                              <p:par>
                                <p:cTn id="91" presetID="22" presetClass="entr" presetSubtype="1" fill="hold" nodeType="afterEffect">
                                  <p:stCondLst>
                                    <p:cond delay="0"/>
                                  </p:stCondLst>
                                  <p:childTnLst>
                                    <p:set>
                                      <p:cBhvr>
                                        <p:cTn id="92" dur="1" fill="hold">
                                          <p:stCondLst>
                                            <p:cond delay="0"/>
                                          </p:stCondLst>
                                        </p:cTn>
                                        <p:tgtEl>
                                          <p:spTgt spid="112"/>
                                        </p:tgtEl>
                                        <p:attrNameLst>
                                          <p:attrName>style.visibility</p:attrName>
                                        </p:attrNameLst>
                                      </p:cBhvr>
                                      <p:to>
                                        <p:strVal val="visible"/>
                                      </p:to>
                                    </p:set>
                                    <p:animEffect transition="in" filter="wipe(up)">
                                      <p:cBhvr>
                                        <p:cTn id="93" dur="500"/>
                                        <p:tgtEl>
                                          <p:spTgt spid="112"/>
                                        </p:tgtEl>
                                      </p:cBhvr>
                                    </p:animEffect>
                                  </p:childTnLst>
                                </p:cTn>
                              </p:par>
                            </p:childTnLst>
                          </p:cTn>
                        </p:par>
                        <p:par>
                          <p:cTn id="94" fill="hold">
                            <p:stCondLst>
                              <p:cond delay="2500"/>
                            </p:stCondLst>
                            <p:childTnLst>
                              <p:par>
                                <p:cTn id="95" presetID="22" presetClass="entr" presetSubtype="1" fill="hold" grpId="0" nodeType="afterEffect">
                                  <p:stCondLst>
                                    <p:cond delay="0"/>
                                  </p:stCondLst>
                                  <p:childTnLst>
                                    <p:set>
                                      <p:cBhvr>
                                        <p:cTn id="96" dur="1" fill="hold">
                                          <p:stCondLst>
                                            <p:cond delay="0"/>
                                          </p:stCondLst>
                                        </p:cTn>
                                        <p:tgtEl>
                                          <p:spTgt spid="85">
                                            <p:txEl>
                                              <p:pRg st="9" end="9"/>
                                            </p:txEl>
                                          </p:spTgt>
                                        </p:tgtEl>
                                        <p:attrNameLst>
                                          <p:attrName>style.visibility</p:attrName>
                                        </p:attrNameLst>
                                      </p:cBhvr>
                                      <p:to>
                                        <p:strVal val="visible"/>
                                      </p:to>
                                    </p:set>
                                    <p:animEffect transition="in" filter="wipe(up)">
                                      <p:cBhvr>
                                        <p:cTn id="97" dur="500"/>
                                        <p:tgtEl>
                                          <p:spTgt spid="85">
                                            <p:txEl>
                                              <p:pRg st="9" end="9"/>
                                            </p:txEl>
                                          </p:spTgt>
                                        </p:tgtEl>
                                      </p:cBhvr>
                                    </p:animEffect>
                                  </p:childTnLst>
                                </p:cTn>
                              </p:par>
                            </p:childTnLst>
                          </p:cTn>
                        </p:par>
                        <p:par>
                          <p:cTn id="98" fill="hold">
                            <p:stCondLst>
                              <p:cond delay="3000"/>
                            </p:stCondLst>
                            <p:childTnLst>
                              <p:par>
                                <p:cTn id="99" presetID="22" presetClass="entr" presetSubtype="1" fill="hold" grpId="0" nodeType="afterEffect">
                                  <p:stCondLst>
                                    <p:cond delay="0"/>
                                  </p:stCondLst>
                                  <p:childTnLst>
                                    <p:set>
                                      <p:cBhvr>
                                        <p:cTn id="100" dur="1" fill="hold">
                                          <p:stCondLst>
                                            <p:cond delay="0"/>
                                          </p:stCondLst>
                                        </p:cTn>
                                        <p:tgtEl>
                                          <p:spTgt spid="85">
                                            <p:txEl>
                                              <p:pRg st="10" end="10"/>
                                            </p:txEl>
                                          </p:spTgt>
                                        </p:tgtEl>
                                        <p:attrNameLst>
                                          <p:attrName>style.visibility</p:attrName>
                                        </p:attrNameLst>
                                      </p:cBhvr>
                                      <p:to>
                                        <p:strVal val="visible"/>
                                      </p:to>
                                    </p:set>
                                    <p:animEffect transition="in" filter="wipe(up)">
                                      <p:cBhvr>
                                        <p:cTn id="101" dur="500"/>
                                        <p:tgtEl>
                                          <p:spTgt spid="85">
                                            <p:txEl>
                                              <p:pRg st="10" end="10"/>
                                            </p:txEl>
                                          </p:spTgt>
                                        </p:tgtEl>
                                      </p:cBhvr>
                                    </p:animEffect>
                                  </p:childTnLst>
                                </p:cTn>
                              </p:par>
                            </p:childTnLst>
                          </p:cTn>
                        </p:par>
                        <p:par>
                          <p:cTn id="102" fill="hold">
                            <p:stCondLst>
                              <p:cond delay="3500"/>
                            </p:stCondLst>
                            <p:childTnLst>
                              <p:par>
                                <p:cTn id="103" presetID="22" presetClass="entr" presetSubtype="8" fill="hold" nodeType="afterEffect">
                                  <p:stCondLst>
                                    <p:cond delay="0"/>
                                  </p:stCondLst>
                                  <p:childTnLst>
                                    <p:set>
                                      <p:cBhvr>
                                        <p:cTn id="104" dur="1" fill="hold">
                                          <p:stCondLst>
                                            <p:cond delay="0"/>
                                          </p:stCondLst>
                                        </p:cTn>
                                        <p:tgtEl>
                                          <p:spTgt spid="96"/>
                                        </p:tgtEl>
                                        <p:attrNameLst>
                                          <p:attrName>style.visibility</p:attrName>
                                        </p:attrNameLst>
                                      </p:cBhvr>
                                      <p:to>
                                        <p:strVal val="visible"/>
                                      </p:to>
                                    </p:set>
                                    <p:animEffect transition="in" filter="wipe(left)">
                                      <p:cBhvr>
                                        <p:cTn id="105" dur="500"/>
                                        <p:tgtEl>
                                          <p:spTgt spid="96"/>
                                        </p:tgtEl>
                                      </p:cBhvr>
                                    </p:animEffect>
                                  </p:childTnLst>
                                </p:cTn>
                              </p:par>
                            </p:childTnLst>
                          </p:cTn>
                        </p:par>
                        <p:par>
                          <p:cTn id="106" fill="hold">
                            <p:stCondLst>
                              <p:cond delay="4000"/>
                            </p:stCondLst>
                            <p:childTnLst>
                              <p:par>
                                <p:cTn id="107" presetID="22" presetClass="entr" presetSubtype="1" fill="hold" grpId="0" nodeType="afterEffect">
                                  <p:stCondLst>
                                    <p:cond delay="0"/>
                                  </p:stCondLst>
                                  <p:childTnLst>
                                    <p:set>
                                      <p:cBhvr>
                                        <p:cTn id="108" dur="1" fill="hold">
                                          <p:stCondLst>
                                            <p:cond delay="0"/>
                                          </p:stCondLst>
                                        </p:cTn>
                                        <p:tgtEl>
                                          <p:spTgt spid="85">
                                            <p:txEl>
                                              <p:pRg st="11" end="11"/>
                                            </p:txEl>
                                          </p:spTgt>
                                        </p:tgtEl>
                                        <p:attrNameLst>
                                          <p:attrName>style.visibility</p:attrName>
                                        </p:attrNameLst>
                                      </p:cBhvr>
                                      <p:to>
                                        <p:strVal val="visible"/>
                                      </p:to>
                                    </p:set>
                                    <p:animEffect transition="in" filter="wipe(up)">
                                      <p:cBhvr>
                                        <p:cTn id="109" dur="500"/>
                                        <p:tgtEl>
                                          <p:spTgt spid="85">
                                            <p:txEl>
                                              <p:pRg st="11" end="11"/>
                                            </p:txEl>
                                          </p:spTgt>
                                        </p:tgtEl>
                                      </p:cBhvr>
                                    </p:animEffect>
                                  </p:childTnLst>
                                </p:cTn>
                              </p:par>
                            </p:childTnLst>
                          </p:cTn>
                        </p:par>
                        <p:par>
                          <p:cTn id="110" fill="hold">
                            <p:stCondLst>
                              <p:cond delay="4500"/>
                            </p:stCondLst>
                            <p:childTnLst>
                              <p:par>
                                <p:cTn id="111" presetID="22" presetClass="entr" presetSubtype="1" fill="hold" grpId="0" nodeType="afterEffect">
                                  <p:stCondLst>
                                    <p:cond delay="0"/>
                                  </p:stCondLst>
                                  <p:childTnLst>
                                    <p:set>
                                      <p:cBhvr>
                                        <p:cTn id="112" dur="1" fill="hold">
                                          <p:stCondLst>
                                            <p:cond delay="0"/>
                                          </p:stCondLst>
                                        </p:cTn>
                                        <p:tgtEl>
                                          <p:spTgt spid="91"/>
                                        </p:tgtEl>
                                        <p:attrNameLst>
                                          <p:attrName>style.visibility</p:attrName>
                                        </p:attrNameLst>
                                      </p:cBhvr>
                                      <p:to>
                                        <p:strVal val="visible"/>
                                      </p:to>
                                    </p:set>
                                    <p:animEffect transition="in" filter="wipe(up)">
                                      <p:cBhvr>
                                        <p:cTn id="113" dur="500"/>
                                        <p:tgtEl>
                                          <p:spTgt spid="91"/>
                                        </p:tgtEl>
                                      </p:cBhvr>
                                    </p:animEffect>
                                  </p:childTnLst>
                                </p:cTn>
                              </p:par>
                            </p:childTnLst>
                          </p:cTn>
                        </p:par>
                        <p:par>
                          <p:cTn id="114" fill="hold">
                            <p:stCondLst>
                              <p:cond delay="5000"/>
                            </p:stCondLst>
                            <p:childTnLst>
                              <p:par>
                                <p:cTn id="115" presetID="22" presetClass="entr" presetSubtype="1" fill="hold" grpId="0" nodeType="afterEffect">
                                  <p:stCondLst>
                                    <p:cond delay="0"/>
                                  </p:stCondLst>
                                  <p:childTnLst>
                                    <p:set>
                                      <p:cBhvr>
                                        <p:cTn id="116" dur="1" fill="hold">
                                          <p:stCondLst>
                                            <p:cond delay="0"/>
                                          </p:stCondLst>
                                        </p:cTn>
                                        <p:tgtEl>
                                          <p:spTgt spid="93"/>
                                        </p:tgtEl>
                                        <p:attrNameLst>
                                          <p:attrName>style.visibility</p:attrName>
                                        </p:attrNameLst>
                                      </p:cBhvr>
                                      <p:to>
                                        <p:strVal val="visible"/>
                                      </p:to>
                                    </p:set>
                                    <p:animEffect transition="in" filter="wipe(up)">
                                      <p:cBhvr>
                                        <p:cTn id="117" dur="500"/>
                                        <p:tgtEl>
                                          <p:spTgt spid="93"/>
                                        </p:tgtEl>
                                      </p:cBhvr>
                                    </p:animEffect>
                                  </p:childTnLst>
                                </p:cTn>
                              </p:par>
                            </p:childTnLst>
                          </p:cTn>
                        </p:par>
                        <p:par>
                          <p:cTn id="118" fill="hold">
                            <p:stCondLst>
                              <p:cond delay="5500"/>
                            </p:stCondLst>
                            <p:childTnLst>
                              <p:par>
                                <p:cTn id="119" presetID="22" presetClass="entr" presetSubtype="1" fill="hold" grpId="0" nodeType="afterEffect">
                                  <p:stCondLst>
                                    <p:cond delay="0"/>
                                  </p:stCondLst>
                                  <p:childTnLst>
                                    <p:set>
                                      <p:cBhvr>
                                        <p:cTn id="120" dur="1" fill="hold">
                                          <p:stCondLst>
                                            <p:cond delay="0"/>
                                          </p:stCondLst>
                                        </p:cTn>
                                        <p:tgtEl>
                                          <p:spTgt spid="94"/>
                                        </p:tgtEl>
                                        <p:attrNameLst>
                                          <p:attrName>style.visibility</p:attrName>
                                        </p:attrNameLst>
                                      </p:cBhvr>
                                      <p:to>
                                        <p:strVal val="visible"/>
                                      </p:to>
                                    </p:set>
                                    <p:animEffect transition="in" filter="wipe(up)">
                                      <p:cBhvr>
                                        <p:cTn id="121" dur="500"/>
                                        <p:tgtEl>
                                          <p:spTgt spid="94"/>
                                        </p:tgtEl>
                                      </p:cBhvr>
                                    </p:animEffect>
                                  </p:childTnLst>
                                </p:cTn>
                              </p:par>
                            </p:childTnLst>
                          </p:cTn>
                        </p:par>
                        <p:par>
                          <p:cTn id="122" fill="hold">
                            <p:stCondLst>
                              <p:cond delay="6000"/>
                            </p:stCondLst>
                            <p:childTnLst>
                              <p:par>
                                <p:cTn id="123" presetID="22" presetClass="entr" presetSubtype="1" fill="hold" grpId="0" nodeType="afterEffect">
                                  <p:stCondLst>
                                    <p:cond delay="0"/>
                                  </p:stCondLst>
                                  <p:childTnLst>
                                    <p:set>
                                      <p:cBhvr>
                                        <p:cTn id="124" dur="1" fill="hold">
                                          <p:stCondLst>
                                            <p:cond delay="0"/>
                                          </p:stCondLst>
                                        </p:cTn>
                                        <p:tgtEl>
                                          <p:spTgt spid="85">
                                            <p:txEl>
                                              <p:pRg st="12" end="12"/>
                                            </p:txEl>
                                          </p:spTgt>
                                        </p:tgtEl>
                                        <p:attrNameLst>
                                          <p:attrName>style.visibility</p:attrName>
                                        </p:attrNameLst>
                                      </p:cBhvr>
                                      <p:to>
                                        <p:strVal val="visible"/>
                                      </p:to>
                                    </p:set>
                                    <p:animEffect transition="in" filter="wipe(up)">
                                      <p:cBhvr>
                                        <p:cTn id="125" dur="500"/>
                                        <p:tgtEl>
                                          <p:spTgt spid="85">
                                            <p:txEl>
                                              <p:pRg st="12" end="12"/>
                                            </p:txEl>
                                          </p:spTgt>
                                        </p:tgtEl>
                                      </p:cBhvr>
                                    </p:animEffect>
                                  </p:childTnLst>
                                </p:cTn>
                              </p:par>
                            </p:childTnLst>
                          </p:cTn>
                        </p:par>
                        <p:par>
                          <p:cTn id="126" fill="hold">
                            <p:stCondLst>
                              <p:cond delay="6500"/>
                            </p:stCondLst>
                            <p:childTnLst>
                              <p:par>
                                <p:cTn id="127" presetID="22" presetClass="entr" presetSubtype="8" fill="hold" grpId="0" nodeType="afterEffect">
                                  <p:stCondLst>
                                    <p:cond delay="0"/>
                                  </p:stCondLst>
                                  <p:childTnLst>
                                    <p:set>
                                      <p:cBhvr>
                                        <p:cTn id="128" dur="1" fill="hold">
                                          <p:stCondLst>
                                            <p:cond delay="0"/>
                                          </p:stCondLst>
                                        </p:cTn>
                                        <p:tgtEl>
                                          <p:spTgt spid="88"/>
                                        </p:tgtEl>
                                        <p:attrNameLst>
                                          <p:attrName>style.visibility</p:attrName>
                                        </p:attrNameLst>
                                      </p:cBhvr>
                                      <p:to>
                                        <p:strVal val="visible"/>
                                      </p:to>
                                    </p:set>
                                    <p:animEffect transition="in" filter="wipe(left)">
                                      <p:cBhvr>
                                        <p:cTn id="129" dur="500"/>
                                        <p:tgtEl>
                                          <p:spTgt spid="88"/>
                                        </p:tgtEl>
                                      </p:cBhvr>
                                    </p:animEffect>
                                  </p:childTnLst>
                                </p:cTn>
                              </p:par>
                            </p:childTnLst>
                          </p:cTn>
                        </p:par>
                        <p:par>
                          <p:cTn id="130" fill="hold">
                            <p:stCondLst>
                              <p:cond delay="7000"/>
                            </p:stCondLst>
                            <p:childTnLst>
                              <p:par>
                                <p:cTn id="131" presetID="22" presetClass="entr" presetSubtype="8" fill="hold" grpId="0" nodeType="afterEffect">
                                  <p:stCondLst>
                                    <p:cond delay="0"/>
                                  </p:stCondLst>
                                  <p:childTnLst>
                                    <p:set>
                                      <p:cBhvr>
                                        <p:cTn id="132" dur="1" fill="hold">
                                          <p:stCondLst>
                                            <p:cond delay="0"/>
                                          </p:stCondLst>
                                        </p:cTn>
                                        <p:tgtEl>
                                          <p:spTgt spid="90"/>
                                        </p:tgtEl>
                                        <p:attrNameLst>
                                          <p:attrName>style.visibility</p:attrName>
                                        </p:attrNameLst>
                                      </p:cBhvr>
                                      <p:to>
                                        <p:strVal val="visible"/>
                                      </p:to>
                                    </p:set>
                                    <p:animEffect transition="in" filter="wipe(left)">
                                      <p:cBhvr>
                                        <p:cTn id="133" dur="500"/>
                                        <p:tgtEl>
                                          <p:spTgt spid="90"/>
                                        </p:tgtEl>
                                      </p:cBhvr>
                                    </p:animEffect>
                                  </p:childTnLst>
                                </p:cTn>
                              </p:par>
                            </p:childTnLst>
                          </p:cTn>
                        </p:par>
                        <p:par>
                          <p:cTn id="134" fill="hold">
                            <p:stCondLst>
                              <p:cond delay="7500"/>
                            </p:stCondLst>
                            <p:childTnLst>
                              <p:par>
                                <p:cTn id="135" presetID="22" presetClass="entr" presetSubtype="8" fill="hold" grpId="0" nodeType="afterEffect">
                                  <p:stCondLst>
                                    <p:cond delay="0"/>
                                  </p:stCondLst>
                                  <p:childTnLst>
                                    <p:set>
                                      <p:cBhvr>
                                        <p:cTn id="136" dur="1" fill="hold">
                                          <p:stCondLst>
                                            <p:cond delay="0"/>
                                          </p:stCondLst>
                                        </p:cTn>
                                        <p:tgtEl>
                                          <p:spTgt spid="48"/>
                                        </p:tgtEl>
                                        <p:attrNameLst>
                                          <p:attrName>style.visibility</p:attrName>
                                        </p:attrNameLst>
                                      </p:cBhvr>
                                      <p:to>
                                        <p:strVal val="visible"/>
                                      </p:to>
                                    </p:set>
                                    <p:animEffect transition="in" filter="wipe(left)">
                                      <p:cBhvr>
                                        <p:cTn id="137" dur="500"/>
                                        <p:tgtEl>
                                          <p:spTgt spid="48"/>
                                        </p:tgtEl>
                                      </p:cBhvr>
                                    </p:animEffect>
                                  </p:childTnLst>
                                </p:cTn>
                              </p:par>
                            </p:childTnLst>
                          </p:cTn>
                        </p:par>
                        <p:par>
                          <p:cTn id="138" fill="hold">
                            <p:stCondLst>
                              <p:cond delay="8000"/>
                            </p:stCondLst>
                            <p:childTnLst>
                              <p:par>
                                <p:cTn id="139" presetID="22" presetClass="entr" presetSubtype="8" fill="hold" grpId="0" nodeType="afterEffect">
                                  <p:stCondLst>
                                    <p:cond delay="0"/>
                                  </p:stCondLst>
                                  <p:childTnLst>
                                    <p:set>
                                      <p:cBhvr>
                                        <p:cTn id="140" dur="1" fill="hold">
                                          <p:stCondLst>
                                            <p:cond delay="0"/>
                                          </p:stCondLst>
                                        </p:cTn>
                                        <p:tgtEl>
                                          <p:spTgt spid="87"/>
                                        </p:tgtEl>
                                        <p:attrNameLst>
                                          <p:attrName>style.visibility</p:attrName>
                                        </p:attrNameLst>
                                      </p:cBhvr>
                                      <p:to>
                                        <p:strVal val="visible"/>
                                      </p:to>
                                    </p:set>
                                    <p:animEffect transition="in" filter="wipe(left)">
                                      <p:cBhvr>
                                        <p:cTn id="141" dur="500"/>
                                        <p:tgtEl>
                                          <p:spTgt spid="87"/>
                                        </p:tgtEl>
                                      </p:cBhvr>
                                    </p:animEffect>
                                  </p:childTnLst>
                                </p:cTn>
                              </p:par>
                            </p:childTnLst>
                          </p:cTn>
                        </p:par>
                        <p:par>
                          <p:cTn id="142" fill="hold">
                            <p:stCondLst>
                              <p:cond delay="8500"/>
                            </p:stCondLst>
                            <p:childTnLst>
                              <p:par>
                                <p:cTn id="143" presetID="22" presetClass="entr" presetSubtype="1" fill="hold" grpId="0" nodeType="afterEffect">
                                  <p:stCondLst>
                                    <p:cond delay="0"/>
                                  </p:stCondLst>
                                  <p:childTnLst>
                                    <p:set>
                                      <p:cBhvr>
                                        <p:cTn id="144" dur="1" fill="hold">
                                          <p:stCondLst>
                                            <p:cond delay="0"/>
                                          </p:stCondLst>
                                        </p:cTn>
                                        <p:tgtEl>
                                          <p:spTgt spid="85">
                                            <p:txEl>
                                              <p:pRg st="14" end="14"/>
                                            </p:txEl>
                                          </p:spTgt>
                                        </p:tgtEl>
                                        <p:attrNameLst>
                                          <p:attrName>style.visibility</p:attrName>
                                        </p:attrNameLst>
                                      </p:cBhvr>
                                      <p:to>
                                        <p:strVal val="visible"/>
                                      </p:to>
                                    </p:set>
                                    <p:animEffect transition="in" filter="wipe(up)">
                                      <p:cBhvr>
                                        <p:cTn id="145" dur="500"/>
                                        <p:tgtEl>
                                          <p:spTgt spid="85">
                                            <p:txEl>
                                              <p:pRg st="14" end="14"/>
                                            </p:txEl>
                                          </p:spTgt>
                                        </p:tgtEl>
                                      </p:cBhvr>
                                    </p:animEffect>
                                  </p:childTnLst>
                                </p:cTn>
                              </p:par>
                            </p:childTnLst>
                          </p:cTn>
                        </p:par>
                      </p:childTnLst>
                    </p:cTn>
                  </p:par>
                  <p:par>
                    <p:cTn id="146" fill="hold">
                      <p:stCondLst>
                        <p:cond delay="indefinite"/>
                      </p:stCondLst>
                      <p:childTnLst>
                        <p:par>
                          <p:cTn id="147" fill="hold">
                            <p:stCondLst>
                              <p:cond delay="0"/>
                            </p:stCondLst>
                            <p:childTnLst>
                              <p:par>
                                <p:cTn id="148" presetID="22" presetClass="entr" presetSubtype="1" fill="hold" grpId="0" nodeType="clickEffect">
                                  <p:stCondLst>
                                    <p:cond delay="0"/>
                                  </p:stCondLst>
                                  <p:childTnLst>
                                    <p:set>
                                      <p:cBhvr>
                                        <p:cTn id="149" dur="1" fill="hold">
                                          <p:stCondLst>
                                            <p:cond delay="0"/>
                                          </p:stCondLst>
                                        </p:cTn>
                                        <p:tgtEl>
                                          <p:spTgt spid="83">
                                            <p:bg/>
                                          </p:spTgt>
                                        </p:tgtEl>
                                        <p:attrNameLst>
                                          <p:attrName>style.visibility</p:attrName>
                                        </p:attrNameLst>
                                      </p:cBhvr>
                                      <p:to>
                                        <p:strVal val="visible"/>
                                      </p:to>
                                    </p:set>
                                    <p:animEffect transition="in" filter="wipe(up)">
                                      <p:cBhvr>
                                        <p:cTn id="150" dur="500"/>
                                        <p:tgtEl>
                                          <p:spTgt spid="83">
                                            <p:bg/>
                                          </p:spTgt>
                                        </p:tgtEl>
                                      </p:cBhvr>
                                    </p:animEffect>
                                  </p:childTnLst>
                                </p:cTn>
                              </p:par>
                              <p:par>
                                <p:cTn id="151" presetID="22" presetClass="entr" presetSubtype="1" fill="hold" grpId="0" nodeType="withEffect">
                                  <p:stCondLst>
                                    <p:cond delay="0"/>
                                  </p:stCondLst>
                                  <p:childTnLst>
                                    <p:set>
                                      <p:cBhvr>
                                        <p:cTn id="152" dur="1" fill="hold">
                                          <p:stCondLst>
                                            <p:cond delay="0"/>
                                          </p:stCondLst>
                                        </p:cTn>
                                        <p:tgtEl>
                                          <p:spTgt spid="83">
                                            <p:txEl>
                                              <p:pRg st="0" end="0"/>
                                            </p:txEl>
                                          </p:spTgt>
                                        </p:tgtEl>
                                        <p:attrNameLst>
                                          <p:attrName>style.visibility</p:attrName>
                                        </p:attrNameLst>
                                      </p:cBhvr>
                                      <p:to>
                                        <p:strVal val="visible"/>
                                      </p:to>
                                    </p:set>
                                    <p:animEffect transition="in" filter="wipe(up)">
                                      <p:cBhvr>
                                        <p:cTn id="153" dur="500"/>
                                        <p:tgtEl>
                                          <p:spTgt spid="83">
                                            <p:txEl>
                                              <p:pRg st="0" end="0"/>
                                            </p:txEl>
                                          </p:spTgt>
                                        </p:tgtEl>
                                      </p:cBhvr>
                                    </p:animEffect>
                                  </p:childTnLst>
                                </p:cTn>
                              </p:par>
                            </p:childTnLst>
                          </p:cTn>
                        </p:par>
                        <p:par>
                          <p:cTn id="154" fill="hold">
                            <p:stCondLst>
                              <p:cond delay="500"/>
                            </p:stCondLst>
                            <p:childTnLst>
                              <p:par>
                                <p:cTn id="155" presetID="22" presetClass="entr" presetSubtype="1" fill="hold" grpId="0" nodeType="afterEffect">
                                  <p:stCondLst>
                                    <p:cond delay="0"/>
                                  </p:stCondLst>
                                  <p:childTnLst>
                                    <p:set>
                                      <p:cBhvr>
                                        <p:cTn id="156" dur="1" fill="hold">
                                          <p:stCondLst>
                                            <p:cond delay="0"/>
                                          </p:stCondLst>
                                        </p:cTn>
                                        <p:tgtEl>
                                          <p:spTgt spid="126">
                                            <p:bg/>
                                          </p:spTgt>
                                        </p:tgtEl>
                                        <p:attrNameLst>
                                          <p:attrName>style.visibility</p:attrName>
                                        </p:attrNameLst>
                                      </p:cBhvr>
                                      <p:to>
                                        <p:strVal val="visible"/>
                                      </p:to>
                                    </p:set>
                                    <p:animEffect transition="in" filter="wipe(up)">
                                      <p:cBhvr>
                                        <p:cTn id="157" dur="500"/>
                                        <p:tgtEl>
                                          <p:spTgt spid="126">
                                            <p:bg/>
                                          </p:spTgt>
                                        </p:tgtEl>
                                      </p:cBhvr>
                                    </p:animEffect>
                                  </p:childTnLst>
                                </p:cTn>
                              </p:par>
                            </p:childTnLst>
                          </p:cTn>
                        </p:par>
                        <p:par>
                          <p:cTn id="158" fill="hold">
                            <p:stCondLst>
                              <p:cond delay="1000"/>
                            </p:stCondLst>
                            <p:childTnLst>
                              <p:par>
                                <p:cTn id="159" presetID="22" presetClass="entr" presetSubtype="1" fill="hold" grpId="0" nodeType="afterEffect">
                                  <p:stCondLst>
                                    <p:cond delay="0"/>
                                  </p:stCondLst>
                                  <p:childTnLst>
                                    <p:set>
                                      <p:cBhvr>
                                        <p:cTn id="160" dur="1" fill="hold">
                                          <p:stCondLst>
                                            <p:cond delay="0"/>
                                          </p:stCondLst>
                                        </p:cTn>
                                        <p:tgtEl>
                                          <p:spTgt spid="126">
                                            <p:txEl>
                                              <p:pRg st="0" end="0"/>
                                            </p:txEl>
                                          </p:spTgt>
                                        </p:tgtEl>
                                        <p:attrNameLst>
                                          <p:attrName>style.visibility</p:attrName>
                                        </p:attrNameLst>
                                      </p:cBhvr>
                                      <p:to>
                                        <p:strVal val="visible"/>
                                      </p:to>
                                    </p:set>
                                    <p:animEffect transition="in" filter="wipe(up)">
                                      <p:cBhvr>
                                        <p:cTn id="161" dur="500"/>
                                        <p:tgtEl>
                                          <p:spTgt spid="126">
                                            <p:txEl>
                                              <p:pRg st="0" end="0"/>
                                            </p:txEl>
                                          </p:spTgt>
                                        </p:tgtEl>
                                      </p:cBhvr>
                                    </p:animEffect>
                                  </p:childTnLst>
                                </p:cTn>
                              </p:par>
                            </p:childTnLst>
                          </p:cTn>
                        </p:par>
                        <p:par>
                          <p:cTn id="162" fill="hold">
                            <p:stCondLst>
                              <p:cond delay="1500"/>
                            </p:stCondLst>
                            <p:childTnLst>
                              <p:par>
                                <p:cTn id="163" presetID="22" presetClass="entr" presetSubtype="1" fill="hold" grpId="0" nodeType="afterEffect">
                                  <p:stCondLst>
                                    <p:cond delay="0"/>
                                  </p:stCondLst>
                                  <p:childTnLst>
                                    <p:set>
                                      <p:cBhvr>
                                        <p:cTn id="164" dur="1" fill="hold">
                                          <p:stCondLst>
                                            <p:cond delay="0"/>
                                          </p:stCondLst>
                                        </p:cTn>
                                        <p:tgtEl>
                                          <p:spTgt spid="126">
                                            <p:txEl>
                                              <p:pRg st="1" end="1"/>
                                            </p:txEl>
                                          </p:spTgt>
                                        </p:tgtEl>
                                        <p:attrNameLst>
                                          <p:attrName>style.visibility</p:attrName>
                                        </p:attrNameLst>
                                      </p:cBhvr>
                                      <p:to>
                                        <p:strVal val="visible"/>
                                      </p:to>
                                    </p:set>
                                    <p:animEffect transition="in" filter="wipe(up)">
                                      <p:cBhvr>
                                        <p:cTn id="165" dur="500"/>
                                        <p:tgtEl>
                                          <p:spTgt spid="126">
                                            <p:txEl>
                                              <p:pRg st="1" end="1"/>
                                            </p:txEl>
                                          </p:spTgt>
                                        </p:tgtEl>
                                      </p:cBhvr>
                                    </p:animEffect>
                                  </p:childTnLst>
                                </p:cTn>
                              </p:par>
                            </p:childTnLst>
                          </p:cTn>
                        </p:par>
                        <p:par>
                          <p:cTn id="166" fill="hold">
                            <p:stCondLst>
                              <p:cond delay="2000"/>
                            </p:stCondLst>
                            <p:childTnLst>
                              <p:par>
                                <p:cTn id="167" presetID="22" presetClass="entr" presetSubtype="8" fill="hold" nodeType="afterEffect">
                                  <p:stCondLst>
                                    <p:cond delay="0"/>
                                  </p:stCondLst>
                                  <p:childTnLst>
                                    <p:set>
                                      <p:cBhvr>
                                        <p:cTn id="168" dur="1" fill="hold">
                                          <p:stCondLst>
                                            <p:cond delay="0"/>
                                          </p:stCondLst>
                                        </p:cTn>
                                        <p:tgtEl>
                                          <p:spTgt spid="100"/>
                                        </p:tgtEl>
                                        <p:attrNameLst>
                                          <p:attrName>style.visibility</p:attrName>
                                        </p:attrNameLst>
                                      </p:cBhvr>
                                      <p:to>
                                        <p:strVal val="visible"/>
                                      </p:to>
                                    </p:set>
                                    <p:animEffect transition="in" filter="wipe(left)">
                                      <p:cBhvr>
                                        <p:cTn id="169" dur="1000"/>
                                        <p:tgtEl>
                                          <p:spTgt spid="100"/>
                                        </p:tgtEl>
                                      </p:cBhvr>
                                    </p:animEffect>
                                  </p:childTnLst>
                                </p:cTn>
                              </p:par>
                            </p:childTnLst>
                          </p:cTn>
                        </p:par>
                      </p:childTnLst>
                    </p:cTn>
                  </p:par>
                  <p:par>
                    <p:cTn id="170" fill="hold">
                      <p:stCondLst>
                        <p:cond delay="indefinite"/>
                      </p:stCondLst>
                      <p:childTnLst>
                        <p:par>
                          <p:cTn id="171" fill="hold">
                            <p:stCondLst>
                              <p:cond delay="0"/>
                            </p:stCondLst>
                            <p:childTnLst>
                              <p:par>
                                <p:cTn id="172" presetID="22" presetClass="entr" presetSubtype="1" fill="hold" grpId="0" nodeType="clickEffect">
                                  <p:stCondLst>
                                    <p:cond delay="0"/>
                                  </p:stCondLst>
                                  <p:childTnLst>
                                    <p:set>
                                      <p:cBhvr>
                                        <p:cTn id="173" dur="1" fill="hold">
                                          <p:stCondLst>
                                            <p:cond delay="0"/>
                                          </p:stCondLst>
                                        </p:cTn>
                                        <p:tgtEl>
                                          <p:spTgt spid="83">
                                            <p:txEl>
                                              <p:pRg st="1" end="1"/>
                                            </p:txEl>
                                          </p:spTgt>
                                        </p:tgtEl>
                                        <p:attrNameLst>
                                          <p:attrName>style.visibility</p:attrName>
                                        </p:attrNameLst>
                                      </p:cBhvr>
                                      <p:to>
                                        <p:strVal val="visible"/>
                                      </p:to>
                                    </p:set>
                                    <p:animEffect transition="in" filter="wipe(up)">
                                      <p:cBhvr>
                                        <p:cTn id="174" dur="500"/>
                                        <p:tgtEl>
                                          <p:spTgt spid="83">
                                            <p:txEl>
                                              <p:pRg st="1" end="1"/>
                                            </p:txEl>
                                          </p:spTgt>
                                        </p:tgtEl>
                                      </p:cBhvr>
                                    </p:animEffect>
                                  </p:childTnLst>
                                </p:cTn>
                              </p:par>
                            </p:childTnLst>
                          </p:cTn>
                        </p:par>
                      </p:childTnLst>
                    </p:cTn>
                  </p:par>
                  <p:par>
                    <p:cTn id="175" fill="hold">
                      <p:stCondLst>
                        <p:cond delay="indefinite"/>
                      </p:stCondLst>
                      <p:childTnLst>
                        <p:par>
                          <p:cTn id="176" fill="hold">
                            <p:stCondLst>
                              <p:cond delay="0"/>
                            </p:stCondLst>
                            <p:childTnLst>
                              <p:par>
                                <p:cTn id="177" presetID="22" presetClass="entr" presetSubtype="1" fill="hold" grpId="0" nodeType="clickEffect">
                                  <p:stCondLst>
                                    <p:cond delay="0"/>
                                  </p:stCondLst>
                                  <p:childTnLst>
                                    <p:set>
                                      <p:cBhvr>
                                        <p:cTn id="178" dur="1" fill="hold">
                                          <p:stCondLst>
                                            <p:cond delay="0"/>
                                          </p:stCondLst>
                                        </p:cTn>
                                        <p:tgtEl>
                                          <p:spTgt spid="102"/>
                                        </p:tgtEl>
                                        <p:attrNameLst>
                                          <p:attrName>style.visibility</p:attrName>
                                        </p:attrNameLst>
                                      </p:cBhvr>
                                      <p:to>
                                        <p:strVal val="visible"/>
                                      </p:to>
                                    </p:set>
                                    <p:animEffect transition="in" filter="wipe(up)">
                                      <p:cBhvr>
                                        <p:cTn id="179" dur="500"/>
                                        <p:tgtEl>
                                          <p:spTgt spid="102"/>
                                        </p:tgtEl>
                                      </p:cBhvr>
                                    </p:animEffect>
                                  </p:childTnLst>
                                </p:cTn>
                              </p:par>
                            </p:childTnLst>
                          </p:cTn>
                        </p:par>
                        <p:par>
                          <p:cTn id="180" fill="hold">
                            <p:stCondLst>
                              <p:cond delay="500"/>
                            </p:stCondLst>
                            <p:childTnLst>
                              <p:par>
                                <p:cTn id="181" presetID="22" presetClass="entr" presetSubtype="1" fill="hold" grpId="0" nodeType="afterEffect">
                                  <p:stCondLst>
                                    <p:cond delay="0"/>
                                  </p:stCondLst>
                                  <p:childTnLst>
                                    <p:set>
                                      <p:cBhvr>
                                        <p:cTn id="182" dur="1" fill="hold">
                                          <p:stCondLst>
                                            <p:cond delay="0"/>
                                          </p:stCondLst>
                                        </p:cTn>
                                        <p:tgtEl>
                                          <p:spTgt spid="83">
                                            <p:txEl>
                                              <p:pRg st="2" end="2"/>
                                            </p:txEl>
                                          </p:spTgt>
                                        </p:tgtEl>
                                        <p:attrNameLst>
                                          <p:attrName>style.visibility</p:attrName>
                                        </p:attrNameLst>
                                      </p:cBhvr>
                                      <p:to>
                                        <p:strVal val="visible"/>
                                      </p:to>
                                    </p:set>
                                    <p:animEffect transition="in" filter="wipe(up)">
                                      <p:cBhvr>
                                        <p:cTn id="183" dur="500"/>
                                        <p:tgtEl>
                                          <p:spTgt spid="83">
                                            <p:txEl>
                                              <p:pRg st="2" end="2"/>
                                            </p:txEl>
                                          </p:spTgt>
                                        </p:tgtEl>
                                      </p:cBhvr>
                                    </p:animEffect>
                                  </p:childTnLst>
                                </p:cTn>
                              </p:par>
                            </p:childTnLst>
                          </p:cTn>
                        </p:par>
                      </p:childTnLst>
                    </p:cTn>
                  </p:par>
                  <p:par>
                    <p:cTn id="184" fill="hold">
                      <p:stCondLst>
                        <p:cond delay="indefinite"/>
                      </p:stCondLst>
                      <p:childTnLst>
                        <p:par>
                          <p:cTn id="185" fill="hold">
                            <p:stCondLst>
                              <p:cond delay="0"/>
                            </p:stCondLst>
                            <p:childTnLst>
                              <p:par>
                                <p:cTn id="186" presetID="47" presetClass="entr" presetSubtype="0" fill="hold" grpId="0" nodeType="clickEffect">
                                  <p:stCondLst>
                                    <p:cond delay="0"/>
                                  </p:stCondLst>
                                  <p:childTnLst>
                                    <p:set>
                                      <p:cBhvr>
                                        <p:cTn id="187" dur="1" fill="hold">
                                          <p:stCondLst>
                                            <p:cond delay="0"/>
                                          </p:stCondLst>
                                        </p:cTn>
                                        <p:tgtEl>
                                          <p:spTgt spid="110"/>
                                        </p:tgtEl>
                                        <p:attrNameLst>
                                          <p:attrName>style.visibility</p:attrName>
                                        </p:attrNameLst>
                                      </p:cBhvr>
                                      <p:to>
                                        <p:strVal val="visible"/>
                                      </p:to>
                                    </p:set>
                                    <p:animEffect transition="in" filter="fade">
                                      <p:cBhvr>
                                        <p:cTn id="188" dur="1000"/>
                                        <p:tgtEl>
                                          <p:spTgt spid="110"/>
                                        </p:tgtEl>
                                      </p:cBhvr>
                                    </p:animEffect>
                                    <p:anim calcmode="lin" valueType="num">
                                      <p:cBhvr>
                                        <p:cTn id="189" dur="1000" fill="hold"/>
                                        <p:tgtEl>
                                          <p:spTgt spid="110"/>
                                        </p:tgtEl>
                                        <p:attrNameLst>
                                          <p:attrName>ppt_x</p:attrName>
                                        </p:attrNameLst>
                                      </p:cBhvr>
                                      <p:tavLst>
                                        <p:tav tm="0">
                                          <p:val>
                                            <p:strVal val="#ppt_x"/>
                                          </p:val>
                                        </p:tav>
                                        <p:tav tm="100000">
                                          <p:val>
                                            <p:strVal val="#ppt_x"/>
                                          </p:val>
                                        </p:tav>
                                      </p:tavLst>
                                    </p:anim>
                                    <p:anim calcmode="lin" valueType="num">
                                      <p:cBhvr>
                                        <p:cTn id="190" dur="1000" fill="hold"/>
                                        <p:tgtEl>
                                          <p:spTgt spid="110"/>
                                        </p:tgtEl>
                                        <p:attrNameLst>
                                          <p:attrName>ppt_y</p:attrName>
                                        </p:attrNameLst>
                                      </p:cBhvr>
                                      <p:tavLst>
                                        <p:tav tm="0">
                                          <p:val>
                                            <p:strVal val="#ppt_y-.1"/>
                                          </p:val>
                                        </p:tav>
                                        <p:tav tm="100000">
                                          <p:val>
                                            <p:strVal val="#ppt_y"/>
                                          </p:val>
                                        </p:tav>
                                      </p:tavLst>
                                    </p:anim>
                                  </p:childTnLst>
                                </p:cTn>
                              </p:par>
                            </p:childTnLst>
                          </p:cTn>
                        </p:par>
                        <p:par>
                          <p:cTn id="191" fill="hold">
                            <p:stCondLst>
                              <p:cond delay="1000"/>
                            </p:stCondLst>
                            <p:childTnLst>
                              <p:par>
                                <p:cTn id="192" presetID="47" presetClass="entr" presetSubtype="0" fill="hold" grpId="0" nodeType="afterEffect">
                                  <p:stCondLst>
                                    <p:cond delay="0"/>
                                  </p:stCondLst>
                                  <p:childTnLst>
                                    <p:set>
                                      <p:cBhvr>
                                        <p:cTn id="193" dur="1" fill="hold">
                                          <p:stCondLst>
                                            <p:cond delay="0"/>
                                          </p:stCondLst>
                                        </p:cTn>
                                        <p:tgtEl>
                                          <p:spTgt spid="114"/>
                                        </p:tgtEl>
                                        <p:attrNameLst>
                                          <p:attrName>style.visibility</p:attrName>
                                        </p:attrNameLst>
                                      </p:cBhvr>
                                      <p:to>
                                        <p:strVal val="visible"/>
                                      </p:to>
                                    </p:set>
                                    <p:animEffect transition="in" filter="fade">
                                      <p:cBhvr>
                                        <p:cTn id="194" dur="1000"/>
                                        <p:tgtEl>
                                          <p:spTgt spid="114"/>
                                        </p:tgtEl>
                                      </p:cBhvr>
                                    </p:animEffect>
                                    <p:anim calcmode="lin" valueType="num">
                                      <p:cBhvr>
                                        <p:cTn id="195" dur="1000" fill="hold"/>
                                        <p:tgtEl>
                                          <p:spTgt spid="114"/>
                                        </p:tgtEl>
                                        <p:attrNameLst>
                                          <p:attrName>ppt_x</p:attrName>
                                        </p:attrNameLst>
                                      </p:cBhvr>
                                      <p:tavLst>
                                        <p:tav tm="0">
                                          <p:val>
                                            <p:strVal val="#ppt_x"/>
                                          </p:val>
                                        </p:tav>
                                        <p:tav tm="100000">
                                          <p:val>
                                            <p:strVal val="#ppt_x"/>
                                          </p:val>
                                        </p:tav>
                                      </p:tavLst>
                                    </p:anim>
                                    <p:anim calcmode="lin" valueType="num">
                                      <p:cBhvr>
                                        <p:cTn id="196" dur="1000" fill="hold"/>
                                        <p:tgtEl>
                                          <p:spTgt spid="114"/>
                                        </p:tgtEl>
                                        <p:attrNameLst>
                                          <p:attrName>ppt_y</p:attrName>
                                        </p:attrNameLst>
                                      </p:cBhvr>
                                      <p:tavLst>
                                        <p:tav tm="0">
                                          <p:val>
                                            <p:strVal val="#ppt_y-.1"/>
                                          </p:val>
                                        </p:tav>
                                        <p:tav tm="100000">
                                          <p:val>
                                            <p:strVal val="#ppt_y"/>
                                          </p:val>
                                        </p:tav>
                                      </p:tavLst>
                                    </p:anim>
                                  </p:childTnLst>
                                </p:cTn>
                              </p:par>
                            </p:childTnLst>
                          </p:cTn>
                        </p:par>
                      </p:childTnLst>
                    </p:cTn>
                  </p:par>
                  <p:par>
                    <p:cTn id="197" fill="hold">
                      <p:stCondLst>
                        <p:cond delay="indefinite"/>
                      </p:stCondLst>
                      <p:childTnLst>
                        <p:par>
                          <p:cTn id="198" fill="hold">
                            <p:stCondLst>
                              <p:cond delay="0"/>
                            </p:stCondLst>
                            <p:childTnLst>
                              <p:par>
                                <p:cTn id="199" presetID="22" presetClass="entr" presetSubtype="1" fill="hold" grpId="0" nodeType="clickEffect">
                                  <p:stCondLst>
                                    <p:cond delay="0"/>
                                  </p:stCondLst>
                                  <p:childTnLst>
                                    <p:set>
                                      <p:cBhvr>
                                        <p:cTn id="200" dur="1" fill="hold">
                                          <p:stCondLst>
                                            <p:cond delay="0"/>
                                          </p:stCondLst>
                                        </p:cTn>
                                        <p:tgtEl>
                                          <p:spTgt spid="83">
                                            <p:txEl>
                                              <p:pRg st="3" end="3"/>
                                            </p:txEl>
                                          </p:spTgt>
                                        </p:tgtEl>
                                        <p:attrNameLst>
                                          <p:attrName>style.visibility</p:attrName>
                                        </p:attrNameLst>
                                      </p:cBhvr>
                                      <p:to>
                                        <p:strVal val="visible"/>
                                      </p:to>
                                    </p:set>
                                    <p:animEffect transition="in" filter="wipe(up)">
                                      <p:cBhvr>
                                        <p:cTn id="201" dur="500"/>
                                        <p:tgtEl>
                                          <p:spTgt spid="83">
                                            <p:txEl>
                                              <p:pRg st="3" end="3"/>
                                            </p:txEl>
                                          </p:spTgt>
                                        </p:tgtEl>
                                      </p:cBhvr>
                                    </p:animEffect>
                                  </p:childTnLst>
                                </p:cTn>
                              </p:par>
                            </p:childTnLst>
                          </p:cTn>
                        </p:par>
                        <p:par>
                          <p:cTn id="202" fill="hold">
                            <p:stCondLst>
                              <p:cond delay="500"/>
                            </p:stCondLst>
                            <p:childTnLst>
                              <p:par>
                                <p:cTn id="203" presetID="22" presetClass="entr" presetSubtype="1" fill="hold" nodeType="afterEffect">
                                  <p:stCondLst>
                                    <p:cond delay="0"/>
                                  </p:stCondLst>
                                  <p:childTnLst>
                                    <p:set>
                                      <p:cBhvr>
                                        <p:cTn id="204" dur="1" fill="hold">
                                          <p:stCondLst>
                                            <p:cond delay="0"/>
                                          </p:stCondLst>
                                        </p:cTn>
                                        <p:tgtEl>
                                          <p:spTgt spid="106"/>
                                        </p:tgtEl>
                                        <p:attrNameLst>
                                          <p:attrName>style.visibility</p:attrName>
                                        </p:attrNameLst>
                                      </p:cBhvr>
                                      <p:to>
                                        <p:strVal val="visible"/>
                                      </p:to>
                                    </p:set>
                                    <p:animEffect transition="in" filter="wipe(up)">
                                      <p:cBhvr>
                                        <p:cTn id="205" dur="500"/>
                                        <p:tgtEl>
                                          <p:spTgt spid="106"/>
                                        </p:tgtEl>
                                      </p:cBhvr>
                                    </p:animEffect>
                                  </p:childTnLst>
                                </p:cTn>
                              </p:par>
                            </p:childTnLst>
                          </p:cTn>
                        </p:par>
                        <p:par>
                          <p:cTn id="206" fill="hold">
                            <p:stCondLst>
                              <p:cond delay="1000"/>
                            </p:stCondLst>
                            <p:childTnLst>
                              <p:par>
                                <p:cTn id="207" presetID="22" presetClass="entr" presetSubtype="1" fill="hold" nodeType="afterEffect">
                                  <p:stCondLst>
                                    <p:cond delay="0"/>
                                  </p:stCondLst>
                                  <p:childTnLst>
                                    <p:set>
                                      <p:cBhvr>
                                        <p:cTn id="208" dur="1" fill="hold">
                                          <p:stCondLst>
                                            <p:cond delay="0"/>
                                          </p:stCondLst>
                                        </p:cTn>
                                        <p:tgtEl>
                                          <p:spTgt spid="54"/>
                                        </p:tgtEl>
                                        <p:attrNameLst>
                                          <p:attrName>style.visibility</p:attrName>
                                        </p:attrNameLst>
                                      </p:cBhvr>
                                      <p:to>
                                        <p:strVal val="visible"/>
                                      </p:to>
                                    </p:set>
                                    <p:animEffect transition="in" filter="wipe(up)">
                                      <p:cBhvr>
                                        <p:cTn id="209" dur="500"/>
                                        <p:tgtEl>
                                          <p:spTgt spid="54"/>
                                        </p:tgtEl>
                                      </p:cBhvr>
                                    </p:animEffect>
                                  </p:childTnLst>
                                </p:cTn>
                              </p:par>
                            </p:childTnLst>
                          </p:cTn>
                        </p:par>
                        <p:par>
                          <p:cTn id="210" fill="hold">
                            <p:stCondLst>
                              <p:cond delay="1500"/>
                            </p:stCondLst>
                            <p:childTnLst>
                              <p:par>
                                <p:cTn id="211" presetID="22" presetClass="entr" presetSubtype="8" fill="hold" grpId="0" nodeType="afterEffect">
                                  <p:stCondLst>
                                    <p:cond delay="0"/>
                                  </p:stCondLst>
                                  <p:childTnLst>
                                    <p:set>
                                      <p:cBhvr>
                                        <p:cTn id="212" dur="1" fill="hold">
                                          <p:stCondLst>
                                            <p:cond delay="0"/>
                                          </p:stCondLst>
                                        </p:cTn>
                                        <p:tgtEl>
                                          <p:spTgt spid="75"/>
                                        </p:tgtEl>
                                        <p:attrNameLst>
                                          <p:attrName>style.visibility</p:attrName>
                                        </p:attrNameLst>
                                      </p:cBhvr>
                                      <p:to>
                                        <p:strVal val="visible"/>
                                      </p:to>
                                    </p:set>
                                    <p:animEffect transition="in" filter="wipe(left)">
                                      <p:cBhvr>
                                        <p:cTn id="213" dur="500"/>
                                        <p:tgtEl>
                                          <p:spTgt spid="75"/>
                                        </p:tgtEl>
                                      </p:cBhvr>
                                    </p:animEffect>
                                  </p:childTnLst>
                                </p:cTn>
                              </p:par>
                            </p:childTnLst>
                          </p:cTn>
                        </p:par>
                        <p:par>
                          <p:cTn id="214" fill="hold">
                            <p:stCondLst>
                              <p:cond delay="2000"/>
                            </p:stCondLst>
                            <p:childTnLst>
                              <p:par>
                                <p:cTn id="215" presetID="22" presetClass="entr" presetSubtype="8" fill="hold" grpId="0" nodeType="afterEffect">
                                  <p:stCondLst>
                                    <p:cond delay="0"/>
                                  </p:stCondLst>
                                  <p:childTnLst>
                                    <p:set>
                                      <p:cBhvr>
                                        <p:cTn id="216" dur="1" fill="hold">
                                          <p:stCondLst>
                                            <p:cond delay="0"/>
                                          </p:stCondLst>
                                        </p:cTn>
                                        <p:tgtEl>
                                          <p:spTgt spid="76"/>
                                        </p:tgtEl>
                                        <p:attrNameLst>
                                          <p:attrName>style.visibility</p:attrName>
                                        </p:attrNameLst>
                                      </p:cBhvr>
                                      <p:to>
                                        <p:strVal val="visible"/>
                                      </p:to>
                                    </p:set>
                                    <p:animEffect transition="in" filter="wipe(left)">
                                      <p:cBhvr>
                                        <p:cTn id="217" dur="500"/>
                                        <p:tgtEl>
                                          <p:spTgt spid="76"/>
                                        </p:tgtEl>
                                      </p:cBhvr>
                                    </p:animEffect>
                                  </p:childTnLst>
                                </p:cTn>
                              </p:par>
                            </p:childTnLst>
                          </p:cTn>
                        </p:par>
                        <p:par>
                          <p:cTn id="218" fill="hold">
                            <p:stCondLst>
                              <p:cond delay="2500"/>
                            </p:stCondLst>
                            <p:childTnLst>
                              <p:par>
                                <p:cTn id="219" presetID="22" presetClass="entr" presetSubtype="8" fill="hold" grpId="0" nodeType="afterEffect">
                                  <p:stCondLst>
                                    <p:cond delay="0"/>
                                  </p:stCondLst>
                                  <p:childTnLst>
                                    <p:set>
                                      <p:cBhvr>
                                        <p:cTn id="220" dur="1" fill="hold">
                                          <p:stCondLst>
                                            <p:cond delay="0"/>
                                          </p:stCondLst>
                                        </p:cTn>
                                        <p:tgtEl>
                                          <p:spTgt spid="109"/>
                                        </p:tgtEl>
                                        <p:attrNameLst>
                                          <p:attrName>style.visibility</p:attrName>
                                        </p:attrNameLst>
                                      </p:cBhvr>
                                      <p:to>
                                        <p:strVal val="visible"/>
                                      </p:to>
                                    </p:set>
                                    <p:animEffect transition="in" filter="wipe(left)">
                                      <p:cBhvr>
                                        <p:cTn id="221" dur="500"/>
                                        <p:tgtEl>
                                          <p:spTgt spid="109"/>
                                        </p:tgtEl>
                                      </p:cBhvr>
                                    </p:animEffect>
                                  </p:childTnLst>
                                </p:cTn>
                              </p:par>
                            </p:childTnLst>
                          </p:cTn>
                        </p:par>
                      </p:childTnLst>
                    </p:cTn>
                  </p:par>
                  <p:par>
                    <p:cTn id="222" fill="hold">
                      <p:stCondLst>
                        <p:cond delay="indefinite"/>
                      </p:stCondLst>
                      <p:childTnLst>
                        <p:par>
                          <p:cTn id="223" fill="hold">
                            <p:stCondLst>
                              <p:cond delay="0"/>
                            </p:stCondLst>
                            <p:childTnLst>
                              <p:par>
                                <p:cTn id="224" presetID="22" presetClass="entr" presetSubtype="1" fill="hold" grpId="0" nodeType="clickEffect">
                                  <p:stCondLst>
                                    <p:cond delay="0"/>
                                  </p:stCondLst>
                                  <p:childTnLst>
                                    <p:set>
                                      <p:cBhvr>
                                        <p:cTn id="225" dur="1" fill="hold">
                                          <p:stCondLst>
                                            <p:cond delay="0"/>
                                          </p:stCondLst>
                                        </p:cTn>
                                        <p:tgtEl>
                                          <p:spTgt spid="83">
                                            <p:txEl>
                                              <p:pRg st="4" end="4"/>
                                            </p:txEl>
                                          </p:spTgt>
                                        </p:tgtEl>
                                        <p:attrNameLst>
                                          <p:attrName>style.visibility</p:attrName>
                                        </p:attrNameLst>
                                      </p:cBhvr>
                                      <p:to>
                                        <p:strVal val="visible"/>
                                      </p:to>
                                    </p:set>
                                    <p:animEffect transition="in" filter="wipe(up)">
                                      <p:cBhvr>
                                        <p:cTn id="226" dur="500"/>
                                        <p:tgtEl>
                                          <p:spTgt spid="83">
                                            <p:txEl>
                                              <p:pRg st="4" end="4"/>
                                            </p:txEl>
                                          </p:spTgt>
                                        </p:tgtEl>
                                      </p:cBhvr>
                                    </p:animEffect>
                                  </p:childTnLst>
                                </p:cTn>
                              </p:par>
                            </p:childTnLst>
                          </p:cTn>
                        </p:par>
                        <p:par>
                          <p:cTn id="227" fill="hold">
                            <p:stCondLst>
                              <p:cond delay="500"/>
                            </p:stCondLst>
                            <p:childTnLst>
                              <p:par>
                                <p:cTn id="228" presetID="22" presetClass="entr" presetSubtype="1" fill="hold" grpId="0" nodeType="afterEffect">
                                  <p:stCondLst>
                                    <p:cond delay="0"/>
                                  </p:stCondLst>
                                  <p:childTnLst>
                                    <p:set>
                                      <p:cBhvr>
                                        <p:cTn id="229" dur="1" fill="hold">
                                          <p:stCondLst>
                                            <p:cond delay="0"/>
                                          </p:stCondLst>
                                        </p:cTn>
                                        <p:tgtEl>
                                          <p:spTgt spid="83">
                                            <p:txEl>
                                              <p:pRg st="5" end="5"/>
                                            </p:txEl>
                                          </p:spTgt>
                                        </p:tgtEl>
                                        <p:attrNameLst>
                                          <p:attrName>style.visibility</p:attrName>
                                        </p:attrNameLst>
                                      </p:cBhvr>
                                      <p:to>
                                        <p:strVal val="visible"/>
                                      </p:to>
                                    </p:set>
                                    <p:animEffect transition="in" filter="wipe(up)">
                                      <p:cBhvr>
                                        <p:cTn id="230" dur="500"/>
                                        <p:tgtEl>
                                          <p:spTgt spid="83">
                                            <p:txEl>
                                              <p:pRg st="5" end="5"/>
                                            </p:txEl>
                                          </p:spTgt>
                                        </p:tgtEl>
                                      </p:cBhvr>
                                    </p:animEffect>
                                  </p:childTnLst>
                                </p:cTn>
                              </p:par>
                            </p:childTnLst>
                          </p:cTn>
                        </p:par>
                        <p:par>
                          <p:cTn id="231" fill="hold">
                            <p:stCondLst>
                              <p:cond delay="1000"/>
                            </p:stCondLst>
                            <p:childTnLst>
                              <p:par>
                                <p:cTn id="232" presetID="22" presetClass="entr" presetSubtype="8" fill="hold" nodeType="afterEffect">
                                  <p:stCondLst>
                                    <p:cond delay="0"/>
                                  </p:stCondLst>
                                  <p:childTnLst>
                                    <p:set>
                                      <p:cBhvr>
                                        <p:cTn id="233" dur="1" fill="hold">
                                          <p:stCondLst>
                                            <p:cond delay="0"/>
                                          </p:stCondLst>
                                        </p:cTn>
                                        <p:tgtEl>
                                          <p:spTgt spid="115"/>
                                        </p:tgtEl>
                                        <p:attrNameLst>
                                          <p:attrName>style.visibility</p:attrName>
                                        </p:attrNameLst>
                                      </p:cBhvr>
                                      <p:to>
                                        <p:strVal val="visible"/>
                                      </p:to>
                                    </p:set>
                                    <p:animEffect transition="in" filter="wipe(left)">
                                      <p:cBhvr>
                                        <p:cTn id="234" dur="1000"/>
                                        <p:tgtEl>
                                          <p:spTgt spid="115"/>
                                        </p:tgtEl>
                                      </p:cBhvr>
                                    </p:animEffect>
                                  </p:childTnLst>
                                </p:cTn>
                              </p:par>
                            </p:childTnLst>
                          </p:cTn>
                        </p:par>
                        <p:par>
                          <p:cTn id="235" fill="hold">
                            <p:stCondLst>
                              <p:cond delay="2000"/>
                            </p:stCondLst>
                            <p:childTnLst>
                              <p:par>
                                <p:cTn id="236" presetID="22" presetClass="exit" presetSubtype="8" fill="hold" grpId="1" nodeType="afterEffect">
                                  <p:stCondLst>
                                    <p:cond delay="0"/>
                                  </p:stCondLst>
                                  <p:childTnLst>
                                    <p:animEffect transition="out" filter="wipe(left)">
                                      <p:cBhvr>
                                        <p:cTn id="237" dur="500"/>
                                        <p:tgtEl>
                                          <p:spTgt spid="91"/>
                                        </p:tgtEl>
                                      </p:cBhvr>
                                    </p:animEffect>
                                    <p:set>
                                      <p:cBhvr>
                                        <p:cTn id="238" dur="1" fill="hold">
                                          <p:stCondLst>
                                            <p:cond delay="499"/>
                                          </p:stCondLst>
                                        </p:cTn>
                                        <p:tgtEl>
                                          <p:spTgt spid="91"/>
                                        </p:tgtEl>
                                        <p:attrNameLst>
                                          <p:attrName>style.visibility</p:attrName>
                                        </p:attrNameLst>
                                      </p:cBhvr>
                                      <p:to>
                                        <p:strVal val="hidden"/>
                                      </p:to>
                                    </p:set>
                                  </p:childTnLst>
                                </p:cTn>
                              </p:par>
                              <p:par>
                                <p:cTn id="239" presetID="22" presetClass="entr" presetSubtype="8" fill="hold" grpId="0" nodeType="withEffect">
                                  <p:stCondLst>
                                    <p:cond delay="0"/>
                                  </p:stCondLst>
                                  <p:childTnLst>
                                    <p:set>
                                      <p:cBhvr>
                                        <p:cTn id="240" dur="1" fill="hold">
                                          <p:stCondLst>
                                            <p:cond delay="0"/>
                                          </p:stCondLst>
                                        </p:cTn>
                                        <p:tgtEl>
                                          <p:spTgt spid="117"/>
                                        </p:tgtEl>
                                        <p:attrNameLst>
                                          <p:attrName>style.visibility</p:attrName>
                                        </p:attrNameLst>
                                      </p:cBhvr>
                                      <p:to>
                                        <p:strVal val="visible"/>
                                      </p:to>
                                    </p:set>
                                    <p:animEffect transition="in" filter="wipe(left)">
                                      <p:cBhvr>
                                        <p:cTn id="241" dur="500"/>
                                        <p:tgtEl>
                                          <p:spTgt spid="117"/>
                                        </p:tgtEl>
                                      </p:cBhvr>
                                    </p:animEffect>
                                  </p:childTnLst>
                                </p:cTn>
                              </p:par>
                            </p:childTnLst>
                          </p:cTn>
                        </p:par>
                      </p:childTnLst>
                    </p:cTn>
                  </p:par>
                  <p:par>
                    <p:cTn id="242" fill="hold">
                      <p:stCondLst>
                        <p:cond delay="indefinite"/>
                      </p:stCondLst>
                      <p:childTnLst>
                        <p:par>
                          <p:cTn id="243" fill="hold">
                            <p:stCondLst>
                              <p:cond delay="0"/>
                            </p:stCondLst>
                            <p:childTnLst>
                              <p:par>
                                <p:cTn id="244" presetID="22" presetClass="entr" presetSubtype="1" fill="hold" grpId="0" nodeType="clickEffect">
                                  <p:stCondLst>
                                    <p:cond delay="0"/>
                                  </p:stCondLst>
                                  <p:childTnLst>
                                    <p:set>
                                      <p:cBhvr>
                                        <p:cTn id="245" dur="1" fill="hold">
                                          <p:stCondLst>
                                            <p:cond delay="0"/>
                                          </p:stCondLst>
                                        </p:cTn>
                                        <p:tgtEl>
                                          <p:spTgt spid="83">
                                            <p:txEl>
                                              <p:pRg st="6" end="6"/>
                                            </p:txEl>
                                          </p:spTgt>
                                        </p:tgtEl>
                                        <p:attrNameLst>
                                          <p:attrName>style.visibility</p:attrName>
                                        </p:attrNameLst>
                                      </p:cBhvr>
                                      <p:to>
                                        <p:strVal val="visible"/>
                                      </p:to>
                                    </p:set>
                                    <p:animEffect transition="in" filter="wipe(up)">
                                      <p:cBhvr>
                                        <p:cTn id="246" dur="500"/>
                                        <p:tgtEl>
                                          <p:spTgt spid="83">
                                            <p:txEl>
                                              <p:pRg st="6" end="6"/>
                                            </p:txEl>
                                          </p:spTgt>
                                        </p:tgtEl>
                                      </p:cBhvr>
                                    </p:animEffect>
                                  </p:childTnLst>
                                </p:cTn>
                              </p:par>
                            </p:childTnLst>
                          </p:cTn>
                        </p:par>
                        <p:par>
                          <p:cTn id="247" fill="hold">
                            <p:stCondLst>
                              <p:cond delay="500"/>
                            </p:stCondLst>
                            <p:childTnLst>
                              <p:par>
                                <p:cTn id="248" presetID="22" presetClass="entr" presetSubtype="1" fill="hold" grpId="0" nodeType="afterEffect">
                                  <p:stCondLst>
                                    <p:cond delay="0"/>
                                  </p:stCondLst>
                                  <p:childTnLst>
                                    <p:set>
                                      <p:cBhvr>
                                        <p:cTn id="249" dur="1" fill="hold">
                                          <p:stCondLst>
                                            <p:cond delay="0"/>
                                          </p:stCondLst>
                                        </p:cTn>
                                        <p:tgtEl>
                                          <p:spTgt spid="83">
                                            <p:txEl>
                                              <p:pRg st="7" end="7"/>
                                            </p:txEl>
                                          </p:spTgt>
                                        </p:tgtEl>
                                        <p:attrNameLst>
                                          <p:attrName>style.visibility</p:attrName>
                                        </p:attrNameLst>
                                      </p:cBhvr>
                                      <p:to>
                                        <p:strVal val="visible"/>
                                      </p:to>
                                    </p:set>
                                    <p:animEffect transition="in" filter="wipe(up)">
                                      <p:cBhvr>
                                        <p:cTn id="250" dur="500"/>
                                        <p:tgtEl>
                                          <p:spTgt spid="83">
                                            <p:txEl>
                                              <p:pRg st="7" end="7"/>
                                            </p:txEl>
                                          </p:spTgt>
                                        </p:tgtEl>
                                      </p:cBhvr>
                                    </p:animEffect>
                                  </p:childTnLst>
                                </p:cTn>
                              </p:par>
                            </p:childTnLst>
                          </p:cTn>
                        </p:par>
                        <p:par>
                          <p:cTn id="251" fill="hold">
                            <p:stCondLst>
                              <p:cond delay="1000"/>
                            </p:stCondLst>
                            <p:childTnLst>
                              <p:par>
                                <p:cTn id="252" presetID="22" presetClass="entr" presetSubtype="1" fill="hold" grpId="0" nodeType="afterEffect">
                                  <p:stCondLst>
                                    <p:cond delay="0"/>
                                  </p:stCondLst>
                                  <p:childTnLst>
                                    <p:set>
                                      <p:cBhvr>
                                        <p:cTn id="253" dur="1" fill="hold">
                                          <p:stCondLst>
                                            <p:cond delay="0"/>
                                          </p:stCondLst>
                                        </p:cTn>
                                        <p:tgtEl>
                                          <p:spTgt spid="83">
                                            <p:txEl>
                                              <p:pRg st="8" end="8"/>
                                            </p:txEl>
                                          </p:spTgt>
                                        </p:tgtEl>
                                        <p:attrNameLst>
                                          <p:attrName>style.visibility</p:attrName>
                                        </p:attrNameLst>
                                      </p:cBhvr>
                                      <p:to>
                                        <p:strVal val="visible"/>
                                      </p:to>
                                    </p:set>
                                    <p:animEffect transition="in" filter="wipe(up)">
                                      <p:cBhvr>
                                        <p:cTn id="254" dur="500"/>
                                        <p:tgtEl>
                                          <p:spTgt spid="83">
                                            <p:txEl>
                                              <p:pRg st="8" end="8"/>
                                            </p:txEl>
                                          </p:spTgt>
                                        </p:tgtEl>
                                      </p:cBhvr>
                                    </p:animEffect>
                                  </p:childTnLst>
                                </p:cTn>
                              </p:par>
                            </p:childTnLst>
                          </p:cTn>
                        </p:par>
                        <p:par>
                          <p:cTn id="255" fill="hold">
                            <p:stCondLst>
                              <p:cond delay="1500"/>
                            </p:stCondLst>
                            <p:childTnLst>
                              <p:par>
                                <p:cTn id="256" presetID="22" presetClass="entr" presetSubtype="1" fill="hold" grpId="0" nodeType="afterEffect">
                                  <p:stCondLst>
                                    <p:cond delay="0"/>
                                  </p:stCondLst>
                                  <p:childTnLst>
                                    <p:set>
                                      <p:cBhvr>
                                        <p:cTn id="257" dur="1" fill="hold">
                                          <p:stCondLst>
                                            <p:cond delay="0"/>
                                          </p:stCondLst>
                                        </p:cTn>
                                        <p:tgtEl>
                                          <p:spTgt spid="83">
                                            <p:txEl>
                                              <p:pRg st="9" end="9"/>
                                            </p:txEl>
                                          </p:spTgt>
                                        </p:tgtEl>
                                        <p:attrNameLst>
                                          <p:attrName>style.visibility</p:attrName>
                                        </p:attrNameLst>
                                      </p:cBhvr>
                                      <p:to>
                                        <p:strVal val="visible"/>
                                      </p:to>
                                    </p:set>
                                    <p:animEffect transition="in" filter="wipe(up)">
                                      <p:cBhvr>
                                        <p:cTn id="258" dur="500"/>
                                        <p:tgtEl>
                                          <p:spTgt spid="83">
                                            <p:txEl>
                                              <p:pRg st="9" end="9"/>
                                            </p:txEl>
                                          </p:spTgt>
                                        </p:tgtEl>
                                      </p:cBhvr>
                                    </p:animEffect>
                                  </p:childTnLst>
                                </p:cTn>
                              </p:par>
                            </p:childTnLst>
                          </p:cTn>
                        </p:par>
                        <p:par>
                          <p:cTn id="259" fill="hold">
                            <p:stCondLst>
                              <p:cond delay="2000"/>
                            </p:stCondLst>
                            <p:childTnLst>
                              <p:par>
                                <p:cTn id="260" presetID="22" presetClass="entr" presetSubtype="1" fill="hold" grpId="0" nodeType="afterEffect">
                                  <p:stCondLst>
                                    <p:cond delay="0"/>
                                  </p:stCondLst>
                                  <p:childTnLst>
                                    <p:set>
                                      <p:cBhvr>
                                        <p:cTn id="261" dur="1" fill="hold">
                                          <p:stCondLst>
                                            <p:cond delay="0"/>
                                          </p:stCondLst>
                                        </p:cTn>
                                        <p:tgtEl>
                                          <p:spTgt spid="83">
                                            <p:txEl>
                                              <p:pRg st="10" end="10"/>
                                            </p:txEl>
                                          </p:spTgt>
                                        </p:tgtEl>
                                        <p:attrNameLst>
                                          <p:attrName>style.visibility</p:attrName>
                                        </p:attrNameLst>
                                      </p:cBhvr>
                                      <p:to>
                                        <p:strVal val="visible"/>
                                      </p:to>
                                    </p:set>
                                    <p:animEffect transition="in" filter="wipe(up)">
                                      <p:cBhvr>
                                        <p:cTn id="262" dur="500"/>
                                        <p:tgtEl>
                                          <p:spTgt spid="83">
                                            <p:txEl>
                                              <p:pRg st="10" end="10"/>
                                            </p:txEl>
                                          </p:spTgt>
                                        </p:tgtEl>
                                      </p:cBhvr>
                                    </p:animEffect>
                                  </p:childTnLst>
                                </p:cTn>
                              </p:par>
                            </p:childTnLst>
                          </p:cTn>
                        </p:par>
                        <p:par>
                          <p:cTn id="263" fill="hold">
                            <p:stCondLst>
                              <p:cond delay="2500"/>
                            </p:stCondLst>
                            <p:childTnLst>
                              <p:par>
                                <p:cTn id="264" presetID="22" presetClass="entr" presetSubtype="1" fill="hold" grpId="0" nodeType="afterEffect">
                                  <p:stCondLst>
                                    <p:cond delay="0"/>
                                  </p:stCondLst>
                                  <p:childTnLst>
                                    <p:set>
                                      <p:cBhvr>
                                        <p:cTn id="265" dur="1" fill="hold">
                                          <p:stCondLst>
                                            <p:cond delay="0"/>
                                          </p:stCondLst>
                                        </p:cTn>
                                        <p:tgtEl>
                                          <p:spTgt spid="83">
                                            <p:txEl>
                                              <p:pRg st="11" end="11"/>
                                            </p:txEl>
                                          </p:spTgt>
                                        </p:tgtEl>
                                        <p:attrNameLst>
                                          <p:attrName>style.visibility</p:attrName>
                                        </p:attrNameLst>
                                      </p:cBhvr>
                                      <p:to>
                                        <p:strVal val="visible"/>
                                      </p:to>
                                    </p:set>
                                    <p:animEffect transition="in" filter="wipe(up)">
                                      <p:cBhvr>
                                        <p:cTn id="266" dur="500"/>
                                        <p:tgtEl>
                                          <p:spTgt spid="83">
                                            <p:txEl>
                                              <p:pRg st="11" end="11"/>
                                            </p:txEl>
                                          </p:spTgt>
                                        </p:tgtEl>
                                      </p:cBhvr>
                                    </p:animEffect>
                                  </p:childTnLst>
                                </p:cTn>
                              </p:par>
                            </p:childTnLst>
                          </p:cTn>
                        </p:par>
                        <p:par>
                          <p:cTn id="267" fill="hold">
                            <p:stCondLst>
                              <p:cond delay="3000"/>
                            </p:stCondLst>
                            <p:childTnLst>
                              <p:par>
                                <p:cTn id="268" presetID="22" presetClass="entr" presetSubtype="8" fill="hold" nodeType="afterEffect">
                                  <p:stCondLst>
                                    <p:cond delay="0"/>
                                  </p:stCondLst>
                                  <p:childTnLst>
                                    <p:set>
                                      <p:cBhvr>
                                        <p:cTn id="269" dur="1" fill="hold">
                                          <p:stCondLst>
                                            <p:cond delay="0"/>
                                          </p:stCondLst>
                                        </p:cTn>
                                        <p:tgtEl>
                                          <p:spTgt spid="118"/>
                                        </p:tgtEl>
                                        <p:attrNameLst>
                                          <p:attrName>style.visibility</p:attrName>
                                        </p:attrNameLst>
                                      </p:cBhvr>
                                      <p:to>
                                        <p:strVal val="visible"/>
                                      </p:to>
                                    </p:set>
                                    <p:animEffect transition="in" filter="wipe(left)">
                                      <p:cBhvr>
                                        <p:cTn id="270" dur="1000"/>
                                        <p:tgtEl>
                                          <p:spTgt spid="118"/>
                                        </p:tgtEl>
                                      </p:cBhvr>
                                    </p:animEffect>
                                  </p:childTnLst>
                                </p:cTn>
                              </p:par>
                            </p:childTnLst>
                          </p:cTn>
                        </p:par>
                        <p:par>
                          <p:cTn id="271" fill="hold">
                            <p:stCondLst>
                              <p:cond delay="4000"/>
                            </p:stCondLst>
                            <p:childTnLst>
                              <p:par>
                                <p:cTn id="272" presetID="22" presetClass="exit" presetSubtype="1" fill="hold" grpId="1" nodeType="afterEffect">
                                  <p:stCondLst>
                                    <p:cond delay="0"/>
                                  </p:stCondLst>
                                  <p:childTnLst>
                                    <p:animEffect transition="out" filter="wipe(up)">
                                      <p:cBhvr>
                                        <p:cTn id="273" dur="500"/>
                                        <p:tgtEl>
                                          <p:spTgt spid="87"/>
                                        </p:tgtEl>
                                      </p:cBhvr>
                                    </p:animEffect>
                                    <p:set>
                                      <p:cBhvr>
                                        <p:cTn id="274" dur="1" fill="hold">
                                          <p:stCondLst>
                                            <p:cond delay="499"/>
                                          </p:stCondLst>
                                        </p:cTn>
                                        <p:tgtEl>
                                          <p:spTgt spid="87"/>
                                        </p:tgtEl>
                                        <p:attrNameLst>
                                          <p:attrName>style.visibility</p:attrName>
                                        </p:attrNameLst>
                                      </p:cBhvr>
                                      <p:to>
                                        <p:strVal val="hidden"/>
                                      </p:to>
                                    </p:set>
                                  </p:childTnLst>
                                </p:cTn>
                              </p:par>
                              <p:par>
                                <p:cTn id="275" presetID="22" presetClass="entr" presetSubtype="1" fill="hold" grpId="0" nodeType="withEffect">
                                  <p:stCondLst>
                                    <p:cond delay="0"/>
                                  </p:stCondLst>
                                  <p:childTnLst>
                                    <p:set>
                                      <p:cBhvr>
                                        <p:cTn id="276" dur="1" fill="hold">
                                          <p:stCondLst>
                                            <p:cond delay="0"/>
                                          </p:stCondLst>
                                        </p:cTn>
                                        <p:tgtEl>
                                          <p:spTgt spid="42"/>
                                        </p:tgtEl>
                                        <p:attrNameLst>
                                          <p:attrName>style.visibility</p:attrName>
                                        </p:attrNameLst>
                                      </p:cBhvr>
                                      <p:to>
                                        <p:strVal val="visible"/>
                                      </p:to>
                                    </p:set>
                                    <p:animEffect transition="in" filter="wipe(up)">
                                      <p:cBhvr>
                                        <p:cTn id="277" dur="500"/>
                                        <p:tgtEl>
                                          <p:spTgt spid="42"/>
                                        </p:tgtEl>
                                      </p:cBhvr>
                                    </p:animEffect>
                                  </p:childTnLst>
                                </p:cTn>
                              </p:par>
                            </p:childTnLst>
                          </p:cTn>
                        </p:par>
                      </p:childTnLst>
                    </p:cTn>
                  </p:par>
                  <p:par>
                    <p:cTn id="278" fill="hold">
                      <p:stCondLst>
                        <p:cond delay="indefinite"/>
                      </p:stCondLst>
                      <p:childTnLst>
                        <p:par>
                          <p:cTn id="279" fill="hold">
                            <p:stCondLst>
                              <p:cond delay="0"/>
                            </p:stCondLst>
                            <p:childTnLst>
                              <p:par>
                                <p:cTn id="280" presetID="22" presetClass="entr" presetSubtype="1" fill="hold" grpId="0" nodeType="clickEffect">
                                  <p:stCondLst>
                                    <p:cond delay="0"/>
                                  </p:stCondLst>
                                  <p:childTnLst>
                                    <p:set>
                                      <p:cBhvr>
                                        <p:cTn id="281" dur="1" fill="hold">
                                          <p:stCondLst>
                                            <p:cond delay="0"/>
                                          </p:stCondLst>
                                        </p:cTn>
                                        <p:tgtEl>
                                          <p:spTgt spid="83">
                                            <p:txEl>
                                              <p:pRg st="12" end="12"/>
                                            </p:txEl>
                                          </p:spTgt>
                                        </p:tgtEl>
                                        <p:attrNameLst>
                                          <p:attrName>style.visibility</p:attrName>
                                        </p:attrNameLst>
                                      </p:cBhvr>
                                      <p:to>
                                        <p:strVal val="visible"/>
                                      </p:to>
                                    </p:set>
                                    <p:animEffect transition="in" filter="wipe(up)">
                                      <p:cBhvr>
                                        <p:cTn id="282" dur="500"/>
                                        <p:tgtEl>
                                          <p:spTgt spid="83">
                                            <p:txEl>
                                              <p:pRg st="12" end="12"/>
                                            </p:txEl>
                                          </p:spTgt>
                                        </p:tgtEl>
                                      </p:cBhvr>
                                    </p:animEffect>
                                  </p:childTnLst>
                                </p:cTn>
                              </p:par>
                            </p:childTnLst>
                          </p:cTn>
                        </p:par>
                        <p:par>
                          <p:cTn id="283" fill="hold">
                            <p:stCondLst>
                              <p:cond delay="500"/>
                            </p:stCondLst>
                            <p:childTnLst>
                              <p:par>
                                <p:cTn id="284" presetID="22" presetClass="entr" presetSubtype="1" fill="hold" grpId="0" nodeType="afterEffect">
                                  <p:stCondLst>
                                    <p:cond delay="0"/>
                                  </p:stCondLst>
                                  <p:childTnLst>
                                    <p:set>
                                      <p:cBhvr>
                                        <p:cTn id="285" dur="1" fill="hold">
                                          <p:stCondLst>
                                            <p:cond delay="0"/>
                                          </p:stCondLst>
                                        </p:cTn>
                                        <p:tgtEl>
                                          <p:spTgt spid="83">
                                            <p:txEl>
                                              <p:pRg st="13" end="13"/>
                                            </p:txEl>
                                          </p:spTgt>
                                        </p:tgtEl>
                                        <p:attrNameLst>
                                          <p:attrName>style.visibility</p:attrName>
                                        </p:attrNameLst>
                                      </p:cBhvr>
                                      <p:to>
                                        <p:strVal val="visible"/>
                                      </p:to>
                                    </p:set>
                                    <p:animEffect transition="in" filter="wipe(up)">
                                      <p:cBhvr>
                                        <p:cTn id="286" dur="500"/>
                                        <p:tgtEl>
                                          <p:spTgt spid="83">
                                            <p:txEl>
                                              <p:pRg st="13" end="13"/>
                                            </p:txEl>
                                          </p:spTgt>
                                        </p:tgtEl>
                                      </p:cBhvr>
                                    </p:animEffect>
                                  </p:childTnLst>
                                </p:cTn>
                              </p:par>
                            </p:childTnLst>
                          </p:cTn>
                        </p:par>
                        <p:par>
                          <p:cTn id="287" fill="hold">
                            <p:stCondLst>
                              <p:cond delay="1000"/>
                            </p:stCondLst>
                            <p:childTnLst>
                              <p:par>
                                <p:cTn id="288" presetID="22" presetClass="entr" presetSubtype="1" fill="hold" grpId="0" nodeType="afterEffect">
                                  <p:stCondLst>
                                    <p:cond delay="0"/>
                                  </p:stCondLst>
                                  <p:childTnLst>
                                    <p:set>
                                      <p:cBhvr>
                                        <p:cTn id="289" dur="1" fill="hold">
                                          <p:stCondLst>
                                            <p:cond delay="0"/>
                                          </p:stCondLst>
                                        </p:cTn>
                                        <p:tgtEl>
                                          <p:spTgt spid="83">
                                            <p:txEl>
                                              <p:pRg st="14" end="14"/>
                                            </p:txEl>
                                          </p:spTgt>
                                        </p:tgtEl>
                                        <p:attrNameLst>
                                          <p:attrName>style.visibility</p:attrName>
                                        </p:attrNameLst>
                                      </p:cBhvr>
                                      <p:to>
                                        <p:strVal val="visible"/>
                                      </p:to>
                                    </p:set>
                                    <p:animEffect transition="in" filter="wipe(up)">
                                      <p:cBhvr>
                                        <p:cTn id="290" dur="500"/>
                                        <p:tgtEl>
                                          <p:spTgt spid="83">
                                            <p:txEl>
                                              <p:pRg st="14" end="14"/>
                                            </p:txEl>
                                          </p:spTgt>
                                        </p:tgtEl>
                                      </p:cBhvr>
                                    </p:animEffect>
                                  </p:childTnLst>
                                </p:cTn>
                              </p:par>
                            </p:childTnLst>
                          </p:cTn>
                        </p:par>
                        <p:par>
                          <p:cTn id="291" fill="hold">
                            <p:stCondLst>
                              <p:cond delay="1500"/>
                            </p:stCondLst>
                            <p:childTnLst>
                              <p:par>
                                <p:cTn id="292" presetID="22" presetClass="entr" presetSubtype="1" fill="hold" grpId="0" nodeType="afterEffect">
                                  <p:stCondLst>
                                    <p:cond delay="0"/>
                                  </p:stCondLst>
                                  <p:childTnLst>
                                    <p:set>
                                      <p:cBhvr>
                                        <p:cTn id="293" dur="1" fill="hold">
                                          <p:stCondLst>
                                            <p:cond delay="0"/>
                                          </p:stCondLst>
                                        </p:cTn>
                                        <p:tgtEl>
                                          <p:spTgt spid="83">
                                            <p:txEl>
                                              <p:pRg st="15" end="15"/>
                                            </p:txEl>
                                          </p:spTgt>
                                        </p:tgtEl>
                                        <p:attrNameLst>
                                          <p:attrName>style.visibility</p:attrName>
                                        </p:attrNameLst>
                                      </p:cBhvr>
                                      <p:to>
                                        <p:strVal val="visible"/>
                                      </p:to>
                                    </p:set>
                                    <p:animEffect transition="in" filter="wipe(up)">
                                      <p:cBhvr>
                                        <p:cTn id="294" dur="500"/>
                                        <p:tgtEl>
                                          <p:spTgt spid="83">
                                            <p:txEl>
                                              <p:pRg st="15" end="15"/>
                                            </p:txEl>
                                          </p:spTgt>
                                        </p:tgtEl>
                                      </p:cBhvr>
                                    </p:animEffect>
                                  </p:childTnLst>
                                </p:cTn>
                              </p:par>
                            </p:childTnLst>
                          </p:cTn>
                        </p:par>
                        <p:par>
                          <p:cTn id="295" fill="hold">
                            <p:stCondLst>
                              <p:cond delay="2000"/>
                            </p:stCondLst>
                            <p:childTnLst>
                              <p:par>
                                <p:cTn id="296" presetID="22" presetClass="entr" presetSubtype="1" fill="hold" grpId="0" nodeType="afterEffect">
                                  <p:stCondLst>
                                    <p:cond delay="0"/>
                                  </p:stCondLst>
                                  <p:childTnLst>
                                    <p:set>
                                      <p:cBhvr>
                                        <p:cTn id="297" dur="1" fill="hold">
                                          <p:stCondLst>
                                            <p:cond delay="0"/>
                                          </p:stCondLst>
                                        </p:cTn>
                                        <p:tgtEl>
                                          <p:spTgt spid="83">
                                            <p:txEl>
                                              <p:pRg st="16" end="16"/>
                                            </p:txEl>
                                          </p:spTgt>
                                        </p:tgtEl>
                                        <p:attrNameLst>
                                          <p:attrName>style.visibility</p:attrName>
                                        </p:attrNameLst>
                                      </p:cBhvr>
                                      <p:to>
                                        <p:strVal val="visible"/>
                                      </p:to>
                                    </p:set>
                                    <p:animEffect transition="in" filter="wipe(up)">
                                      <p:cBhvr>
                                        <p:cTn id="298" dur="500"/>
                                        <p:tgtEl>
                                          <p:spTgt spid="83">
                                            <p:txEl>
                                              <p:pRg st="16" end="16"/>
                                            </p:txEl>
                                          </p:spTgt>
                                        </p:tgtEl>
                                      </p:cBhvr>
                                    </p:animEffect>
                                  </p:childTnLst>
                                </p:cTn>
                              </p:par>
                            </p:childTnLst>
                          </p:cTn>
                        </p:par>
                      </p:childTnLst>
                    </p:cTn>
                  </p:par>
                  <p:par>
                    <p:cTn id="299" fill="hold">
                      <p:stCondLst>
                        <p:cond delay="indefinite"/>
                      </p:stCondLst>
                      <p:childTnLst>
                        <p:par>
                          <p:cTn id="300" fill="hold">
                            <p:stCondLst>
                              <p:cond delay="0"/>
                            </p:stCondLst>
                            <p:childTnLst>
                              <p:par>
                                <p:cTn id="301" presetID="32" presetClass="emph" presetSubtype="0" fill="hold" grpId="1" nodeType="clickEffect">
                                  <p:stCondLst>
                                    <p:cond delay="0"/>
                                  </p:stCondLst>
                                  <p:childTnLst>
                                    <p:animRot by="120000">
                                      <p:cBhvr>
                                        <p:cTn id="302" dur="100" fill="hold">
                                          <p:stCondLst>
                                            <p:cond delay="0"/>
                                          </p:stCondLst>
                                        </p:cTn>
                                        <p:tgtEl>
                                          <p:spTgt spid="109"/>
                                        </p:tgtEl>
                                        <p:attrNameLst>
                                          <p:attrName>r</p:attrName>
                                        </p:attrNameLst>
                                      </p:cBhvr>
                                    </p:animRot>
                                    <p:animRot by="-240000">
                                      <p:cBhvr>
                                        <p:cTn id="303" dur="200" fill="hold">
                                          <p:stCondLst>
                                            <p:cond delay="200"/>
                                          </p:stCondLst>
                                        </p:cTn>
                                        <p:tgtEl>
                                          <p:spTgt spid="109"/>
                                        </p:tgtEl>
                                        <p:attrNameLst>
                                          <p:attrName>r</p:attrName>
                                        </p:attrNameLst>
                                      </p:cBhvr>
                                    </p:animRot>
                                    <p:animRot by="240000">
                                      <p:cBhvr>
                                        <p:cTn id="304" dur="200" fill="hold">
                                          <p:stCondLst>
                                            <p:cond delay="400"/>
                                          </p:stCondLst>
                                        </p:cTn>
                                        <p:tgtEl>
                                          <p:spTgt spid="109"/>
                                        </p:tgtEl>
                                        <p:attrNameLst>
                                          <p:attrName>r</p:attrName>
                                        </p:attrNameLst>
                                      </p:cBhvr>
                                    </p:animRot>
                                    <p:animRot by="-240000">
                                      <p:cBhvr>
                                        <p:cTn id="305" dur="200" fill="hold">
                                          <p:stCondLst>
                                            <p:cond delay="600"/>
                                          </p:stCondLst>
                                        </p:cTn>
                                        <p:tgtEl>
                                          <p:spTgt spid="109"/>
                                        </p:tgtEl>
                                        <p:attrNameLst>
                                          <p:attrName>r</p:attrName>
                                        </p:attrNameLst>
                                      </p:cBhvr>
                                    </p:animRot>
                                    <p:animRot by="120000">
                                      <p:cBhvr>
                                        <p:cTn id="306" dur="200" fill="hold">
                                          <p:stCondLst>
                                            <p:cond delay="800"/>
                                          </p:stCondLst>
                                        </p:cTn>
                                        <p:tgtEl>
                                          <p:spTgt spid="109"/>
                                        </p:tgtEl>
                                        <p:attrNameLst>
                                          <p:attrName>r</p:attrName>
                                        </p:attrNameLst>
                                      </p:cBhvr>
                                    </p:animRot>
                                  </p:childTnLst>
                                </p:cTn>
                              </p:par>
                            </p:childTnLst>
                          </p:cTn>
                        </p:par>
                        <p:par>
                          <p:cTn id="307" fill="hold">
                            <p:stCondLst>
                              <p:cond delay="1000"/>
                            </p:stCondLst>
                            <p:childTnLst>
                              <p:par>
                                <p:cTn id="308" presetID="22" presetClass="entr" presetSubtype="1" fill="hold" grpId="0" nodeType="afterEffect">
                                  <p:stCondLst>
                                    <p:cond delay="0"/>
                                  </p:stCondLst>
                                  <p:childTnLst>
                                    <p:set>
                                      <p:cBhvr>
                                        <p:cTn id="309" dur="1" fill="hold">
                                          <p:stCondLst>
                                            <p:cond delay="0"/>
                                          </p:stCondLst>
                                        </p:cTn>
                                        <p:tgtEl>
                                          <p:spTgt spid="103"/>
                                        </p:tgtEl>
                                        <p:attrNameLst>
                                          <p:attrName>style.visibility</p:attrName>
                                        </p:attrNameLst>
                                      </p:cBhvr>
                                      <p:to>
                                        <p:strVal val="visible"/>
                                      </p:to>
                                    </p:set>
                                    <p:animEffect transition="in" filter="wipe(up)">
                                      <p:cBhvr>
                                        <p:cTn id="310" dur="500"/>
                                        <p:tgtEl>
                                          <p:spTgt spid="103"/>
                                        </p:tgtEl>
                                      </p:cBhvr>
                                    </p:animEffect>
                                  </p:childTnLst>
                                </p:cTn>
                              </p:par>
                            </p:childTnLst>
                          </p:cTn>
                        </p:par>
                        <p:par>
                          <p:cTn id="311" fill="hold">
                            <p:stCondLst>
                              <p:cond delay="1500"/>
                            </p:stCondLst>
                            <p:childTnLst>
                              <p:par>
                                <p:cTn id="312" presetID="42" presetClass="path" presetSubtype="0" accel="50000" decel="50000" fill="hold" grpId="1" nodeType="afterEffect">
                                  <p:stCondLst>
                                    <p:cond delay="0"/>
                                  </p:stCondLst>
                                  <p:childTnLst>
                                    <p:animMotion origin="layout" path="M 3.33333E-6 -3.7037E-7 L 0.00013 0.13102 " pathEditMode="relative" rAng="0" ptsTypes="AA">
                                      <p:cBhvr>
                                        <p:cTn id="313" dur="1000" fill="hold"/>
                                        <p:tgtEl>
                                          <p:spTgt spid="110"/>
                                        </p:tgtEl>
                                        <p:attrNameLst>
                                          <p:attrName>ppt_x</p:attrName>
                                          <p:attrName>ppt_y</p:attrName>
                                        </p:attrNameLst>
                                      </p:cBhvr>
                                      <p:rCtr x="0" y="6551"/>
                                    </p:animMotion>
                                  </p:childTnLst>
                                </p:cTn>
                              </p:par>
                            </p:childTnLst>
                          </p:cTn>
                        </p:par>
                        <p:par>
                          <p:cTn id="314" fill="hold">
                            <p:stCondLst>
                              <p:cond delay="2500"/>
                            </p:stCondLst>
                            <p:childTnLst>
                              <p:par>
                                <p:cTn id="315" presetID="35" presetClass="path" presetSubtype="0" accel="50000" decel="50000" fill="hold" grpId="1" nodeType="afterEffect">
                                  <p:stCondLst>
                                    <p:cond delay="0"/>
                                  </p:stCondLst>
                                  <p:childTnLst>
                                    <p:animMotion origin="layout" path="M 1.25E-6 -3.33333E-6 L -0.16771 0.0007 " pathEditMode="relative" rAng="0" ptsTypes="AA">
                                      <p:cBhvr>
                                        <p:cTn id="316" dur="1000" fill="hold"/>
                                        <p:tgtEl>
                                          <p:spTgt spid="114"/>
                                        </p:tgtEl>
                                        <p:attrNameLst>
                                          <p:attrName>ppt_x</p:attrName>
                                          <p:attrName>ppt_y</p:attrName>
                                        </p:attrNameLst>
                                      </p:cBhvr>
                                      <p:rCtr x="-8385" y="23"/>
                                    </p:animMotion>
                                  </p:childTnLst>
                                </p:cTn>
                              </p:par>
                            </p:childTnLst>
                          </p:cTn>
                        </p:par>
                      </p:childTnLst>
                    </p:cTn>
                  </p:par>
                  <p:par>
                    <p:cTn id="317" fill="hold">
                      <p:stCondLst>
                        <p:cond delay="indefinite"/>
                      </p:stCondLst>
                      <p:childTnLst>
                        <p:par>
                          <p:cTn id="318" fill="hold">
                            <p:stCondLst>
                              <p:cond delay="0"/>
                            </p:stCondLst>
                            <p:childTnLst>
                              <p:par>
                                <p:cTn id="319" presetID="42" presetClass="path" presetSubtype="0" accel="50000" decel="50000" fill="hold" nodeType="clickEffect">
                                  <p:stCondLst>
                                    <p:cond delay="0"/>
                                  </p:stCondLst>
                                  <p:childTnLst>
                                    <p:animMotion origin="layout" path="M -1.04167E-6 -2.59259E-6 L -0.16458 0.12292 " pathEditMode="relative" rAng="0" ptsTypes="AA">
                                      <p:cBhvr>
                                        <p:cTn id="320" dur="1000" fill="hold"/>
                                        <p:tgtEl>
                                          <p:spTgt spid="106"/>
                                        </p:tgtEl>
                                        <p:attrNameLst>
                                          <p:attrName>ppt_x</p:attrName>
                                          <p:attrName>ppt_y</p:attrName>
                                        </p:attrNameLst>
                                      </p:cBhvr>
                                      <p:rCtr x="-8229" y="6134"/>
                                    </p:animMotion>
                                  </p:childTnLst>
                                </p:cTn>
                              </p:par>
                            </p:childTnLst>
                          </p:cTn>
                        </p:par>
                        <p:par>
                          <p:cTn id="321" fill="hold">
                            <p:stCondLst>
                              <p:cond delay="1000"/>
                            </p:stCondLst>
                            <p:childTnLst>
                              <p:par>
                                <p:cTn id="322" presetID="22" presetClass="entr" presetSubtype="1" fill="hold" nodeType="afterEffect">
                                  <p:stCondLst>
                                    <p:cond delay="0"/>
                                  </p:stCondLst>
                                  <p:childTnLst>
                                    <p:set>
                                      <p:cBhvr>
                                        <p:cTn id="323" dur="1" fill="hold">
                                          <p:stCondLst>
                                            <p:cond delay="0"/>
                                          </p:stCondLst>
                                        </p:cTn>
                                        <p:tgtEl>
                                          <p:spTgt spid="55"/>
                                        </p:tgtEl>
                                        <p:attrNameLst>
                                          <p:attrName>style.visibility</p:attrName>
                                        </p:attrNameLst>
                                      </p:cBhvr>
                                      <p:to>
                                        <p:strVal val="visible"/>
                                      </p:to>
                                    </p:set>
                                    <p:animEffect transition="in" filter="wipe(up)">
                                      <p:cBhvr>
                                        <p:cTn id="324" dur="500"/>
                                        <p:tgtEl>
                                          <p:spTgt spid="55"/>
                                        </p:tgtEl>
                                      </p:cBhvr>
                                    </p:animEffect>
                                  </p:childTnLst>
                                </p:cTn>
                              </p:par>
                            </p:childTnLst>
                          </p:cTn>
                        </p:par>
                        <p:par>
                          <p:cTn id="325" fill="hold">
                            <p:stCondLst>
                              <p:cond delay="1500"/>
                            </p:stCondLst>
                            <p:childTnLst>
                              <p:par>
                                <p:cTn id="326" presetID="22" presetClass="entr" presetSubtype="8" fill="hold" grpId="0" nodeType="afterEffect">
                                  <p:stCondLst>
                                    <p:cond delay="0"/>
                                  </p:stCondLst>
                                  <p:childTnLst>
                                    <p:set>
                                      <p:cBhvr>
                                        <p:cTn id="327" dur="1" fill="hold">
                                          <p:stCondLst>
                                            <p:cond delay="0"/>
                                          </p:stCondLst>
                                        </p:cTn>
                                        <p:tgtEl>
                                          <p:spTgt spid="77"/>
                                        </p:tgtEl>
                                        <p:attrNameLst>
                                          <p:attrName>style.visibility</p:attrName>
                                        </p:attrNameLst>
                                      </p:cBhvr>
                                      <p:to>
                                        <p:strVal val="visible"/>
                                      </p:to>
                                    </p:set>
                                    <p:animEffect transition="in" filter="wipe(left)">
                                      <p:cBhvr>
                                        <p:cTn id="328" dur="500"/>
                                        <p:tgtEl>
                                          <p:spTgt spid="77"/>
                                        </p:tgtEl>
                                      </p:cBhvr>
                                    </p:animEffect>
                                  </p:childTnLst>
                                </p:cTn>
                              </p:par>
                            </p:childTnLst>
                          </p:cTn>
                        </p:par>
                        <p:par>
                          <p:cTn id="329" fill="hold">
                            <p:stCondLst>
                              <p:cond delay="2000"/>
                            </p:stCondLst>
                            <p:childTnLst>
                              <p:par>
                                <p:cTn id="330" presetID="22" presetClass="entr" presetSubtype="8" fill="hold" grpId="0" nodeType="afterEffect">
                                  <p:stCondLst>
                                    <p:cond delay="0"/>
                                  </p:stCondLst>
                                  <p:childTnLst>
                                    <p:set>
                                      <p:cBhvr>
                                        <p:cTn id="331" dur="1" fill="hold">
                                          <p:stCondLst>
                                            <p:cond delay="0"/>
                                          </p:stCondLst>
                                        </p:cTn>
                                        <p:tgtEl>
                                          <p:spTgt spid="78"/>
                                        </p:tgtEl>
                                        <p:attrNameLst>
                                          <p:attrName>style.visibility</p:attrName>
                                        </p:attrNameLst>
                                      </p:cBhvr>
                                      <p:to>
                                        <p:strVal val="visible"/>
                                      </p:to>
                                    </p:set>
                                    <p:animEffect transition="in" filter="wipe(left)">
                                      <p:cBhvr>
                                        <p:cTn id="332" dur="500"/>
                                        <p:tgtEl>
                                          <p:spTgt spid="78"/>
                                        </p:tgtEl>
                                      </p:cBhvr>
                                    </p:animEffect>
                                  </p:childTnLst>
                                </p:cTn>
                              </p:par>
                            </p:childTnLst>
                          </p:cTn>
                        </p:par>
                      </p:childTnLst>
                    </p:cTn>
                  </p:par>
                  <p:par>
                    <p:cTn id="333" fill="hold">
                      <p:stCondLst>
                        <p:cond delay="indefinite"/>
                      </p:stCondLst>
                      <p:childTnLst>
                        <p:par>
                          <p:cTn id="334" fill="hold">
                            <p:stCondLst>
                              <p:cond delay="0"/>
                            </p:stCondLst>
                            <p:childTnLst>
                              <p:par>
                                <p:cTn id="335" presetID="32" presetClass="emph" presetSubtype="0" fill="hold" nodeType="clickEffect">
                                  <p:stCondLst>
                                    <p:cond delay="0"/>
                                  </p:stCondLst>
                                  <p:childTnLst>
                                    <p:animRot by="120000">
                                      <p:cBhvr>
                                        <p:cTn id="336" dur="100" fill="hold">
                                          <p:stCondLst>
                                            <p:cond delay="0"/>
                                          </p:stCondLst>
                                        </p:cTn>
                                        <p:tgtEl>
                                          <p:spTgt spid="115"/>
                                        </p:tgtEl>
                                        <p:attrNameLst>
                                          <p:attrName>r</p:attrName>
                                        </p:attrNameLst>
                                      </p:cBhvr>
                                    </p:animRot>
                                    <p:animRot by="-240000">
                                      <p:cBhvr>
                                        <p:cTn id="337" dur="200" fill="hold">
                                          <p:stCondLst>
                                            <p:cond delay="200"/>
                                          </p:stCondLst>
                                        </p:cTn>
                                        <p:tgtEl>
                                          <p:spTgt spid="115"/>
                                        </p:tgtEl>
                                        <p:attrNameLst>
                                          <p:attrName>r</p:attrName>
                                        </p:attrNameLst>
                                      </p:cBhvr>
                                    </p:animRot>
                                    <p:animRot by="240000">
                                      <p:cBhvr>
                                        <p:cTn id="338" dur="200" fill="hold">
                                          <p:stCondLst>
                                            <p:cond delay="400"/>
                                          </p:stCondLst>
                                        </p:cTn>
                                        <p:tgtEl>
                                          <p:spTgt spid="115"/>
                                        </p:tgtEl>
                                        <p:attrNameLst>
                                          <p:attrName>r</p:attrName>
                                        </p:attrNameLst>
                                      </p:cBhvr>
                                    </p:animRot>
                                    <p:animRot by="-240000">
                                      <p:cBhvr>
                                        <p:cTn id="339" dur="200" fill="hold">
                                          <p:stCondLst>
                                            <p:cond delay="600"/>
                                          </p:stCondLst>
                                        </p:cTn>
                                        <p:tgtEl>
                                          <p:spTgt spid="115"/>
                                        </p:tgtEl>
                                        <p:attrNameLst>
                                          <p:attrName>r</p:attrName>
                                        </p:attrNameLst>
                                      </p:cBhvr>
                                    </p:animRot>
                                    <p:animRot by="120000">
                                      <p:cBhvr>
                                        <p:cTn id="340" dur="200" fill="hold">
                                          <p:stCondLst>
                                            <p:cond delay="800"/>
                                          </p:stCondLst>
                                        </p:cTn>
                                        <p:tgtEl>
                                          <p:spTgt spid="115"/>
                                        </p:tgtEl>
                                        <p:attrNameLst>
                                          <p:attrName>r</p:attrName>
                                        </p:attrNameLst>
                                      </p:cBhvr>
                                    </p:animRot>
                                  </p:childTnLst>
                                </p:cTn>
                              </p:par>
                            </p:childTnLst>
                          </p:cTn>
                        </p:par>
                        <p:par>
                          <p:cTn id="341" fill="hold">
                            <p:stCondLst>
                              <p:cond delay="1000"/>
                            </p:stCondLst>
                            <p:childTnLst>
                              <p:par>
                                <p:cTn id="342" presetID="22" presetClass="exit" presetSubtype="8" fill="hold" grpId="1" nodeType="afterEffect">
                                  <p:stCondLst>
                                    <p:cond delay="0"/>
                                  </p:stCondLst>
                                  <p:childTnLst>
                                    <p:animEffect transition="out" filter="wipe(left)">
                                      <p:cBhvr>
                                        <p:cTn id="343" dur="500"/>
                                        <p:tgtEl>
                                          <p:spTgt spid="93"/>
                                        </p:tgtEl>
                                      </p:cBhvr>
                                    </p:animEffect>
                                    <p:set>
                                      <p:cBhvr>
                                        <p:cTn id="344" dur="1" fill="hold">
                                          <p:stCondLst>
                                            <p:cond delay="499"/>
                                          </p:stCondLst>
                                        </p:cTn>
                                        <p:tgtEl>
                                          <p:spTgt spid="93"/>
                                        </p:tgtEl>
                                        <p:attrNameLst>
                                          <p:attrName>style.visibility</p:attrName>
                                        </p:attrNameLst>
                                      </p:cBhvr>
                                      <p:to>
                                        <p:strVal val="hidden"/>
                                      </p:to>
                                    </p:set>
                                  </p:childTnLst>
                                </p:cTn>
                              </p:par>
                            </p:childTnLst>
                          </p:cTn>
                        </p:par>
                        <p:par>
                          <p:cTn id="345" fill="hold">
                            <p:stCondLst>
                              <p:cond delay="1500"/>
                            </p:stCondLst>
                            <p:childTnLst>
                              <p:par>
                                <p:cTn id="346" presetID="22" presetClass="entr" presetSubtype="8" fill="hold" grpId="0" nodeType="afterEffect">
                                  <p:stCondLst>
                                    <p:cond delay="0"/>
                                  </p:stCondLst>
                                  <p:childTnLst>
                                    <p:set>
                                      <p:cBhvr>
                                        <p:cTn id="347" dur="1" fill="hold">
                                          <p:stCondLst>
                                            <p:cond delay="0"/>
                                          </p:stCondLst>
                                        </p:cTn>
                                        <p:tgtEl>
                                          <p:spTgt spid="36"/>
                                        </p:tgtEl>
                                        <p:attrNameLst>
                                          <p:attrName>style.visibility</p:attrName>
                                        </p:attrNameLst>
                                      </p:cBhvr>
                                      <p:to>
                                        <p:strVal val="visible"/>
                                      </p:to>
                                    </p:set>
                                    <p:animEffect transition="in" filter="wipe(left)">
                                      <p:cBhvr>
                                        <p:cTn id="348" dur="500"/>
                                        <p:tgtEl>
                                          <p:spTgt spid="36"/>
                                        </p:tgtEl>
                                      </p:cBhvr>
                                    </p:animEffect>
                                  </p:childTnLst>
                                </p:cTn>
                              </p:par>
                            </p:childTnLst>
                          </p:cTn>
                        </p:par>
                      </p:childTnLst>
                    </p:cTn>
                  </p:par>
                  <p:par>
                    <p:cTn id="349" fill="hold">
                      <p:stCondLst>
                        <p:cond delay="indefinite"/>
                      </p:stCondLst>
                      <p:childTnLst>
                        <p:par>
                          <p:cTn id="350" fill="hold">
                            <p:stCondLst>
                              <p:cond delay="0"/>
                            </p:stCondLst>
                            <p:childTnLst>
                              <p:par>
                                <p:cTn id="351" presetID="32" presetClass="emph" presetSubtype="0" fill="hold" nodeType="clickEffect">
                                  <p:stCondLst>
                                    <p:cond delay="0"/>
                                  </p:stCondLst>
                                  <p:childTnLst>
                                    <p:animRot by="120000">
                                      <p:cBhvr>
                                        <p:cTn id="352" dur="100" fill="hold">
                                          <p:stCondLst>
                                            <p:cond delay="0"/>
                                          </p:stCondLst>
                                        </p:cTn>
                                        <p:tgtEl>
                                          <p:spTgt spid="118"/>
                                        </p:tgtEl>
                                        <p:attrNameLst>
                                          <p:attrName>r</p:attrName>
                                        </p:attrNameLst>
                                      </p:cBhvr>
                                    </p:animRot>
                                    <p:animRot by="-240000">
                                      <p:cBhvr>
                                        <p:cTn id="353" dur="200" fill="hold">
                                          <p:stCondLst>
                                            <p:cond delay="200"/>
                                          </p:stCondLst>
                                        </p:cTn>
                                        <p:tgtEl>
                                          <p:spTgt spid="118"/>
                                        </p:tgtEl>
                                        <p:attrNameLst>
                                          <p:attrName>r</p:attrName>
                                        </p:attrNameLst>
                                      </p:cBhvr>
                                    </p:animRot>
                                    <p:animRot by="240000">
                                      <p:cBhvr>
                                        <p:cTn id="354" dur="200" fill="hold">
                                          <p:stCondLst>
                                            <p:cond delay="400"/>
                                          </p:stCondLst>
                                        </p:cTn>
                                        <p:tgtEl>
                                          <p:spTgt spid="118"/>
                                        </p:tgtEl>
                                        <p:attrNameLst>
                                          <p:attrName>r</p:attrName>
                                        </p:attrNameLst>
                                      </p:cBhvr>
                                    </p:animRot>
                                    <p:animRot by="-240000">
                                      <p:cBhvr>
                                        <p:cTn id="355" dur="200" fill="hold">
                                          <p:stCondLst>
                                            <p:cond delay="600"/>
                                          </p:stCondLst>
                                        </p:cTn>
                                        <p:tgtEl>
                                          <p:spTgt spid="118"/>
                                        </p:tgtEl>
                                        <p:attrNameLst>
                                          <p:attrName>r</p:attrName>
                                        </p:attrNameLst>
                                      </p:cBhvr>
                                    </p:animRot>
                                    <p:animRot by="120000">
                                      <p:cBhvr>
                                        <p:cTn id="356" dur="200" fill="hold">
                                          <p:stCondLst>
                                            <p:cond delay="800"/>
                                          </p:stCondLst>
                                        </p:cTn>
                                        <p:tgtEl>
                                          <p:spTgt spid="118"/>
                                        </p:tgtEl>
                                        <p:attrNameLst>
                                          <p:attrName>r</p:attrName>
                                        </p:attrNameLst>
                                      </p:cBhvr>
                                    </p:animRot>
                                  </p:childTnLst>
                                </p:cTn>
                              </p:par>
                            </p:childTnLst>
                          </p:cTn>
                        </p:par>
                        <p:par>
                          <p:cTn id="357" fill="hold">
                            <p:stCondLst>
                              <p:cond delay="1000"/>
                            </p:stCondLst>
                            <p:childTnLst>
                              <p:par>
                                <p:cTn id="358" presetID="22" presetClass="exit" presetSubtype="1" fill="hold" grpId="1" nodeType="afterEffect">
                                  <p:stCondLst>
                                    <p:cond delay="0"/>
                                  </p:stCondLst>
                                  <p:childTnLst>
                                    <p:animEffect transition="out" filter="wipe(up)">
                                      <p:cBhvr>
                                        <p:cTn id="359" dur="500"/>
                                        <p:tgtEl>
                                          <p:spTgt spid="90"/>
                                        </p:tgtEl>
                                      </p:cBhvr>
                                    </p:animEffect>
                                    <p:set>
                                      <p:cBhvr>
                                        <p:cTn id="360" dur="1" fill="hold">
                                          <p:stCondLst>
                                            <p:cond delay="499"/>
                                          </p:stCondLst>
                                        </p:cTn>
                                        <p:tgtEl>
                                          <p:spTgt spid="90"/>
                                        </p:tgtEl>
                                        <p:attrNameLst>
                                          <p:attrName>style.visibility</p:attrName>
                                        </p:attrNameLst>
                                      </p:cBhvr>
                                      <p:to>
                                        <p:strVal val="hidden"/>
                                      </p:to>
                                    </p:set>
                                  </p:childTnLst>
                                </p:cTn>
                              </p:par>
                            </p:childTnLst>
                          </p:cTn>
                        </p:par>
                        <p:par>
                          <p:cTn id="361" fill="hold">
                            <p:stCondLst>
                              <p:cond delay="1500"/>
                            </p:stCondLst>
                            <p:childTnLst>
                              <p:par>
                                <p:cTn id="362" presetID="22" presetClass="entr" presetSubtype="1" fill="hold" grpId="0" nodeType="afterEffect">
                                  <p:stCondLst>
                                    <p:cond delay="0"/>
                                  </p:stCondLst>
                                  <p:childTnLst>
                                    <p:set>
                                      <p:cBhvr>
                                        <p:cTn id="363" dur="1" fill="hold">
                                          <p:stCondLst>
                                            <p:cond delay="0"/>
                                          </p:stCondLst>
                                        </p:cTn>
                                        <p:tgtEl>
                                          <p:spTgt spid="39"/>
                                        </p:tgtEl>
                                        <p:attrNameLst>
                                          <p:attrName>style.visibility</p:attrName>
                                        </p:attrNameLst>
                                      </p:cBhvr>
                                      <p:to>
                                        <p:strVal val="visible"/>
                                      </p:to>
                                    </p:set>
                                    <p:animEffect transition="in" filter="wipe(up)">
                                      <p:cBhvr>
                                        <p:cTn id="364" dur="500"/>
                                        <p:tgtEl>
                                          <p:spTgt spid="39"/>
                                        </p:tgtEl>
                                      </p:cBhvr>
                                    </p:animEffect>
                                  </p:childTnLst>
                                </p:cTn>
                              </p:par>
                            </p:childTnLst>
                          </p:cTn>
                        </p:par>
                      </p:childTnLst>
                    </p:cTn>
                  </p:par>
                  <p:par>
                    <p:cTn id="365" fill="hold">
                      <p:stCondLst>
                        <p:cond delay="indefinite"/>
                      </p:stCondLst>
                      <p:childTnLst>
                        <p:par>
                          <p:cTn id="366" fill="hold">
                            <p:stCondLst>
                              <p:cond delay="0"/>
                            </p:stCondLst>
                            <p:childTnLst>
                              <p:par>
                                <p:cTn id="367" presetID="32" presetClass="emph" presetSubtype="0" fill="hold" grpId="3" nodeType="clickEffect">
                                  <p:stCondLst>
                                    <p:cond delay="0"/>
                                  </p:stCondLst>
                                  <p:childTnLst>
                                    <p:animRot by="120000">
                                      <p:cBhvr>
                                        <p:cTn id="368" dur="100" fill="hold">
                                          <p:stCondLst>
                                            <p:cond delay="0"/>
                                          </p:stCondLst>
                                        </p:cTn>
                                        <p:tgtEl>
                                          <p:spTgt spid="109"/>
                                        </p:tgtEl>
                                        <p:attrNameLst>
                                          <p:attrName>r</p:attrName>
                                        </p:attrNameLst>
                                      </p:cBhvr>
                                    </p:animRot>
                                    <p:animRot by="-240000">
                                      <p:cBhvr>
                                        <p:cTn id="369" dur="200" fill="hold">
                                          <p:stCondLst>
                                            <p:cond delay="200"/>
                                          </p:stCondLst>
                                        </p:cTn>
                                        <p:tgtEl>
                                          <p:spTgt spid="109"/>
                                        </p:tgtEl>
                                        <p:attrNameLst>
                                          <p:attrName>r</p:attrName>
                                        </p:attrNameLst>
                                      </p:cBhvr>
                                    </p:animRot>
                                    <p:animRot by="240000">
                                      <p:cBhvr>
                                        <p:cTn id="370" dur="200" fill="hold">
                                          <p:stCondLst>
                                            <p:cond delay="400"/>
                                          </p:stCondLst>
                                        </p:cTn>
                                        <p:tgtEl>
                                          <p:spTgt spid="109"/>
                                        </p:tgtEl>
                                        <p:attrNameLst>
                                          <p:attrName>r</p:attrName>
                                        </p:attrNameLst>
                                      </p:cBhvr>
                                    </p:animRot>
                                    <p:animRot by="-240000">
                                      <p:cBhvr>
                                        <p:cTn id="371" dur="200" fill="hold">
                                          <p:stCondLst>
                                            <p:cond delay="600"/>
                                          </p:stCondLst>
                                        </p:cTn>
                                        <p:tgtEl>
                                          <p:spTgt spid="109"/>
                                        </p:tgtEl>
                                        <p:attrNameLst>
                                          <p:attrName>r</p:attrName>
                                        </p:attrNameLst>
                                      </p:cBhvr>
                                    </p:animRot>
                                    <p:animRot by="120000">
                                      <p:cBhvr>
                                        <p:cTn id="372" dur="200" fill="hold">
                                          <p:stCondLst>
                                            <p:cond delay="800"/>
                                          </p:stCondLst>
                                        </p:cTn>
                                        <p:tgtEl>
                                          <p:spTgt spid="109"/>
                                        </p:tgtEl>
                                        <p:attrNameLst>
                                          <p:attrName>r</p:attrName>
                                        </p:attrNameLst>
                                      </p:cBhvr>
                                    </p:animRot>
                                  </p:childTnLst>
                                </p:cTn>
                              </p:par>
                            </p:childTnLst>
                          </p:cTn>
                        </p:par>
                        <p:par>
                          <p:cTn id="373" fill="hold">
                            <p:stCondLst>
                              <p:cond delay="1000"/>
                            </p:stCondLst>
                            <p:childTnLst>
                              <p:par>
                                <p:cTn id="374" presetID="22" presetClass="entr" presetSubtype="1" fill="hold" grpId="0" nodeType="afterEffect">
                                  <p:stCondLst>
                                    <p:cond delay="0"/>
                                  </p:stCondLst>
                                  <p:childTnLst>
                                    <p:set>
                                      <p:cBhvr>
                                        <p:cTn id="375" dur="1" fill="hold">
                                          <p:stCondLst>
                                            <p:cond delay="0"/>
                                          </p:stCondLst>
                                        </p:cTn>
                                        <p:tgtEl>
                                          <p:spTgt spid="104"/>
                                        </p:tgtEl>
                                        <p:attrNameLst>
                                          <p:attrName>style.visibility</p:attrName>
                                        </p:attrNameLst>
                                      </p:cBhvr>
                                      <p:to>
                                        <p:strVal val="visible"/>
                                      </p:to>
                                    </p:set>
                                    <p:animEffect transition="in" filter="wipe(up)">
                                      <p:cBhvr>
                                        <p:cTn id="376" dur="500"/>
                                        <p:tgtEl>
                                          <p:spTgt spid="104"/>
                                        </p:tgtEl>
                                      </p:cBhvr>
                                    </p:animEffect>
                                  </p:childTnLst>
                                </p:cTn>
                              </p:par>
                            </p:childTnLst>
                          </p:cTn>
                        </p:par>
                        <p:par>
                          <p:cTn id="377" fill="hold">
                            <p:stCondLst>
                              <p:cond delay="1500"/>
                            </p:stCondLst>
                            <p:childTnLst>
                              <p:par>
                                <p:cTn id="378" presetID="64" presetClass="path" presetSubtype="0" accel="50000" decel="50000" fill="hold" grpId="3" nodeType="afterEffect">
                                  <p:stCondLst>
                                    <p:cond delay="0"/>
                                  </p:stCondLst>
                                  <p:childTnLst>
                                    <p:animMotion origin="layout" path="M 0.00013 0.13102 L 3.33333E-6 -3.7037E-7 " pathEditMode="relative" rAng="0" ptsTypes="AA">
                                      <p:cBhvr>
                                        <p:cTn id="379" dur="1000" fill="hold"/>
                                        <p:tgtEl>
                                          <p:spTgt spid="110"/>
                                        </p:tgtEl>
                                        <p:attrNameLst>
                                          <p:attrName>ppt_x</p:attrName>
                                          <p:attrName>ppt_y</p:attrName>
                                        </p:attrNameLst>
                                      </p:cBhvr>
                                      <p:rCtr x="-52" y="-6551"/>
                                    </p:animMotion>
                                  </p:childTnLst>
                                </p:cTn>
                              </p:par>
                            </p:childTnLst>
                          </p:cTn>
                        </p:par>
                        <p:par>
                          <p:cTn id="380" fill="hold">
                            <p:stCondLst>
                              <p:cond delay="2500"/>
                            </p:stCondLst>
                            <p:childTnLst>
                              <p:par>
                                <p:cTn id="381" presetID="35" presetClass="path" presetSubtype="0" accel="50000" decel="50000" fill="hold" grpId="2" nodeType="afterEffect">
                                  <p:stCondLst>
                                    <p:cond delay="0"/>
                                  </p:stCondLst>
                                  <p:childTnLst>
                                    <p:animMotion origin="layout" path="M -0.16771 0.0007 L -0.24636 0.0007 " pathEditMode="relative" rAng="0" ptsTypes="AA">
                                      <p:cBhvr>
                                        <p:cTn id="382" dur="1000" fill="hold"/>
                                        <p:tgtEl>
                                          <p:spTgt spid="114"/>
                                        </p:tgtEl>
                                        <p:attrNameLst>
                                          <p:attrName>ppt_x</p:attrName>
                                          <p:attrName>ppt_y</p:attrName>
                                        </p:attrNameLst>
                                      </p:cBhvr>
                                      <p:rCtr x="-4180" y="93"/>
                                    </p:animMotion>
                                  </p:childTnLst>
                                </p:cTn>
                              </p:par>
                            </p:childTnLst>
                          </p:cTn>
                        </p:par>
                      </p:childTnLst>
                    </p:cTn>
                  </p:par>
                  <p:par>
                    <p:cTn id="383" fill="hold">
                      <p:stCondLst>
                        <p:cond delay="indefinite"/>
                      </p:stCondLst>
                      <p:childTnLst>
                        <p:par>
                          <p:cTn id="384" fill="hold">
                            <p:stCondLst>
                              <p:cond delay="0"/>
                            </p:stCondLst>
                            <p:childTnLst>
                              <p:par>
                                <p:cTn id="385" presetID="42" presetClass="path" presetSubtype="0" accel="50000" decel="50000" fill="hold" nodeType="clickEffect">
                                  <p:stCondLst>
                                    <p:cond delay="0"/>
                                  </p:stCondLst>
                                  <p:childTnLst>
                                    <p:animMotion origin="layout" path="M -0.16458 0.12292 L -0.22109 -0.00023 " pathEditMode="relative" rAng="0" ptsTypes="AA">
                                      <p:cBhvr>
                                        <p:cTn id="386" dur="1000" fill="hold"/>
                                        <p:tgtEl>
                                          <p:spTgt spid="106"/>
                                        </p:tgtEl>
                                        <p:attrNameLst>
                                          <p:attrName>ppt_x</p:attrName>
                                          <p:attrName>ppt_y</p:attrName>
                                        </p:attrNameLst>
                                      </p:cBhvr>
                                      <p:rCtr x="-2826" y="-6157"/>
                                    </p:animMotion>
                                  </p:childTnLst>
                                </p:cTn>
                              </p:par>
                            </p:childTnLst>
                          </p:cTn>
                        </p:par>
                        <p:par>
                          <p:cTn id="387" fill="hold">
                            <p:stCondLst>
                              <p:cond delay="1000"/>
                            </p:stCondLst>
                            <p:childTnLst>
                              <p:par>
                                <p:cTn id="388" presetID="22" presetClass="entr" presetSubtype="1" fill="hold" nodeType="afterEffect">
                                  <p:stCondLst>
                                    <p:cond delay="0"/>
                                  </p:stCondLst>
                                  <p:childTnLst>
                                    <p:set>
                                      <p:cBhvr>
                                        <p:cTn id="389" dur="1" fill="hold">
                                          <p:stCondLst>
                                            <p:cond delay="0"/>
                                          </p:stCondLst>
                                        </p:cTn>
                                        <p:tgtEl>
                                          <p:spTgt spid="67"/>
                                        </p:tgtEl>
                                        <p:attrNameLst>
                                          <p:attrName>style.visibility</p:attrName>
                                        </p:attrNameLst>
                                      </p:cBhvr>
                                      <p:to>
                                        <p:strVal val="visible"/>
                                      </p:to>
                                    </p:set>
                                    <p:animEffect transition="in" filter="wipe(up)">
                                      <p:cBhvr>
                                        <p:cTn id="390" dur="500"/>
                                        <p:tgtEl>
                                          <p:spTgt spid="67"/>
                                        </p:tgtEl>
                                      </p:cBhvr>
                                    </p:animEffect>
                                  </p:childTnLst>
                                </p:cTn>
                              </p:par>
                            </p:childTnLst>
                          </p:cTn>
                        </p:par>
                        <p:par>
                          <p:cTn id="391" fill="hold">
                            <p:stCondLst>
                              <p:cond delay="1500"/>
                            </p:stCondLst>
                            <p:childTnLst>
                              <p:par>
                                <p:cTn id="392" presetID="22" presetClass="entr" presetSubtype="8" fill="hold" grpId="0" nodeType="afterEffect">
                                  <p:stCondLst>
                                    <p:cond delay="0"/>
                                  </p:stCondLst>
                                  <p:childTnLst>
                                    <p:set>
                                      <p:cBhvr>
                                        <p:cTn id="393" dur="1" fill="hold">
                                          <p:stCondLst>
                                            <p:cond delay="0"/>
                                          </p:stCondLst>
                                        </p:cTn>
                                        <p:tgtEl>
                                          <p:spTgt spid="120"/>
                                        </p:tgtEl>
                                        <p:attrNameLst>
                                          <p:attrName>style.visibility</p:attrName>
                                        </p:attrNameLst>
                                      </p:cBhvr>
                                      <p:to>
                                        <p:strVal val="visible"/>
                                      </p:to>
                                    </p:set>
                                    <p:animEffect transition="in" filter="wipe(left)">
                                      <p:cBhvr>
                                        <p:cTn id="394" dur="500"/>
                                        <p:tgtEl>
                                          <p:spTgt spid="120"/>
                                        </p:tgtEl>
                                      </p:cBhvr>
                                    </p:animEffect>
                                  </p:childTnLst>
                                </p:cTn>
                              </p:par>
                            </p:childTnLst>
                          </p:cTn>
                        </p:par>
                        <p:par>
                          <p:cTn id="395" fill="hold">
                            <p:stCondLst>
                              <p:cond delay="2000"/>
                            </p:stCondLst>
                            <p:childTnLst>
                              <p:par>
                                <p:cTn id="396" presetID="22" presetClass="entr" presetSubtype="8" fill="hold" grpId="0" nodeType="afterEffect">
                                  <p:stCondLst>
                                    <p:cond delay="0"/>
                                  </p:stCondLst>
                                  <p:childTnLst>
                                    <p:set>
                                      <p:cBhvr>
                                        <p:cTn id="397" dur="1" fill="hold">
                                          <p:stCondLst>
                                            <p:cond delay="0"/>
                                          </p:stCondLst>
                                        </p:cTn>
                                        <p:tgtEl>
                                          <p:spTgt spid="121"/>
                                        </p:tgtEl>
                                        <p:attrNameLst>
                                          <p:attrName>style.visibility</p:attrName>
                                        </p:attrNameLst>
                                      </p:cBhvr>
                                      <p:to>
                                        <p:strVal val="visible"/>
                                      </p:to>
                                    </p:set>
                                    <p:animEffect transition="in" filter="wipe(left)">
                                      <p:cBhvr>
                                        <p:cTn id="398" dur="500"/>
                                        <p:tgtEl>
                                          <p:spTgt spid="121"/>
                                        </p:tgtEl>
                                      </p:cBhvr>
                                    </p:animEffect>
                                  </p:childTnLst>
                                </p:cTn>
                              </p:par>
                            </p:childTnLst>
                          </p:cTn>
                        </p:par>
                      </p:childTnLst>
                    </p:cTn>
                  </p:par>
                  <p:par>
                    <p:cTn id="399" fill="hold">
                      <p:stCondLst>
                        <p:cond delay="indefinite"/>
                      </p:stCondLst>
                      <p:childTnLst>
                        <p:par>
                          <p:cTn id="400" fill="hold">
                            <p:stCondLst>
                              <p:cond delay="0"/>
                            </p:stCondLst>
                            <p:childTnLst>
                              <p:par>
                                <p:cTn id="401" presetID="22" presetClass="entr" presetSubtype="8" fill="hold" nodeType="clickEffect">
                                  <p:stCondLst>
                                    <p:cond delay="0"/>
                                  </p:stCondLst>
                                  <p:childTnLst>
                                    <p:set>
                                      <p:cBhvr>
                                        <p:cTn id="402" dur="1" fill="hold">
                                          <p:stCondLst>
                                            <p:cond delay="0"/>
                                          </p:stCondLst>
                                        </p:cTn>
                                        <p:tgtEl>
                                          <p:spTgt spid="123"/>
                                        </p:tgtEl>
                                        <p:attrNameLst>
                                          <p:attrName>style.visibility</p:attrName>
                                        </p:attrNameLst>
                                      </p:cBhvr>
                                      <p:to>
                                        <p:strVal val="visible"/>
                                      </p:to>
                                    </p:set>
                                    <p:animEffect transition="in" filter="wipe(left)">
                                      <p:cBhvr>
                                        <p:cTn id="403" dur="1000"/>
                                        <p:tgtEl>
                                          <p:spTgt spid="123"/>
                                        </p:tgtEl>
                                      </p:cBhvr>
                                    </p:animEffect>
                                  </p:childTnLst>
                                </p:cTn>
                              </p:par>
                            </p:childTnLst>
                          </p:cTn>
                        </p:par>
                        <p:par>
                          <p:cTn id="404" fill="hold">
                            <p:stCondLst>
                              <p:cond delay="1000"/>
                            </p:stCondLst>
                            <p:childTnLst>
                              <p:par>
                                <p:cTn id="405" presetID="32" presetClass="emph" presetSubtype="0" fill="hold" nodeType="afterEffect">
                                  <p:stCondLst>
                                    <p:cond delay="0"/>
                                  </p:stCondLst>
                                  <p:childTnLst>
                                    <p:animRot by="120000">
                                      <p:cBhvr>
                                        <p:cTn id="406" dur="100" fill="hold">
                                          <p:stCondLst>
                                            <p:cond delay="0"/>
                                          </p:stCondLst>
                                        </p:cTn>
                                        <p:tgtEl>
                                          <p:spTgt spid="123"/>
                                        </p:tgtEl>
                                        <p:attrNameLst>
                                          <p:attrName>r</p:attrName>
                                        </p:attrNameLst>
                                      </p:cBhvr>
                                    </p:animRot>
                                    <p:animRot by="-240000">
                                      <p:cBhvr>
                                        <p:cTn id="407" dur="200" fill="hold">
                                          <p:stCondLst>
                                            <p:cond delay="200"/>
                                          </p:stCondLst>
                                        </p:cTn>
                                        <p:tgtEl>
                                          <p:spTgt spid="123"/>
                                        </p:tgtEl>
                                        <p:attrNameLst>
                                          <p:attrName>r</p:attrName>
                                        </p:attrNameLst>
                                      </p:cBhvr>
                                    </p:animRot>
                                    <p:animRot by="240000">
                                      <p:cBhvr>
                                        <p:cTn id="408" dur="200" fill="hold">
                                          <p:stCondLst>
                                            <p:cond delay="400"/>
                                          </p:stCondLst>
                                        </p:cTn>
                                        <p:tgtEl>
                                          <p:spTgt spid="123"/>
                                        </p:tgtEl>
                                        <p:attrNameLst>
                                          <p:attrName>r</p:attrName>
                                        </p:attrNameLst>
                                      </p:cBhvr>
                                    </p:animRot>
                                    <p:animRot by="-240000">
                                      <p:cBhvr>
                                        <p:cTn id="409" dur="200" fill="hold">
                                          <p:stCondLst>
                                            <p:cond delay="600"/>
                                          </p:stCondLst>
                                        </p:cTn>
                                        <p:tgtEl>
                                          <p:spTgt spid="123"/>
                                        </p:tgtEl>
                                        <p:attrNameLst>
                                          <p:attrName>r</p:attrName>
                                        </p:attrNameLst>
                                      </p:cBhvr>
                                    </p:animRot>
                                    <p:animRot by="120000">
                                      <p:cBhvr>
                                        <p:cTn id="410" dur="200" fill="hold">
                                          <p:stCondLst>
                                            <p:cond delay="800"/>
                                          </p:stCondLst>
                                        </p:cTn>
                                        <p:tgtEl>
                                          <p:spTgt spid="123"/>
                                        </p:tgtEl>
                                        <p:attrNameLst>
                                          <p:attrName>r</p:attrName>
                                        </p:attrNameLst>
                                      </p:cBhvr>
                                    </p:animRot>
                                  </p:childTnLst>
                                </p:cTn>
                              </p:par>
                            </p:childTnLst>
                          </p:cTn>
                        </p:par>
                        <p:par>
                          <p:cTn id="411" fill="hold">
                            <p:stCondLst>
                              <p:cond delay="2000"/>
                            </p:stCondLst>
                            <p:childTnLst>
                              <p:par>
                                <p:cTn id="412" presetID="32" presetClass="emph" presetSubtype="0" fill="hold" nodeType="afterEffect">
                                  <p:stCondLst>
                                    <p:cond delay="0"/>
                                  </p:stCondLst>
                                  <p:childTnLst>
                                    <p:animRot by="120000">
                                      <p:cBhvr>
                                        <p:cTn id="413" dur="100" fill="hold">
                                          <p:stCondLst>
                                            <p:cond delay="0"/>
                                          </p:stCondLst>
                                        </p:cTn>
                                        <p:tgtEl>
                                          <p:spTgt spid="115"/>
                                        </p:tgtEl>
                                        <p:attrNameLst>
                                          <p:attrName>r</p:attrName>
                                        </p:attrNameLst>
                                      </p:cBhvr>
                                    </p:animRot>
                                    <p:animRot by="-240000">
                                      <p:cBhvr>
                                        <p:cTn id="414" dur="200" fill="hold">
                                          <p:stCondLst>
                                            <p:cond delay="200"/>
                                          </p:stCondLst>
                                        </p:cTn>
                                        <p:tgtEl>
                                          <p:spTgt spid="115"/>
                                        </p:tgtEl>
                                        <p:attrNameLst>
                                          <p:attrName>r</p:attrName>
                                        </p:attrNameLst>
                                      </p:cBhvr>
                                    </p:animRot>
                                    <p:animRot by="240000">
                                      <p:cBhvr>
                                        <p:cTn id="415" dur="200" fill="hold">
                                          <p:stCondLst>
                                            <p:cond delay="400"/>
                                          </p:stCondLst>
                                        </p:cTn>
                                        <p:tgtEl>
                                          <p:spTgt spid="115"/>
                                        </p:tgtEl>
                                        <p:attrNameLst>
                                          <p:attrName>r</p:attrName>
                                        </p:attrNameLst>
                                      </p:cBhvr>
                                    </p:animRot>
                                    <p:animRot by="-240000">
                                      <p:cBhvr>
                                        <p:cTn id="416" dur="200" fill="hold">
                                          <p:stCondLst>
                                            <p:cond delay="600"/>
                                          </p:stCondLst>
                                        </p:cTn>
                                        <p:tgtEl>
                                          <p:spTgt spid="115"/>
                                        </p:tgtEl>
                                        <p:attrNameLst>
                                          <p:attrName>r</p:attrName>
                                        </p:attrNameLst>
                                      </p:cBhvr>
                                    </p:animRot>
                                    <p:animRot by="120000">
                                      <p:cBhvr>
                                        <p:cTn id="417" dur="200" fill="hold">
                                          <p:stCondLst>
                                            <p:cond delay="800"/>
                                          </p:stCondLst>
                                        </p:cTn>
                                        <p:tgtEl>
                                          <p:spTgt spid="115"/>
                                        </p:tgtEl>
                                        <p:attrNameLst>
                                          <p:attrName>r</p:attrName>
                                        </p:attrNameLst>
                                      </p:cBhvr>
                                    </p:animRot>
                                  </p:childTnLst>
                                </p:cTn>
                              </p:par>
                            </p:childTnLst>
                          </p:cTn>
                        </p:par>
                        <p:par>
                          <p:cTn id="418" fill="hold">
                            <p:stCondLst>
                              <p:cond delay="3000"/>
                            </p:stCondLst>
                            <p:childTnLst>
                              <p:par>
                                <p:cTn id="419" presetID="22" presetClass="exit" presetSubtype="8" fill="hold" grpId="1" nodeType="afterEffect">
                                  <p:stCondLst>
                                    <p:cond delay="0"/>
                                  </p:stCondLst>
                                  <p:childTnLst>
                                    <p:animEffect transition="out" filter="wipe(left)">
                                      <p:cBhvr>
                                        <p:cTn id="420" dur="500"/>
                                        <p:tgtEl>
                                          <p:spTgt spid="121"/>
                                        </p:tgtEl>
                                      </p:cBhvr>
                                    </p:animEffect>
                                    <p:set>
                                      <p:cBhvr>
                                        <p:cTn id="421" dur="1" fill="hold">
                                          <p:stCondLst>
                                            <p:cond delay="499"/>
                                          </p:stCondLst>
                                        </p:cTn>
                                        <p:tgtEl>
                                          <p:spTgt spid="121"/>
                                        </p:tgtEl>
                                        <p:attrNameLst>
                                          <p:attrName>style.visibility</p:attrName>
                                        </p:attrNameLst>
                                      </p:cBhvr>
                                      <p:to>
                                        <p:strVal val="hidden"/>
                                      </p:to>
                                    </p:set>
                                  </p:childTnLst>
                                </p:cTn>
                              </p:par>
                            </p:childTnLst>
                          </p:cTn>
                        </p:par>
                        <p:par>
                          <p:cTn id="422" fill="hold">
                            <p:stCondLst>
                              <p:cond delay="3500"/>
                            </p:stCondLst>
                            <p:childTnLst>
                              <p:par>
                                <p:cTn id="423" presetID="22" presetClass="entr" presetSubtype="8" fill="hold" grpId="0" nodeType="afterEffect">
                                  <p:stCondLst>
                                    <p:cond delay="0"/>
                                  </p:stCondLst>
                                  <p:childTnLst>
                                    <p:set>
                                      <p:cBhvr>
                                        <p:cTn id="424" dur="1" fill="hold">
                                          <p:stCondLst>
                                            <p:cond delay="0"/>
                                          </p:stCondLst>
                                        </p:cTn>
                                        <p:tgtEl>
                                          <p:spTgt spid="38"/>
                                        </p:tgtEl>
                                        <p:attrNameLst>
                                          <p:attrName>style.visibility</p:attrName>
                                        </p:attrNameLst>
                                      </p:cBhvr>
                                      <p:to>
                                        <p:strVal val="visible"/>
                                      </p:to>
                                    </p:set>
                                    <p:animEffect transition="in" filter="wipe(left)">
                                      <p:cBhvr>
                                        <p:cTn id="425" dur="500"/>
                                        <p:tgtEl>
                                          <p:spTgt spid="38"/>
                                        </p:tgtEl>
                                      </p:cBhvr>
                                    </p:animEffect>
                                  </p:childTnLst>
                                </p:cTn>
                              </p:par>
                            </p:childTnLst>
                          </p:cTn>
                        </p:par>
                      </p:childTnLst>
                    </p:cTn>
                  </p:par>
                  <p:par>
                    <p:cTn id="426" fill="hold">
                      <p:stCondLst>
                        <p:cond delay="indefinite"/>
                      </p:stCondLst>
                      <p:childTnLst>
                        <p:par>
                          <p:cTn id="427" fill="hold">
                            <p:stCondLst>
                              <p:cond delay="0"/>
                            </p:stCondLst>
                            <p:childTnLst>
                              <p:par>
                                <p:cTn id="428" presetID="22" presetClass="exit" presetSubtype="4" fill="hold" grpId="1" nodeType="clickEffect">
                                  <p:stCondLst>
                                    <p:cond delay="0"/>
                                  </p:stCondLst>
                                  <p:childTnLst>
                                    <p:animEffect transition="out" filter="wipe(down)">
                                      <p:cBhvr>
                                        <p:cTn id="429" dur="500"/>
                                        <p:tgtEl>
                                          <p:spTgt spid="117"/>
                                        </p:tgtEl>
                                      </p:cBhvr>
                                    </p:animEffect>
                                    <p:set>
                                      <p:cBhvr>
                                        <p:cTn id="430" dur="1" fill="hold">
                                          <p:stCondLst>
                                            <p:cond delay="499"/>
                                          </p:stCondLst>
                                        </p:cTn>
                                        <p:tgtEl>
                                          <p:spTgt spid="117"/>
                                        </p:tgtEl>
                                        <p:attrNameLst>
                                          <p:attrName>style.visibility</p:attrName>
                                        </p:attrNameLst>
                                      </p:cBhvr>
                                      <p:to>
                                        <p:strVal val="hidden"/>
                                      </p:to>
                                    </p:set>
                                  </p:childTnLst>
                                </p:cTn>
                              </p:par>
                            </p:childTnLst>
                          </p:cTn>
                        </p:par>
                        <p:par>
                          <p:cTn id="431" fill="hold">
                            <p:stCondLst>
                              <p:cond delay="500"/>
                            </p:stCondLst>
                            <p:childTnLst>
                              <p:par>
                                <p:cTn id="432" presetID="22" presetClass="entr" presetSubtype="8" fill="hold" grpId="0" nodeType="afterEffect">
                                  <p:stCondLst>
                                    <p:cond delay="0"/>
                                  </p:stCondLst>
                                  <p:childTnLst>
                                    <p:set>
                                      <p:cBhvr>
                                        <p:cTn id="433" dur="1" fill="hold">
                                          <p:stCondLst>
                                            <p:cond delay="0"/>
                                          </p:stCondLst>
                                        </p:cTn>
                                        <p:tgtEl>
                                          <p:spTgt spid="37"/>
                                        </p:tgtEl>
                                        <p:attrNameLst>
                                          <p:attrName>style.visibility</p:attrName>
                                        </p:attrNameLst>
                                      </p:cBhvr>
                                      <p:to>
                                        <p:strVal val="visible"/>
                                      </p:to>
                                    </p:set>
                                    <p:animEffect transition="in" filter="wipe(left)">
                                      <p:cBhvr>
                                        <p:cTn id="434" dur="500"/>
                                        <p:tgtEl>
                                          <p:spTgt spid="37"/>
                                        </p:tgtEl>
                                      </p:cBhvr>
                                    </p:animEffect>
                                  </p:childTnLst>
                                </p:cTn>
                              </p:par>
                            </p:childTnLst>
                          </p:cTn>
                        </p:par>
                        <p:par>
                          <p:cTn id="435" fill="hold">
                            <p:stCondLst>
                              <p:cond delay="1000"/>
                            </p:stCondLst>
                            <p:childTnLst>
                              <p:par>
                                <p:cTn id="436" presetID="22" presetClass="exit" presetSubtype="1" fill="hold" grpId="1" nodeType="afterEffect">
                                  <p:stCondLst>
                                    <p:cond delay="0"/>
                                  </p:stCondLst>
                                  <p:childTnLst>
                                    <p:animEffect transition="out" filter="wipe(up)">
                                      <p:cBhvr>
                                        <p:cTn id="437" dur="500"/>
                                        <p:tgtEl>
                                          <p:spTgt spid="88"/>
                                        </p:tgtEl>
                                      </p:cBhvr>
                                    </p:animEffect>
                                    <p:set>
                                      <p:cBhvr>
                                        <p:cTn id="438" dur="1" fill="hold">
                                          <p:stCondLst>
                                            <p:cond delay="499"/>
                                          </p:stCondLst>
                                        </p:cTn>
                                        <p:tgtEl>
                                          <p:spTgt spid="88"/>
                                        </p:tgtEl>
                                        <p:attrNameLst>
                                          <p:attrName>style.visibility</p:attrName>
                                        </p:attrNameLst>
                                      </p:cBhvr>
                                      <p:to>
                                        <p:strVal val="hidden"/>
                                      </p:to>
                                    </p:set>
                                  </p:childTnLst>
                                </p:cTn>
                              </p:par>
                            </p:childTnLst>
                          </p:cTn>
                        </p:par>
                        <p:par>
                          <p:cTn id="439" fill="hold">
                            <p:stCondLst>
                              <p:cond delay="1500"/>
                            </p:stCondLst>
                            <p:childTnLst>
                              <p:par>
                                <p:cTn id="440" presetID="22" presetClass="entr" presetSubtype="1" fill="hold" grpId="0" nodeType="afterEffect">
                                  <p:stCondLst>
                                    <p:cond delay="0"/>
                                  </p:stCondLst>
                                  <p:childTnLst>
                                    <p:set>
                                      <p:cBhvr>
                                        <p:cTn id="441" dur="1" fill="hold">
                                          <p:stCondLst>
                                            <p:cond delay="0"/>
                                          </p:stCondLst>
                                        </p:cTn>
                                        <p:tgtEl>
                                          <p:spTgt spid="40"/>
                                        </p:tgtEl>
                                        <p:attrNameLst>
                                          <p:attrName>style.visibility</p:attrName>
                                        </p:attrNameLst>
                                      </p:cBhvr>
                                      <p:to>
                                        <p:strVal val="visible"/>
                                      </p:to>
                                    </p:set>
                                    <p:animEffect transition="in" filter="wipe(up)">
                                      <p:cBhvr>
                                        <p:cTn id="442" dur="500"/>
                                        <p:tgtEl>
                                          <p:spTgt spid="40"/>
                                        </p:tgtEl>
                                      </p:cBhvr>
                                    </p:animEffect>
                                  </p:childTnLst>
                                </p:cTn>
                              </p:par>
                            </p:childTnLst>
                          </p:cTn>
                        </p:par>
                        <p:par>
                          <p:cTn id="443" fill="hold">
                            <p:stCondLst>
                              <p:cond delay="2000"/>
                            </p:stCondLst>
                            <p:childTnLst>
                              <p:par>
                                <p:cTn id="444" presetID="22" presetClass="entr" presetSubtype="1" fill="hold" grpId="0" nodeType="afterEffect">
                                  <p:stCondLst>
                                    <p:cond delay="0"/>
                                  </p:stCondLst>
                                  <p:childTnLst>
                                    <p:set>
                                      <p:cBhvr>
                                        <p:cTn id="445" dur="1" fill="hold">
                                          <p:stCondLst>
                                            <p:cond delay="0"/>
                                          </p:stCondLst>
                                        </p:cTn>
                                        <p:tgtEl>
                                          <p:spTgt spid="83">
                                            <p:txEl>
                                              <p:pRg st="17" end="17"/>
                                            </p:txEl>
                                          </p:spTgt>
                                        </p:tgtEl>
                                        <p:attrNameLst>
                                          <p:attrName>style.visibility</p:attrName>
                                        </p:attrNameLst>
                                      </p:cBhvr>
                                      <p:to>
                                        <p:strVal val="visible"/>
                                      </p:to>
                                    </p:set>
                                    <p:animEffect transition="in" filter="wipe(up)">
                                      <p:cBhvr>
                                        <p:cTn id="446" dur="500"/>
                                        <p:tgtEl>
                                          <p:spTgt spid="83">
                                            <p:txEl>
                                              <p:pRg st="17" end="17"/>
                                            </p:txEl>
                                          </p:spTgt>
                                        </p:tgtEl>
                                      </p:cBhvr>
                                    </p:animEffect>
                                  </p:childTnLst>
                                </p:cTn>
                              </p:par>
                            </p:childTnLst>
                          </p:cTn>
                        </p:par>
                        <p:par>
                          <p:cTn id="447" fill="hold">
                            <p:stCondLst>
                              <p:cond delay="2500"/>
                            </p:stCondLst>
                            <p:childTnLst>
                              <p:par>
                                <p:cTn id="448" presetID="22" presetClass="entr" presetSubtype="1" fill="hold" grpId="0" nodeType="afterEffect">
                                  <p:stCondLst>
                                    <p:cond delay="0"/>
                                  </p:stCondLst>
                                  <p:childTnLst>
                                    <p:set>
                                      <p:cBhvr>
                                        <p:cTn id="449" dur="1" fill="hold">
                                          <p:stCondLst>
                                            <p:cond delay="0"/>
                                          </p:stCondLst>
                                        </p:cTn>
                                        <p:tgtEl>
                                          <p:spTgt spid="83">
                                            <p:txEl>
                                              <p:pRg st="18" end="18"/>
                                            </p:txEl>
                                          </p:spTgt>
                                        </p:tgtEl>
                                        <p:attrNameLst>
                                          <p:attrName>style.visibility</p:attrName>
                                        </p:attrNameLst>
                                      </p:cBhvr>
                                      <p:to>
                                        <p:strVal val="visible"/>
                                      </p:to>
                                    </p:set>
                                    <p:animEffect transition="in" filter="wipe(up)">
                                      <p:cBhvr>
                                        <p:cTn id="450" dur="500"/>
                                        <p:tgtEl>
                                          <p:spTgt spid="83">
                                            <p:txEl>
                                              <p:pRg st="18" end="18"/>
                                            </p:txEl>
                                          </p:spTgt>
                                        </p:tgtEl>
                                      </p:cBhvr>
                                    </p:animEffect>
                                  </p:childTnLst>
                                </p:cTn>
                              </p:par>
                            </p:childTnLst>
                          </p:cTn>
                        </p:par>
                      </p:childTnLst>
                    </p:cTn>
                  </p:par>
                  <p:par>
                    <p:cTn id="451" fill="hold">
                      <p:stCondLst>
                        <p:cond delay="indefinite"/>
                      </p:stCondLst>
                      <p:childTnLst>
                        <p:par>
                          <p:cTn id="452" fill="hold">
                            <p:stCondLst>
                              <p:cond delay="0"/>
                            </p:stCondLst>
                            <p:childTnLst>
                              <p:par>
                                <p:cTn id="453" presetID="32" presetClass="emph" presetSubtype="0" fill="hold" grpId="2" nodeType="clickEffect">
                                  <p:stCondLst>
                                    <p:cond delay="0"/>
                                  </p:stCondLst>
                                  <p:childTnLst>
                                    <p:animRot by="120000">
                                      <p:cBhvr>
                                        <p:cTn id="454" dur="100" fill="hold">
                                          <p:stCondLst>
                                            <p:cond delay="0"/>
                                          </p:stCondLst>
                                        </p:cTn>
                                        <p:tgtEl>
                                          <p:spTgt spid="109"/>
                                        </p:tgtEl>
                                        <p:attrNameLst>
                                          <p:attrName>r</p:attrName>
                                        </p:attrNameLst>
                                      </p:cBhvr>
                                    </p:animRot>
                                    <p:animRot by="-240000">
                                      <p:cBhvr>
                                        <p:cTn id="455" dur="200" fill="hold">
                                          <p:stCondLst>
                                            <p:cond delay="200"/>
                                          </p:stCondLst>
                                        </p:cTn>
                                        <p:tgtEl>
                                          <p:spTgt spid="109"/>
                                        </p:tgtEl>
                                        <p:attrNameLst>
                                          <p:attrName>r</p:attrName>
                                        </p:attrNameLst>
                                      </p:cBhvr>
                                    </p:animRot>
                                    <p:animRot by="240000">
                                      <p:cBhvr>
                                        <p:cTn id="456" dur="200" fill="hold">
                                          <p:stCondLst>
                                            <p:cond delay="400"/>
                                          </p:stCondLst>
                                        </p:cTn>
                                        <p:tgtEl>
                                          <p:spTgt spid="109"/>
                                        </p:tgtEl>
                                        <p:attrNameLst>
                                          <p:attrName>r</p:attrName>
                                        </p:attrNameLst>
                                      </p:cBhvr>
                                    </p:animRot>
                                    <p:animRot by="-240000">
                                      <p:cBhvr>
                                        <p:cTn id="457" dur="200" fill="hold">
                                          <p:stCondLst>
                                            <p:cond delay="600"/>
                                          </p:stCondLst>
                                        </p:cTn>
                                        <p:tgtEl>
                                          <p:spTgt spid="109"/>
                                        </p:tgtEl>
                                        <p:attrNameLst>
                                          <p:attrName>r</p:attrName>
                                        </p:attrNameLst>
                                      </p:cBhvr>
                                    </p:animRot>
                                    <p:animRot by="120000">
                                      <p:cBhvr>
                                        <p:cTn id="458" dur="200" fill="hold">
                                          <p:stCondLst>
                                            <p:cond delay="800"/>
                                          </p:stCondLst>
                                        </p:cTn>
                                        <p:tgtEl>
                                          <p:spTgt spid="109"/>
                                        </p:tgtEl>
                                        <p:attrNameLst>
                                          <p:attrName>r</p:attrName>
                                        </p:attrNameLst>
                                      </p:cBhvr>
                                    </p:animRot>
                                  </p:childTnLst>
                                </p:cTn>
                              </p:par>
                            </p:childTnLst>
                          </p:cTn>
                        </p:par>
                        <p:par>
                          <p:cTn id="459" fill="hold">
                            <p:stCondLst>
                              <p:cond delay="1000"/>
                            </p:stCondLst>
                            <p:childTnLst>
                              <p:par>
                                <p:cTn id="460" presetID="22" presetClass="entr" presetSubtype="1" fill="hold" grpId="0" nodeType="afterEffect">
                                  <p:stCondLst>
                                    <p:cond delay="0"/>
                                  </p:stCondLst>
                                  <p:childTnLst>
                                    <p:set>
                                      <p:cBhvr>
                                        <p:cTn id="461" dur="1" fill="hold">
                                          <p:stCondLst>
                                            <p:cond delay="0"/>
                                          </p:stCondLst>
                                        </p:cTn>
                                        <p:tgtEl>
                                          <p:spTgt spid="105"/>
                                        </p:tgtEl>
                                        <p:attrNameLst>
                                          <p:attrName>style.visibility</p:attrName>
                                        </p:attrNameLst>
                                      </p:cBhvr>
                                      <p:to>
                                        <p:strVal val="visible"/>
                                      </p:to>
                                    </p:set>
                                    <p:animEffect transition="in" filter="wipe(up)">
                                      <p:cBhvr>
                                        <p:cTn id="462" dur="500"/>
                                        <p:tgtEl>
                                          <p:spTgt spid="105"/>
                                        </p:tgtEl>
                                      </p:cBhvr>
                                    </p:animEffect>
                                  </p:childTnLst>
                                </p:cTn>
                              </p:par>
                            </p:childTnLst>
                          </p:cTn>
                        </p:par>
                        <p:par>
                          <p:cTn id="463" fill="hold">
                            <p:stCondLst>
                              <p:cond delay="1500"/>
                            </p:stCondLst>
                            <p:childTnLst>
                              <p:par>
                                <p:cTn id="464" presetID="42" presetClass="path" presetSubtype="0" accel="50000" decel="50000" fill="hold" grpId="2" nodeType="afterEffect">
                                  <p:stCondLst>
                                    <p:cond delay="0"/>
                                  </p:stCondLst>
                                  <p:childTnLst>
                                    <p:animMotion origin="layout" path="M 5E-6 -3.7037E-7 L 3.33333E-6 0.26482 " pathEditMode="relative" rAng="0" ptsTypes="AA">
                                      <p:cBhvr>
                                        <p:cTn id="465" dur="1000" fill="hold"/>
                                        <p:tgtEl>
                                          <p:spTgt spid="110"/>
                                        </p:tgtEl>
                                        <p:attrNameLst>
                                          <p:attrName>ppt_x</p:attrName>
                                          <p:attrName>ppt_y</p:attrName>
                                        </p:attrNameLst>
                                      </p:cBhvr>
                                      <p:rCtr x="52" y="12917"/>
                                    </p:animMotion>
                                  </p:childTnLst>
                                </p:cTn>
                              </p:par>
                            </p:childTnLst>
                          </p:cTn>
                        </p:par>
                        <p:par>
                          <p:cTn id="466" fill="hold">
                            <p:stCondLst>
                              <p:cond delay="2500"/>
                            </p:stCondLst>
                            <p:childTnLst>
                              <p:par>
                                <p:cTn id="467" presetID="27" presetClass="emph" presetSubtype="0" fill="remove" grpId="3" nodeType="afterEffect">
                                  <p:stCondLst>
                                    <p:cond delay="0"/>
                                  </p:stCondLst>
                                  <p:childTnLst>
                                    <p:animClr clrSpc="rgb" dir="cw">
                                      <p:cBhvr override="childStyle">
                                        <p:cTn id="468" dur="250" autoRev="1" fill="remove"/>
                                        <p:tgtEl>
                                          <p:spTgt spid="114"/>
                                        </p:tgtEl>
                                        <p:attrNameLst>
                                          <p:attrName>style.color</p:attrName>
                                        </p:attrNameLst>
                                      </p:cBhvr>
                                      <p:to>
                                        <a:schemeClr val="bg1"/>
                                      </p:to>
                                    </p:animClr>
                                    <p:animClr clrSpc="rgb" dir="cw">
                                      <p:cBhvr>
                                        <p:cTn id="469" dur="250" autoRev="1" fill="remove"/>
                                        <p:tgtEl>
                                          <p:spTgt spid="114"/>
                                        </p:tgtEl>
                                        <p:attrNameLst>
                                          <p:attrName>fillcolor</p:attrName>
                                        </p:attrNameLst>
                                      </p:cBhvr>
                                      <p:to>
                                        <a:schemeClr val="bg1"/>
                                      </p:to>
                                    </p:animClr>
                                    <p:set>
                                      <p:cBhvr>
                                        <p:cTn id="470" dur="250" autoRev="1" fill="remove"/>
                                        <p:tgtEl>
                                          <p:spTgt spid="114"/>
                                        </p:tgtEl>
                                        <p:attrNameLst>
                                          <p:attrName>fill.type</p:attrName>
                                        </p:attrNameLst>
                                      </p:cBhvr>
                                      <p:to>
                                        <p:strVal val="solid"/>
                                      </p:to>
                                    </p:set>
                                    <p:set>
                                      <p:cBhvr>
                                        <p:cTn id="471" dur="250" autoRev="1" fill="remove"/>
                                        <p:tgtEl>
                                          <p:spTgt spid="114"/>
                                        </p:tgtEl>
                                        <p:attrNameLst>
                                          <p:attrName>fill.on</p:attrName>
                                        </p:attrNameLst>
                                      </p:cBhvr>
                                      <p:to>
                                        <p:strVal val="true"/>
                                      </p:to>
                                    </p:set>
                                  </p:childTnLst>
                                </p:cTn>
                              </p:par>
                            </p:childTnLst>
                          </p:cTn>
                        </p:par>
                      </p:childTnLst>
                    </p:cTn>
                  </p:par>
                  <p:par>
                    <p:cTn id="472" fill="hold">
                      <p:stCondLst>
                        <p:cond delay="indefinite"/>
                      </p:stCondLst>
                      <p:childTnLst>
                        <p:par>
                          <p:cTn id="473" fill="hold">
                            <p:stCondLst>
                              <p:cond delay="0"/>
                            </p:stCondLst>
                            <p:childTnLst>
                              <p:par>
                                <p:cTn id="474" presetID="64" presetClass="path" presetSubtype="0" accel="50000" decel="50000" fill="hold" nodeType="clickEffect">
                                  <p:stCondLst>
                                    <p:cond delay="0"/>
                                  </p:stCondLst>
                                  <p:childTnLst>
                                    <p:animMotion origin="layout" path="M -0.22109 -0.00023 L -0.22109 0.24815 " pathEditMode="relative" rAng="0" ptsTypes="AA">
                                      <p:cBhvr>
                                        <p:cTn id="475" dur="1000" fill="hold"/>
                                        <p:tgtEl>
                                          <p:spTgt spid="106"/>
                                        </p:tgtEl>
                                        <p:attrNameLst>
                                          <p:attrName>ppt_x</p:attrName>
                                          <p:attrName>ppt_y</p:attrName>
                                        </p:attrNameLst>
                                      </p:cBhvr>
                                      <p:rCtr x="0" y="12407"/>
                                    </p:animMotion>
                                  </p:childTnLst>
                                </p:cTn>
                              </p:par>
                            </p:childTnLst>
                          </p:cTn>
                        </p:par>
                        <p:par>
                          <p:cTn id="476" fill="hold">
                            <p:stCondLst>
                              <p:cond delay="1000"/>
                            </p:stCondLst>
                            <p:childTnLst>
                              <p:par>
                                <p:cTn id="477" presetID="22" presetClass="entr" presetSubtype="1" fill="hold" nodeType="afterEffect">
                                  <p:stCondLst>
                                    <p:cond delay="0"/>
                                  </p:stCondLst>
                                  <p:childTnLst>
                                    <p:set>
                                      <p:cBhvr>
                                        <p:cTn id="478" dur="1" fill="hold">
                                          <p:stCondLst>
                                            <p:cond delay="0"/>
                                          </p:stCondLst>
                                        </p:cTn>
                                        <p:tgtEl>
                                          <p:spTgt spid="61"/>
                                        </p:tgtEl>
                                        <p:attrNameLst>
                                          <p:attrName>style.visibility</p:attrName>
                                        </p:attrNameLst>
                                      </p:cBhvr>
                                      <p:to>
                                        <p:strVal val="visible"/>
                                      </p:to>
                                    </p:set>
                                    <p:animEffect transition="in" filter="wipe(up)">
                                      <p:cBhvr>
                                        <p:cTn id="479" dur="500"/>
                                        <p:tgtEl>
                                          <p:spTgt spid="61"/>
                                        </p:tgtEl>
                                      </p:cBhvr>
                                    </p:animEffect>
                                  </p:childTnLst>
                                </p:cTn>
                              </p:par>
                            </p:childTnLst>
                          </p:cTn>
                        </p:par>
                        <p:par>
                          <p:cTn id="480" fill="hold">
                            <p:stCondLst>
                              <p:cond delay="1500"/>
                            </p:stCondLst>
                            <p:childTnLst>
                              <p:par>
                                <p:cTn id="481" presetID="22" presetClass="entr" presetSubtype="8" fill="hold" grpId="0" nodeType="afterEffect">
                                  <p:stCondLst>
                                    <p:cond delay="0"/>
                                  </p:stCondLst>
                                  <p:childTnLst>
                                    <p:set>
                                      <p:cBhvr>
                                        <p:cTn id="482" dur="1" fill="hold">
                                          <p:stCondLst>
                                            <p:cond delay="0"/>
                                          </p:stCondLst>
                                        </p:cTn>
                                        <p:tgtEl>
                                          <p:spTgt spid="79"/>
                                        </p:tgtEl>
                                        <p:attrNameLst>
                                          <p:attrName>style.visibility</p:attrName>
                                        </p:attrNameLst>
                                      </p:cBhvr>
                                      <p:to>
                                        <p:strVal val="visible"/>
                                      </p:to>
                                    </p:set>
                                    <p:animEffect transition="in" filter="wipe(left)">
                                      <p:cBhvr>
                                        <p:cTn id="483" dur="500"/>
                                        <p:tgtEl>
                                          <p:spTgt spid="79"/>
                                        </p:tgtEl>
                                      </p:cBhvr>
                                    </p:animEffect>
                                  </p:childTnLst>
                                </p:cTn>
                              </p:par>
                            </p:childTnLst>
                          </p:cTn>
                        </p:par>
                        <p:par>
                          <p:cTn id="484" fill="hold">
                            <p:stCondLst>
                              <p:cond delay="2000"/>
                            </p:stCondLst>
                            <p:childTnLst>
                              <p:par>
                                <p:cTn id="485" presetID="22" presetClass="entr" presetSubtype="8" fill="hold" grpId="0" nodeType="afterEffect">
                                  <p:stCondLst>
                                    <p:cond delay="0"/>
                                  </p:stCondLst>
                                  <p:childTnLst>
                                    <p:set>
                                      <p:cBhvr>
                                        <p:cTn id="486" dur="1" fill="hold">
                                          <p:stCondLst>
                                            <p:cond delay="0"/>
                                          </p:stCondLst>
                                        </p:cTn>
                                        <p:tgtEl>
                                          <p:spTgt spid="80"/>
                                        </p:tgtEl>
                                        <p:attrNameLst>
                                          <p:attrName>style.visibility</p:attrName>
                                        </p:attrNameLst>
                                      </p:cBhvr>
                                      <p:to>
                                        <p:strVal val="visible"/>
                                      </p:to>
                                    </p:set>
                                    <p:animEffect transition="in" filter="wipe(left)">
                                      <p:cBhvr>
                                        <p:cTn id="487" dur="500"/>
                                        <p:tgtEl>
                                          <p:spTgt spid="80"/>
                                        </p:tgtEl>
                                      </p:cBhvr>
                                    </p:animEffect>
                                  </p:childTnLst>
                                </p:cTn>
                              </p:par>
                            </p:childTnLst>
                          </p:cTn>
                        </p:par>
                      </p:childTnLst>
                    </p:cTn>
                  </p:par>
                  <p:par>
                    <p:cTn id="488" fill="hold">
                      <p:stCondLst>
                        <p:cond delay="indefinite"/>
                      </p:stCondLst>
                      <p:childTnLst>
                        <p:par>
                          <p:cTn id="489" fill="hold">
                            <p:stCondLst>
                              <p:cond delay="0"/>
                            </p:stCondLst>
                            <p:childTnLst>
                              <p:par>
                                <p:cTn id="490" presetID="22" presetClass="exit" presetSubtype="8" fill="hold" grpId="1" nodeType="clickEffect">
                                  <p:stCondLst>
                                    <p:cond delay="0"/>
                                  </p:stCondLst>
                                  <p:childTnLst>
                                    <p:animEffect transition="out" filter="wipe(left)">
                                      <p:cBhvr>
                                        <p:cTn id="491" dur="500"/>
                                        <p:tgtEl>
                                          <p:spTgt spid="94"/>
                                        </p:tgtEl>
                                      </p:cBhvr>
                                    </p:animEffect>
                                    <p:set>
                                      <p:cBhvr>
                                        <p:cTn id="492" dur="1" fill="hold">
                                          <p:stCondLst>
                                            <p:cond delay="499"/>
                                          </p:stCondLst>
                                        </p:cTn>
                                        <p:tgtEl>
                                          <p:spTgt spid="94"/>
                                        </p:tgtEl>
                                        <p:attrNameLst>
                                          <p:attrName>style.visibility</p:attrName>
                                        </p:attrNameLst>
                                      </p:cBhvr>
                                      <p:to>
                                        <p:strVal val="hidden"/>
                                      </p:to>
                                    </p:set>
                                  </p:childTnLst>
                                </p:cTn>
                              </p:par>
                            </p:childTnLst>
                          </p:cTn>
                        </p:par>
                        <p:par>
                          <p:cTn id="493" fill="hold">
                            <p:stCondLst>
                              <p:cond delay="500"/>
                            </p:stCondLst>
                            <p:childTnLst>
                              <p:par>
                                <p:cTn id="494" presetID="22" presetClass="entr" presetSubtype="8" fill="hold" grpId="0" nodeType="afterEffect">
                                  <p:stCondLst>
                                    <p:cond delay="0"/>
                                  </p:stCondLst>
                                  <p:childTnLst>
                                    <p:set>
                                      <p:cBhvr>
                                        <p:cTn id="495" dur="1" fill="hold">
                                          <p:stCondLst>
                                            <p:cond delay="0"/>
                                          </p:stCondLst>
                                        </p:cTn>
                                        <p:tgtEl>
                                          <p:spTgt spid="35"/>
                                        </p:tgtEl>
                                        <p:attrNameLst>
                                          <p:attrName>style.visibility</p:attrName>
                                        </p:attrNameLst>
                                      </p:cBhvr>
                                      <p:to>
                                        <p:strVal val="visible"/>
                                      </p:to>
                                    </p:set>
                                    <p:animEffect transition="in" filter="wipe(left)">
                                      <p:cBhvr>
                                        <p:cTn id="496" dur="500"/>
                                        <p:tgtEl>
                                          <p:spTgt spid="35"/>
                                        </p:tgtEl>
                                      </p:cBhvr>
                                    </p:animEffect>
                                  </p:childTnLst>
                                </p:cTn>
                              </p:par>
                            </p:childTnLst>
                          </p:cTn>
                        </p:par>
                        <p:par>
                          <p:cTn id="497" fill="hold">
                            <p:stCondLst>
                              <p:cond delay="1000"/>
                            </p:stCondLst>
                            <p:childTnLst>
                              <p:par>
                                <p:cTn id="498" presetID="22" presetClass="entr" presetSubtype="8" fill="hold" grpId="0" nodeType="afterEffect">
                                  <p:stCondLst>
                                    <p:cond delay="0"/>
                                  </p:stCondLst>
                                  <p:childTnLst>
                                    <p:set>
                                      <p:cBhvr>
                                        <p:cTn id="499" dur="1" fill="hold">
                                          <p:stCondLst>
                                            <p:cond delay="0"/>
                                          </p:stCondLst>
                                        </p:cTn>
                                        <p:tgtEl>
                                          <p:spTgt spid="122"/>
                                        </p:tgtEl>
                                        <p:attrNameLst>
                                          <p:attrName>style.visibility</p:attrName>
                                        </p:attrNameLst>
                                      </p:cBhvr>
                                      <p:to>
                                        <p:strVal val="visible"/>
                                      </p:to>
                                    </p:set>
                                    <p:animEffect transition="in" filter="wipe(left)">
                                      <p:cBhvr>
                                        <p:cTn id="500" dur="500"/>
                                        <p:tgtEl>
                                          <p:spTgt spid="122"/>
                                        </p:tgtEl>
                                      </p:cBhvr>
                                    </p:animEffect>
                                  </p:childTnLst>
                                </p:cTn>
                              </p:par>
                              <p:par>
                                <p:cTn id="501" presetID="32" presetClass="emph" presetSubtype="0" fill="hold" grpId="1" nodeType="withEffect">
                                  <p:stCondLst>
                                    <p:cond delay="0"/>
                                  </p:stCondLst>
                                  <p:childTnLst>
                                    <p:animRot by="120000">
                                      <p:cBhvr>
                                        <p:cTn id="502" dur="100" fill="hold">
                                          <p:stCondLst>
                                            <p:cond delay="0"/>
                                          </p:stCondLst>
                                        </p:cTn>
                                        <p:tgtEl>
                                          <p:spTgt spid="122"/>
                                        </p:tgtEl>
                                        <p:attrNameLst>
                                          <p:attrName>r</p:attrName>
                                        </p:attrNameLst>
                                      </p:cBhvr>
                                    </p:animRot>
                                    <p:animRot by="-240000">
                                      <p:cBhvr>
                                        <p:cTn id="503" dur="200" fill="hold">
                                          <p:stCondLst>
                                            <p:cond delay="200"/>
                                          </p:stCondLst>
                                        </p:cTn>
                                        <p:tgtEl>
                                          <p:spTgt spid="122"/>
                                        </p:tgtEl>
                                        <p:attrNameLst>
                                          <p:attrName>r</p:attrName>
                                        </p:attrNameLst>
                                      </p:cBhvr>
                                    </p:animRot>
                                    <p:animRot by="240000">
                                      <p:cBhvr>
                                        <p:cTn id="504" dur="200" fill="hold">
                                          <p:stCondLst>
                                            <p:cond delay="400"/>
                                          </p:stCondLst>
                                        </p:cTn>
                                        <p:tgtEl>
                                          <p:spTgt spid="122"/>
                                        </p:tgtEl>
                                        <p:attrNameLst>
                                          <p:attrName>r</p:attrName>
                                        </p:attrNameLst>
                                      </p:cBhvr>
                                    </p:animRot>
                                    <p:animRot by="-240000">
                                      <p:cBhvr>
                                        <p:cTn id="505" dur="200" fill="hold">
                                          <p:stCondLst>
                                            <p:cond delay="600"/>
                                          </p:stCondLst>
                                        </p:cTn>
                                        <p:tgtEl>
                                          <p:spTgt spid="122"/>
                                        </p:tgtEl>
                                        <p:attrNameLst>
                                          <p:attrName>r</p:attrName>
                                        </p:attrNameLst>
                                      </p:cBhvr>
                                    </p:animRot>
                                    <p:animRot by="120000">
                                      <p:cBhvr>
                                        <p:cTn id="506" dur="200" fill="hold">
                                          <p:stCondLst>
                                            <p:cond delay="800"/>
                                          </p:stCondLst>
                                        </p:cTn>
                                        <p:tgtEl>
                                          <p:spTgt spid="122"/>
                                        </p:tgtEl>
                                        <p:attrNameLst>
                                          <p:attrName>r</p:attrName>
                                        </p:attrNameLst>
                                      </p:cBhvr>
                                    </p:animRot>
                                  </p:childTnLst>
                                </p:cTn>
                              </p:par>
                            </p:childTnLst>
                          </p:cTn>
                        </p:par>
                        <p:par>
                          <p:cTn id="507" fill="hold">
                            <p:stCondLst>
                              <p:cond delay="2000"/>
                            </p:stCondLst>
                            <p:childTnLst>
                              <p:par>
                                <p:cTn id="508" presetID="22" presetClass="exit" presetSubtype="1" fill="hold" grpId="1" nodeType="afterEffect">
                                  <p:stCondLst>
                                    <p:cond delay="0"/>
                                  </p:stCondLst>
                                  <p:childTnLst>
                                    <p:animEffect transition="out" filter="wipe(up)">
                                      <p:cBhvr>
                                        <p:cTn id="509" dur="500"/>
                                        <p:tgtEl>
                                          <p:spTgt spid="120"/>
                                        </p:tgtEl>
                                      </p:cBhvr>
                                    </p:animEffect>
                                    <p:set>
                                      <p:cBhvr>
                                        <p:cTn id="510" dur="1" fill="hold">
                                          <p:stCondLst>
                                            <p:cond delay="499"/>
                                          </p:stCondLst>
                                        </p:cTn>
                                        <p:tgtEl>
                                          <p:spTgt spid="120"/>
                                        </p:tgtEl>
                                        <p:attrNameLst>
                                          <p:attrName>style.visibility</p:attrName>
                                        </p:attrNameLst>
                                      </p:cBhvr>
                                      <p:to>
                                        <p:strVal val="hidden"/>
                                      </p:to>
                                    </p:set>
                                  </p:childTnLst>
                                </p:cTn>
                              </p:par>
                            </p:childTnLst>
                          </p:cTn>
                        </p:par>
                        <p:par>
                          <p:cTn id="511" fill="hold">
                            <p:stCondLst>
                              <p:cond delay="2500"/>
                            </p:stCondLst>
                            <p:childTnLst>
                              <p:par>
                                <p:cTn id="512" presetID="22" presetClass="entr" presetSubtype="1" fill="hold" grpId="0" nodeType="afterEffect">
                                  <p:stCondLst>
                                    <p:cond delay="0"/>
                                  </p:stCondLst>
                                  <p:childTnLst>
                                    <p:set>
                                      <p:cBhvr>
                                        <p:cTn id="513" dur="1" fill="hold">
                                          <p:stCondLst>
                                            <p:cond delay="0"/>
                                          </p:stCondLst>
                                        </p:cTn>
                                        <p:tgtEl>
                                          <p:spTgt spid="119"/>
                                        </p:tgtEl>
                                        <p:attrNameLst>
                                          <p:attrName>style.visibility</p:attrName>
                                        </p:attrNameLst>
                                      </p:cBhvr>
                                      <p:to>
                                        <p:strVal val="visible"/>
                                      </p:to>
                                    </p:set>
                                    <p:animEffect transition="in" filter="wipe(up)">
                                      <p:cBhvr>
                                        <p:cTn id="514" dur="500"/>
                                        <p:tgtEl>
                                          <p:spTgt spid="1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 grpId="0" animBg="1"/>
      <p:bldP spid="104" grpId="0" animBg="1"/>
      <p:bldP spid="103" grpId="0" animBg="1"/>
      <p:bldP spid="102" grpId="0" animBg="1"/>
      <p:bldP spid="38" grpId="0" animBg="1"/>
      <p:bldP spid="75" grpId="0"/>
      <p:bldP spid="76" grpId="0"/>
      <p:bldP spid="77" grpId="0"/>
      <p:bldP spid="78" grpId="0"/>
      <p:bldP spid="79" grpId="0"/>
      <p:bldP spid="80" grpId="0"/>
      <p:bldP spid="85" grpId="0" uiExpand="1" build="p"/>
      <p:bldP spid="87" grpId="0"/>
      <p:bldP spid="87" grpId="1"/>
      <p:bldP spid="88" grpId="0"/>
      <p:bldP spid="88" grpId="1"/>
      <p:bldP spid="90" grpId="0"/>
      <p:bldP spid="90" grpId="1"/>
      <p:bldP spid="48" grpId="0"/>
      <p:bldP spid="83" grpId="0" uiExpand="1" build="p" animBg="1"/>
      <p:bldP spid="98" grpId="0" uiExpand="1" build="p" animBg="1"/>
      <p:bldP spid="101" grpId="0" uiExpand="1" build="p"/>
      <p:bldP spid="109" grpId="0" animBg="1"/>
      <p:bldP spid="109" grpId="1" animBg="1"/>
      <p:bldP spid="109" grpId="2" animBg="1"/>
      <p:bldP spid="109" grpId="3" animBg="1"/>
      <p:bldP spid="110" grpId="0"/>
      <p:bldP spid="110" grpId="1"/>
      <p:bldP spid="110" grpId="2"/>
      <p:bldP spid="110" grpId="3"/>
      <p:bldP spid="114" grpId="0"/>
      <p:bldP spid="114" grpId="1"/>
      <p:bldP spid="114" grpId="2"/>
      <p:bldP spid="114" grpId="3"/>
      <p:bldP spid="117" grpId="0" animBg="1"/>
      <p:bldP spid="117" grpId="1" animBg="1"/>
      <p:bldP spid="91" grpId="0"/>
      <p:bldP spid="91" grpId="1"/>
      <p:bldP spid="93" grpId="0"/>
      <p:bldP spid="93" grpId="1"/>
      <p:bldP spid="94" grpId="0"/>
      <p:bldP spid="94" grpId="1"/>
      <p:bldP spid="119" grpId="0" animBg="1"/>
      <p:bldP spid="120" grpId="0"/>
      <p:bldP spid="120" grpId="1"/>
      <p:bldP spid="121" grpId="0"/>
      <p:bldP spid="121" grpId="1"/>
      <p:bldP spid="122" grpId="0" animBg="1"/>
      <p:bldP spid="122" grpId="1" animBg="1"/>
      <p:bldP spid="42" grpId="0" animBg="1"/>
      <p:bldP spid="36" grpId="0" animBg="1"/>
      <p:bldP spid="35" grpId="0" animBg="1"/>
      <p:bldP spid="37" grpId="0" animBg="1"/>
      <p:bldP spid="40" grpId="0" animBg="1"/>
      <p:bldP spid="39" grpId="0" animBg="1"/>
      <p:bldP spid="126" grpId="0" uiExpand="1" build="p"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矩形 26">
            <a:extLst>
              <a:ext uri="{FF2B5EF4-FFF2-40B4-BE49-F238E27FC236}">
                <a16:creationId xmlns:a16="http://schemas.microsoft.com/office/drawing/2014/main" id="{65CC0B68-4B3C-4E37-9302-CE02D7CC1B16}"/>
              </a:ext>
            </a:extLst>
          </p:cNvPr>
          <p:cNvSpPr>
            <a:spLocks noChangeArrowheads="1"/>
          </p:cNvSpPr>
          <p:nvPr/>
        </p:nvSpPr>
        <p:spPr bwMode="auto">
          <a:xfrm>
            <a:off x="5249338" y="568018"/>
            <a:ext cx="6393675" cy="3170099"/>
          </a:xfrm>
          <a:prstGeom prst="rect">
            <a:avLst/>
          </a:prstGeom>
          <a:solidFill>
            <a:schemeClr val="bg1"/>
          </a:solidFill>
          <a:ln w="12700">
            <a:solidFill>
              <a:srgbClr val="00B0F0"/>
            </a:solidFill>
          </a:ln>
        </p:spPr>
        <p:txBody>
          <a:bodyPr wrap="square">
            <a:spAutoFit/>
          </a:bodyPr>
          <a:lstStyle/>
          <a:p>
            <a:r>
              <a:rPr lang="en-US" altLang="zh-CN" sz="2000" b="1" dirty="0">
                <a:solidFill>
                  <a:srgbClr val="0000FF"/>
                </a:solidFill>
                <a:effectLst>
                  <a:outerShdw blurRad="38100" dist="38100" dir="2700000" algn="tl">
                    <a:srgbClr val="000000">
                      <a:alpha val="43137"/>
                    </a:srgbClr>
                  </a:outerShdw>
                </a:effectLst>
                <a:latin typeface="Courier New" panose="02070309020205020404" pitchFamily="49" charset="0"/>
                <a:ea typeface="楷体_GB2312" pitchFamily="49" charset="-122"/>
                <a:cs typeface="Courier New" panose="02070309020205020404" pitchFamily="49" charset="0"/>
              </a:rPr>
              <a:t>int</a:t>
            </a:r>
            <a:r>
              <a:rPr lang="en-US" altLang="zh-CN" sz="2000" b="1" u="none" dirty="0">
                <a:latin typeface="Courier New" panose="02070309020205020404" pitchFamily="49" charset="0"/>
                <a:ea typeface="楷体_GB2312" pitchFamily="49" charset="-122"/>
                <a:cs typeface="Courier New" panose="02070309020205020404" pitchFamily="49" charset="0"/>
              </a:rPr>
              <a:t> </a:t>
            </a:r>
            <a:r>
              <a:rPr lang="en-US" altLang="zh-CN" sz="2000" b="1" u="none" dirty="0" err="1">
                <a:latin typeface="Courier New" panose="02070309020205020404" pitchFamily="49" charset="0"/>
                <a:ea typeface="楷体_GB2312" pitchFamily="49" charset="-122"/>
                <a:cs typeface="Courier New" panose="02070309020205020404" pitchFamily="49" charset="0"/>
              </a:rPr>
              <a:t>GListDepth</a:t>
            </a:r>
            <a:r>
              <a:rPr lang="en-US" altLang="zh-CN" sz="2000" b="1" u="none" dirty="0">
                <a:latin typeface="Courier New" panose="02070309020205020404" pitchFamily="49" charset="0"/>
                <a:ea typeface="楷体_GB2312" pitchFamily="49" charset="-122"/>
                <a:cs typeface="Courier New" panose="02070309020205020404" pitchFamily="49" charset="0"/>
              </a:rPr>
              <a:t>(Glist L) </a:t>
            </a:r>
            <a:r>
              <a:rPr lang="en-US" altLang="zh-CN" sz="2000" b="1" dirty="0">
                <a:solidFill>
                  <a:srgbClr val="0000FF"/>
                </a:solidFill>
                <a:effectLst>
                  <a:outerShdw blurRad="38100" dist="38100" dir="2700000" algn="tl">
                    <a:srgbClr val="000000">
                      <a:alpha val="43137"/>
                    </a:srgbClr>
                  </a:outerShdw>
                </a:effectLst>
                <a:latin typeface="Courier New" panose="02070309020205020404" pitchFamily="49" charset="0"/>
                <a:ea typeface="楷体_GB2312" pitchFamily="49" charset="-122"/>
                <a:cs typeface="Courier New" panose="02070309020205020404" pitchFamily="49" charset="0"/>
              </a:rPr>
              <a:t>{</a:t>
            </a:r>
            <a:r>
              <a:rPr lang="en-US" altLang="zh-CN" sz="2000" b="1" dirty="0">
                <a:latin typeface="Courier New" panose="02070309020205020404" pitchFamily="49" charset="0"/>
                <a:ea typeface="楷体_GB2312" pitchFamily="49" charset="-122"/>
                <a:cs typeface="Courier New" panose="02070309020205020404" pitchFamily="49" charset="0"/>
              </a:rPr>
              <a:t> </a:t>
            </a:r>
            <a:r>
              <a:rPr lang="en-US" altLang="zh-CN" b="1" dirty="0">
                <a:solidFill>
                  <a:schemeClr val="accent6">
                    <a:lumMod val="75000"/>
                  </a:schemeClr>
                </a:solidFill>
                <a:latin typeface="Courier New" panose="02070309020205020404" pitchFamily="49" charset="0"/>
                <a:ea typeface="楷体_GB2312" pitchFamily="49" charset="-122"/>
                <a:cs typeface="Courier New" panose="02070309020205020404" pitchFamily="49" charset="0"/>
              </a:rPr>
              <a:t>//</a:t>
            </a:r>
            <a:r>
              <a:rPr lang="en-US" altLang="zh-CN" b="1" dirty="0">
                <a:solidFill>
                  <a:schemeClr val="accent6">
                    <a:lumMod val="75000"/>
                  </a:schemeClr>
                </a:solidFill>
                <a:latin typeface="+mn-ea"/>
                <a:cs typeface="Courier New" panose="02070309020205020404" pitchFamily="49" charset="0"/>
              </a:rPr>
              <a:t> </a:t>
            </a:r>
            <a:r>
              <a:rPr lang="zh-CN" altLang="en-US" b="1" dirty="0">
                <a:solidFill>
                  <a:schemeClr val="accent6">
                    <a:lumMod val="75000"/>
                  </a:schemeClr>
                </a:solidFill>
                <a:latin typeface="+mn-ea"/>
                <a:cs typeface="Courier New" panose="02070309020205020404" pitchFamily="49" charset="0"/>
              </a:rPr>
              <a:t>求广义表</a:t>
            </a:r>
            <a:r>
              <a:rPr lang="en-US" altLang="zh-CN" b="1" dirty="0">
                <a:solidFill>
                  <a:schemeClr val="accent6">
                    <a:lumMod val="75000"/>
                  </a:schemeClr>
                </a:solidFill>
                <a:latin typeface="+mn-ea"/>
                <a:cs typeface="Courier New" panose="02070309020205020404" pitchFamily="49" charset="0"/>
              </a:rPr>
              <a:t>L</a:t>
            </a:r>
            <a:r>
              <a:rPr lang="zh-CN" altLang="en-US" b="1" dirty="0">
                <a:solidFill>
                  <a:schemeClr val="accent6">
                    <a:lumMod val="75000"/>
                  </a:schemeClr>
                </a:solidFill>
                <a:latin typeface="+mn-ea"/>
                <a:cs typeface="Courier New" panose="02070309020205020404" pitchFamily="49" charset="0"/>
              </a:rPr>
              <a:t>的深度</a:t>
            </a:r>
            <a:endParaRPr lang="en-US" altLang="zh-CN" b="1" dirty="0">
              <a:solidFill>
                <a:schemeClr val="accent6">
                  <a:lumMod val="75000"/>
                </a:schemeClr>
              </a:solidFill>
              <a:latin typeface="+mn-ea"/>
              <a:cs typeface="Courier New" panose="02070309020205020404" pitchFamily="49" charset="0"/>
            </a:endParaRPr>
          </a:p>
          <a:p>
            <a:r>
              <a:rPr lang="en-US" altLang="zh-CN" sz="2000" b="1" u="none" dirty="0">
                <a:latin typeface="Courier New" panose="02070309020205020404" pitchFamily="49" charset="0"/>
                <a:ea typeface="楷体_GB2312" pitchFamily="49" charset="-122"/>
                <a:cs typeface="Courier New" panose="02070309020205020404" pitchFamily="49" charset="0"/>
              </a:rPr>
              <a:t>  </a:t>
            </a:r>
            <a:r>
              <a:rPr lang="en-US" altLang="zh-CN" sz="2000" b="1" dirty="0">
                <a:solidFill>
                  <a:srgbClr val="0000FF"/>
                </a:solidFill>
                <a:effectLst>
                  <a:outerShdw blurRad="38100" dist="38100" dir="2700000" algn="tl">
                    <a:srgbClr val="000000">
                      <a:alpha val="43137"/>
                    </a:srgbClr>
                  </a:outerShdw>
                </a:effectLst>
                <a:latin typeface="Courier New" panose="02070309020205020404" pitchFamily="49" charset="0"/>
                <a:ea typeface="楷体_GB2312" pitchFamily="49" charset="-122"/>
                <a:cs typeface="Courier New" panose="02070309020205020404" pitchFamily="49" charset="0"/>
              </a:rPr>
              <a:t>int</a:t>
            </a:r>
            <a:r>
              <a:rPr lang="en-US" altLang="zh-CN" sz="2000" b="1" u="none" dirty="0">
                <a:latin typeface="Courier New" panose="02070309020205020404" pitchFamily="49" charset="0"/>
                <a:ea typeface="楷体_GB2312" pitchFamily="49" charset="-122"/>
                <a:cs typeface="Courier New" panose="02070309020205020404" pitchFamily="49" charset="0"/>
              </a:rPr>
              <a:t> max, dep;</a:t>
            </a:r>
          </a:p>
          <a:p>
            <a:r>
              <a:rPr lang="en-US" altLang="zh-CN" sz="2000" b="1" dirty="0">
                <a:solidFill>
                  <a:srgbClr val="0000FF"/>
                </a:solidFill>
                <a:effectLst>
                  <a:outerShdw blurRad="38100" dist="38100" dir="2700000" algn="tl">
                    <a:srgbClr val="000000">
                      <a:alpha val="43137"/>
                    </a:srgbClr>
                  </a:outerShdw>
                </a:effectLst>
                <a:latin typeface="Courier New" panose="02070309020205020404" pitchFamily="49" charset="0"/>
                <a:ea typeface="楷体_GB2312" pitchFamily="49" charset="-122"/>
                <a:cs typeface="Courier New" panose="02070309020205020404" pitchFamily="49" charset="0"/>
              </a:rPr>
              <a:t>  if</a:t>
            </a:r>
            <a:r>
              <a:rPr lang="en-US" altLang="zh-CN" sz="2000" b="1" u="none" dirty="0">
                <a:latin typeface="Courier New" panose="02070309020205020404" pitchFamily="49" charset="0"/>
                <a:ea typeface="楷体_GB2312" pitchFamily="49" charset="-122"/>
                <a:cs typeface="Courier New" panose="02070309020205020404" pitchFamily="49" charset="0"/>
              </a:rPr>
              <a:t>(!L) </a:t>
            </a:r>
            <a:r>
              <a:rPr lang="en-US" altLang="zh-CN" sz="2000" b="1" dirty="0">
                <a:solidFill>
                  <a:srgbClr val="0000FF"/>
                </a:solidFill>
                <a:effectLst>
                  <a:outerShdw blurRad="38100" dist="38100" dir="2700000" algn="tl">
                    <a:srgbClr val="000000">
                      <a:alpha val="43137"/>
                    </a:srgbClr>
                  </a:outerShdw>
                </a:effectLst>
                <a:latin typeface="Courier New" panose="02070309020205020404" pitchFamily="49" charset="0"/>
                <a:ea typeface="楷体_GB2312" pitchFamily="49" charset="-122"/>
                <a:cs typeface="Courier New" panose="02070309020205020404" pitchFamily="49" charset="0"/>
              </a:rPr>
              <a:t>return</a:t>
            </a:r>
            <a:r>
              <a:rPr lang="en-US" altLang="zh-CN" sz="2000" b="1" u="none" dirty="0">
                <a:latin typeface="Courier New" panose="02070309020205020404" pitchFamily="49" charset="0"/>
                <a:ea typeface="楷体_GB2312" pitchFamily="49" charset="-122"/>
                <a:cs typeface="Courier New" panose="02070309020205020404" pitchFamily="49" charset="0"/>
              </a:rPr>
              <a:t> 1;  </a:t>
            </a:r>
            <a:r>
              <a:rPr lang="en-US" altLang="zh-CN" b="1" dirty="0">
                <a:solidFill>
                  <a:schemeClr val="accent6">
                    <a:lumMod val="75000"/>
                  </a:schemeClr>
                </a:solidFill>
                <a:latin typeface="Courier New" panose="02070309020205020404" pitchFamily="49" charset="0"/>
                <a:ea typeface="楷体_GB2312" pitchFamily="49" charset="-122"/>
                <a:cs typeface="Courier New" panose="02070309020205020404" pitchFamily="49" charset="0"/>
              </a:rPr>
              <a:t>//</a:t>
            </a:r>
            <a:r>
              <a:rPr lang="en-US" altLang="zh-CN" b="1" dirty="0">
                <a:solidFill>
                  <a:schemeClr val="accent6">
                    <a:lumMod val="75000"/>
                  </a:schemeClr>
                </a:solidFill>
                <a:latin typeface="+mn-ea"/>
                <a:cs typeface="Courier New" panose="02070309020205020404" pitchFamily="49" charset="0"/>
              </a:rPr>
              <a:t> </a:t>
            </a:r>
            <a:r>
              <a:rPr lang="zh-CN" altLang="en-US" b="1" dirty="0">
                <a:solidFill>
                  <a:schemeClr val="accent6">
                    <a:lumMod val="75000"/>
                  </a:schemeClr>
                </a:solidFill>
                <a:latin typeface="+mn-ea"/>
                <a:cs typeface="Courier New" panose="02070309020205020404" pitchFamily="49" charset="0"/>
              </a:rPr>
              <a:t>空表返回深度 </a:t>
            </a:r>
            <a:r>
              <a:rPr lang="en-US" altLang="zh-CN" sz="2000" b="1" dirty="0">
                <a:solidFill>
                  <a:srgbClr val="C00000"/>
                </a:solidFill>
                <a:latin typeface="Courier New" panose="02070309020205020404" pitchFamily="49" charset="0"/>
                <a:ea typeface="楷体_GB2312" pitchFamily="49" charset="-122"/>
                <a:cs typeface="Courier New" panose="02070309020205020404" pitchFamily="49" charset="0"/>
              </a:rPr>
              <a:t>1</a:t>
            </a:r>
          </a:p>
          <a:p>
            <a:r>
              <a:rPr lang="en-US" altLang="zh-CN" sz="2000" b="1" dirty="0">
                <a:latin typeface="Courier New" panose="02070309020205020404" pitchFamily="49" charset="0"/>
                <a:ea typeface="楷体_GB2312" pitchFamily="49" charset="-122"/>
                <a:cs typeface="Courier New" panose="02070309020205020404" pitchFamily="49" charset="0"/>
              </a:rPr>
              <a:t>  </a:t>
            </a:r>
            <a:r>
              <a:rPr lang="en-US" altLang="zh-CN" sz="2000" b="1" dirty="0">
                <a:solidFill>
                  <a:srgbClr val="0000FF"/>
                </a:solidFill>
                <a:effectLst>
                  <a:outerShdw blurRad="38100" dist="38100" dir="2700000" algn="tl">
                    <a:srgbClr val="000000">
                      <a:alpha val="43137"/>
                    </a:srgbClr>
                  </a:outerShdw>
                </a:effectLst>
                <a:latin typeface="Courier New" panose="02070309020205020404" pitchFamily="49" charset="0"/>
                <a:ea typeface="楷体_GB2312" pitchFamily="49" charset="-122"/>
                <a:cs typeface="Courier New" panose="02070309020205020404" pitchFamily="49" charset="0"/>
              </a:rPr>
              <a:t>if</a:t>
            </a:r>
            <a:r>
              <a:rPr lang="en-US" altLang="zh-CN" sz="2000" b="1" dirty="0">
                <a:latin typeface="Courier New" panose="02070309020205020404" pitchFamily="49" charset="0"/>
                <a:ea typeface="楷体_GB2312" pitchFamily="49" charset="-122"/>
                <a:cs typeface="Courier New" panose="02070309020205020404" pitchFamily="49" charset="0"/>
              </a:rPr>
              <a:t>(L-&gt;tag==ATOM)</a:t>
            </a:r>
            <a:r>
              <a:rPr lang="en-US" altLang="zh-CN" sz="2000" b="1" dirty="0">
                <a:solidFill>
                  <a:srgbClr val="0000FF"/>
                </a:solidFill>
                <a:effectLst>
                  <a:outerShdw blurRad="38100" dist="38100" dir="2700000" algn="tl">
                    <a:srgbClr val="000000">
                      <a:alpha val="43137"/>
                    </a:srgbClr>
                  </a:outerShdw>
                </a:effectLst>
                <a:latin typeface="Courier New" panose="02070309020205020404" pitchFamily="49" charset="0"/>
                <a:ea typeface="楷体_GB2312" pitchFamily="49" charset="-122"/>
                <a:cs typeface="Courier New" panose="02070309020205020404" pitchFamily="49" charset="0"/>
              </a:rPr>
              <a:t>return</a:t>
            </a:r>
            <a:r>
              <a:rPr lang="en-US" altLang="zh-CN" sz="2000" b="1" dirty="0">
                <a:latin typeface="Courier New" panose="02070309020205020404" pitchFamily="49" charset="0"/>
                <a:ea typeface="楷体_GB2312" pitchFamily="49" charset="-122"/>
                <a:cs typeface="Courier New" panose="02070309020205020404" pitchFamily="49" charset="0"/>
              </a:rPr>
              <a:t> 0</a:t>
            </a:r>
            <a:r>
              <a:rPr lang="en-US" altLang="zh-CN" b="1" dirty="0">
                <a:solidFill>
                  <a:srgbClr val="0000FF"/>
                </a:solidFill>
                <a:latin typeface="Courier New" panose="02070309020205020404" pitchFamily="49" charset="0"/>
                <a:ea typeface="楷体_GB2312" pitchFamily="49" charset="-122"/>
                <a:cs typeface="Courier New" panose="02070309020205020404" pitchFamily="49" charset="0"/>
              </a:rPr>
              <a:t>;  </a:t>
            </a:r>
            <a:r>
              <a:rPr lang="en-US" altLang="zh-CN" b="1" dirty="0">
                <a:solidFill>
                  <a:schemeClr val="accent6">
                    <a:lumMod val="75000"/>
                  </a:schemeClr>
                </a:solidFill>
                <a:latin typeface="Courier New" panose="02070309020205020404" pitchFamily="49" charset="0"/>
                <a:ea typeface="楷体_GB2312" pitchFamily="49" charset="-122"/>
                <a:cs typeface="Courier New" panose="02070309020205020404" pitchFamily="49" charset="0"/>
              </a:rPr>
              <a:t>//</a:t>
            </a:r>
            <a:r>
              <a:rPr lang="en-US" altLang="zh-CN" b="1" dirty="0">
                <a:solidFill>
                  <a:schemeClr val="accent6">
                    <a:lumMod val="75000"/>
                  </a:schemeClr>
                </a:solidFill>
                <a:latin typeface="+mn-ea"/>
                <a:cs typeface="Courier New" panose="02070309020205020404" pitchFamily="49" charset="0"/>
              </a:rPr>
              <a:t> </a:t>
            </a:r>
            <a:r>
              <a:rPr lang="zh-CN" altLang="en-US" b="1" dirty="0">
                <a:solidFill>
                  <a:schemeClr val="accent6">
                    <a:lumMod val="75000"/>
                  </a:schemeClr>
                </a:solidFill>
                <a:latin typeface="+mn-ea"/>
                <a:cs typeface="Courier New" panose="02070309020205020404" pitchFamily="49" charset="0"/>
              </a:rPr>
              <a:t>原子返回 </a:t>
            </a:r>
            <a:r>
              <a:rPr lang="en-US" altLang="zh-CN" sz="2000" b="1" dirty="0">
                <a:solidFill>
                  <a:srgbClr val="C00000"/>
                </a:solidFill>
                <a:latin typeface="Courier New" panose="02070309020205020404" pitchFamily="49" charset="0"/>
                <a:ea typeface="楷体_GB2312" pitchFamily="49" charset="-122"/>
                <a:cs typeface="Courier New" panose="02070309020205020404" pitchFamily="49" charset="0"/>
              </a:rPr>
              <a:t>0</a:t>
            </a:r>
            <a:endParaRPr lang="en-US" altLang="zh-CN" sz="2000" b="1" u="none" dirty="0">
              <a:latin typeface="Courier New" panose="02070309020205020404" pitchFamily="49" charset="0"/>
              <a:ea typeface="楷体_GB2312" pitchFamily="49" charset="-122"/>
              <a:cs typeface="Courier New" panose="02070309020205020404" pitchFamily="49" charset="0"/>
            </a:endParaRPr>
          </a:p>
          <a:p>
            <a:r>
              <a:rPr lang="en-US" altLang="zh-CN" sz="2000" b="1" u="none" dirty="0">
                <a:latin typeface="Courier New" panose="02070309020205020404" pitchFamily="49" charset="0"/>
                <a:ea typeface="楷体_GB2312" pitchFamily="49" charset="-122"/>
                <a:cs typeface="Courier New" panose="02070309020205020404" pitchFamily="49" charset="0"/>
              </a:rPr>
              <a:t>  </a:t>
            </a:r>
            <a:r>
              <a:rPr lang="en-US" altLang="zh-CN" sz="2000" b="1" dirty="0">
                <a:solidFill>
                  <a:srgbClr val="0000FF"/>
                </a:solidFill>
                <a:effectLst>
                  <a:outerShdw blurRad="38100" dist="38100" dir="2700000" algn="tl">
                    <a:srgbClr val="000000">
                      <a:alpha val="43137"/>
                    </a:srgbClr>
                  </a:outerShdw>
                </a:effectLst>
                <a:latin typeface="Courier New" panose="02070309020205020404" pitchFamily="49" charset="0"/>
                <a:ea typeface="楷体_GB2312" pitchFamily="49" charset="-122"/>
                <a:cs typeface="Courier New" panose="02070309020205020404" pitchFamily="49" charset="0"/>
              </a:rPr>
              <a:t>for</a:t>
            </a:r>
            <a:r>
              <a:rPr lang="en-US" altLang="zh-CN" sz="2000" b="1" u="none" dirty="0">
                <a:latin typeface="Courier New" panose="02070309020205020404" pitchFamily="49" charset="0"/>
                <a:ea typeface="楷体_GB2312" pitchFamily="49" charset="-122"/>
                <a:cs typeface="Courier New" panose="02070309020205020404" pitchFamily="49" charset="0"/>
              </a:rPr>
              <a:t>(max=0; L; </a:t>
            </a:r>
            <a:r>
              <a:rPr lang="en-US" altLang="zh-CN" sz="2000" b="1" dirty="0">
                <a:solidFill>
                  <a:srgbClr val="008080"/>
                </a:solidFill>
                <a:latin typeface="Courier New" panose="02070309020205020404" pitchFamily="49" charset="0"/>
                <a:ea typeface="楷体_GB2312" pitchFamily="49" charset="-122"/>
                <a:cs typeface="Courier New" panose="02070309020205020404" pitchFamily="49" charset="0"/>
              </a:rPr>
              <a:t>L</a:t>
            </a:r>
            <a:r>
              <a:rPr lang="en-US" altLang="zh-CN" sz="2000" b="1" u="none" dirty="0">
                <a:solidFill>
                  <a:srgbClr val="008080"/>
                </a:solidFill>
                <a:latin typeface="Courier New" panose="02070309020205020404" pitchFamily="49" charset="0"/>
                <a:ea typeface="楷体_GB2312" pitchFamily="49" charset="-122"/>
                <a:cs typeface="Courier New" panose="02070309020205020404" pitchFamily="49" charset="0"/>
              </a:rPr>
              <a:t>=L-&gt;</a:t>
            </a:r>
            <a:r>
              <a:rPr lang="en-US" altLang="zh-CN" sz="2000" b="1" u="none" dirty="0" err="1">
                <a:solidFill>
                  <a:srgbClr val="008080"/>
                </a:solidFill>
                <a:latin typeface="Courier New" panose="02070309020205020404" pitchFamily="49" charset="0"/>
                <a:ea typeface="楷体_GB2312" pitchFamily="49" charset="-122"/>
                <a:cs typeface="Courier New" panose="02070309020205020404" pitchFamily="49" charset="0"/>
              </a:rPr>
              <a:t>ptr.tp</a:t>
            </a:r>
            <a:r>
              <a:rPr lang="en-US" altLang="zh-CN" sz="2000" b="1" u="none" dirty="0">
                <a:latin typeface="Courier New" panose="02070309020205020404" pitchFamily="49" charset="0"/>
                <a:ea typeface="楷体_GB2312" pitchFamily="49" charset="-122"/>
                <a:cs typeface="Courier New" panose="02070309020205020404" pitchFamily="49" charset="0"/>
              </a:rPr>
              <a:t>)</a:t>
            </a:r>
            <a:r>
              <a:rPr lang="en-US" altLang="zh-CN" sz="2000" b="1" dirty="0">
                <a:solidFill>
                  <a:srgbClr val="0000FF"/>
                </a:solidFill>
                <a:effectLst>
                  <a:outerShdw blurRad="38100" dist="38100" dir="2700000" algn="tl">
                    <a:srgbClr val="000000">
                      <a:alpha val="43137"/>
                    </a:srgbClr>
                  </a:outerShdw>
                </a:effectLst>
                <a:latin typeface="Courier New" panose="02070309020205020404" pitchFamily="49" charset="0"/>
                <a:ea typeface="楷体_GB2312" pitchFamily="49" charset="-122"/>
                <a:cs typeface="Courier New" panose="02070309020205020404" pitchFamily="49" charset="0"/>
              </a:rPr>
              <a:t>{</a:t>
            </a:r>
            <a:r>
              <a:rPr lang="en-US" altLang="zh-CN" sz="2000" b="1" u="none" dirty="0">
                <a:effectLst>
                  <a:outerShdw blurRad="38100" dist="38100" dir="2700000" algn="tl">
                    <a:srgbClr val="000000">
                      <a:alpha val="43137"/>
                    </a:srgbClr>
                  </a:outerShdw>
                </a:effectLst>
                <a:latin typeface="Courier New" panose="02070309020205020404" pitchFamily="49" charset="0"/>
                <a:ea typeface="楷体_GB2312" pitchFamily="49" charset="-122"/>
                <a:cs typeface="Courier New" panose="02070309020205020404" pitchFamily="49" charset="0"/>
              </a:rPr>
              <a:t> </a:t>
            </a:r>
            <a:r>
              <a:rPr lang="en-US" altLang="zh-CN" b="1" dirty="0">
                <a:solidFill>
                  <a:schemeClr val="accent6">
                    <a:lumMod val="75000"/>
                  </a:schemeClr>
                </a:solidFill>
                <a:latin typeface="Courier New" panose="02070309020205020404" pitchFamily="49" charset="0"/>
                <a:ea typeface="楷体_GB2312" pitchFamily="49" charset="-122"/>
                <a:cs typeface="Courier New" panose="02070309020205020404" pitchFamily="49" charset="0"/>
              </a:rPr>
              <a:t>//</a:t>
            </a:r>
            <a:r>
              <a:rPr lang="en-US" altLang="zh-CN" b="1" dirty="0">
                <a:solidFill>
                  <a:schemeClr val="accent6">
                    <a:lumMod val="75000"/>
                  </a:schemeClr>
                </a:solidFill>
                <a:latin typeface="+mn-ea"/>
                <a:cs typeface="Courier New" panose="02070309020205020404" pitchFamily="49" charset="0"/>
              </a:rPr>
              <a:t> </a:t>
            </a:r>
            <a:r>
              <a:rPr lang="zh-CN" altLang="en-US" b="1" dirty="0">
                <a:solidFill>
                  <a:schemeClr val="accent6">
                    <a:lumMod val="75000"/>
                  </a:schemeClr>
                </a:solidFill>
                <a:latin typeface="+mn-ea"/>
                <a:cs typeface="Courier New" panose="02070309020205020404" pitchFamily="49" charset="0"/>
              </a:rPr>
              <a:t>对子表递归</a:t>
            </a:r>
            <a:endParaRPr lang="en-US" altLang="zh-CN" b="1" dirty="0">
              <a:solidFill>
                <a:schemeClr val="accent6">
                  <a:lumMod val="75000"/>
                </a:schemeClr>
              </a:solidFill>
              <a:latin typeface="+mn-ea"/>
              <a:cs typeface="Courier New" panose="02070309020205020404" pitchFamily="49" charset="0"/>
            </a:endParaRPr>
          </a:p>
          <a:p>
            <a:r>
              <a:rPr lang="en-US" altLang="zh-CN" sz="2000" b="1" u="none" dirty="0">
                <a:latin typeface="Courier New" panose="02070309020205020404" pitchFamily="49" charset="0"/>
                <a:ea typeface="楷体_GB2312" pitchFamily="49" charset="-122"/>
                <a:cs typeface="Courier New" panose="02070309020205020404" pitchFamily="49" charset="0"/>
              </a:rPr>
              <a:t>    dep = </a:t>
            </a:r>
            <a:r>
              <a:rPr lang="en-US" altLang="zh-CN" sz="2000" b="1" u="none" dirty="0" err="1">
                <a:solidFill>
                  <a:srgbClr val="0000FF"/>
                </a:solidFill>
                <a:latin typeface="Courier New" panose="02070309020205020404" pitchFamily="49" charset="0"/>
                <a:ea typeface="楷体_GB2312" pitchFamily="49" charset="-122"/>
                <a:cs typeface="Courier New" panose="02070309020205020404" pitchFamily="49" charset="0"/>
              </a:rPr>
              <a:t>GListDepth</a:t>
            </a:r>
            <a:r>
              <a:rPr lang="en-US" altLang="zh-CN" sz="2000" b="1" u="none" dirty="0">
                <a:latin typeface="Courier New" panose="02070309020205020404" pitchFamily="49" charset="0"/>
                <a:ea typeface="楷体_GB2312" pitchFamily="49" charset="-122"/>
                <a:cs typeface="Courier New" panose="02070309020205020404" pitchFamily="49" charset="0"/>
              </a:rPr>
              <a:t>(</a:t>
            </a:r>
            <a:r>
              <a:rPr lang="en-US" altLang="zh-CN" sz="2000" b="1" dirty="0">
                <a:solidFill>
                  <a:srgbClr val="C00000"/>
                </a:solidFill>
                <a:latin typeface="Courier New" panose="02070309020205020404" pitchFamily="49" charset="0"/>
                <a:ea typeface="楷体_GB2312" pitchFamily="49" charset="-122"/>
                <a:cs typeface="Courier New" panose="02070309020205020404" pitchFamily="49" charset="0"/>
              </a:rPr>
              <a:t>L</a:t>
            </a:r>
            <a:r>
              <a:rPr lang="en-US" altLang="zh-CN" sz="2000" b="1" u="none" dirty="0">
                <a:solidFill>
                  <a:srgbClr val="C00000"/>
                </a:solidFill>
                <a:latin typeface="Courier New" panose="02070309020205020404" pitchFamily="49" charset="0"/>
                <a:ea typeface="楷体_GB2312" pitchFamily="49" charset="-122"/>
                <a:cs typeface="Courier New" panose="02070309020205020404" pitchFamily="49" charset="0"/>
              </a:rPr>
              <a:t>-&gt;</a:t>
            </a:r>
            <a:r>
              <a:rPr lang="en-US" altLang="zh-CN" sz="2000" b="1" u="none" dirty="0" err="1">
                <a:solidFill>
                  <a:srgbClr val="C00000"/>
                </a:solidFill>
                <a:latin typeface="Courier New" panose="02070309020205020404" pitchFamily="49" charset="0"/>
                <a:ea typeface="楷体_GB2312" pitchFamily="49" charset="-122"/>
                <a:cs typeface="Courier New" panose="02070309020205020404" pitchFamily="49" charset="0"/>
              </a:rPr>
              <a:t>ptr.hp</a:t>
            </a:r>
            <a:r>
              <a:rPr lang="en-US" altLang="zh-CN" sz="2000" b="1" u="none" dirty="0">
                <a:latin typeface="Courier New" panose="02070309020205020404" pitchFamily="49" charset="0"/>
                <a:ea typeface="楷体_GB2312" pitchFamily="49" charset="-122"/>
                <a:cs typeface="Courier New" panose="02070309020205020404" pitchFamily="49" charset="0"/>
              </a:rPr>
              <a:t>);</a:t>
            </a:r>
          </a:p>
          <a:p>
            <a:r>
              <a:rPr lang="en-US" altLang="zh-CN" sz="2000" b="1" u="none" dirty="0">
                <a:solidFill>
                  <a:srgbClr val="FF0000"/>
                </a:solidFill>
                <a:latin typeface="Courier New" panose="02070309020205020404" pitchFamily="49" charset="0"/>
                <a:ea typeface="楷体_GB2312" pitchFamily="49" charset="-122"/>
                <a:cs typeface="Courier New" panose="02070309020205020404" pitchFamily="49" charset="0"/>
              </a:rPr>
              <a:t>    </a:t>
            </a:r>
            <a:r>
              <a:rPr lang="en-US" altLang="zh-CN" sz="2000" b="1" u="none" dirty="0">
                <a:solidFill>
                  <a:srgbClr val="C00000"/>
                </a:solidFill>
                <a:effectLst>
                  <a:outerShdw blurRad="38100" dist="38100" dir="2700000" algn="tl">
                    <a:srgbClr val="000000">
                      <a:alpha val="43137"/>
                    </a:srgbClr>
                  </a:outerShdw>
                </a:effectLst>
                <a:latin typeface="Courier New" panose="02070309020205020404" pitchFamily="49" charset="0"/>
                <a:ea typeface="楷体_GB2312" pitchFamily="49" charset="-122"/>
                <a:cs typeface="Courier New" panose="02070309020205020404" pitchFamily="49" charset="0"/>
              </a:rPr>
              <a:t>if</a:t>
            </a:r>
            <a:r>
              <a:rPr lang="en-US" altLang="zh-CN" sz="2000" b="1" u="none" dirty="0">
                <a:solidFill>
                  <a:srgbClr val="C00000"/>
                </a:solidFill>
                <a:latin typeface="Courier New" panose="02070309020205020404" pitchFamily="49" charset="0"/>
                <a:ea typeface="楷体_GB2312" pitchFamily="49" charset="-122"/>
                <a:cs typeface="Courier New" panose="02070309020205020404" pitchFamily="49" charset="0"/>
              </a:rPr>
              <a:t>(dep&gt;max)max = dep</a:t>
            </a:r>
            <a:r>
              <a:rPr lang="en-US" altLang="zh-CN" sz="2000" b="1" u="none" dirty="0">
                <a:latin typeface="Courier New" panose="02070309020205020404" pitchFamily="49" charset="0"/>
                <a:ea typeface="楷体_GB2312" pitchFamily="49" charset="-122"/>
                <a:cs typeface="Courier New" panose="02070309020205020404" pitchFamily="49" charset="0"/>
              </a:rPr>
              <a:t>;  </a:t>
            </a:r>
            <a:r>
              <a:rPr lang="en-US" altLang="zh-CN" b="1" dirty="0">
                <a:solidFill>
                  <a:schemeClr val="accent6">
                    <a:lumMod val="75000"/>
                  </a:schemeClr>
                </a:solidFill>
                <a:latin typeface="Courier New" panose="02070309020205020404" pitchFamily="49" charset="0"/>
                <a:ea typeface="楷体_GB2312" pitchFamily="49" charset="-122"/>
                <a:cs typeface="Courier New" panose="02070309020205020404" pitchFamily="49" charset="0"/>
              </a:rPr>
              <a:t>//</a:t>
            </a:r>
            <a:r>
              <a:rPr lang="zh-CN" altLang="en-US" b="1" dirty="0">
                <a:solidFill>
                  <a:schemeClr val="accent6">
                    <a:lumMod val="75000"/>
                  </a:schemeClr>
                </a:solidFill>
                <a:latin typeface="+mn-ea"/>
                <a:cs typeface="Courier New" panose="02070309020205020404" pitchFamily="49" charset="0"/>
              </a:rPr>
              <a:t>求子表最大深度</a:t>
            </a:r>
            <a:endParaRPr lang="en-US" altLang="zh-CN" b="1" dirty="0">
              <a:solidFill>
                <a:schemeClr val="accent6">
                  <a:lumMod val="75000"/>
                </a:schemeClr>
              </a:solidFill>
              <a:latin typeface="+mn-ea"/>
              <a:cs typeface="Courier New" panose="02070309020205020404" pitchFamily="49" charset="0"/>
            </a:endParaRPr>
          </a:p>
          <a:p>
            <a:r>
              <a:rPr lang="en-US" altLang="zh-CN" sz="2000" b="1" dirty="0">
                <a:latin typeface="Courier New" panose="02070309020205020404" pitchFamily="49" charset="0"/>
                <a:ea typeface="楷体_GB2312" pitchFamily="49" charset="-122"/>
                <a:cs typeface="Courier New" panose="02070309020205020404" pitchFamily="49" charset="0"/>
              </a:rPr>
              <a:t>  </a:t>
            </a:r>
            <a:r>
              <a:rPr lang="en-US" altLang="zh-CN" sz="2000" b="1" dirty="0">
                <a:solidFill>
                  <a:srgbClr val="0000FF"/>
                </a:solidFill>
                <a:effectLst>
                  <a:outerShdw blurRad="38100" dist="38100" dir="2700000" algn="tl">
                    <a:srgbClr val="000000">
                      <a:alpha val="43137"/>
                    </a:srgbClr>
                  </a:outerShdw>
                </a:effectLst>
                <a:latin typeface="Courier New" panose="02070309020205020404" pitchFamily="49" charset="0"/>
                <a:ea typeface="楷体_GB2312" pitchFamily="49" charset="-122"/>
                <a:cs typeface="Courier New" panose="02070309020205020404" pitchFamily="49" charset="0"/>
              </a:rPr>
              <a:t>}</a:t>
            </a:r>
          </a:p>
          <a:p>
            <a:r>
              <a:rPr lang="en-US" altLang="zh-CN" sz="2000" b="1" u="none" dirty="0">
                <a:latin typeface="Courier New" panose="02070309020205020404" pitchFamily="49" charset="0"/>
                <a:ea typeface="楷体_GB2312" pitchFamily="49" charset="-122"/>
                <a:cs typeface="Courier New" panose="02070309020205020404" pitchFamily="49" charset="0"/>
              </a:rPr>
              <a:t>  </a:t>
            </a:r>
            <a:r>
              <a:rPr lang="en-US" altLang="zh-CN" sz="2000" b="1" dirty="0">
                <a:solidFill>
                  <a:srgbClr val="0000FF"/>
                </a:solidFill>
                <a:effectLst>
                  <a:outerShdw blurRad="38100" dist="38100" dir="2700000" algn="tl">
                    <a:srgbClr val="000000">
                      <a:alpha val="43137"/>
                    </a:srgbClr>
                  </a:outerShdw>
                </a:effectLst>
                <a:latin typeface="Courier New" panose="02070309020205020404" pitchFamily="49" charset="0"/>
                <a:ea typeface="楷体_GB2312" pitchFamily="49" charset="-122"/>
                <a:cs typeface="Courier New" panose="02070309020205020404" pitchFamily="49" charset="0"/>
              </a:rPr>
              <a:t>return</a:t>
            </a:r>
            <a:r>
              <a:rPr lang="en-US" altLang="zh-CN" sz="2000" b="1" u="none" dirty="0">
                <a:latin typeface="Courier New" panose="02070309020205020404" pitchFamily="49" charset="0"/>
                <a:ea typeface="楷体_GB2312" pitchFamily="49" charset="-122"/>
                <a:cs typeface="Courier New" panose="02070309020205020404" pitchFamily="49" charset="0"/>
              </a:rPr>
              <a:t> max+1; </a:t>
            </a:r>
            <a:r>
              <a:rPr lang="en-US" altLang="zh-CN" b="1" dirty="0">
                <a:solidFill>
                  <a:schemeClr val="accent6">
                    <a:lumMod val="75000"/>
                  </a:schemeClr>
                </a:solidFill>
                <a:latin typeface="Courier New" panose="02070309020205020404" pitchFamily="49" charset="0"/>
                <a:ea typeface="楷体_GB2312" pitchFamily="49" charset="-122"/>
                <a:cs typeface="Courier New" panose="02070309020205020404" pitchFamily="49" charset="0"/>
              </a:rPr>
              <a:t>//</a:t>
            </a:r>
            <a:r>
              <a:rPr lang="en-US" altLang="zh-CN" b="1" dirty="0">
                <a:solidFill>
                  <a:schemeClr val="accent6">
                    <a:lumMod val="75000"/>
                  </a:schemeClr>
                </a:solidFill>
                <a:latin typeface="+mn-ea"/>
                <a:cs typeface="Courier New" panose="02070309020205020404" pitchFamily="49" charset="0"/>
              </a:rPr>
              <a:t> </a:t>
            </a:r>
            <a:r>
              <a:rPr lang="zh-CN" altLang="en-US" b="1" dirty="0">
                <a:solidFill>
                  <a:schemeClr val="accent6">
                    <a:lumMod val="75000"/>
                  </a:schemeClr>
                </a:solidFill>
                <a:latin typeface="+mn-ea"/>
                <a:cs typeface="Courier New" panose="02070309020205020404" pitchFamily="49" charset="0"/>
              </a:rPr>
              <a:t>返回深度</a:t>
            </a:r>
            <a:endParaRPr lang="en-US" altLang="zh-CN" b="1" dirty="0">
              <a:solidFill>
                <a:schemeClr val="accent6">
                  <a:lumMod val="75000"/>
                </a:schemeClr>
              </a:solidFill>
              <a:latin typeface="+mn-ea"/>
              <a:cs typeface="Courier New" panose="02070309020205020404" pitchFamily="49" charset="0"/>
            </a:endParaRPr>
          </a:p>
          <a:p>
            <a:r>
              <a:rPr lang="en-US" altLang="zh-CN" sz="2000" b="1" dirty="0">
                <a:solidFill>
                  <a:srgbClr val="0000FF"/>
                </a:solidFill>
                <a:effectLst>
                  <a:outerShdw blurRad="38100" dist="38100" dir="2700000" algn="tl">
                    <a:srgbClr val="000000">
                      <a:alpha val="43137"/>
                    </a:srgbClr>
                  </a:outerShdw>
                </a:effectLst>
                <a:latin typeface="Courier New" panose="02070309020205020404" pitchFamily="49" charset="0"/>
                <a:ea typeface="楷体_GB2312" pitchFamily="49" charset="-122"/>
                <a:cs typeface="Courier New" panose="02070309020205020404" pitchFamily="49" charset="0"/>
              </a:rPr>
              <a:t>}</a:t>
            </a:r>
          </a:p>
        </p:txBody>
      </p:sp>
      <p:grpSp>
        <p:nvGrpSpPr>
          <p:cNvPr id="4" name="组合 3">
            <a:extLst>
              <a:ext uri="{FF2B5EF4-FFF2-40B4-BE49-F238E27FC236}">
                <a16:creationId xmlns:a16="http://schemas.microsoft.com/office/drawing/2014/main" id="{B5F2B327-AB38-4B24-98DE-157E2A8ABB5A}"/>
              </a:ext>
            </a:extLst>
          </p:cNvPr>
          <p:cNvGrpSpPr/>
          <p:nvPr/>
        </p:nvGrpSpPr>
        <p:grpSpPr>
          <a:xfrm>
            <a:off x="5879085" y="4258646"/>
            <a:ext cx="266528" cy="358707"/>
            <a:chOff x="4307343" y="3599835"/>
            <a:chExt cx="266528" cy="358707"/>
          </a:xfrm>
        </p:grpSpPr>
        <p:sp>
          <p:nvSpPr>
            <p:cNvPr id="30" name="下箭头 133141">
              <a:extLst>
                <a:ext uri="{FF2B5EF4-FFF2-40B4-BE49-F238E27FC236}">
                  <a16:creationId xmlns:a16="http://schemas.microsoft.com/office/drawing/2014/main" id="{4FC4D64C-9004-4651-9289-A3BB6F042FAE}"/>
                </a:ext>
              </a:extLst>
            </p:cNvPr>
            <p:cNvSpPr>
              <a:spLocks noChangeArrowheads="1"/>
            </p:cNvSpPr>
            <p:nvPr/>
          </p:nvSpPr>
          <p:spPr bwMode="auto">
            <a:xfrm rot="19999021">
              <a:off x="4454872" y="3654784"/>
              <a:ext cx="118999" cy="303758"/>
            </a:xfrm>
            <a:prstGeom prst="downArrow">
              <a:avLst>
                <a:gd name="adj1" fmla="val 50000"/>
                <a:gd name="adj2" fmla="val 112500"/>
              </a:avLst>
            </a:prstGeom>
            <a:solidFill>
              <a:srgbClr val="ECF3FA"/>
            </a:solidFill>
            <a:ln w="12700">
              <a:solidFill>
                <a:schemeClr val="tx1"/>
              </a:solidFill>
              <a:miter lim="800000"/>
              <a:headEnd/>
              <a:tailEnd/>
            </a:ln>
          </p:spPr>
          <p:txBody>
            <a:bodyPr lIns="0" tIns="0" rIns="0" bIns="0"/>
            <a:lstStyle/>
            <a:p>
              <a:pPr>
                <a:lnSpc>
                  <a:spcPct val="80000"/>
                </a:lnSpc>
              </a:pPr>
              <a:endParaRPr lang="zh-CN" altLang="en-US" sz="2400"/>
            </a:p>
          </p:txBody>
        </p:sp>
        <p:sp>
          <p:nvSpPr>
            <p:cNvPr id="31" name="文本框 133142">
              <a:extLst>
                <a:ext uri="{FF2B5EF4-FFF2-40B4-BE49-F238E27FC236}">
                  <a16:creationId xmlns:a16="http://schemas.microsoft.com/office/drawing/2014/main" id="{C98C3A4E-81F6-4032-9569-C7A2962143FE}"/>
                </a:ext>
              </a:extLst>
            </p:cNvPr>
            <p:cNvSpPr txBox="1">
              <a:spLocks noChangeArrowheads="1"/>
            </p:cNvSpPr>
            <p:nvPr/>
          </p:nvSpPr>
          <p:spPr bwMode="auto">
            <a:xfrm>
              <a:off x="4307343" y="3599835"/>
              <a:ext cx="171325" cy="303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nSpc>
                  <a:spcPct val="80000"/>
                </a:lnSpc>
              </a:pPr>
              <a:r>
                <a:rPr lang="en-US" altLang="zh-CN" sz="2400" b="1" dirty="0">
                  <a:solidFill>
                    <a:srgbClr val="00B0F0"/>
                  </a:solidFill>
                </a:rPr>
                <a:t>L</a:t>
              </a:r>
              <a:endParaRPr lang="en-US" altLang="zh-CN" sz="2400" u="none" dirty="0">
                <a:solidFill>
                  <a:srgbClr val="00B0F0"/>
                </a:solidFill>
              </a:endParaRPr>
            </a:p>
          </p:txBody>
        </p:sp>
      </p:grpSp>
      <p:grpSp>
        <p:nvGrpSpPr>
          <p:cNvPr id="142" name="组合 141">
            <a:extLst>
              <a:ext uri="{FF2B5EF4-FFF2-40B4-BE49-F238E27FC236}">
                <a16:creationId xmlns:a16="http://schemas.microsoft.com/office/drawing/2014/main" id="{44239460-C787-4E9A-974A-C187F840B694}"/>
              </a:ext>
            </a:extLst>
          </p:cNvPr>
          <p:cNvGrpSpPr/>
          <p:nvPr/>
        </p:nvGrpSpPr>
        <p:grpSpPr>
          <a:xfrm>
            <a:off x="5581513" y="4519563"/>
            <a:ext cx="5689363" cy="2124230"/>
            <a:chOff x="5882487" y="744004"/>
            <a:chExt cx="5689363" cy="2124230"/>
          </a:xfrm>
        </p:grpSpPr>
        <p:grpSp>
          <p:nvGrpSpPr>
            <p:cNvPr id="18" name="组合 17">
              <a:extLst>
                <a:ext uri="{FF2B5EF4-FFF2-40B4-BE49-F238E27FC236}">
                  <a16:creationId xmlns:a16="http://schemas.microsoft.com/office/drawing/2014/main" id="{986B3CF1-FE3B-4E45-AF47-DDAADBD6CFB9}"/>
                </a:ext>
              </a:extLst>
            </p:cNvPr>
            <p:cNvGrpSpPr>
              <a:grpSpLocks/>
            </p:cNvGrpSpPr>
            <p:nvPr/>
          </p:nvGrpSpPr>
          <p:grpSpPr bwMode="auto">
            <a:xfrm>
              <a:off x="5882487" y="744004"/>
              <a:ext cx="579897" cy="368963"/>
              <a:chOff x="354" y="1245"/>
              <a:chExt cx="550" cy="293"/>
            </a:xfrm>
          </p:grpSpPr>
          <p:sp>
            <p:nvSpPr>
              <p:cNvPr id="19" name="直接连接符 133121">
                <a:extLst>
                  <a:ext uri="{FF2B5EF4-FFF2-40B4-BE49-F238E27FC236}">
                    <a16:creationId xmlns:a16="http://schemas.microsoft.com/office/drawing/2014/main" id="{EDCF4F84-7647-41F3-82F1-599C83C814F1}"/>
                  </a:ext>
                </a:extLst>
              </p:cNvPr>
              <p:cNvSpPr>
                <a:spLocks noChangeShapeType="1"/>
              </p:cNvSpPr>
              <p:nvPr/>
            </p:nvSpPr>
            <p:spPr bwMode="auto">
              <a:xfrm>
                <a:off x="609" y="1425"/>
                <a:ext cx="295" cy="0"/>
              </a:xfrm>
              <a:prstGeom prst="line">
                <a:avLst/>
              </a:prstGeom>
              <a:noFill/>
              <a:ln w="28575">
                <a:solidFill>
                  <a:srgbClr val="CC0000"/>
                </a:solidFill>
                <a:round/>
                <a:headEnd type="oval" w="med" len="med"/>
                <a:tailEnd type="triangle" w="med" len="lg"/>
              </a:ln>
              <a:extLst>
                <a:ext uri="{909E8E84-426E-40DD-AFC4-6F175D3DCCD1}">
                  <a14:hiddenFill xmlns:a14="http://schemas.microsoft.com/office/drawing/2010/main">
                    <a:noFill/>
                  </a14:hiddenFill>
                </a:ext>
              </a:extLst>
            </p:spPr>
            <p:txBody>
              <a:bodyPr lIns="0" tIns="0" rIns="36000" bIns="0"/>
              <a:lstStyle/>
              <a:p>
                <a:endParaRPr lang="zh-CN" altLang="en-US" sz="2400" b="1"/>
              </a:p>
            </p:txBody>
          </p:sp>
          <p:sp>
            <p:nvSpPr>
              <p:cNvPr id="20" name="矩形 133136">
                <a:extLst>
                  <a:ext uri="{FF2B5EF4-FFF2-40B4-BE49-F238E27FC236}">
                    <a16:creationId xmlns:a16="http://schemas.microsoft.com/office/drawing/2014/main" id="{06497F2A-B2FF-4F91-8839-A235FE96003C}"/>
                  </a:ext>
                </a:extLst>
              </p:cNvPr>
              <p:cNvSpPr>
                <a:spLocks noChangeArrowheads="1"/>
              </p:cNvSpPr>
              <p:nvPr/>
            </p:nvSpPr>
            <p:spPr bwMode="auto">
              <a:xfrm>
                <a:off x="354" y="1245"/>
                <a:ext cx="208" cy="2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36000" bIns="0">
                <a:spAutoFit/>
              </a:bodyPr>
              <a:lstStyle/>
              <a:p>
                <a:r>
                  <a:rPr lang="en-US" altLang="zh-CN" sz="2400" b="1" dirty="0">
                    <a:solidFill>
                      <a:srgbClr val="CC0000"/>
                    </a:solidFill>
                    <a:ea typeface="楷体_GB2312" pitchFamily="49" charset="-122"/>
                  </a:rPr>
                  <a:t>D</a:t>
                </a:r>
                <a:endParaRPr lang="en-US" altLang="zh-CN" sz="2400" b="1" u="none" dirty="0">
                  <a:solidFill>
                    <a:srgbClr val="CC0000"/>
                  </a:solidFill>
                  <a:ea typeface="楷体_GB2312" pitchFamily="49" charset="-122"/>
                </a:endParaRPr>
              </a:p>
            </p:txBody>
          </p:sp>
        </p:grpSp>
        <p:grpSp>
          <p:nvGrpSpPr>
            <p:cNvPr id="34" name="组合 33">
              <a:extLst>
                <a:ext uri="{FF2B5EF4-FFF2-40B4-BE49-F238E27FC236}">
                  <a16:creationId xmlns:a16="http://schemas.microsoft.com/office/drawing/2014/main" id="{B9D7CF9F-67DD-4199-A101-83D0027ADA3D}"/>
                </a:ext>
              </a:extLst>
            </p:cNvPr>
            <p:cNvGrpSpPr>
              <a:grpSpLocks/>
            </p:cNvGrpSpPr>
            <p:nvPr/>
          </p:nvGrpSpPr>
          <p:grpSpPr bwMode="auto">
            <a:xfrm>
              <a:off x="8257886" y="819574"/>
              <a:ext cx="585261" cy="307259"/>
              <a:chOff x="2304" y="1172"/>
              <a:chExt cx="812" cy="244"/>
            </a:xfrm>
          </p:grpSpPr>
          <p:sp>
            <p:nvSpPr>
              <p:cNvPr id="35" name="矩形 133126">
                <a:extLst>
                  <a:ext uri="{FF2B5EF4-FFF2-40B4-BE49-F238E27FC236}">
                    <a16:creationId xmlns:a16="http://schemas.microsoft.com/office/drawing/2014/main" id="{F6F6BEF7-65D2-4EE5-A77B-B8561F6BD03A}"/>
                  </a:ext>
                </a:extLst>
              </p:cNvPr>
              <p:cNvSpPr>
                <a:spLocks noChangeArrowheads="1"/>
              </p:cNvSpPr>
              <p:nvPr/>
            </p:nvSpPr>
            <p:spPr bwMode="auto">
              <a:xfrm>
                <a:off x="2304" y="1172"/>
                <a:ext cx="812" cy="244"/>
              </a:xfrm>
              <a:prstGeom prst="rect">
                <a:avLst/>
              </a:prstGeom>
              <a:solidFill>
                <a:schemeClr val="accent6">
                  <a:lumMod val="20000"/>
                  <a:lumOff val="80000"/>
                </a:schemeClr>
              </a:solidFill>
              <a:ln w="28575">
                <a:solidFill>
                  <a:schemeClr val="accent6">
                    <a:lumMod val="50000"/>
                  </a:schemeClr>
                </a:solidFill>
                <a:miter lim="800000"/>
                <a:headEnd/>
                <a:tailEnd/>
              </a:ln>
            </p:spPr>
            <p:txBody>
              <a:bodyPr wrap="square" lIns="36000" tIns="0" rIns="36000" bIns="0">
                <a:spAutoFit/>
              </a:bodyPr>
              <a:lstStyle/>
              <a:p>
                <a:r>
                  <a:rPr lang="en-US" altLang="zh-CN" sz="2000" b="1" u="none" dirty="0">
                    <a:solidFill>
                      <a:srgbClr val="0000FF"/>
                    </a:solidFill>
                    <a:ea typeface="楷体_GB2312" pitchFamily="49" charset="-122"/>
                  </a:rPr>
                  <a:t>1           </a:t>
                </a:r>
                <a:endParaRPr lang="en-US" altLang="zh-CN" sz="2000" u="none" dirty="0">
                  <a:ea typeface="楷体_GB2312" pitchFamily="49" charset="-122"/>
                </a:endParaRPr>
              </a:p>
            </p:txBody>
          </p:sp>
          <p:sp>
            <p:nvSpPr>
              <p:cNvPr id="36" name="直接连接符 133127">
                <a:extLst>
                  <a:ext uri="{FF2B5EF4-FFF2-40B4-BE49-F238E27FC236}">
                    <a16:creationId xmlns:a16="http://schemas.microsoft.com/office/drawing/2014/main" id="{0B592EC2-119B-43D5-8CB0-8C76F82CF7EF}"/>
                  </a:ext>
                </a:extLst>
              </p:cNvPr>
              <p:cNvSpPr>
                <a:spLocks noChangeShapeType="1"/>
              </p:cNvSpPr>
              <p:nvPr/>
            </p:nvSpPr>
            <p:spPr bwMode="auto">
              <a:xfrm>
                <a:off x="2579" y="1181"/>
                <a:ext cx="0" cy="233"/>
              </a:xfrm>
              <a:prstGeom prst="line">
                <a:avLst/>
              </a:prstGeom>
              <a:noFill/>
              <a:ln w="12700">
                <a:solidFill>
                  <a:schemeClr val="accent6">
                    <a:lumMod val="50000"/>
                  </a:schemeClr>
                </a:solidFill>
                <a:round/>
                <a:headEnd/>
                <a:tailEnd/>
              </a:ln>
              <a:extLst>
                <a:ext uri="{909E8E84-426E-40DD-AFC4-6F175D3DCCD1}">
                  <a14:hiddenFill xmlns:a14="http://schemas.microsoft.com/office/drawing/2010/main">
                    <a:noFill/>
                  </a14:hiddenFill>
                </a:ext>
              </a:extLst>
            </p:spPr>
            <p:txBody>
              <a:bodyPr lIns="0" tIns="0" rIns="36000" bIns="0"/>
              <a:lstStyle/>
              <a:p>
                <a:endParaRPr lang="zh-CN" altLang="en-US" sz="2000"/>
              </a:p>
            </p:txBody>
          </p:sp>
          <p:sp>
            <p:nvSpPr>
              <p:cNvPr id="37" name="直接连接符 133128">
                <a:extLst>
                  <a:ext uri="{FF2B5EF4-FFF2-40B4-BE49-F238E27FC236}">
                    <a16:creationId xmlns:a16="http://schemas.microsoft.com/office/drawing/2014/main" id="{A93A8D76-28C7-49BF-AF40-E8CFB757932C}"/>
                  </a:ext>
                </a:extLst>
              </p:cNvPr>
              <p:cNvSpPr>
                <a:spLocks noChangeShapeType="1"/>
              </p:cNvSpPr>
              <p:nvPr/>
            </p:nvSpPr>
            <p:spPr bwMode="auto">
              <a:xfrm flipH="1">
                <a:off x="2842" y="1176"/>
                <a:ext cx="0" cy="233"/>
              </a:xfrm>
              <a:prstGeom prst="line">
                <a:avLst/>
              </a:prstGeom>
              <a:noFill/>
              <a:ln w="12700">
                <a:solidFill>
                  <a:schemeClr val="accent6">
                    <a:lumMod val="50000"/>
                  </a:schemeClr>
                </a:solidFill>
                <a:round/>
                <a:headEnd/>
                <a:tailEnd/>
              </a:ln>
              <a:extLst>
                <a:ext uri="{909E8E84-426E-40DD-AFC4-6F175D3DCCD1}">
                  <a14:hiddenFill xmlns:a14="http://schemas.microsoft.com/office/drawing/2010/main">
                    <a:noFill/>
                  </a14:hiddenFill>
                </a:ext>
              </a:extLst>
            </p:spPr>
            <p:txBody>
              <a:bodyPr lIns="0" tIns="0" rIns="36000" bIns="0"/>
              <a:lstStyle/>
              <a:p>
                <a:endParaRPr lang="zh-CN" altLang="en-US" sz="2000"/>
              </a:p>
            </p:txBody>
          </p:sp>
        </p:grpSp>
        <p:grpSp>
          <p:nvGrpSpPr>
            <p:cNvPr id="41" name="组合 40">
              <a:extLst>
                <a:ext uri="{FF2B5EF4-FFF2-40B4-BE49-F238E27FC236}">
                  <a16:creationId xmlns:a16="http://schemas.microsoft.com/office/drawing/2014/main" id="{32474EAF-DE87-42A3-A508-AFF751AF1235}"/>
                </a:ext>
              </a:extLst>
            </p:cNvPr>
            <p:cNvGrpSpPr>
              <a:grpSpLocks/>
            </p:cNvGrpSpPr>
            <p:nvPr/>
          </p:nvGrpSpPr>
          <p:grpSpPr bwMode="auto">
            <a:xfrm>
              <a:off x="8257886" y="1404125"/>
              <a:ext cx="585261" cy="307259"/>
              <a:chOff x="2285" y="1173"/>
              <a:chExt cx="812" cy="244"/>
            </a:xfrm>
          </p:grpSpPr>
          <p:sp>
            <p:nvSpPr>
              <p:cNvPr id="42" name="矩形 133126">
                <a:extLst>
                  <a:ext uri="{FF2B5EF4-FFF2-40B4-BE49-F238E27FC236}">
                    <a16:creationId xmlns:a16="http://schemas.microsoft.com/office/drawing/2014/main" id="{F6248665-24DD-4D2B-B135-A359AA9544AC}"/>
                  </a:ext>
                </a:extLst>
              </p:cNvPr>
              <p:cNvSpPr>
                <a:spLocks noChangeArrowheads="1"/>
              </p:cNvSpPr>
              <p:nvPr/>
            </p:nvSpPr>
            <p:spPr bwMode="auto">
              <a:xfrm>
                <a:off x="2285" y="1173"/>
                <a:ext cx="812" cy="244"/>
              </a:xfrm>
              <a:prstGeom prst="rect">
                <a:avLst/>
              </a:prstGeom>
              <a:solidFill>
                <a:schemeClr val="accent6">
                  <a:lumMod val="20000"/>
                  <a:lumOff val="80000"/>
                </a:schemeClr>
              </a:solidFill>
              <a:ln w="28575">
                <a:solidFill>
                  <a:schemeClr val="accent6">
                    <a:lumMod val="50000"/>
                  </a:schemeClr>
                </a:solidFill>
                <a:miter lim="800000"/>
                <a:headEnd/>
                <a:tailEnd/>
              </a:ln>
            </p:spPr>
            <p:txBody>
              <a:bodyPr wrap="square" lIns="36000" tIns="0" rIns="36000" bIns="0">
                <a:spAutoFit/>
              </a:bodyPr>
              <a:lstStyle/>
              <a:p>
                <a:r>
                  <a:rPr lang="en-US" altLang="zh-CN" sz="2000" b="1" u="none" dirty="0">
                    <a:solidFill>
                      <a:srgbClr val="0000FF"/>
                    </a:solidFill>
                    <a:ea typeface="楷体_GB2312" pitchFamily="49" charset="-122"/>
                  </a:rPr>
                  <a:t>1           </a:t>
                </a:r>
                <a:endParaRPr lang="en-US" altLang="zh-CN" sz="2000" u="none" dirty="0">
                  <a:ea typeface="楷体_GB2312" pitchFamily="49" charset="-122"/>
                </a:endParaRPr>
              </a:p>
            </p:txBody>
          </p:sp>
          <p:sp>
            <p:nvSpPr>
              <p:cNvPr id="43" name="直接连接符 133127">
                <a:extLst>
                  <a:ext uri="{FF2B5EF4-FFF2-40B4-BE49-F238E27FC236}">
                    <a16:creationId xmlns:a16="http://schemas.microsoft.com/office/drawing/2014/main" id="{DCAEB8E0-D26F-42D6-BD0B-DF445EBD4377}"/>
                  </a:ext>
                </a:extLst>
              </p:cNvPr>
              <p:cNvSpPr>
                <a:spLocks noChangeShapeType="1"/>
              </p:cNvSpPr>
              <p:nvPr/>
            </p:nvSpPr>
            <p:spPr bwMode="auto">
              <a:xfrm flipH="1">
                <a:off x="2568" y="1178"/>
                <a:ext cx="0" cy="230"/>
              </a:xfrm>
              <a:prstGeom prst="line">
                <a:avLst/>
              </a:prstGeom>
              <a:noFill/>
              <a:ln w="12700">
                <a:solidFill>
                  <a:schemeClr val="accent6">
                    <a:lumMod val="50000"/>
                  </a:schemeClr>
                </a:solidFill>
                <a:round/>
                <a:headEnd/>
                <a:tailEnd/>
              </a:ln>
              <a:extLst>
                <a:ext uri="{909E8E84-426E-40DD-AFC4-6F175D3DCCD1}">
                  <a14:hiddenFill xmlns:a14="http://schemas.microsoft.com/office/drawing/2010/main">
                    <a:noFill/>
                  </a14:hiddenFill>
                </a:ext>
              </a:extLst>
            </p:spPr>
            <p:txBody>
              <a:bodyPr lIns="0" tIns="0" rIns="36000" bIns="0"/>
              <a:lstStyle/>
              <a:p>
                <a:endParaRPr lang="zh-CN" altLang="en-US" sz="2000"/>
              </a:p>
            </p:txBody>
          </p:sp>
          <p:sp>
            <p:nvSpPr>
              <p:cNvPr id="44" name="直接连接符 133128">
                <a:extLst>
                  <a:ext uri="{FF2B5EF4-FFF2-40B4-BE49-F238E27FC236}">
                    <a16:creationId xmlns:a16="http://schemas.microsoft.com/office/drawing/2014/main" id="{182BE314-57F7-4EC1-9B62-353444945576}"/>
                  </a:ext>
                </a:extLst>
              </p:cNvPr>
              <p:cNvSpPr>
                <a:spLocks noChangeShapeType="1"/>
              </p:cNvSpPr>
              <p:nvPr/>
            </p:nvSpPr>
            <p:spPr bwMode="auto">
              <a:xfrm flipH="1">
                <a:off x="2842" y="1176"/>
                <a:ext cx="0" cy="233"/>
              </a:xfrm>
              <a:prstGeom prst="line">
                <a:avLst/>
              </a:prstGeom>
              <a:noFill/>
              <a:ln w="12700">
                <a:solidFill>
                  <a:schemeClr val="accent6">
                    <a:lumMod val="50000"/>
                  </a:schemeClr>
                </a:solidFill>
                <a:round/>
                <a:headEnd/>
                <a:tailEnd/>
              </a:ln>
              <a:extLst>
                <a:ext uri="{909E8E84-426E-40DD-AFC4-6F175D3DCCD1}">
                  <a14:hiddenFill xmlns:a14="http://schemas.microsoft.com/office/drawing/2010/main">
                    <a:noFill/>
                  </a14:hiddenFill>
                </a:ext>
              </a:extLst>
            </p:spPr>
            <p:txBody>
              <a:bodyPr lIns="0" tIns="0" rIns="36000" bIns="0"/>
              <a:lstStyle/>
              <a:p>
                <a:endParaRPr lang="zh-CN" altLang="en-US" sz="2000"/>
              </a:p>
            </p:txBody>
          </p:sp>
        </p:grpSp>
        <p:sp>
          <p:nvSpPr>
            <p:cNvPr id="45" name="直接连接符 44">
              <a:extLst>
                <a:ext uri="{FF2B5EF4-FFF2-40B4-BE49-F238E27FC236}">
                  <a16:creationId xmlns:a16="http://schemas.microsoft.com/office/drawing/2014/main" id="{B4486697-CF4D-438F-A73F-2450ACD79F40}"/>
                </a:ext>
              </a:extLst>
            </p:cNvPr>
            <p:cNvSpPr>
              <a:spLocks noChangeShapeType="1"/>
            </p:cNvSpPr>
            <p:nvPr/>
          </p:nvSpPr>
          <p:spPr bwMode="auto">
            <a:xfrm>
              <a:off x="8563703" y="1562688"/>
              <a:ext cx="2" cy="416106"/>
            </a:xfrm>
            <a:prstGeom prst="line">
              <a:avLst/>
            </a:prstGeom>
            <a:noFill/>
            <a:ln w="28575">
              <a:solidFill>
                <a:srgbClr val="C00000"/>
              </a:solidFill>
              <a:round/>
              <a:headEnd type="oval" w="med" len="med"/>
              <a:tailEnd type="triangle" w="med" len="lg"/>
            </a:ln>
            <a:extLst>
              <a:ext uri="{909E8E84-426E-40DD-AFC4-6F175D3DCCD1}">
                <a14:hiddenFill xmlns:a14="http://schemas.microsoft.com/office/drawing/2010/main">
                  <a:noFill/>
                </a14:hiddenFill>
              </a:ext>
            </a:extLst>
          </p:spPr>
          <p:txBody>
            <a:bodyPr lIns="0" tIns="0" rIns="36000" bIns="0"/>
            <a:lstStyle/>
            <a:p>
              <a:endParaRPr lang="zh-CN" altLang="en-US" sz="2000"/>
            </a:p>
          </p:txBody>
        </p:sp>
        <p:sp>
          <p:nvSpPr>
            <p:cNvPr id="15" name="直接连接符 14">
              <a:extLst>
                <a:ext uri="{FF2B5EF4-FFF2-40B4-BE49-F238E27FC236}">
                  <a16:creationId xmlns:a16="http://schemas.microsoft.com/office/drawing/2014/main" id="{96019FAE-8D94-4153-902F-D2168F19A10D}"/>
                </a:ext>
              </a:extLst>
            </p:cNvPr>
            <p:cNvSpPr>
              <a:spLocks noChangeShapeType="1"/>
            </p:cNvSpPr>
            <p:nvPr/>
          </p:nvSpPr>
          <p:spPr bwMode="auto">
            <a:xfrm flipV="1">
              <a:off x="8754162" y="1562688"/>
              <a:ext cx="400282" cy="5037"/>
            </a:xfrm>
            <a:prstGeom prst="line">
              <a:avLst/>
            </a:prstGeom>
            <a:noFill/>
            <a:ln w="28575">
              <a:solidFill>
                <a:srgbClr val="0000FF"/>
              </a:solidFill>
              <a:round/>
              <a:headEnd type="oval" w="med" len="med"/>
              <a:tailEnd type="triangle" w="med" len="lg"/>
            </a:ln>
            <a:extLst>
              <a:ext uri="{909E8E84-426E-40DD-AFC4-6F175D3DCCD1}">
                <a14:hiddenFill xmlns:a14="http://schemas.microsoft.com/office/drawing/2010/main">
                  <a:noFill/>
                </a14:hiddenFill>
              </a:ext>
            </a:extLst>
          </p:spPr>
          <p:txBody>
            <a:bodyPr lIns="0" tIns="0" rIns="36000" bIns="0"/>
            <a:lstStyle/>
            <a:p>
              <a:endParaRPr lang="zh-CN" altLang="en-US" sz="2000"/>
            </a:p>
          </p:txBody>
        </p:sp>
        <p:grpSp>
          <p:nvGrpSpPr>
            <p:cNvPr id="46" name="组合 45">
              <a:extLst>
                <a:ext uri="{FF2B5EF4-FFF2-40B4-BE49-F238E27FC236}">
                  <a16:creationId xmlns:a16="http://schemas.microsoft.com/office/drawing/2014/main" id="{7B84C74B-DA4D-4600-9B60-3084BCC9C8F2}"/>
                </a:ext>
              </a:extLst>
            </p:cNvPr>
            <p:cNvGrpSpPr>
              <a:grpSpLocks/>
            </p:cNvGrpSpPr>
            <p:nvPr/>
          </p:nvGrpSpPr>
          <p:grpSpPr bwMode="auto">
            <a:xfrm>
              <a:off x="9168465" y="1414007"/>
              <a:ext cx="585261" cy="307259"/>
              <a:chOff x="2304" y="1172"/>
              <a:chExt cx="812" cy="244"/>
            </a:xfrm>
          </p:grpSpPr>
          <p:sp>
            <p:nvSpPr>
              <p:cNvPr id="47" name="矩形 133126">
                <a:extLst>
                  <a:ext uri="{FF2B5EF4-FFF2-40B4-BE49-F238E27FC236}">
                    <a16:creationId xmlns:a16="http://schemas.microsoft.com/office/drawing/2014/main" id="{A245D468-0539-4163-853D-CD38F2A1A2ED}"/>
                  </a:ext>
                </a:extLst>
              </p:cNvPr>
              <p:cNvSpPr>
                <a:spLocks noChangeArrowheads="1"/>
              </p:cNvSpPr>
              <p:nvPr/>
            </p:nvSpPr>
            <p:spPr bwMode="auto">
              <a:xfrm>
                <a:off x="2304" y="1172"/>
                <a:ext cx="812" cy="244"/>
              </a:xfrm>
              <a:prstGeom prst="rect">
                <a:avLst/>
              </a:prstGeom>
              <a:solidFill>
                <a:schemeClr val="accent6">
                  <a:lumMod val="20000"/>
                  <a:lumOff val="80000"/>
                </a:schemeClr>
              </a:solidFill>
              <a:ln w="28575">
                <a:solidFill>
                  <a:schemeClr val="accent6">
                    <a:lumMod val="50000"/>
                  </a:schemeClr>
                </a:solidFill>
                <a:miter lim="800000"/>
                <a:headEnd/>
                <a:tailEnd/>
              </a:ln>
            </p:spPr>
            <p:txBody>
              <a:bodyPr wrap="square" lIns="36000" tIns="0" rIns="36000" bIns="0">
                <a:spAutoFit/>
              </a:bodyPr>
              <a:lstStyle/>
              <a:p>
                <a:r>
                  <a:rPr lang="en-US" altLang="zh-CN" sz="2000" b="1" u="none" dirty="0">
                    <a:solidFill>
                      <a:srgbClr val="0000FF"/>
                    </a:solidFill>
                    <a:ea typeface="楷体_GB2312" pitchFamily="49" charset="-122"/>
                  </a:rPr>
                  <a:t>1           </a:t>
                </a:r>
                <a:endParaRPr lang="en-US" altLang="zh-CN" sz="2000" u="none" dirty="0">
                  <a:ea typeface="楷体_GB2312" pitchFamily="49" charset="-122"/>
                </a:endParaRPr>
              </a:p>
            </p:txBody>
          </p:sp>
          <p:sp>
            <p:nvSpPr>
              <p:cNvPr id="48" name="直接连接符 133127">
                <a:extLst>
                  <a:ext uri="{FF2B5EF4-FFF2-40B4-BE49-F238E27FC236}">
                    <a16:creationId xmlns:a16="http://schemas.microsoft.com/office/drawing/2014/main" id="{02110889-3451-42F1-8477-2990FEA0D9F4}"/>
                  </a:ext>
                </a:extLst>
              </p:cNvPr>
              <p:cNvSpPr>
                <a:spLocks noChangeShapeType="1"/>
              </p:cNvSpPr>
              <p:nvPr/>
            </p:nvSpPr>
            <p:spPr bwMode="auto">
              <a:xfrm>
                <a:off x="2579" y="1181"/>
                <a:ext cx="0" cy="233"/>
              </a:xfrm>
              <a:prstGeom prst="line">
                <a:avLst/>
              </a:prstGeom>
              <a:noFill/>
              <a:ln w="12700">
                <a:solidFill>
                  <a:schemeClr val="accent6">
                    <a:lumMod val="50000"/>
                  </a:schemeClr>
                </a:solidFill>
                <a:round/>
                <a:headEnd/>
                <a:tailEnd/>
              </a:ln>
              <a:extLst>
                <a:ext uri="{909E8E84-426E-40DD-AFC4-6F175D3DCCD1}">
                  <a14:hiddenFill xmlns:a14="http://schemas.microsoft.com/office/drawing/2010/main">
                    <a:noFill/>
                  </a14:hiddenFill>
                </a:ext>
              </a:extLst>
            </p:spPr>
            <p:txBody>
              <a:bodyPr lIns="0" tIns="0" rIns="36000" bIns="0"/>
              <a:lstStyle/>
              <a:p>
                <a:endParaRPr lang="zh-CN" altLang="en-US" sz="2000"/>
              </a:p>
            </p:txBody>
          </p:sp>
          <p:sp>
            <p:nvSpPr>
              <p:cNvPr id="49" name="直接连接符 133128">
                <a:extLst>
                  <a:ext uri="{FF2B5EF4-FFF2-40B4-BE49-F238E27FC236}">
                    <a16:creationId xmlns:a16="http://schemas.microsoft.com/office/drawing/2014/main" id="{9FAA63F9-AC08-4204-9C16-8AA4C56B47DB}"/>
                  </a:ext>
                </a:extLst>
              </p:cNvPr>
              <p:cNvSpPr>
                <a:spLocks noChangeShapeType="1"/>
              </p:cNvSpPr>
              <p:nvPr/>
            </p:nvSpPr>
            <p:spPr bwMode="auto">
              <a:xfrm flipH="1">
                <a:off x="2842" y="1176"/>
                <a:ext cx="0" cy="233"/>
              </a:xfrm>
              <a:prstGeom prst="line">
                <a:avLst/>
              </a:prstGeom>
              <a:noFill/>
              <a:ln w="12700">
                <a:solidFill>
                  <a:schemeClr val="accent6">
                    <a:lumMod val="50000"/>
                  </a:schemeClr>
                </a:solidFill>
                <a:round/>
                <a:headEnd/>
                <a:tailEnd/>
              </a:ln>
              <a:extLst>
                <a:ext uri="{909E8E84-426E-40DD-AFC4-6F175D3DCCD1}">
                  <a14:hiddenFill xmlns:a14="http://schemas.microsoft.com/office/drawing/2010/main">
                    <a:noFill/>
                  </a14:hiddenFill>
                </a:ext>
              </a:extLst>
            </p:spPr>
            <p:txBody>
              <a:bodyPr lIns="0" tIns="0" rIns="36000" bIns="0"/>
              <a:lstStyle/>
              <a:p>
                <a:endParaRPr lang="zh-CN" altLang="en-US" sz="2000"/>
              </a:p>
            </p:txBody>
          </p:sp>
        </p:grpSp>
        <p:grpSp>
          <p:nvGrpSpPr>
            <p:cNvPr id="51" name="组合 50">
              <a:extLst>
                <a:ext uri="{FF2B5EF4-FFF2-40B4-BE49-F238E27FC236}">
                  <a16:creationId xmlns:a16="http://schemas.microsoft.com/office/drawing/2014/main" id="{8EC16DF5-B5C4-4143-AE31-9E5D3C2F6A6C}"/>
                </a:ext>
              </a:extLst>
            </p:cNvPr>
            <p:cNvGrpSpPr>
              <a:grpSpLocks/>
            </p:cNvGrpSpPr>
            <p:nvPr/>
          </p:nvGrpSpPr>
          <p:grpSpPr bwMode="auto">
            <a:xfrm>
              <a:off x="7437973" y="2000264"/>
              <a:ext cx="425972" cy="295926"/>
              <a:chOff x="2285" y="1173"/>
              <a:chExt cx="591" cy="235"/>
            </a:xfrm>
          </p:grpSpPr>
          <p:sp>
            <p:nvSpPr>
              <p:cNvPr id="52" name="矩形 133126">
                <a:extLst>
                  <a:ext uri="{FF2B5EF4-FFF2-40B4-BE49-F238E27FC236}">
                    <a16:creationId xmlns:a16="http://schemas.microsoft.com/office/drawing/2014/main" id="{B959D8CB-932D-4F27-AE16-3515E545C38A}"/>
                  </a:ext>
                </a:extLst>
              </p:cNvPr>
              <p:cNvSpPr>
                <a:spLocks noChangeArrowheads="1"/>
              </p:cNvSpPr>
              <p:nvPr/>
            </p:nvSpPr>
            <p:spPr bwMode="auto">
              <a:xfrm>
                <a:off x="2285" y="1173"/>
                <a:ext cx="591" cy="220"/>
              </a:xfrm>
              <a:prstGeom prst="rect">
                <a:avLst/>
              </a:prstGeom>
              <a:solidFill>
                <a:schemeClr val="accent5">
                  <a:lumMod val="20000"/>
                  <a:lumOff val="80000"/>
                </a:schemeClr>
              </a:solidFill>
              <a:ln w="28575">
                <a:solidFill>
                  <a:schemeClr val="accent6">
                    <a:lumMod val="50000"/>
                  </a:schemeClr>
                </a:solidFill>
                <a:miter lim="800000"/>
                <a:headEnd/>
                <a:tailEnd/>
              </a:ln>
            </p:spPr>
            <p:txBody>
              <a:bodyPr wrap="square" lIns="36000" tIns="0" rIns="36000" bIns="0">
                <a:spAutoFit/>
              </a:bodyPr>
              <a:lstStyle/>
              <a:p>
                <a:pPr algn="ctr">
                  <a:lnSpc>
                    <a:spcPct val="90000"/>
                  </a:lnSpc>
                </a:pPr>
                <a:r>
                  <a:rPr lang="en-US" altLang="zh-CN" sz="2000" b="1" dirty="0">
                    <a:solidFill>
                      <a:srgbClr val="0000FF"/>
                    </a:solidFill>
                    <a:latin typeface="+mn-ea"/>
                    <a:cs typeface="Times New Roman" panose="02020603050405020304" pitchFamily="18" charset="0"/>
                  </a:rPr>
                  <a:t>0</a:t>
                </a:r>
                <a:r>
                  <a:rPr lang="en-US" altLang="zh-CN" sz="2000" b="1" u="none" dirty="0">
                    <a:solidFill>
                      <a:srgbClr val="0000FF"/>
                    </a:solidFill>
                    <a:latin typeface="+mn-ea"/>
                    <a:cs typeface="Times New Roman" panose="02020603050405020304" pitchFamily="18" charset="0"/>
                  </a:rPr>
                  <a:t> e         </a:t>
                </a:r>
                <a:endParaRPr lang="en-US" altLang="zh-CN" sz="2000" b="1" u="none" dirty="0">
                  <a:latin typeface="+mn-ea"/>
                  <a:cs typeface="Times New Roman" panose="02020603050405020304" pitchFamily="18" charset="0"/>
                </a:endParaRPr>
              </a:p>
            </p:txBody>
          </p:sp>
          <p:sp>
            <p:nvSpPr>
              <p:cNvPr id="53" name="直接连接符 133127">
                <a:extLst>
                  <a:ext uri="{FF2B5EF4-FFF2-40B4-BE49-F238E27FC236}">
                    <a16:creationId xmlns:a16="http://schemas.microsoft.com/office/drawing/2014/main" id="{547A0BA9-5BA9-4E15-8A5B-52032D44040A}"/>
                  </a:ext>
                </a:extLst>
              </p:cNvPr>
              <p:cNvSpPr>
                <a:spLocks noChangeShapeType="1"/>
              </p:cNvSpPr>
              <p:nvPr/>
            </p:nvSpPr>
            <p:spPr bwMode="auto">
              <a:xfrm flipH="1">
                <a:off x="2568" y="1178"/>
                <a:ext cx="0" cy="230"/>
              </a:xfrm>
              <a:prstGeom prst="line">
                <a:avLst/>
              </a:prstGeom>
              <a:noFill/>
              <a:ln w="12700">
                <a:solidFill>
                  <a:schemeClr val="accent6">
                    <a:lumMod val="50000"/>
                  </a:schemeClr>
                </a:solidFill>
                <a:round/>
                <a:headEnd/>
                <a:tailEnd/>
              </a:ln>
              <a:extLst>
                <a:ext uri="{909E8E84-426E-40DD-AFC4-6F175D3DCCD1}">
                  <a14:hiddenFill xmlns:a14="http://schemas.microsoft.com/office/drawing/2010/main">
                    <a:noFill/>
                  </a14:hiddenFill>
                </a:ext>
              </a:extLst>
            </p:spPr>
            <p:txBody>
              <a:bodyPr lIns="0" tIns="0" rIns="36000" bIns="0"/>
              <a:lstStyle/>
              <a:p>
                <a:endParaRPr lang="zh-CN" altLang="en-US" sz="2000"/>
              </a:p>
            </p:txBody>
          </p:sp>
        </p:grpSp>
        <p:grpSp>
          <p:nvGrpSpPr>
            <p:cNvPr id="57" name="组合 56">
              <a:extLst>
                <a:ext uri="{FF2B5EF4-FFF2-40B4-BE49-F238E27FC236}">
                  <a16:creationId xmlns:a16="http://schemas.microsoft.com/office/drawing/2014/main" id="{FB5D21D0-9AC6-46CD-8F18-28A2F215FB72}"/>
                </a:ext>
              </a:extLst>
            </p:cNvPr>
            <p:cNvGrpSpPr>
              <a:grpSpLocks/>
            </p:cNvGrpSpPr>
            <p:nvPr/>
          </p:nvGrpSpPr>
          <p:grpSpPr bwMode="auto">
            <a:xfrm>
              <a:off x="6467451" y="821971"/>
              <a:ext cx="585261" cy="307259"/>
              <a:chOff x="2304" y="1172"/>
              <a:chExt cx="812" cy="244"/>
            </a:xfrm>
          </p:grpSpPr>
          <p:sp>
            <p:nvSpPr>
              <p:cNvPr id="58" name="矩形 133126">
                <a:extLst>
                  <a:ext uri="{FF2B5EF4-FFF2-40B4-BE49-F238E27FC236}">
                    <a16:creationId xmlns:a16="http://schemas.microsoft.com/office/drawing/2014/main" id="{191F25A4-B8ED-40DD-87B4-E06A35836E39}"/>
                  </a:ext>
                </a:extLst>
              </p:cNvPr>
              <p:cNvSpPr>
                <a:spLocks noChangeArrowheads="1"/>
              </p:cNvSpPr>
              <p:nvPr/>
            </p:nvSpPr>
            <p:spPr bwMode="auto">
              <a:xfrm>
                <a:off x="2304" y="1172"/>
                <a:ext cx="812" cy="244"/>
              </a:xfrm>
              <a:prstGeom prst="rect">
                <a:avLst/>
              </a:prstGeom>
              <a:solidFill>
                <a:schemeClr val="accent6">
                  <a:lumMod val="20000"/>
                  <a:lumOff val="80000"/>
                </a:schemeClr>
              </a:solidFill>
              <a:ln w="28575">
                <a:solidFill>
                  <a:schemeClr val="accent6">
                    <a:lumMod val="50000"/>
                  </a:schemeClr>
                </a:solidFill>
                <a:miter lim="800000"/>
                <a:headEnd/>
                <a:tailEnd/>
              </a:ln>
            </p:spPr>
            <p:txBody>
              <a:bodyPr wrap="square" lIns="36000" tIns="0" rIns="36000" bIns="0">
                <a:spAutoFit/>
              </a:bodyPr>
              <a:lstStyle/>
              <a:p>
                <a:r>
                  <a:rPr lang="en-US" altLang="zh-CN" sz="2000" b="1" u="none" dirty="0">
                    <a:solidFill>
                      <a:srgbClr val="0000FF"/>
                    </a:solidFill>
                    <a:ea typeface="楷体_GB2312" pitchFamily="49" charset="-122"/>
                  </a:rPr>
                  <a:t>1           </a:t>
                </a:r>
                <a:endParaRPr lang="en-US" altLang="zh-CN" sz="2000" u="none" dirty="0">
                  <a:ea typeface="楷体_GB2312" pitchFamily="49" charset="-122"/>
                </a:endParaRPr>
              </a:p>
            </p:txBody>
          </p:sp>
          <p:sp>
            <p:nvSpPr>
              <p:cNvPr id="59" name="直接连接符 133127">
                <a:extLst>
                  <a:ext uri="{FF2B5EF4-FFF2-40B4-BE49-F238E27FC236}">
                    <a16:creationId xmlns:a16="http://schemas.microsoft.com/office/drawing/2014/main" id="{1A6E6DD3-1B00-4588-8C94-C5997D48AA78}"/>
                  </a:ext>
                </a:extLst>
              </p:cNvPr>
              <p:cNvSpPr>
                <a:spLocks noChangeShapeType="1"/>
              </p:cNvSpPr>
              <p:nvPr/>
            </p:nvSpPr>
            <p:spPr bwMode="auto">
              <a:xfrm>
                <a:off x="2579" y="1181"/>
                <a:ext cx="0" cy="233"/>
              </a:xfrm>
              <a:prstGeom prst="line">
                <a:avLst/>
              </a:prstGeom>
              <a:noFill/>
              <a:ln w="12700">
                <a:solidFill>
                  <a:schemeClr val="accent6">
                    <a:lumMod val="50000"/>
                  </a:schemeClr>
                </a:solidFill>
                <a:round/>
                <a:headEnd/>
                <a:tailEnd/>
              </a:ln>
              <a:extLst>
                <a:ext uri="{909E8E84-426E-40DD-AFC4-6F175D3DCCD1}">
                  <a14:hiddenFill xmlns:a14="http://schemas.microsoft.com/office/drawing/2010/main">
                    <a:noFill/>
                  </a14:hiddenFill>
                </a:ext>
              </a:extLst>
            </p:spPr>
            <p:txBody>
              <a:bodyPr lIns="0" tIns="0" rIns="36000" bIns="0"/>
              <a:lstStyle/>
              <a:p>
                <a:endParaRPr lang="zh-CN" altLang="en-US" sz="2000"/>
              </a:p>
            </p:txBody>
          </p:sp>
          <p:sp>
            <p:nvSpPr>
              <p:cNvPr id="60" name="直接连接符 133128">
                <a:extLst>
                  <a:ext uri="{FF2B5EF4-FFF2-40B4-BE49-F238E27FC236}">
                    <a16:creationId xmlns:a16="http://schemas.microsoft.com/office/drawing/2014/main" id="{61DBE62F-889F-4522-BAAA-627249AEDA2F}"/>
                  </a:ext>
                </a:extLst>
              </p:cNvPr>
              <p:cNvSpPr>
                <a:spLocks noChangeShapeType="1"/>
              </p:cNvSpPr>
              <p:nvPr/>
            </p:nvSpPr>
            <p:spPr bwMode="auto">
              <a:xfrm flipH="1">
                <a:off x="2842" y="1176"/>
                <a:ext cx="0" cy="233"/>
              </a:xfrm>
              <a:prstGeom prst="line">
                <a:avLst/>
              </a:prstGeom>
              <a:noFill/>
              <a:ln w="12700">
                <a:solidFill>
                  <a:schemeClr val="accent6">
                    <a:lumMod val="50000"/>
                  </a:schemeClr>
                </a:solidFill>
                <a:round/>
                <a:headEnd/>
                <a:tailEnd/>
              </a:ln>
              <a:extLst>
                <a:ext uri="{909E8E84-426E-40DD-AFC4-6F175D3DCCD1}">
                  <a14:hiddenFill xmlns:a14="http://schemas.microsoft.com/office/drawing/2010/main">
                    <a:noFill/>
                  </a14:hiddenFill>
                </a:ext>
              </a:extLst>
            </p:spPr>
            <p:txBody>
              <a:bodyPr lIns="0" tIns="0" rIns="36000" bIns="0"/>
              <a:lstStyle/>
              <a:p>
                <a:endParaRPr lang="zh-CN" altLang="en-US" sz="2000"/>
              </a:p>
            </p:txBody>
          </p:sp>
        </p:grpSp>
        <p:sp>
          <p:nvSpPr>
            <p:cNvPr id="61" name="直接连接符 60">
              <a:extLst>
                <a:ext uri="{FF2B5EF4-FFF2-40B4-BE49-F238E27FC236}">
                  <a16:creationId xmlns:a16="http://schemas.microsoft.com/office/drawing/2014/main" id="{F45DE34E-67D5-420A-AB04-A3C4DD15D8DB}"/>
                </a:ext>
              </a:extLst>
            </p:cNvPr>
            <p:cNvSpPr>
              <a:spLocks noChangeShapeType="1"/>
            </p:cNvSpPr>
            <p:nvPr/>
          </p:nvSpPr>
          <p:spPr bwMode="auto">
            <a:xfrm flipV="1">
              <a:off x="6960029" y="982308"/>
              <a:ext cx="400282" cy="5037"/>
            </a:xfrm>
            <a:prstGeom prst="line">
              <a:avLst/>
            </a:prstGeom>
            <a:noFill/>
            <a:ln w="28575">
              <a:solidFill>
                <a:srgbClr val="0000FF"/>
              </a:solidFill>
              <a:round/>
              <a:headEnd type="oval" w="med" len="med"/>
              <a:tailEnd type="triangle" w="med" len="lg"/>
            </a:ln>
            <a:extLst>
              <a:ext uri="{909E8E84-426E-40DD-AFC4-6F175D3DCCD1}">
                <a14:hiddenFill xmlns:a14="http://schemas.microsoft.com/office/drawing/2010/main">
                  <a:noFill/>
                </a14:hiddenFill>
              </a:ext>
            </a:extLst>
          </p:spPr>
          <p:txBody>
            <a:bodyPr lIns="0" tIns="0" rIns="36000" bIns="0"/>
            <a:lstStyle/>
            <a:p>
              <a:endParaRPr lang="zh-CN" altLang="en-US" sz="2000"/>
            </a:p>
          </p:txBody>
        </p:sp>
        <p:grpSp>
          <p:nvGrpSpPr>
            <p:cNvPr id="62" name="组合 61">
              <a:extLst>
                <a:ext uri="{FF2B5EF4-FFF2-40B4-BE49-F238E27FC236}">
                  <a16:creationId xmlns:a16="http://schemas.microsoft.com/office/drawing/2014/main" id="{1DD4AC21-2939-4947-974D-CDFEAD151437}"/>
                </a:ext>
              </a:extLst>
            </p:cNvPr>
            <p:cNvGrpSpPr>
              <a:grpSpLocks/>
            </p:cNvGrpSpPr>
            <p:nvPr/>
          </p:nvGrpSpPr>
          <p:grpSpPr bwMode="auto">
            <a:xfrm>
              <a:off x="7367505" y="821971"/>
              <a:ext cx="585261" cy="307259"/>
              <a:chOff x="2285" y="1173"/>
              <a:chExt cx="812" cy="244"/>
            </a:xfrm>
          </p:grpSpPr>
          <p:sp>
            <p:nvSpPr>
              <p:cNvPr id="63" name="矩形 133126">
                <a:extLst>
                  <a:ext uri="{FF2B5EF4-FFF2-40B4-BE49-F238E27FC236}">
                    <a16:creationId xmlns:a16="http://schemas.microsoft.com/office/drawing/2014/main" id="{5A46871C-ACF6-4A61-9ABD-62D11C540DC0}"/>
                  </a:ext>
                </a:extLst>
              </p:cNvPr>
              <p:cNvSpPr>
                <a:spLocks noChangeArrowheads="1"/>
              </p:cNvSpPr>
              <p:nvPr/>
            </p:nvSpPr>
            <p:spPr bwMode="auto">
              <a:xfrm>
                <a:off x="2285" y="1173"/>
                <a:ext cx="812" cy="244"/>
              </a:xfrm>
              <a:prstGeom prst="rect">
                <a:avLst/>
              </a:prstGeom>
              <a:solidFill>
                <a:schemeClr val="accent6">
                  <a:lumMod val="20000"/>
                  <a:lumOff val="80000"/>
                </a:schemeClr>
              </a:solidFill>
              <a:ln w="28575">
                <a:solidFill>
                  <a:schemeClr val="accent6">
                    <a:lumMod val="50000"/>
                  </a:schemeClr>
                </a:solidFill>
                <a:miter lim="800000"/>
                <a:headEnd/>
                <a:tailEnd/>
              </a:ln>
            </p:spPr>
            <p:txBody>
              <a:bodyPr wrap="square" lIns="36000" tIns="0" rIns="36000" bIns="0">
                <a:spAutoFit/>
              </a:bodyPr>
              <a:lstStyle/>
              <a:p>
                <a:r>
                  <a:rPr lang="en-US" altLang="zh-CN" sz="2000" b="1" u="none" dirty="0">
                    <a:solidFill>
                      <a:srgbClr val="0000FF"/>
                    </a:solidFill>
                    <a:latin typeface="+mn-ea"/>
                    <a:cs typeface="Times New Roman" panose="02020603050405020304" pitchFamily="18" charset="0"/>
                  </a:rPr>
                  <a:t>1           </a:t>
                </a:r>
                <a:endParaRPr lang="en-US" altLang="zh-CN" sz="2000" u="none" dirty="0">
                  <a:latin typeface="+mn-ea"/>
                  <a:cs typeface="Times New Roman" panose="02020603050405020304" pitchFamily="18" charset="0"/>
                </a:endParaRPr>
              </a:p>
            </p:txBody>
          </p:sp>
          <p:sp>
            <p:nvSpPr>
              <p:cNvPr id="64" name="直接连接符 133127">
                <a:extLst>
                  <a:ext uri="{FF2B5EF4-FFF2-40B4-BE49-F238E27FC236}">
                    <a16:creationId xmlns:a16="http://schemas.microsoft.com/office/drawing/2014/main" id="{E1859218-C24A-4D9B-9DF5-81B77C5EFE98}"/>
                  </a:ext>
                </a:extLst>
              </p:cNvPr>
              <p:cNvSpPr>
                <a:spLocks noChangeShapeType="1"/>
              </p:cNvSpPr>
              <p:nvPr/>
            </p:nvSpPr>
            <p:spPr bwMode="auto">
              <a:xfrm flipH="1">
                <a:off x="2568" y="1178"/>
                <a:ext cx="0" cy="230"/>
              </a:xfrm>
              <a:prstGeom prst="line">
                <a:avLst/>
              </a:prstGeom>
              <a:noFill/>
              <a:ln w="12700">
                <a:solidFill>
                  <a:schemeClr val="accent6">
                    <a:lumMod val="50000"/>
                  </a:schemeClr>
                </a:solidFill>
                <a:round/>
                <a:headEnd/>
                <a:tailEnd/>
              </a:ln>
              <a:extLst>
                <a:ext uri="{909E8E84-426E-40DD-AFC4-6F175D3DCCD1}">
                  <a14:hiddenFill xmlns:a14="http://schemas.microsoft.com/office/drawing/2010/main">
                    <a:noFill/>
                  </a14:hiddenFill>
                </a:ext>
              </a:extLst>
            </p:spPr>
            <p:txBody>
              <a:bodyPr lIns="0" tIns="0" rIns="36000" bIns="0"/>
              <a:lstStyle/>
              <a:p>
                <a:endParaRPr lang="zh-CN" altLang="en-US" sz="2000"/>
              </a:p>
            </p:txBody>
          </p:sp>
          <p:sp>
            <p:nvSpPr>
              <p:cNvPr id="65" name="直接连接符 133128">
                <a:extLst>
                  <a:ext uri="{FF2B5EF4-FFF2-40B4-BE49-F238E27FC236}">
                    <a16:creationId xmlns:a16="http://schemas.microsoft.com/office/drawing/2014/main" id="{27056789-DC4F-4316-B231-B3FB8921526B}"/>
                  </a:ext>
                </a:extLst>
              </p:cNvPr>
              <p:cNvSpPr>
                <a:spLocks noChangeShapeType="1"/>
              </p:cNvSpPr>
              <p:nvPr/>
            </p:nvSpPr>
            <p:spPr bwMode="auto">
              <a:xfrm flipH="1">
                <a:off x="2842" y="1176"/>
                <a:ext cx="0" cy="233"/>
              </a:xfrm>
              <a:prstGeom prst="line">
                <a:avLst/>
              </a:prstGeom>
              <a:noFill/>
              <a:ln w="12700">
                <a:solidFill>
                  <a:schemeClr val="accent6">
                    <a:lumMod val="50000"/>
                  </a:schemeClr>
                </a:solidFill>
                <a:round/>
                <a:headEnd/>
                <a:tailEnd/>
              </a:ln>
              <a:extLst>
                <a:ext uri="{909E8E84-426E-40DD-AFC4-6F175D3DCCD1}">
                  <a14:hiddenFill xmlns:a14="http://schemas.microsoft.com/office/drawing/2010/main">
                    <a:noFill/>
                  </a14:hiddenFill>
                </a:ext>
              </a:extLst>
            </p:spPr>
            <p:txBody>
              <a:bodyPr lIns="0" tIns="0" rIns="36000" bIns="0"/>
              <a:lstStyle/>
              <a:p>
                <a:endParaRPr lang="zh-CN" altLang="en-US" sz="2000"/>
              </a:p>
            </p:txBody>
          </p:sp>
        </p:grpSp>
        <p:sp>
          <p:nvSpPr>
            <p:cNvPr id="66" name="直接连接符 65">
              <a:extLst>
                <a:ext uri="{FF2B5EF4-FFF2-40B4-BE49-F238E27FC236}">
                  <a16:creationId xmlns:a16="http://schemas.microsoft.com/office/drawing/2014/main" id="{7002E50B-3BF2-4B2E-AA03-65AB99EF85EF}"/>
                </a:ext>
              </a:extLst>
            </p:cNvPr>
            <p:cNvSpPr>
              <a:spLocks noChangeShapeType="1"/>
            </p:cNvSpPr>
            <p:nvPr/>
          </p:nvSpPr>
          <p:spPr bwMode="auto">
            <a:xfrm>
              <a:off x="7673322" y="980534"/>
              <a:ext cx="2" cy="416106"/>
            </a:xfrm>
            <a:prstGeom prst="line">
              <a:avLst/>
            </a:prstGeom>
            <a:noFill/>
            <a:ln w="28575">
              <a:solidFill>
                <a:srgbClr val="C00000"/>
              </a:solidFill>
              <a:round/>
              <a:headEnd type="oval" w="med" len="med"/>
              <a:tailEnd type="triangle" w="med" len="lg"/>
            </a:ln>
            <a:extLst>
              <a:ext uri="{909E8E84-426E-40DD-AFC4-6F175D3DCCD1}">
                <a14:hiddenFill xmlns:a14="http://schemas.microsoft.com/office/drawing/2010/main">
                  <a:noFill/>
                </a14:hiddenFill>
              </a:ext>
            </a:extLst>
          </p:spPr>
          <p:txBody>
            <a:bodyPr lIns="0" tIns="0" rIns="36000" bIns="0"/>
            <a:lstStyle/>
            <a:p>
              <a:endParaRPr lang="zh-CN" altLang="en-US" sz="2000"/>
            </a:p>
          </p:txBody>
        </p:sp>
        <p:sp>
          <p:nvSpPr>
            <p:cNvPr id="67" name="直接连接符 66">
              <a:extLst>
                <a:ext uri="{FF2B5EF4-FFF2-40B4-BE49-F238E27FC236}">
                  <a16:creationId xmlns:a16="http://schemas.microsoft.com/office/drawing/2014/main" id="{57A500A4-373F-41BA-84E2-A0D9EC964003}"/>
                </a:ext>
              </a:extLst>
            </p:cNvPr>
            <p:cNvSpPr>
              <a:spLocks noChangeShapeType="1"/>
            </p:cNvSpPr>
            <p:nvPr/>
          </p:nvSpPr>
          <p:spPr bwMode="auto">
            <a:xfrm flipV="1">
              <a:off x="7863781" y="980534"/>
              <a:ext cx="400282" cy="5037"/>
            </a:xfrm>
            <a:prstGeom prst="line">
              <a:avLst/>
            </a:prstGeom>
            <a:noFill/>
            <a:ln w="28575">
              <a:solidFill>
                <a:srgbClr val="0000FF"/>
              </a:solidFill>
              <a:round/>
              <a:headEnd type="oval" w="med" len="med"/>
              <a:tailEnd type="triangle" w="med" len="lg"/>
            </a:ln>
            <a:extLst>
              <a:ext uri="{909E8E84-426E-40DD-AFC4-6F175D3DCCD1}">
                <a14:hiddenFill xmlns:a14="http://schemas.microsoft.com/office/drawing/2010/main">
                  <a:noFill/>
                </a14:hiddenFill>
              </a:ext>
            </a:extLst>
          </p:spPr>
          <p:txBody>
            <a:bodyPr lIns="0" tIns="0" rIns="36000" bIns="0"/>
            <a:lstStyle/>
            <a:p>
              <a:endParaRPr lang="zh-CN" altLang="en-US" sz="2000"/>
            </a:p>
          </p:txBody>
        </p:sp>
        <p:sp>
          <p:nvSpPr>
            <p:cNvPr id="2" name="文本框 1">
              <a:extLst>
                <a:ext uri="{FF2B5EF4-FFF2-40B4-BE49-F238E27FC236}">
                  <a16:creationId xmlns:a16="http://schemas.microsoft.com/office/drawing/2014/main" id="{F789AD5E-735C-484E-85A6-D6983882ABF0}"/>
                </a:ext>
              </a:extLst>
            </p:cNvPr>
            <p:cNvSpPr txBox="1"/>
            <p:nvPr/>
          </p:nvSpPr>
          <p:spPr>
            <a:xfrm>
              <a:off x="6651944" y="837790"/>
              <a:ext cx="219075" cy="276999"/>
            </a:xfrm>
            <a:prstGeom prst="rect">
              <a:avLst/>
            </a:prstGeom>
            <a:noFill/>
          </p:spPr>
          <p:txBody>
            <a:bodyPr wrap="square" lIns="0" tIns="0" rIns="0" bIns="0" rtlCol="0">
              <a:spAutoFit/>
            </a:bodyPr>
            <a:lstStyle/>
            <a:p>
              <a:pPr algn="ctr"/>
              <a:r>
                <a:rPr lang="zh-CN" altLang="en-US" b="1" dirty="0">
                  <a:solidFill>
                    <a:srgbClr val="C00000"/>
                  </a:solidFill>
                  <a:latin typeface="Arial Rounded MT Bold" panose="020F0704030504030204" pitchFamily="34" charset="0"/>
                </a:rPr>
                <a:t>∧</a:t>
              </a:r>
            </a:p>
          </p:txBody>
        </p:sp>
        <p:grpSp>
          <p:nvGrpSpPr>
            <p:cNvPr id="68" name="组合 67">
              <a:extLst>
                <a:ext uri="{FF2B5EF4-FFF2-40B4-BE49-F238E27FC236}">
                  <a16:creationId xmlns:a16="http://schemas.microsoft.com/office/drawing/2014/main" id="{78E0F8BC-9C53-45FF-8387-32845D3BEDCD}"/>
                </a:ext>
              </a:extLst>
            </p:cNvPr>
            <p:cNvGrpSpPr>
              <a:grpSpLocks/>
            </p:cNvGrpSpPr>
            <p:nvPr/>
          </p:nvGrpSpPr>
          <p:grpSpPr bwMode="auto">
            <a:xfrm>
              <a:off x="7367505" y="1406944"/>
              <a:ext cx="585261" cy="307259"/>
              <a:chOff x="2285" y="1173"/>
              <a:chExt cx="812" cy="244"/>
            </a:xfrm>
          </p:grpSpPr>
          <p:sp>
            <p:nvSpPr>
              <p:cNvPr id="69" name="矩形 133126">
                <a:extLst>
                  <a:ext uri="{FF2B5EF4-FFF2-40B4-BE49-F238E27FC236}">
                    <a16:creationId xmlns:a16="http://schemas.microsoft.com/office/drawing/2014/main" id="{619C2257-A881-434D-AFCA-DC1C3FDBA4FC}"/>
                  </a:ext>
                </a:extLst>
              </p:cNvPr>
              <p:cNvSpPr>
                <a:spLocks noChangeArrowheads="1"/>
              </p:cNvSpPr>
              <p:nvPr/>
            </p:nvSpPr>
            <p:spPr bwMode="auto">
              <a:xfrm>
                <a:off x="2285" y="1173"/>
                <a:ext cx="812" cy="244"/>
              </a:xfrm>
              <a:prstGeom prst="rect">
                <a:avLst/>
              </a:prstGeom>
              <a:solidFill>
                <a:schemeClr val="accent6">
                  <a:lumMod val="20000"/>
                  <a:lumOff val="80000"/>
                </a:schemeClr>
              </a:solidFill>
              <a:ln w="28575">
                <a:solidFill>
                  <a:schemeClr val="accent6">
                    <a:lumMod val="50000"/>
                  </a:schemeClr>
                </a:solidFill>
                <a:miter lim="800000"/>
                <a:headEnd/>
                <a:tailEnd/>
              </a:ln>
            </p:spPr>
            <p:txBody>
              <a:bodyPr wrap="square" lIns="36000" tIns="0" rIns="36000" bIns="0">
                <a:spAutoFit/>
              </a:bodyPr>
              <a:lstStyle/>
              <a:p>
                <a:r>
                  <a:rPr lang="en-US" altLang="zh-CN" sz="2000" b="1" u="none" dirty="0">
                    <a:solidFill>
                      <a:srgbClr val="0000FF"/>
                    </a:solidFill>
                    <a:ea typeface="楷体_GB2312" pitchFamily="49" charset="-122"/>
                  </a:rPr>
                  <a:t>1           </a:t>
                </a:r>
                <a:endParaRPr lang="en-US" altLang="zh-CN" sz="2000" u="none" dirty="0">
                  <a:ea typeface="楷体_GB2312" pitchFamily="49" charset="-122"/>
                </a:endParaRPr>
              </a:p>
            </p:txBody>
          </p:sp>
          <p:sp>
            <p:nvSpPr>
              <p:cNvPr id="70" name="直接连接符 133127">
                <a:extLst>
                  <a:ext uri="{FF2B5EF4-FFF2-40B4-BE49-F238E27FC236}">
                    <a16:creationId xmlns:a16="http://schemas.microsoft.com/office/drawing/2014/main" id="{7DA63734-1342-430B-B224-59FC478FC902}"/>
                  </a:ext>
                </a:extLst>
              </p:cNvPr>
              <p:cNvSpPr>
                <a:spLocks noChangeShapeType="1"/>
              </p:cNvSpPr>
              <p:nvPr/>
            </p:nvSpPr>
            <p:spPr bwMode="auto">
              <a:xfrm flipH="1">
                <a:off x="2568" y="1178"/>
                <a:ext cx="0" cy="230"/>
              </a:xfrm>
              <a:prstGeom prst="line">
                <a:avLst/>
              </a:prstGeom>
              <a:noFill/>
              <a:ln w="12700">
                <a:solidFill>
                  <a:schemeClr val="accent6">
                    <a:lumMod val="50000"/>
                  </a:schemeClr>
                </a:solidFill>
                <a:round/>
                <a:headEnd/>
                <a:tailEnd/>
              </a:ln>
              <a:extLst>
                <a:ext uri="{909E8E84-426E-40DD-AFC4-6F175D3DCCD1}">
                  <a14:hiddenFill xmlns:a14="http://schemas.microsoft.com/office/drawing/2010/main">
                    <a:noFill/>
                  </a14:hiddenFill>
                </a:ext>
              </a:extLst>
            </p:spPr>
            <p:txBody>
              <a:bodyPr lIns="0" tIns="0" rIns="36000" bIns="0"/>
              <a:lstStyle/>
              <a:p>
                <a:endParaRPr lang="zh-CN" altLang="en-US" sz="2000"/>
              </a:p>
            </p:txBody>
          </p:sp>
          <p:sp>
            <p:nvSpPr>
              <p:cNvPr id="71" name="直接连接符 133128">
                <a:extLst>
                  <a:ext uri="{FF2B5EF4-FFF2-40B4-BE49-F238E27FC236}">
                    <a16:creationId xmlns:a16="http://schemas.microsoft.com/office/drawing/2014/main" id="{B4B1F92D-F2AF-4579-AD57-ED3FFCD742BB}"/>
                  </a:ext>
                </a:extLst>
              </p:cNvPr>
              <p:cNvSpPr>
                <a:spLocks noChangeShapeType="1"/>
              </p:cNvSpPr>
              <p:nvPr/>
            </p:nvSpPr>
            <p:spPr bwMode="auto">
              <a:xfrm flipH="1">
                <a:off x="2842" y="1176"/>
                <a:ext cx="0" cy="233"/>
              </a:xfrm>
              <a:prstGeom prst="line">
                <a:avLst/>
              </a:prstGeom>
              <a:noFill/>
              <a:ln w="12700">
                <a:solidFill>
                  <a:schemeClr val="accent6">
                    <a:lumMod val="50000"/>
                  </a:schemeClr>
                </a:solidFill>
                <a:round/>
                <a:headEnd/>
                <a:tailEnd/>
              </a:ln>
              <a:extLst>
                <a:ext uri="{909E8E84-426E-40DD-AFC4-6F175D3DCCD1}">
                  <a14:hiddenFill xmlns:a14="http://schemas.microsoft.com/office/drawing/2010/main">
                    <a:noFill/>
                  </a14:hiddenFill>
                </a:ext>
              </a:extLst>
            </p:spPr>
            <p:txBody>
              <a:bodyPr lIns="0" tIns="0" rIns="36000" bIns="0"/>
              <a:lstStyle/>
              <a:p>
                <a:endParaRPr lang="zh-CN" altLang="en-US" sz="2000"/>
              </a:p>
            </p:txBody>
          </p:sp>
        </p:grpSp>
        <p:sp>
          <p:nvSpPr>
            <p:cNvPr id="72" name="直接连接符 71">
              <a:extLst>
                <a:ext uri="{FF2B5EF4-FFF2-40B4-BE49-F238E27FC236}">
                  <a16:creationId xmlns:a16="http://schemas.microsoft.com/office/drawing/2014/main" id="{0AF1D5B0-571B-4401-95D7-2BB1A1903872}"/>
                </a:ext>
              </a:extLst>
            </p:cNvPr>
            <p:cNvSpPr>
              <a:spLocks noChangeShapeType="1"/>
            </p:cNvSpPr>
            <p:nvPr/>
          </p:nvSpPr>
          <p:spPr bwMode="auto">
            <a:xfrm>
              <a:off x="7673322" y="1565507"/>
              <a:ext cx="2" cy="416106"/>
            </a:xfrm>
            <a:prstGeom prst="line">
              <a:avLst/>
            </a:prstGeom>
            <a:noFill/>
            <a:ln w="28575">
              <a:solidFill>
                <a:srgbClr val="C00000"/>
              </a:solidFill>
              <a:round/>
              <a:headEnd type="oval" w="med" len="med"/>
              <a:tailEnd type="triangle" w="med" len="lg"/>
            </a:ln>
            <a:extLst>
              <a:ext uri="{909E8E84-426E-40DD-AFC4-6F175D3DCCD1}">
                <a14:hiddenFill xmlns:a14="http://schemas.microsoft.com/office/drawing/2010/main">
                  <a:noFill/>
                </a14:hiddenFill>
              </a:ext>
            </a:extLst>
          </p:spPr>
          <p:txBody>
            <a:bodyPr lIns="0" tIns="0" rIns="36000" bIns="0"/>
            <a:lstStyle/>
            <a:p>
              <a:endParaRPr lang="zh-CN" altLang="en-US" sz="2000"/>
            </a:p>
          </p:txBody>
        </p:sp>
        <p:sp>
          <p:nvSpPr>
            <p:cNvPr id="73" name="直接连接符 72">
              <a:extLst>
                <a:ext uri="{FF2B5EF4-FFF2-40B4-BE49-F238E27FC236}">
                  <a16:creationId xmlns:a16="http://schemas.microsoft.com/office/drawing/2014/main" id="{BB8B0054-F335-45E3-833E-021E67D6B521}"/>
                </a:ext>
              </a:extLst>
            </p:cNvPr>
            <p:cNvSpPr>
              <a:spLocks noChangeShapeType="1"/>
            </p:cNvSpPr>
            <p:nvPr/>
          </p:nvSpPr>
          <p:spPr bwMode="auto">
            <a:xfrm>
              <a:off x="8557321" y="980534"/>
              <a:ext cx="2" cy="416106"/>
            </a:xfrm>
            <a:prstGeom prst="line">
              <a:avLst/>
            </a:prstGeom>
            <a:noFill/>
            <a:ln w="28575">
              <a:solidFill>
                <a:srgbClr val="C00000"/>
              </a:solidFill>
              <a:round/>
              <a:headEnd type="oval" w="med" len="med"/>
              <a:tailEnd type="triangle" w="med" len="lg"/>
            </a:ln>
            <a:extLst>
              <a:ext uri="{909E8E84-426E-40DD-AFC4-6F175D3DCCD1}">
                <a14:hiddenFill xmlns:a14="http://schemas.microsoft.com/office/drawing/2010/main">
                  <a:noFill/>
                </a14:hiddenFill>
              </a:ext>
            </a:extLst>
          </p:spPr>
          <p:txBody>
            <a:bodyPr lIns="0" tIns="0" rIns="36000" bIns="0"/>
            <a:lstStyle/>
            <a:p>
              <a:endParaRPr lang="zh-CN" altLang="en-US" sz="2000"/>
            </a:p>
          </p:txBody>
        </p:sp>
        <p:sp>
          <p:nvSpPr>
            <p:cNvPr id="74" name="直接连接符 73">
              <a:extLst>
                <a:ext uri="{FF2B5EF4-FFF2-40B4-BE49-F238E27FC236}">
                  <a16:creationId xmlns:a16="http://schemas.microsoft.com/office/drawing/2014/main" id="{9E7154D1-D34F-4CC4-BBD9-B632C1F49ECC}"/>
                </a:ext>
              </a:extLst>
            </p:cNvPr>
            <p:cNvSpPr>
              <a:spLocks noChangeShapeType="1"/>
            </p:cNvSpPr>
            <p:nvPr/>
          </p:nvSpPr>
          <p:spPr bwMode="auto">
            <a:xfrm>
              <a:off x="9461095" y="1562688"/>
              <a:ext cx="2" cy="416106"/>
            </a:xfrm>
            <a:prstGeom prst="line">
              <a:avLst/>
            </a:prstGeom>
            <a:noFill/>
            <a:ln w="28575">
              <a:solidFill>
                <a:srgbClr val="C00000"/>
              </a:solidFill>
              <a:round/>
              <a:headEnd type="oval" w="med" len="med"/>
              <a:tailEnd type="triangle" w="med" len="lg"/>
            </a:ln>
            <a:extLst>
              <a:ext uri="{909E8E84-426E-40DD-AFC4-6F175D3DCCD1}">
                <a14:hiddenFill xmlns:a14="http://schemas.microsoft.com/office/drawing/2010/main">
                  <a:noFill/>
                </a14:hiddenFill>
              </a:ext>
            </a:extLst>
          </p:spPr>
          <p:txBody>
            <a:bodyPr lIns="0" tIns="0" rIns="36000" bIns="0"/>
            <a:lstStyle/>
            <a:p>
              <a:endParaRPr lang="zh-CN" altLang="en-US" sz="2000"/>
            </a:p>
          </p:txBody>
        </p:sp>
        <p:grpSp>
          <p:nvGrpSpPr>
            <p:cNvPr id="75" name="组合 74">
              <a:extLst>
                <a:ext uri="{FF2B5EF4-FFF2-40B4-BE49-F238E27FC236}">
                  <a16:creationId xmlns:a16="http://schemas.microsoft.com/office/drawing/2014/main" id="{477BC576-D680-423A-A3C0-E8E7054228B1}"/>
                </a:ext>
              </a:extLst>
            </p:cNvPr>
            <p:cNvGrpSpPr>
              <a:grpSpLocks/>
            </p:cNvGrpSpPr>
            <p:nvPr/>
          </p:nvGrpSpPr>
          <p:grpSpPr bwMode="auto">
            <a:xfrm>
              <a:off x="10058846" y="1984566"/>
              <a:ext cx="585261" cy="307259"/>
              <a:chOff x="2285" y="1173"/>
              <a:chExt cx="812" cy="244"/>
            </a:xfrm>
          </p:grpSpPr>
          <p:sp>
            <p:nvSpPr>
              <p:cNvPr id="76" name="矩形 133126">
                <a:extLst>
                  <a:ext uri="{FF2B5EF4-FFF2-40B4-BE49-F238E27FC236}">
                    <a16:creationId xmlns:a16="http://schemas.microsoft.com/office/drawing/2014/main" id="{D7C7EB8F-4133-440B-B1AC-DC41F44AAA72}"/>
                  </a:ext>
                </a:extLst>
              </p:cNvPr>
              <p:cNvSpPr>
                <a:spLocks noChangeArrowheads="1"/>
              </p:cNvSpPr>
              <p:nvPr/>
            </p:nvSpPr>
            <p:spPr bwMode="auto">
              <a:xfrm>
                <a:off x="2285" y="1173"/>
                <a:ext cx="812" cy="244"/>
              </a:xfrm>
              <a:prstGeom prst="rect">
                <a:avLst/>
              </a:prstGeom>
              <a:solidFill>
                <a:schemeClr val="accent6">
                  <a:lumMod val="20000"/>
                  <a:lumOff val="80000"/>
                </a:schemeClr>
              </a:solidFill>
              <a:ln w="28575">
                <a:solidFill>
                  <a:schemeClr val="accent6">
                    <a:lumMod val="50000"/>
                  </a:schemeClr>
                </a:solidFill>
                <a:miter lim="800000"/>
                <a:headEnd/>
                <a:tailEnd/>
              </a:ln>
            </p:spPr>
            <p:txBody>
              <a:bodyPr wrap="square" lIns="36000" tIns="0" rIns="36000" bIns="0">
                <a:spAutoFit/>
              </a:bodyPr>
              <a:lstStyle/>
              <a:p>
                <a:r>
                  <a:rPr lang="en-US" altLang="zh-CN" sz="2000" b="1" u="none" dirty="0">
                    <a:solidFill>
                      <a:srgbClr val="0000FF"/>
                    </a:solidFill>
                    <a:ea typeface="楷体_GB2312" pitchFamily="49" charset="-122"/>
                  </a:rPr>
                  <a:t>1           </a:t>
                </a:r>
                <a:endParaRPr lang="en-US" altLang="zh-CN" sz="2000" u="none" dirty="0">
                  <a:ea typeface="楷体_GB2312" pitchFamily="49" charset="-122"/>
                </a:endParaRPr>
              </a:p>
            </p:txBody>
          </p:sp>
          <p:sp>
            <p:nvSpPr>
              <p:cNvPr id="77" name="直接连接符 133127">
                <a:extLst>
                  <a:ext uri="{FF2B5EF4-FFF2-40B4-BE49-F238E27FC236}">
                    <a16:creationId xmlns:a16="http://schemas.microsoft.com/office/drawing/2014/main" id="{9E64AF82-206B-465D-B863-0C410460F93B}"/>
                  </a:ext>
                </a:extLst>
              </p:cNvPr>
              <p:cNvSpPr>
                <a:spLocks noChangeShapeType="1"/>
              </p:cNvSpPr>
              <p:nvPr/>
            </p:nvSpPr>
            <p:spPr bwMode="auto">
              <a:xfrm flipH="1">
                <a:off x="2568" y="1178"/>
                <a:ext cx="0" cy="230"/>
              </a:xfrm>
              <a:prstGeom prst="line">
                <a:avLst/>
              </a:prstGeom>
              <a:noFill/>
              <a:ln w="12700">
                <a:solidFill>
                  <a:schemeClr val="accent6">
                    <a:lumMod val="50000"/>
                  </a:schemeClr>
                </a:solidFill>
                <a:round/>
                <a:headEnd/>
                <a:tailEnd/>
              </a:ln>
              <a:extLst>
                <a:ext uri="{909E8E84-426E-40DD-AFC4-6F175D3DCCD1}">
                  <a14:hiddenFill xmlns:a14="http://schemas.microsoft.com/office/drawing/2010/main">
                    <a:noFill/>
                  </a14:hiddenFill>
                </a:ext>
              </a:extLst>
            </p:spPr>
            <p:txBody>
              <a:bodyPr lIns="0" tIns="0" rIns="36000" bIns="0"/>
              <a:lstStyle/>
              <a:p>
                <a:endParaRPr lang="zh-CN" altLang="en-US" sz="2000"/>
              </a:p>
            </p:txBody>
          </p:sp>
          <p:sp>
            <p:nvSpPr>
              <p:cNvPr id="78" name="直接连接符 133128">
                <a:extLst>
                  <a:ext uri="{FF2B5EF4-FFF2-40B4-BE49-F238E27FC236}">
                    <a16:creationId xmlns:a16="http://schemas.microsoft.com/office/drawing/2014/main" id="{A13B5307-AAA4-49EC-9B31-F9B5178C1713}"/>
                  </a:ext>
                </a:extLst>
              </p:cNvPr>
              <p:cNvSpPr>
                <a:spLocks noChangeShapeType="1"/>
              </p:cNvSpPr>
              <p:nvPr/>
            </p:nvSpPr>
            <p:spPr bwMode="auto">
              <a:xfrm flipH="1">
                <a:off x="2842" y="1176"/>
                <a:ext cx="0" cy="233"/>
              </a:xfrm>
              <a:prstGeom prst="line">
                <a:avLst/>
              </a:prstGeom>
              <a:noFill/>
              <a:ln w="12700">
                <a:solidFill>
                  <a:schemeClr val="accent6">
                    <a:lumMod val="50000"/>
                  </a:schemeClr>
                </a:solidFill>
                <a:round/>
                <a:headEnd/>
                <a:tailEnd/>
              </a:ln>
              <a:extLst>
                <a:ext uri="{909E8E84-426E-40DD-AFC4-6F175D3DCCD1}">
                  <a14:hiddenFill xmlns:a14="http://schemas.microsoft.com/office/drawing/2010/main">
                    <a:noFill/>
                  </a14:hiddenFill>
                </a:ext>
              </a:extLst>
            </p:spPr>
            <p:txBody>
              <a:bodyPr lIns="0" tIns="0" rIns="36000" bIns="0"/>
              <a:lstStyle/>
              <a:p>
                <a:endParaRPr lang="zh-CN" altLang="en-US" sz="2000"/>
              </a:p>
            </p:txBody>
          </p:sp>
        </p:grpSp>
        <p:sp>
          <p:nvSpPr>
            <p:cNvPr id="79" name="直接连接符 78">
              <a:extLst>
                <a:ext uri="{FF2B5EF4-FFF2-40B4-BE49-F238E27FC236}">
                  <a16:creationId xmlns:a16="http://schemas.microsoft.com/office/drawing/2014/main" id="{615920BB-D891-4D41-99E5-762C7233DEBB}"/>
                </a:ext>
              </a:extLst>
            </p:cNvPr>
            <p:cNvSpPr>
              <a:spLocks noChangeShapeType="1"/>
            </p:cNvSpPr>
            <p:nvPr/>
          </p:nvSpPr>
          <p:spPr bwMode="auto">
            <a:xfrm>
              <a:off x="10364663" y="2143129"/>
              <a:ext cx="2" cy="416106"/>
            </a:xfrm>
            <a:prstGeom prst="line">
              <a:avLst/>
            </a:prstGeom>
            <a:noFill/>
            <a:ln w="28575">
              <a:solidFill>
                <a:srgbClr val="C00000"/>
              </a:solidFill>
              <a:round/>
              <a:headEnd type="oval" w="med" len="med"/>
              <a:tailEnd type="triangle" w="med" len="lg"/>
            </a:ln>
            <a:extLst>
              <a:ext uri="{909E8E84-426E-40DD-AFC4-6F175D3DCCD1}">
                <a14:hiddenFill xmlns:a14="http://schemas.microsoft.com/office/drawing/2010/main">
                  <a:noFill/>
                </a14:hiddenFill>
              </a:ext>
            </a:extLst>
          </p:spPr>
          <p:txBody>
            <a:bodyPr lIns="0" tIns="0" rIns="36000" bIns="0"/>
            <a:lstStyle/>
            <a:p>
              <a:endParaRPr lang="zh-CN" altLang="en-US" sz="2000"/>
            </a:p>
          </p:txBody>
        </p:sp>
        <p:sp>
          <p:nvSpPr>
            <p:cNvPr id="80" name="直接连接符 79">
              <a:extLst>
                <a:ext uri="{FF2B5EF4-FFF2-40B4-BE49-F238E27FC236}">
                  <a16:creationId xmlns:a16="http://schemas.microsoft.com/office/drawing/2014/main" id="{6D41E64E-C50D-4805-A1CC-1E7276F23ADA}"/>
                </a:ext>
              </a:extLst>
            </p:cNvPr>
            <p:cNvSpPr>
              <a:spLocks noChangeShapeType="1"/>
            </p:cNvSpPr>
            <p:nvPr/>
          </p:nvSpPr>
          <p:spPr bwMode="auto">
            <a:xfrm flipV="1">
              <a:off x="10555122" y="2143129"/>
              <a:ext cx="400282" cy="5037"/>
            </a:xfrm>
            <a:prstGeom prst="line">
              <a:avLst/>
            </a:prstGeom>
            <a:noFill/>
            <a:ln w="28575">
              <a:solidFill>
                <a:srgbClr val="0000FF"/>
              </a:solidFill>
              <a:round/>
              <a:headEnd type="oval" w="med" len="med"/>
              <a:tailEnd type="triangle" w="med" len="lg"/>
            </a:ln>
            <a:extLst>
              <a:ext uri="{909E8E84-426E-40DD-AFC4-6F175D3DCCD1}">
                <a14:hiddenFill xmlns:a14="http://schemas.microsoft.com/office/drawing/2010/main">
                  <a:noFill/>
                </a14:hiddenFill>
              </a:ext>
            </a:extLst>
          </p:spPr>
          <p:txBody>
            <a:bodyPr lIns="0" tIns="0" rIns="36000" bIns="0"/>
            <a:lstStyle/>
            <a:p>
              <a:endParaRPr lang="zh-CN" altLang="en-US" sz="2000"/>
            </a:p>
          </p:txBody>
        </p:sp>
        <p:grpSp>
          <p:nvGrpSpPr>
            <p:cNvPr id="81" name="组合 80">
              <a:extLst>
                <a:ext uri="{FF2B5EF4-FFF2-40B4-BE49-F238E27FC236}">
                  <a16:creationId xmlns:a16="http://schemas.microsoft.com/office/drawing/2014/main" id="{72CD154E-8263-4B8C-82E4-F80A64C75307}"/>
                </a:ext>
              </a:extLst>
            </p:cNvPr>
            <p:cNvGrpSpPr>
              <a:grpSpLocks/>
            </p:cNvGrpSpPr>
            <p:nvPr/>
          </p:nvGrpSpPr>
          <p:grpSpPr bwMode="auto">
            <a:xfrm>
              <a:off x="10969425" y="1994448"/>
              <a:ext cx="585261" cy="307259"/>
              <a:chOff x="2304" y="1172"/>
              <a:chExt cx="812" cy="244"/>
            </a:xfrm>
          </p:grpSpPr>
          <p:sp>
            <p:nvSpPr>
              <p:cNvPr id="82" name="矩形 133126">
                <a:extLst>
                  <a:ext uri="{FF2B5EF4-FFF2-40B4-BE49-F238E27FC236}">
                    <a16:creationId xmlns:a16="http://schemas.microsoft.com/office/drawing/2014/main" id="{0A64F414-82DC-4726-8946-2F2AB0854DDA}"/>
                  </a:ext>
                </a:extLst>
              </p:cNvPr>
              <p:cNvSpPr>
                <a:spLocks noChangeArrowheads="1"/>
              </p:cNvSpPr>
              <p:nvPr/>
            </p:nvSpPr>
            <p:spPr bwMode="auto">
              <a:xfrm>
                <a:off x="2304" y="1172"/>
                <a:ext cx="812" cy="244"/>
              </a:xfrm>
              <a:prstGeom prst="rect">
                <a:avLst/>
              </a:prstGeom>
              <a:solidFill>
                <a:schemeClr val="accent6">
                  <a:lumMod val="20000"/>
                  <a:lumOff val="80000"/>
                </a:schemeClr>
              </a:solidFill>
              <a:ln w="28575">
                <a:solidFill>
                  <a:schemeClr val="accent6">
                    <a:lumMod val="50000"/>
                  </a:schemeClr>
                </a:solidFill>
                <a:miter lim="800000"/>
                <a:headEnd/>
                <a:tailEnd/>
              </a:ln>
            </p:spPr>
            <p:txBody>
              <a:bodyPr wrap="square" lIns="36000" tIns="0" rIns="36000" bIns="0">
                <a:spAutoFit/>
              </a:bodyPr>
              <a:lstStyle/>
              <a:p>
                <a:r>
                  <a:rPr lang="en-US" altLang="zh-CN" sz="2000" b="1" u="none" dirty="0">
                    <a:solidFill>
                      <a:srgbClr val="0000FF"/>
                    </a:solidFill>
                    <a:ea typeface="楷体_GB2312" pitchFamily="49" charset="-122"/>
                  </a:rPr>
                  <a:t>1           </a:t>
                </a:r>
                <a:endParaRPr lang="en-US" altLang="zh-CN" sz="2000" u="none" dirty="0">
                  <a:ea typeface="楷体_GB2312" pitchFamily="49" charset="-122"/>
                </a:endParaRPr>
              </a:p>
            </p:txBody>
          </p:sp>
          <p:sp>
            <p:nvSpPr>
              <p:cNvPr id="83" name="直接连接符 133127">
                <a:extLst>
                  <a:ext uri="{FF2B5EF4-FFF2-40B4-BE49-F238E27FC236}">
                    <a16:creationId xmlns:a16="http://schemas.microsoft.com/office/drawing/2014/main" id="{623D7BA0-16A9-42C1-BDEE-19E56A834A48}"/>
                  </a:ext>
                </a:extLst>
              </p:cNvPr>
              <p:cNvSpPr>
                <a:spLocks noChangeShapeType="1"/>
              </p:cNvSpPr>
              <p:nvPr/>
            </p:nvSpPr>
            <p:spPr bwMode="auto">
              <a:xfrm>
                <a:off x="2579" y="1181"/>
                <a:ext cx="0" cy="233"/>
              </a:xfrm>
              <a:prstGeom prst="line">
                <a:avLst/>
              </a:prstGeom>
              <a:noFill/>
              <a:ln w="12700">
                <a:solidFill>
                  <a:schemeClr val="accent6">
                    <a:lumMod val="50000"/>
                  </a:schemeClr>
                </a:solidFill>
                <a:round/>
                <a:headEnd/>
                <a:tailEnd/>
              </a:ln>
              <a:extLst>
                <a:ext uri="{909E8E84-426E-40DD-AFC4-6F175D3DCCD1}">
                  <a14:hiddenFill xmlns:a14="http://schemas.microsoft.com/office/drawing/2010/main">
                    <a:noFill/>
                  </a14:hiddenFill>
                </a:ext>
              </a:extLst>
            </p:spPr>
            <p:txBody>
              <a:bodyPr lIns="0" tIns="0" rIns="36000" bIns="0"/>
              <a:lstStyle/>
              <a:p>
                <a:endParaRPr lang="zh-CN" altLang="en-US" sz="2000"/>
              </a:p>
            </p:txBody>
          </p:sp>
          <p:sp>
            <p:nvSpPr>
              <p:cNvPr id="84" name="直接连接符 133128">
                <a:extLst>
                  <a:ext uri="{FF2B5EF4-FFF2-40B4-BE49-F238E27FC236}">
                    <a16:creationId xmlns:a16="http://schemas.microsoft.com/office/drawing/2014/main" id="{E46D9AEA-C03B-47A4-8ABE-1C6C39F8E503}"/>
                  </a:ext>
                </a:extLst>
              </p:cNvPr>
              <p:cNvSpPr>
                <a:spLocks noChangeShapeType="1"/>
              </p:cNvSpPr>
              <p:nvPr/>
            </p:nvSpPr>
            <p:spPr bwMode="auto">
              <a:xfrm flipH="1">
                <a:off x="2842" y="1176"/>
                <a:ext cx="0" cy="233"/>
              </a:xfrm>
              <a:prstGeom prst="line">
                <a:avLst/>
              </a:prstGeom>
              <a:noFill/>
              <a:ln w="12700">
                <a:solidFill>
                  <a:schemeClr val="accent6">
                    <a:lumMod val="50000"/>
                  </a:schemeClr>
                </a:solidFill>
                <a:round/>
                <a:headEnd/>
                <a:tailEnd/>
              </a:ln>
              <a:extLst>
                <a:ext uri="{909E8E84-426E-40DD-AFC4-6F175D3DCCD1}">
                  <a14:hiddenFill xmlns:a14="http://schemas.microsoft.com/office/drawing/2010/main">
                    <a:noFill/>
                  </a14:hiddenFill>
                </a:ext>
              </a:extLst>
            </p:spPr>
            <p:txBody>
              <a:bodyPr lIns="0" tIns="0" rIns="36000" bIns="0"/>
              <a:lstStyle/>
              <a:p>
                <a:endParaRPr lang="zh-CN" altLang="en-US" sz="2000"/>
              </a:p>
            </p:txBody>
          </p:sp>
        </p:grpSp>
        <p:grpSp>
          <p:nvGrpSpPr>
            <p:cNvPr id="85" name="组合 84">
              <a:extLst>
                <a:ext uri="{FF2B5EF4-FFF2-40B4-BE49-F238E27FC236}">
                  <a16:creationId xmlns:a16="http://schemas.microsoft.com/office/drawing/2014/main" id="{00B928B3-1BC8-40BA-9B9D-200CD57610DA}"/>
                </a:ext>
              </a:extLst>
            </p:cNvPr>
            <p:cNvGrpSpPr>
              <a:grpSpLocks/>
            </p:cNvGrpSpPr>
            <p:nvPr/>
          </p:nvGrpSpPr>
          <p:grpSpPr bwMode="auto">
            <a:xfrm>
              <a:off x="9168465" y="1987385"/>
              <a:ext cx="585261" cy="307259"/>
              <a:chOff x="2285" y="1173"/>
              <a:chExt cx="812" cy="244"/>
            </a:xfrm>
          </p:grpSpPr>
          <p:sp>
            <p:nvSpPr>
              <p:cNvPr id="86" name="矩形 133126">
                <a:extLst>
                  <a:ext uri="{FF2B5EF4-FFF2-40B4-BE49-F238E27FC236}">
                    <a16:creationId xmlns:a16="http://schemas.microsoft.com/office/drawing/2014/main" id="{D7B46D13-EA7A-4CDC-8D56-166FE1F2C188}"/>
                  </a:ext>
                </a:extLst>
              </p:cNvPr>
              <p:cNvSpPr>
                <a:spLocks noChangeArrowheads="1"/>
              </p:cNvSpPr>
              <p:nvPr/>
            </p:nvSpPr>
            <p:spPr bwMode="auto">
              <a:xfrm>
                <a:off x="2285" y="1173"/>
                <a:ext cx="812" cy="244"/>
              </a:xfrm>
              <a:prstGeom prst="rect">
                <a:avLst/>
              </a:prstGeom>
              <a:solidFill>
                <a:schemeClr val="accent6">
                  <a:lumMod val="20000"/>
                  <a:lumOff val="80000"/>
                </a:schemeClr>
              </a:solidFill>
              <a:ln w="28575">
                <a:solidFill>
                  <a:schemeClr val="accent6">
                    <a:lumMod val="50000"/>
                  </a:schemeClr>
                </a:solidFill>
                <a:miter lim="800000"/>
                <a:headEnd/>
                <a:tailEnd/>
              </a:ln>
            </p:spPr>
            <p:txBody>
              <a:bodyPr wrap="square" lIns="36000" tIns="0" rIns="36000" bIns="0">
                <a:spAutoFit/>
              </a:bodyPr>
              <a:lstStyle/>
              <a:p>
                <a:r>
                  <a:rPr lang="en-US" altLang="zh-CN" sz="2000" b="1" u="none" dirty="0">
                    <a:solidFill>
                      <a:srgbClr val="0000FF"/>
                    </a:solidFill>
                    <a:ea typeface="楷体_GB2312" pitchFamily="49" charset="-122"/>
                  </a:rPr>
                  <a:t>1           </a:t>
                </a:r>
                <a:endParaRPr lang="en-US" altLang="zh-CN" sz="2000" u="none" dirty="0">
                  <a:ea typeface="楷体_GB2312" pitchFamily="49" charset="-122"/>
                </a:endParaRPr>
              </a:p>
            </p:txBody>
          </p:sp>
          <p:sp>
            <p:nvSpPr>
              <p:cNvPr id="87" name="直接连接符 133127">
                <a:extLst>
                  <a:ext uri="{FF2B5EF4-FFF2-40B4-BE49-F238E27FC236}">
                    <a16:creationId xmlns:a16="http://schemas.microsoft.com/office/drawing/2014/main" id="{B532BAD7-2B7B-4275-BD76-CF822F77A24A}"/>
                  </a:ext>
                </a:extLst>
              </p:cNvPr>
              <p:cNvSpPr>
                <a:spLocks noChangeShapeType="1"/>
              </p:cNvSpPr>
              <p:nvPr/>
            </p:nvSpPr>
            <p:spPr bwMode="auto">
              <a:xfrm flipH="1">
                <a:off x="2568" y="1178"/>
                <a:ext cx="0" cy="230"/>
              </a:xfrm>
              <a:prstGeom prst="line">
                <a:avLst/>
              </a:prstGeom>
              <a:noFill/>
              <a:ln w="12700">
                <a:solidFill>
                  <a:schemeClr val="accent6">
                    <a:lumMod val="50000"/>
                  </a:schemeClr>
                </a:solidFill>
                <a:round/>
                <a:headEnd/>
                <a:tailEnd/>
              </a:ln>
              <a:extLst>
                <a:ext uri="{909E8E84-426E-40DD-AFC4-6F175D3DCCD1}">
                  <a14:hiddenFill xmlns:a14="http://schemas.microsoft.com/office/drawing/2010/main">
                    <a:noFill/>
                  </a14:hiddenFill>
                </a:ext>
              </a:extLst>
            </p:spPr>
            <p:txBody>
              <a:bodyPr lIns="0" tIns="0" rIns="36000" bIns="0"/>
              <a:lstStyle/>
              <a:p>
                <a:endParaRPr lang="zh-CN" altLang="en-US" sz="2000"/>
              </a:p>
            </p:txBody>
          </p:sp>
          <p:sp>
            <p:nvSpPr>
              <p:cNvPr id="88" name="直接连接符 133128">
                <a:extLst>
                  <a:ext uri="{FF2B5EF4-FFF2-40B4-BE49-F238E27FC236}">
                    <a16:creationId xmlns:a16="http://schemas.microsoft.com/office/drawing/2014/main" id="{395F15BA-2A41-4129-A697-1DD5D0151516}"/>
                  </a:ext>
                </a:extLst>
              </p:cNvPr>
              <p:cNvSpPr>
                <a:spLocks noChangeShapeType="1"/>
              </p:cNvSpPr>
              <p:nvPr/>
            </p:nvSpPr>
            <p:spPr bwMode="auto">
              <a:xfrm flipH="1">
                <a:off x="2842" y="1176"/>
                <a:ext cx="0" cy="233"/>
              </a:xfrm>
              <a:prstGeom prst="line">
                <a:avLst/>
              </a:prstGeom>
              <a:noFill/>
              <a:ln w="12700">
                <a:solidFill>
                  <a:schemeClr val="accent6">
                    <a:lumMod val="50000"/>
                  </a:schemeClr>
                </a:solidFill>
                <a:round/>
                <a:headEnd/>
                <a:tailEnd/>
              </a:ln>
              <a:extLst>
                <a:ext uri="{909E8E84-426E-40DD-AFC4-6F175D3DCCD1}">
                  <a14:hiddenFill xmlns:a14="http://schemas.microsoft.com/office/drawing/2010/main">
                    <a:noFill/>
                  </a14:hiddenFill>
                </a:ext>
              </a:extLst>
            </p:spPr>
            <p:txBody>
              <a:bodyPr lIns="0" tIns="0" rIns="36000" bIns="0"/>
              <a:lstStyle/>
              <a:p>
                <a:endParaRPr lang="zh-CN" altLang="en-US" sz="2000"/>
              </a:p>
            </p:txBody>
          </p:sp>
        </p:grpSp>
        <p:sp>
          <p:nvSpPr>
            <p:cNvPr id="89" name="直接连接符 88">
              <a:extLst>
                <a:ext uri="{FF2B5EF4-FFF2-40B4-BE49-F238E27FC236}">
                  <a16:creationId xmlns:a16="http://schemas.microsoft.com/office/drawing/2014/main" id="{DE30C054-A5DA-4024-A1FC-1050A6AA3E59}"/>
                </a:ext>
              </a:extLst>
            </p:cNvPr>
            <p:cNvSpPr>
              <a:spLocks noChangeShapeType="1"/>
            </p:cNvSpPr>
            <p:nvPr/>
          </p:nvSpPr>
          <p:spPr bwMode="auto">
            <a:xfrm>
              <a:off x="9474282" y="2145948"/>
              <a:ext cx="2" cy="416106"/>
            </a:xfrm>
            <a:prstGeom prst="line">
              <a:avLst/>
            </a:prstGeom>
            <a:noFill/>
            <a:ln w="28575">
              <a:solidFill>
                <a:srgbClr val="C00000"/>
              </a:solidFill>
              <a:round/>
              <a:headEnd type="oval" w="med" len="med"/>
              <a:tailEnd type="triangle" w="med" len="lg"/>
            </a:ln>
            <a:extLst>
              <a:ext uri="{909E8E84-426E-40DD-AFC4-6F175D3DCCD1}">
                <a14:hiddenFill xmlns:a14="http://schemas.microsoft.com/office/drawing/2010/main">
                  <a:noFill/>
                </a14:hiddenFill>
              </a:ext>
            </a:extLst>
          </p:spPr>
          <p:txBody>
            <a:bodyPr lIns="0" tIns="0" rIns="36000" bIns="0"/>
            <a:lstStyle/>
            <a:p>
              <a:endParaRPr lang="zh-CN" altLang="en-US" sz="2000"/>
            </a:p>
          </p:txBody>
        </p:sp>
        <p:sp>
          <p:nvSpPr>
            <p:cNvPr id="90" name="直接连接符 89">
              <a:extLst>
                <a:ext uri="{FF2B5EF4-FFF2-40B4-BE49-F238E27FC236}">
                  <a16:creationId xmlns:a16="http://schemas.microsoft.com/office/drawing/2014/main" id="{53F9F9F2-6ECF-4129-A488-097E15526131}"/>
                </a:ext>
              </a:extLst>
            </p:cNvPr>
            <p:cNvSpPr>
              <a:spLocks noChangeShapeType="1"/>
            </p:cNvSpPr>
            <p:nvPr/>
          </p:nvSpPr>
          <p:spPr bwMode="auto">
            <a:xfrm>
              <a:off x="11262055" y="2143129"/>
              <a:ext cx="2" cy="416106"/>
            </a:xfrm>
            <a:prstGeom prst="line">
              <a:avLst/>
            </a:prstGeom>
            <a:noFill/>
            <a:ln w="28575">
              <a:solidFill>
                <a:srgbClr val="C00000"/>
              </a:solidFill>
              <a:round/>
              <a:headEnd type="oval" w="med" len="med"/>
              <a:tailEnd type="triangle" w="med" len="lg"/>
            </a:ln>
            <a:extLst>
              <a:ext uri="{909E8E84-426E-40DD-AFC4-6F175D3DCCD1}">
                <a14:hiddenFill xmlns:a14="http://schemas.microsoft.com/office/drawing/2010/main">
                  <a:noFill/>
                </a14:hiddenFill>
              </a:ext>
            </a:extLst>
          </p:spPr>
          <p:txBody>
            <a:bodyPr lIns="0" tIns="0" rIns="36000" bIns="0"/>
            <a:lstStyle/>
            <a:p>
              <a:endParaRPr lang="zh-CN" altLang="en-US" sz="2000"/>
            </a:p>
          </p:txBody>
        </p:sp>
        <p:grpSp>
          <p:nvGrpSpPr>
            <p:cNvPr id="91" name="组合 90">
              <a:extLst>
                <a:ext uri="{FF2B5EF4-FFF2-40B4-BE49-F238E27FC236}">
                  <a16:creationId xmlns:a16="http://schemas.microsoft.com/office/drawing/2014/main" id="{10D3E326-EA6E-4A88-A873-4B98B03A06CE}"/>
                </a:ext>
              </a:extLst>
            </p:cNvPr>
            <p:cNvGrpSpPr>
              <a:grpSpLocks/>
            </p:cNvGrpSpPr>
            <p:nvPr/>
          </p:nvGrpSpPr>
          <p:grpSpPr bwMode="auto">
            <a:xfrm>
              <a:off x="8326354" y="1995899"/>
              <a:ext cx="425972" cy="295926"/>
              <a:chOff x="2285" y="1173"/>
              <a:chExt cx="591" cy="235"/>
            </a:xfrm>
          </p:grpSpPr>
          <p:sp>
            <p:nvSpPr>
              <p:cNvPr id="92" name="矩形 133126">
                <a:extLst>
                  <a:ext uri="{FF2B5EF4-FFF2-40B4-BE49-F238E27FC236}">
                    <a16:creationId xmlns:a16="http://schemas.microsoft.com/office/drawing/2014/main" id="{CFDD6AEB-3B9E-4798-B927-8AFF3C14F9F0}"/>
                  </a:ext>
                </a:extLst>
              </p:cNvPr>
              <p:cNvSpPr>
                <a:spLocks noChangeArrowheads="1"/>
              </p:cNvSpPr>
              <p:nvPr/>
            </p:nvSpPr>
            <p:spPr bwMode="auto">
              <a:xfrm>
                <a:off x="2285" y="1173"/>
                <a:ext cx="591" cy="220"/>
              </a:xfrm>
              <a:prstGeom prst="rect">
                <a:avLst/>
              </a:prstGeom>
              <a:solidFill>
                <a:schemeClr val="accent5">
                  <a:lumMod val="20000"/>
                  <a:lumOff val="80000"/>
                </a:schemeClr>
              </a:solidFill>
              <a:ln w="28575">
                <a:solidFill>
                  <a:schemeClr val="accent6">
                    <a:lumMod val="50000"/>
                  </a:schemeClr>
                </a:solidFill>
                <a:miter lim="800000"/>
                <a:headEnd/>
                <a:tailEnd/>
              </a:ln>
            </p:spPr>
            <p:txBody>
              <a:bodyPr wrap="square" lIns="36000" tIns="0" rIns="36000" bIns="0">
                <a:spAutoFit/>
              </a:bodyPr>
              <a:lstStyle/>
              <a:p>
                <a:pPr>
                  <a:lnSpc>
                    <a:spcPct val="90000"/>
                  </a:lnSpc>
                </a:pPr>
                <a:r>
                  <a:rPr lang="en-US" altLang="zh-CN" sz="2000" b="1" dirty="0">
                    <a:solidFill>
                      <a:srgbClr val="0000FF"/>
                    </a:solidFill>
                    <a:ea typeface="楷体_GB2312" pitchFamily="49" charset="-122"/>
                  </a:rPr>
                  <a:t>0</a:t>
                </a:r>
                <a:r>
                  <a:rPr lang="en-US" altLang="zh-CN" sz="2000" b="1" u="none" dirty="0">
                    <a:solidFill>
                      <a:srgbClr val="0000FF"/>
                    </a:solidFill>
                    <a:ea typeface="楷体_GB2312" pitchFamily="49" charset="-122"/>
                  </a:rPr>
                  <a:t> </a:t>
                </a:r>
                <a:r>
                  <a:rPr lang="en-US" altLang="zh-CN" sz="2000" b="1" dirty="0">
                    <a:solidFill>
                      <a:srgbClr val="0000FF"/>
                    </a:solidFill>
                    <a:ea typeface="楷体_GB2312" pitchFamily="49" charset="-122"/>
                  </a:rPr>
                  <a:t>a</a:t>
                </a:r>
                <a:r>
                  <a:rPr lang="en-US" altLang="zh-CN" sz="2000" b="1" u="none" dirty="0">
                    <a:solidFill>
                      <a:srgbClr val="0000FF"/>
                    </a:solidFill>
                    <a:ea typeface="楷体_GB2312" pitchFamily="49" charset="-122"/>
                  </a:rPr>
                  <a:t>         </a:t>
                </a:r>
                <a:endParaRPr lang="en-US" altLang="zh-CN" sz="2000" b="1" u="none" dirty="0">
                  <a:ea typeface="楷体_GB2312" pitchFamily="49" charset="-122"/>
                </a:endParaRPr>
              </a:p>
            </p:txBody>
          </p:sp>
          <p:sp>
            <p:nvSpPr>
              <p:cNvPr id="93" name="直接连接符 133127">
                <a:extLst>
                  <a:ext uri="{FF2B5EF4-FFF2-40B4-BE49-F238E27FC236}">
                    <a16:creationId xmlns:a16="http://schemas.microsoft.com/office/drawing/2014/main" id="{11CCBBDF-729A-4E6D-ACC4-0B95F1116444}"/>
                  </a:ext>
                </a:extLst>
              </p:cNvPr>
              <p:cNvSpPr>
                <a:spLocks noChangeShapeType="1"/>
              </p:cNvSpPr>
              <p:nvPr/>
            </p:nvSpPr>
            <p:spPr bwMode="auto">
              <a:xfrm flipH="1">
                <a:off x="2568" y="1178"/>
                <a:ext cx="0" cy="230"/>
              </a:xfrm>
              <a:prstGeom prst="line">
                <a:avLst/>
              </a:prstGeom>
              <a:noFill/>
              <a:ln w="12700">
                <a:solidFill>
                  <a:schemeClr val="accent6">
                    <a:lumMod val="50000"/>
                  </a:schemeClr>
                </a:solidFill>
                <a:round/>
                <a:headEnd/>
                <a:tailEnd/>
              </a:ln>
              <a:extLst>
                <a:ext uri="{909E8E84-426E-40DD-AFC4-6F175D3DCCD1}">
                  <a14:hiddenFill xmlns:a14="http://schemas.microsoft.com/office/drawing/2010/main">
                    <a:noFill/>
                  </a14:hiddenFill>
                </a:ext>
              </a:extLst>
            </p:spPr>
            <p:txBody>
              <a:bodyPr lIns="0" tIns="0" rIns="36000" bIns="0"/>
              <a:lstStyle/>
              <a:p>
                <a:endParaRPr lang="zh-CN" altLang="en-US" sz="2000"/>
              </a:p>
            </p:txBody>
          </p:sp>
        </p:grpSp>
        <p:grpSp>
          <p:nvGrpSpPr>
            <p:cNvPr id="94" name="组合 93">
              <a:extLst>
                <a:ext uri="{FF2B5EF4-FFF2-40B4-BE49-F238E27FC236}">
                  <a16:creationId xmlns:a16="http://schemas.microsoft.com/office/drawing/2014/main" id="{992BC643-9B73-488B-8419-1BAB1D74B04C}"/>
                </a:ext>
              </a:extLst>
            </p:cNvPr>
            <p:cNvGrpSpPr>
              <a:grpSpLocks/>
            </p:cNvGrpSpPr>
            <p:nvPr/>
          </p:nvGrpSpPr>
          <p:grpSpPr bwMode="auto">
            <a:xfrm>
              <a:off x="9248109" y="2569160"/>
              <a:ext cx="425972" cy="295926"/>
              <a:chOff x="2285" y="1173"/>
              <a:chExt cx="591" cy="235"/>
            </a:xfrm>
          </p:grpSpPr>
          <p:sp>
            <p:nvSpPr>
              <p:cNvPr id="95" name="矩形 133126">
                <a:extLst>
                  <a:ext uri="{FF2B5EF4-FFF2-40B4-BE49-F238E27FC236}">
                    <a16:creationId xmlns:a16="http://schemas.microsoft.com/office/drawing/2014/main" id="{B53BEE0E-80AD-4E08-8F0E-5A3E8106867B}"/>
                  </a:ext>
                </a:extLst>
              </p:cNvPr>
              <p:cNvSpPr>
                <a:spLocks noChangeArrowheads="1"/>
              </p:cNvSpPr>
              <p:nvPr/>
            </p:nvSpPr>
            <p:spPr bwMode="auto">
              <a:xfrm>
                <a:off x="2285" y="1173"/>
                <a:ext cx="591" cy="220"/>
              </a:xfrm>
              <a:prstGeom prst="rect">
                <a:avLst/>
              </a:prstGeom>
              <a:solidFill>
                <a:schemeClr val="accent5">
                  <a:lumMod val="20000"/>
                  <a:lumOff val="80000"/>
                </a:schemeClr>
              </a:solidFill>
              <a:ln w="28575">
                <a:solidFill>
                  <a:schemeClr val="accent6">
                    <a:lumMod val="50000"/>
                  </a:schemeClr>
                </a:solidFill>
                <a:miter lim="800000"/>
                <a:headEnd/>
                <a:tailEnd/>
              </a:ln>
            </p:spPr>
            <p:txBody>
              <a:bodyPr wrap="square" lIns="0" tIns="0" rIns="0" bIns="0">
                <a:spAutoFit/>
              </a:bodyPr>
              <a:lstStyle/>
              <a:p>
                <a:pPr algn="ctr">
                  <a:lnSpc>
                    <a:spcPct val="90000"/>
                  </a:lnSpc>
                </a:pPr>
                <a:r>
                  <a:rPr lang="en-US" altLang="zh-CN" sz="2000" b="1" dirty="0">
                    <a:solidFill>
                      <a:srgbClr val="0000FF"/>
                    </a:solidFill>
                    <a:ea typeface="楷体_GB2312" pitchFamily="49" charset="-122"/>
                  </a:rPr>
                  <a:t>0</a:t>
                </a:r>
                <a:r>
                  <a:rPr lang="en-US" altLang="zh-CN" sz="2000" b="1" u="none" dirty="0">
                    <a:solidFill>
                      <a:srgbClr val="0000FF"/>
                    </a:solidFill>
                    <a:ea typeface="楷体_GB2312" pitchFamily="49" charset="-122"/>
                  </a:rPr>
                  <a:t> b </a:t>
                </a:r>
                <a:endParaRPr lang="en-US" altLang="zh-CN" sz="2000" u="none" dirty="0">
                  <a:ea typeface="楷体_GB2312" pitchFamily="49" charset="-122"/>
                </a:endParaRPr>
              </a:p>
            </p:txBody>
          </p:sp>
          <p:sp>
            <p:nvSpPr>
              <p:cNvPr id="96" name="直接连接符 133127">
                <a:extLst>
                  <a:ext uri="{FF2B5EF4-FFF2-40B4-BE49-F238E27FC236}">
                    <a16:creationId xmlns:a16="http://schemas.microsoft.com/office/drawing/2014/main" id="{B08A01E4-932F-401F-B3DF-16F2722EDE44}"/>
                  </a:ext>
                </a:extLst>
              </p:cNvPr>
              <p:cNvSpPr>
                <a:spLocks noChangeShapeType="1"/>
              </p:cNvSpPr>
              <p:nvPr/>
            </p:nvSpPr>
            <p:spPr bwMode="auto">
              <a:xfrm flipH="1">
                <a:off x="2568" y="1178"/>
                <a:ext cx="0" cy="230"/>
              </a:xfrm>
              <a:prstGeom prst="line">
                <a:avLst/>
              </a:prstGeom>
              <a:noFill/>
              <a:ln w="12700">
                <a:solidFill>
                  <a:schemeClr val="accent6">
                    <a:lumMod val="50000"/>
                  </a:schemeClr>
                </a:solidFill>
                <a:round/>
                <a:headEnd/>
                <a:tailEnd/>
              </a:ln>
              <a:extLst>
                <a:ext uri="{909E8E84-426E-40DD-AFC4-6F175D3DCCD1}">
                  <a14:hiddenFill xmlns:a14="http://schemas.microsoft.com/office/drawing/2010/main">
                    <a:noFill/>
                  </a14:hiddenFill>
                </a:ext>
              </a:extLst>
            </p:spPr>
            <p:txBody>
              <a:bodyPr lIns="0" tIns="0" rIns="36000" bIns="0"/>
              <a:lstStyle/>
              <a:p>
                <a:endParaRPr lang="zh-CN" altLang="en-US" sz="2000"/>
              </a:p>
            </p:txBody>
          </p:sp>
        </p:grpSp>
        <p:grpSp>
          <p:nvGrpSpPr>
            <p:cNvPr id="97" name="组合 96">
              <a:extLst>
                <a:ext uri="{FF2B5EF4-FFF2-40B4-BE49-F238E27FC236}">
                  <a16:creationId xmlns:a16="http://schemas.microsoft.com/office/drawing/2014/main" id="{03C56054-12A6-4DB6-848F-BD45D6B3CB02}"/>
                </a:ext>
              </a:extLst>
            </p:cNvPr>
            <p:cNvGrpSpPr>
              <a:grpSpLocks/>
            </p:cNvGrpSpPr>
            <p:nvPr/>
          </p:nvGrpSpPr>
          <p:grpSpPr bwMode="auto">
            <a:xfrm>
              <a:off x="10151677" y="2569160"/>
              <a:ext cx="425972" cy="295926"/>
              <a:chOff x="2285" y="1173"/>
              <a:chExt cx="591" cy="235"/>
            </a:xfrm>
          </p:grpSpPr>
          <p:sp>
            <p:nvSpPr>
              <p:cNvPr id="98" name="矩形 133126">
                <a:extLst>
                  <a:ext uri="{FF2B5EF4-FFF2-40B4-BE49-F238E27FC236}">
                    <a16:creationId xmlns:a16="http://schemas.microsoft.com/office/drawing/2014/main" id="{98FD7FE0-CDF6-47EE-B7EE-BDBFF6C35DF0}"/>
                  </a:ext>
                </a:extLst>
              </p:cNvPr>
              <p:cNvSpPr>
                <a:spLocks noChangeArrowheads="1"/>
              </p:cNvSpPr>
              <p:nvPr/>
            </p:nvSpPr>
            <p:spPr bwMode="auto">
              <a:xfrm>
                <a:off x="2285" y="1173"/>
                <a:ext cx="591" cy="220"/>
              </a:xfrm>
              <a:prstGeom prst="rect">
                <a:avLst/>
              </a:prstGeom>
              <a:solidFill>
                <a:schemeClr val="accent5">
                  <a:lumMod val="20000"/>
                  <a:lumOff val="80000"/>
                </a:schemeClr>
              </a:solidFill>
              <a:ln w="28575">
                <a:solidFill>
                  <a:schemeClr val="accent6">
                    <a:lumMod val="50000"/>
                  </a:schemeClr>
                </a:solidFill>
                <a:miter lim="800000"/>
                <a:headEnd/>
                <a:tailEnd/>
              </a:ln>
            </p:spPr>
            <p:txBody>
              <a:bodyPr wrap="square" lIns="36000" tIns="0" rIns="36000" bIns="0">
                <a:spAutoFit/>
              </a:bodyPr>
              <a:lstStyle/>
              <a:p>
                <a:pPr>
                  <a:lnSpc>
                    <a:spcPct val="90000"/>
                  </a:lnSpc>
                </a:pPr>
                <a:r>
                  <a:rPr lang="en-US" altLang="zh-CN" sz="2000" b="1" dirty="0">
                    <a:solidFill>
                      <a:srgbClr val="0000FF"/>
                    </a:solidFill>
                    <a:ea typeface="楷体_GB2312" pitchFamily="49" charset="-122"/>
                  </a:rPr>
                  <a:t>0</a:t>
                </a:r>
                <a:r>
                  <a:rPr lang="en-US" altLang="zh-CN" sz="2000" b="1" u="none" dirty="0">
                    <a:solidFill>
                      <a:srgbClr val="0000FF"/>
                    </a:solidFill>
                    <a:ea typeface="楷体_GB2312" pitchFamily="49" charset="-122"/>
                  </a:rPr>
                  <a:t> </a:t>
                </a:r>
                <a:r>
                  <a:rPr lang="en-US" altLang="zh-CN" sz="2000" b="1" dirty="0">
                    <a:solidFill>
                      <a:srgbClr val="0000FF"/>
                    </a:solidFill>
                    <a:ea typeface="楷体_GB2312" pitchFamily="49" charset="-122"/>
                  </a:rPr>
                  <a:t>c</a:t>
                </a:r>
                <a:r>
                  <a:rPr lang="en-US" altLang="zh-CN" sz="2000" b="1" u="none" dirty="0">
                    <a:solidFill>
                      <a:srgbClr val="0000FF"/>
                    </a:solidFill>
                    <a:ea typeface="楷体_GB2312" pitchFamily="49" charset="-122"/>
                  </a:rPr>
                  <a:t>         </a:t>
                </a:r>
                <a:endParaRPr lang="en-US" altLang="zh-CN" sz="2000" u="none" dirty="0">
                  <a:ea typeface="楷体_GB2312" pitchFamily="49" charset="-122"/>
                </a:endParaRPr>
              </a:p>
            </p:txBody>
          </p:sp>
          <p:sp>
            <p:nvSpPr>
              <p:cNvPr id="99" name="直接连接符 133127">
                <a:extLst>
                  <a:ext uri="{FF2B5EF4-FFF2-40B4-BE49-F238E27FC236}">
                    <a16:creationId xmlns:a16="http://schemas.microsoft.com/office/drawing/2014/main" id="{005F728F-5F8D-4DE0-ABDB-151131011EC4}"/>
                  </a:ext>
                </a:extLst>
              </p:cNvPr>
              <p:cNvSpPr>
                <a:spLocks noChangeShapeType="1"/>
              </p:cNvSpPr>
              <p:nvPr/>
            </p:nvSpPr>
            <p:spPr bwMode="auto">
              <a:xfrm flipH="1">
                <a:off x="2568" y="1178"/>
                <a:ext cx="0" cy="230"/>
              </a:xfrm>
              <a:prstGeom prst="line">
                <a:avLst/>
              </a:prstGeom>
              <a:noFill/>
              <a:ln w="12700">
                <a:solidFill>
                  <a:schemeClr val="accent6">
                    <a:lumMod val="50000"/>
                  </a:schemeClr>
                </a:solidFill>
                <a:round/>
                <a:headEnd/>
                <a:tailEnd/>
              </a:ln>
              <a:extLst>
                <a:ext uri="{909E8E84-426E-40DD-AFC4-6F175D3DCCD1}">
                  <a14:hiddenFill xmlns:a14="http://schemas.microsoft.com/office/drawing/2010/main">
                    <a:noFill/>
                  </a14:hiddenFill>
                </a:ext>
              </a:extLst>
            </p:spPr>
            <p:txBody>
              <a:bodyPr lIns="0" tIns="0" rIns="36000" bIns="0"/>
              <a:lstStyle/>
              <a:p>
                <a:endParaRPr lang="zh-CN" altLang="en-US" sz="2000"/>
              </a:p>
            </p:txBody>
          </p:sp>
        </p:grpSp>
        <p:grpSp>
          <p:nvGrpSpPr>
            <p:cNvPr id="100" name="组合 99">
              <a:extLst>
                <a:ext uri="{FF2B5EF4-FFF2-40B4-BE49-F238E27FC236}">
                  <a16:creationId xmlns:a16="http://schemas.microsoft.com/office/drawing/2014/main" id="{6CAC74A1-1EC8-4F7C-92BA-079B241662BC}"/>
                </a:ext>
              </a:extLst>
            </p:cNvPr>
            <p:cNvGrpSpPr>
              <a:grpSpLocks/>
            </p:cNvGrpSpPr>
            <p:nvPr/>
          </p:nvGrpSpPr>
          <p:grpSpPr bwMode="auto">
            <a:xfrm>
              <a:off x="11036154" y="2572308"/>
              <a:ext cx="425972" cy="295926"/>
              <a:chOff x="2285" y="1173"/>
              <a:chExt cx="591" cy="235"/>
            </a:xfrm>
          </p:grpSpPr>
          <p:sp>
            <p:nvSpPr>
              <p:cNvPr id="101" name="矩形 133126">
                <a:extLst>
                  <a:ext uri="{FF2B5EF4-FFF2-40B4-BE49-F238E27FC236}">
                    <a16:creationId xmlns:a16="http://schemas.microsoft.com/office/drawing/2014/main" id="{BDD832EC-DC44-4AFD-84EB-5BB0228D92E6}"/>
                  </a:ext>
                </a:extLst>
              </p:cNvPr>
              <p:cNvSpPr>
                <a:spLocks noChangeArrowheads="1"/>
              </p:cNvSpPr>
              <p:nvPr/>
            </p:nvSpPr>
            <p:spPr bwMode="auto">
              <a:xfrm>
                <a:off x="2285" y="1173"/>
                <a:ext cx="591" cy="220"/>
              </a:xfrm>
              <a:prstGeom prst="rect">
                <a:avLst/>
              </a:prstGeom>
              <a:solidFill>
                <a:schemeClr val="accent5">
                  <a:lumMod val="20000"/>
                  <a:lumOff val="80000"/>
                </a:schemeClr>
              </a:solidFill>
              <a:ln w="28575">
                <a:solidFill>
                  <a:schemeClr val="accent6">
                    <a:lumMod val="50000"/>
                  </a:schemeClr>
                </a:solidFill>
                <a:miter lim="800000"/>
                <a:headEnd/>
                <a:tailEnd/>
              </a:ln>
            </p:spPr>
            <p:txBody>
              <a:bodyPr wrap="square" lIns="0" tIns="0" rIns="0" bIns="0">
                <a:spAutoFit/>
              </a:bodyPr>
              <a:lstStyle/>
              <a:p>
                <a:pPr algn="ctr">
                  <a:lnSpc>
                    <a:spcPct val="90000"/>
                  </a:lnSpc>
                </a:pPr>
                <a:r>
                  <a:rPr lang="en-US" altLang="zh-CN" sz="2000" b="1" u="none" dirty="0">
                    <a:solidFill>
                      <a:srgbClr val="0000FF"/>
                    </a:solidFill>
                    <a:ea typeface="楷体_GB2312" pitchFamily="49" charset="-122"/>
                  </a:rPr>
                  <a:t>0 </a:t>
                </a:r>
                <a:r>
                  <a:rPr lang="en-US" altLang="zh-CN" sz="2000" b="1" dirty="0">
                    <a:solidFill>
                      <a:srgbClr val="0000FF"/>
                    </a:solidFill>
                    <a:ea typeface="楷体_GB2312" pitchFamily="49" charset="-122"/>
                  </a:rPr>
                  <a:t>d</a:t>
                </a:r>
                <a:r>
                  <a:rPr lang="en-US" altLang="zh-CN" sz="2000" b="1" u="none" dirty="0">
                    <a:solidFill>
                      <a:srgbClr val="0000FF"/>
                    </a:solidFill>
                    <a:ea typeface="楷体_GB2312" pitchFamily="49" charset="-122"/>
                  </a:rPr>
                  <a:t>         </a:t>
                </a:r>
                <a:endParaRPr lang="en-US" altLang="zh-CN" sz="2000" u="none" dirty="0">
                  <a:ea typeface="楷体_GB2312" pitchFamily="49" charset="-122"/>
                </a:endParaRPr>
              </a:p>
            </p:txBody>
          </p:sp>
          <p:sp>
            <p:nvSpPr>
              <p:cNvPr id="102" name="直接连接符 133127">
                <a:extLst>
                  <a:ext uri="{FF2B5EF4-FFF2-40B4-BE49-F238E27FC236}">
                    <a16:creationId xmlns:a16="http://schemas.microsoft.com/office/drawing/2014/main" id="{04811551-2B56-49F5-B7D8-BC31549B7743}"/>
                  </a:ext>
                </a:extLst>
              </p:cNvPr>
              <p:cNvSpPr>
                <a:spLocks noChangeShapeType="1"/>
              </p:cNvSpPr>
              <p:nvPr/>
            </p:nvSpPr>
            <p:spPr bwMode="auto">
              <a:xfrm flipH="1">
                <a:off x="2568" y="1178"/>
                <a:ext cx="0" cy="230"/>
              </a:xfrm>
              <a:prstGeom prst="line">
                <a:avLst/>
              </a:prstGeom>
              <a:noFill/>
              <a:ln w="12700">
                <a:solidFill>
                  <a:schemeClr val="accent6">
                    <a:lumMod val="50000"/>
                  </a:schemeClr>
                </a:solidFill>
                <a:round/>
                <a:headEnd/>
                <a:tailEnd/>
              </a:ln>
              <a:extLst>
                <a:ext uri="{909E8E84-426E-40DD-AFC4-6F175D3DCCD1}">
                  <a14:hiddenFill xmlns:a14="http://schemas.microsoft.com/office/drawing/2010/main">
                    <a:noFill/>
                  </a14:hiddenFill>
                </a:ext>
              </a:extLst>
            </p:spPr>
            <p:txBody>
              <a:bodyPr lIns="0" tIns="0" rIns="36000" bIns="0"/>
              <a:lstStyle/>
              <a:p>
                <a:endParaRPr lang="zh-CN" altLang="en-US" sz="2000"/>
              </a:p>
            </p:txBody>
          </p:sp>
        </p:grpSp>
        <p:sp>
          <p:nvSpPr>
            <p:cNvPr id="40" name="直接连接符 39">
              <a:extLst>
                <a:ext uri="{FF2B5EF4-FFF2-40B4-BE49-F238E27FC236}">
                  <a16:creationId xmlns:a16="http://schemas.microsoft.com/office/drawing/2014/main" id="{EE9B2F70-B070-443F-AD05-CC6AD62787E4}"/>
                </a:ext>
              </a:extLst>
            </p:cNvPr>
            <p:cNvSpPr>
              <a:spLocks noChangeShapeType="1"/>
            </p:cNvSpPr>
            <p:nvPr/>
          </p:nvSpPr>
          <p:spPr bwMode="auto">
            <a:xfrm flipV="1">
              <a:off x="9658062" y="2152388"/>
              <a:ext cx="400282" cy="5037"/>
            </a:xfrm>
            <a:prstGeom prst="line">
              <a:avLst/>
            </a:prstGeom>
            <a:noFill/>
            <a:ln w="28575">
              <a:solidFill>
                <a:srgbClr val="0000FF"/>
              </a:solidFill>
              <a:round/>
              <a:headEnd type="oval" w="med" len="med"/>
              <a:tailEnd type="triangle" w="med" len="lg"/>
            </a:ln>
            <a:extLst>
              <a:ext uri="{909E8E84-426E-40DD-AFC4-6F175D3DCCD1}">
                <a14:hiddenFill xmlns:a14="http://schemas.microsoft.com/office/drawing/2010/main">
                  <a:noFill/>
                </a14:hiddenFill>
              </a:ext>
            </a:extLst>
          </p:spPr>
          <p:txBody>
            <a:bodyPr lIns="0" tIns="0" rIns="36000" bIns="0"/>
            <a:lstStyle/>
            <a:p>
              <a:endParaRPr lang="zh-CN" altLang="en-US" sz="2000"/>
            </a:p>
          </p:txBody>
        </p:sp>
        <p:sp>
          <p:nvSpPr>
            <p:cNvPr id="104" name="文本框 103">
              <a:extLst>
                <a:ext uri="{FF2B5EF4-FFF2-40B4-BE49-F238E27FC236}">
                  <a16:creationId xmlns:a16="http://schemas.microsoft.com/office/drawing/2014/main" id="{909CACC6-7349-4F39-BE11-2E90A371879A}"/>
                </a:ext>
              </a:extLst>
            </p:cNvPr>
            <p:cNvSpPr txBox="1"/>
            <p:nvPr/>
          </p:nvSpPr>
          <p:spPr>
            <a:xfrm>
              <a:off x="8641619" y="819574"/>
              <a:ext cx="219075" cy="276999"/>
            </a:xfrm>
            <a:prstGeom prst="rect">
              <a:avLst/>
            </a:prstGeom>
            <a:noFill/>
          </p:spPr>
          <p:txBody>
            <a:bodyPr wrap="square" lIns="0" tIns="0" rIns="0" bIns="0" rtlCol="0">
              <a:spAutoFit/>
            </a:bodyPr>
            <a:lstStyle/>
            <a:p>
              <a:pPr algn="ctr"/>
              <a:r>
                <a:rPr lang="zh-CN" altLang="en-US" b="1" dirty="0">
                  <a:solidFill>
                    <a:srgbClr val="0F14F1"/>
                  </a:solidFill>
                  <a:latin typeface="Arial Rounded MT Bold" panose="020F0704030504030204" pitchFamily="34" charset="0"/>
                </a:rPr>
                <a:t>∧</a:t>
              </a:r>
            </a:p>
          </p:txBody>
        </p:sp>
        <p:sp>
          <p:nvSpPr>
            <p:cNvPr id="105" name="文本框 104">
              <a:extLst>
                <a:ext uri="{FF2B5EF4-FFF2-40B4-BE49-F238E27FC236}">
                  <a16:creationId xmlns:a16="http://schemas.microsoft.com/office/drawing/2014/main" id="{E6886212-A5F2-4E37-9AC2-2D2604803B96}"/>
                </a:ext>
              </a:extLst>
            </p:cNvPr>
            <p:cNvSpPr txBox="1"/>
            <p:nvPr/>
          </p:nvSpPr>
          <p:spPr>
            <a:xfrm>
              <a:off x="7757427" y="1419044"/>
              <a:ext cx="219075" cy="276999"/>
            </a:xfrm>
            <a:prstGeom prst="rect">
              <a:avLst/>
            </a:prstGeom>
            <a:noFill/>
          </p:spPr>
          <p:txBody>
            <a:bodyPr wrap="square" lIns="0" tIns="0" rIns="0" bIns="0" rtlCol="0">
              <a:spAutoFit/>
            </a:bodyPr>
            <a:lstStyle/>
            <a:p>
              <a:pPr algn="ctr"/>
              <a:r>
                <a:rPr lang="zh-CN" altLang="en-US" b="1" dirty="0">
                  <a:solidFill>
                    <a:srgbClr val="0F14F1"/>
                  </a:solidFill>
                  <a:latin typeface="Arial Rounded MT Bold" panose="020F0704030504030204" pitchFamily="34" charset="0"/>
                </a:rPr>
                <a:t>∧</a:t>
              </a:r>
            </a:p>
          </p:txBody>
        </p:sp>
        <p:sp>
          <p:nvSpPr>
            <p:cNvPr id="106" name="文本框 105">
              <a:extLst>
                <a:ext uri="{FF2B5EF4-FFF2-40B4-BE49-F238E27FC236}">
                  <a16:creationId xmlns:a16="http://schemas.microsoft.com/office/drawing/2014/main" id="{A94FCDB5-9F8E-45BF-9D80-A9D1EC23ADF7}"/>
                </a:ext>
              </a:extLst>
            </p:cNvPr>
            <p:cNvSpPr txBox="1"/>
            <p:nvPr/>
          </p:nvSpPr>
          <p:spPr>
            <a:xfrm>
              <a:off x="9549768" y="1419048"/>
              <a:ext cx="219075" cy="276999"/>
            </a:xfrm>
            <a:prstGeom prst="rect">
              <a:avLst/>
            </a:prstGeom>
            <a:noFill/>
          </p:spPr>
          <p:txBody>
            <a:bodyPr wrap="square" lIns="0" tIns="0" rIns="0" bIns="0" rtlCol="0">
              <a:spAutoFit/>
            </a:bodyPr>
            <a:lstStyle/>
            <a:p>
              <a:pPr algn="ctr"/>
              <a:r>
                <a:rPr lang="zh-CN" altLang="en-US" b="1" dirty="0">
                  <a:solidFill>
                    <a:srgbClr val="0F14F1"/>
                  </a:solidFill>
                  <a:latin typeface="Arial Rounded MT Bold" panose="020F0704030504030204" pitchFamily="34" charset="0"/>
                </a:rPr>
                <a:t>∧</a:t>
              </a:r>
            </a:p>
          </p:txBody>
        </p:sp>
        <p:sp>
          <p:nvSpPr>
            <p:cNvPr id="107" name="文本框 106">
              <a:extLst>
                <a:ext uri="{FF2B5EF4-FFF2-40B4-BE49-F238E27FC236}">
                  <a16:creationId xmlns:a16="http://schemas.microsoft.com/office/drawing/2014/main" id="{7C1BD087-264E-43FB-BB1B-DF1E02D7FA35}"/>
                </a:ext>
              </a:extLst>
            </p:cNvPr>
            <p:cNvSpPr txBox="1"/>
            <p:nvPr/>
          </p:nvSpPr>
          <p:spPr>
            <a:xfrm>
              <a:off x="11352775" y="1991163"/>
              <a:ext cx="219075" cy="276999"/>
            </a:xfrm>
            <a:prstGeom prst="rect">
              <a:avLst/>
            </a:prstGeom>
            <a:noFill/>
          </p:spPr>
          <p:txBody>
            <a:bodyPr wrap="square" lIns="0" tIns="0" rIns="0" bIns="0" rtlCol="0">
              <a:spAutoFit/>
            </a:bodyPr>
            <a:lstStyle/>
            <a:p>
              <a:pPr algn="ctr"/>
              <a:r>
                <a:rPr lang="zh-CN" altLang="en-US" b="1" dirty="0">
                  <a:solidFill>
                    <a:srgbClr val="0F14F1"/>
                  </a:solidFill>
                  <a:latin typeface="Arial Rounded MT Bold" panose="020F0704030504030204" pitchFamily="34" charset="0"/>
                </a:rPr>
                <a:t>∧</a:t>
              </a:r>
            </a:p>
          </p:txBody>
        </p:sp>
      </p:grpSp>
      <p:sp>
        <p:nvSpPr>
          <p:cNvPr id="108" name="矩形: 圆角 107">
            <a:extLst>
              <a:ext uri="{FF2B5EF4-FFF2-40B4-BE49-F238E27FC236}">
                <a16:creationId xmlns:a16="http://schemas.microsoft.com/office/drawing/2014/main" id="{68B43571-FD73-4150-B58B-A076685169A0}"/>
              </a:ext>
            </a:extLst>
          </p:cNvPr>
          <p:cNvSpPr/>
          <p:nvPr/>
        </p:nvSpPr>
        <p:spPr>
          <a:xfrm>
            <a:off x="1258801" y="252248"/>
            <a:ext cx="3428812" cy="522705"/>
          </a:xfrm>
          <a:prstGeom prst="round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rgbClr val="C00000"/>
                </a:solidFill>
                <a:effectLst>
                  <a:outerShdw blurRad="38100" dist="38100" dir="2700000" algn="tl">
                    <a:srgbClr val="000000">
                      <a:alpha val="43137"/>
                    </a:srgbClr>
                  </a:outerShdw>
                </a:effectLst>
                <a:latin typeface="+mn-ea"/>
              </a:rPr>
              <a:t>算法</a:t>
            </a:r>
            <a:r>
              <a:rPr lang="en-US" altLang="zh-CN" sz="2400" b="1" dirty="0">
                <a:solidFill>
                  <a:srgbClr val="C00000"/>
                </a:solidFill>
                <a:effectLst>
                  <a:outerShdw blurRad="38100" dist="38100" dir="2700000" algn="tl">
                    <a:srgbClr val="000000">
                      <a:alpha val="43137"/>
                    </a:srgbClr>
                  </a:outerShdw>
                </a:effectLst>
                <a:latin typeface="+mn-ea"/>
              </a:rPr>
              <a:t>5.8 </a:t>
            </a:r>
            <a:r>
              <a:rPr lang="zh-CN" altLang="en-US" sz="2400" b="1" dirty="0">
                <a:solidFill>
                  <a:srgbClr val="0070C0"/>
                </a:solidFill>
                <a:effectLst>
                  <a:outerShdw blurRad="38100" dist="38100" dir="2700000" algn="tl">
                    <a:srgbClr val="000000">
                      <a:alpha val="43137"/>
                    </a:srgbClr>
                  </a:outerShdw>
                </a:effectLst>
                <a:latin typeface="+mn-ea"/>
              </a:rPr>
              <a:t>求广义表深度</a:t>
            </a:r>
          </a:p>
        </p:txBody>
      </p:sp>
      <p:sp>
        <p:nvSpPr>
          <p:cNvPr id="109" name="文本框 108">
            <a:extLst>
              <a:ext uri="{FF2B5EF4-FFF2-40B4-BE49-F238E27FC236}">
                <a16:creationId xmlns:a16="http://schemas.microsoft.com/office/drawing/2014/main" id="{D20F50DE-7692-4C76-95EC-8FA7071A6B0A}"/>
              </a:ext>
            </a:extLst>
          </p:cNvPr>
          <p:cNvSpPr txBox="1"/>
          <p:nvPr/>
        </p:nvSpPr>
        <p:spPr>
          <a:xfrm>
            <a:off x="324838" y="1012837"/>
            <a:ext cx="5192447" cy="5313121"/>
          </a:xfrm>
          <a:prstGeom prst="rect">
            <a:avLst/>
          </a:prstGeom>
          <a:noFill/>
        </p:spPr>
        <p:txBody>
          <a:bodyPr wrap="none" rtlCol="0">
            <a:spAutoFit/>
          </a:bodyPr>
          <a:lstStyle/>
          <a:p>
            <a:pPr>
              <a:lnSpc>
                <a:spcPct val="120000"/>
              </a:lnSpc>
            </a:pPr>
            <a:r>
              <a:rPr lang="zh-CN" altLang="en-US" b="1" dirty="0">
                <a:effectLst>
                  <a:outerShdw blurRad="38100" dist="38100" dir="2700000" algn="tl">
                    <a:srgbClr val="000000">
                      <a:alpha val="43137"/>
                    </a:srgbClr>
                  </a:outerShdw>
                </a:effectLst>
                <a:latin typeface="Consolas" panose="020B0609020204030204" pitchFamily="49" charset="0"/>
              </a:rPr>
              <a:t>广义表 </a:t>
            </a:r>
            <a:r>
              <a:rPr lang="en-US" altLang="zh-CN" b="1" i="1" dirty="0">
                <a:solidFill>
                  <a:srgbClr val="C00000"/>
                </a:solidFill>
                <a:latin typeface="Consolas" panose="020B0609020204030204" pitchFamily="49" charset="0"/>
              </a:rPr>
              <a:t>LS</a:t>
            </a:r>
            <a:r>
              <a:rPr lang="en-US" altLang="zh-CN" b="1" i="1" dirty="0">
                <a:latin typeface="Consolas" panose="020B0609020204030204" pitchFamily="49" charset="0"/>
              </a:rPr>
              <a:t> </a:t>
            </a:r>
            <a:r>
              <a:rPr lang="zh-CN" altLang="en-US" b="1" dirty="0">
                <a:effectLst>
                  <a:outerShdw blurRad="38100" dist="38100" dir="2700000" algn="tl">
                    <a:srgbClr val="000000">
                      <a:alpha val="43137"/>
                    </a:srgbClr>
                  </a:outerShdw>
                </a:effectLst>
                <a:latin typeface="Consolas" panose="020B0609020204030204" pitchFamily="49" charset="0"/>
              </a:rPr>
              <a:t>深度 </a:t>
            </a:r>
            <a:r>
              <a:rPr lang="en-US" altLang="zh-CN" b="1" dirty="0">
                <a:solidFill>
                  <a:srgbClr val="C00000"/>
                </a:solidFill>
                <a:latin typeface="Consolas" panose="020B0609020204030204" pitchFamily="49" charset="0"/>
              </a:rPr>
              <a:t>Depth(</a:t>
            </a:r>
            <a:r>
              <a:rPr lang="en-US" altLang="zh-CN" b="1" i="1" dirty="0">
                <a:solidFill>
                  <a:srgbClr val="C00000"/>
                </a:solidFill>
                <a:latin typeface="Consolas" panose="020B0609020204030204" pitchFamily="49" charset="0"/>
              </a:rPr>
              <a:t>LS</a:t>
            </a:r>
            <a:r>
              <a:rPr lang="en-US" altLang="zh-CN" b="1" dirty="0">
                <a:solidFill>
                  <a:srgbClr val="C00000"/>
                </a:solidFill>
                <a:latin typeface="Consolas" panose="020B0609020204030204" pitchFamily="49" charset="0"/>
              </a:rPr>
              <a:t>)</a:t>
            </a:r>
            <a:r>
              <a:rPr lang="en-US" altLang="zh-CN" b="1" i="1" dirty="0">
                <a:solidFill>
                  <a:srgbClr val="C00000"/>
                </a:solidFill>
                <a:latin typeface="Consolas" panose="020B0609020204030204" pitchFamily="49" charset="0"/>
              </a:rPr>
              <a:t> </a:t>
            </a:r>
            <a:r>
              <a:rPr lang="zh-CN" altLang="en-US" b="1" dirty="0">
                <a:effectLst>
                  <a:outerShdw blurRad="38100" dist="38100" dir="2700000" algn="tl">
                    <a:srgbClr val="000000">
                      <a:alpha val="43137"/>
                    </a:srgbClr>
                  </a:outerShdw>
                </a:effectLst>
                <a:latin typeface="Consolas" panose="020B0609020204030204" pitchFamily="49" charset="0"/>
              </a:rPr>
              <a:t>的递归定义</a:t>
            </a:r>
            <a:endParaRPr lang="en-US" altLang="zh-CN" b="1" dirty="0">
              <a:effectLst>
                <a:outerShdw blurRad="38100" dist="38100" dir="2700000" algn="tl">
                  <a:srgbClr val="000000">
                    <a:alpha val="43137"/>
                  </a:srgbClr>
                </a:outerShdw>
              </a:effectLst>
              <a:latin typeface="Consolas" panose="020B0609020204030204" pitchFamily="49" charset="0"/>
            </a:endParaRPr>
          </a:p>
          <a:p>
            <a:pPr>
              <a:lnSpc>
                <a:spcPct val="120000"/>
              </a:lnSpc>
            </a:pPr>
            <a:r>
              <a:rPr lang="en-US" altLang="zh-CN" b="1" dirty="0">
                <a:latin typeface="Consolas" panose="020B0609020204030204" pitchFamily="49" charset="0"/>
              </a:rPr>
              <a:t>  </a:t>
            </a:r>
            <a:r>
              <a:rPr lang="zh-CN" altLang="en-US" b="1" dirty="0">
                <a:latin typeface="Consolas" panose="020B0609020204030204" pitchFamily="49" charset="0"/>
              </a:rPr>
              <a:t>基本项：</a:t>
            </a:r>
            <a:r>
              <a:rPr lang="en-US" altLang="zh-CN" b="1" dirty="0">
                <a:solidFill>
                  <a:srgbClr val="C00000"/>
                </a:solidFill>
                <a:latin typeface="Consolas" panose="020B0609020204030204" pitchFamily="49" charset="0"/>
              </a:rPr>
              <a:t>Depth(</a:t>
            </a:r>
            <a:r>
              <a:rPr lang="en-US" altLang="zh-CN" b="1" i="1" dirty="0">
                <a:solidFill>
                  <a:srgbClr val="C00000"/>
                </a:solidFill>
                <a:latin typeface="Consolas" panose="020B0609020204030204" pitchFamily="49" charset="0"/>
              </a:rPr>
              <a:t>LS</a:t>
            </a:r>
            <a:r>
              <a:rPr lang="en-US" altLang="zh-CN" b="1" dirty="0">
                <a:solidFill>
                  <a:srgbClr val="C00000"/>
                </a:solidFill>
                <a:latin typeface="Consolas" panose="020B0609020204030204" pitchFamily="49" charset="0"/>
              </a:rPr>
              <a:t>)</a:t>
            </a:r>
            <a:r>
              <a:rPr lang="en-US" altLang="zh-CN" b="1" i="1" dirty="0">
                <a:solidFill>
                  <a:srgbClr val="C00000"/>
                </a:solidFill>
                <a:latin typeface="Consolas" panose="020B0609020204030204" pitchFamily="49" charset="0"/>
              </a:rPr>
              <a:t> </a:t>
            </a:r>
            <a:r>
              <a:rPr lang="en-US" altLang="zh-CN" b="1" dirty="0">
                <a:solidFill>
                  <a:srgbClr val="C00000"/>
                </a:solidFill>
                <a:latin typeface="Consolas" panose="020B0609020204030204" pitchFamily="49" charset="0"/>
              </a:rPr>
              <a:t>= 1</a:t>
            </a:r>
            <a:r>
              <a:rPr lang="en-US" altLang="zh-CN" b="1" dirty="0">
                <a:latin typeface="Consolas" panose="020B0609020204030204" pitchFamily="49" charset="0"/>
              </a:rPr>
              <a:t>   </a:t>
            </a:r>
            <a:r>
              <a:rPr lang="zh-CN" altLang="en-US" b="1" dirty="0">
                <a:latin typeface="Consolas" panose="020B0609020204030204" pitchFamily="49" charset="0"/>
              </a:rPr>
              <a:t>当</a:t>
            </a:r>
            <a:r>
              <a:rPr lang="en-US" altLang="zh-CN" b="1" i="1" dirty="0">
                <a:solidFill>
                  <a:srgbClr val="C00000"/>
                </a:solidFill>
                <a:latin typeface="Consolas" panose="020B0609020204030204" pitchFamily="49" charset="0"/>
              </a:rPr>
              <a:t>LS</a:t>
            </a:r>
            <a:r>
              <a:rPr lang="zh-CN" altLang="en-US" b="1" dirty="0">
                <a:latin typeface="Consolas" panose="020B0609020204030204" pitchFamily="49" charset="0"/>
              </a:rPr>
              <a:t>为空表时</a:t>
            </a:r>
            <a:endParaRPr lang="en-US" altLang="zh-CN" b="1" dirty="0">
              <a:latin typeface="Consolas" panose="020B0609020204030204" pitchFamily="49" charset="0"/>
            </a:endParaRPr>
          </a:p>
          <a:p>
            <a:pPr>
              <a:lnSpc>
                <a:spcPct val="120000"/>
              </a:lnSpc>
            </a:pPr>
            <a:r>
              <a:rPr lang="en-US" altLang="zh-CN" b="1" dirty="0">
                <a:latin typeface="Consolas" panose="020B0609020204030204" pitchFamily="49" charset="0"/>
              </a:rPr>
              <a:t>          </a:t>
            </a:r>
            <a:r>
              <a:rPr lang="en-US" altLang="zh-CN" b="1" dirty="0">
                <a:solidFill>
                  <a:srgbClr val="C00000"/>
                </a:solidFill>
                <a:latin typeface="Consolas" panose="020B0609020204030204" pitchFamily="49" charset="0"/>
              </a:rPr>
              <a:t>Depth(</a:t>
            </a:r>
            <a:r>
              <a:rPr lang="en-US" altLang="zh-CN" b="1" i="1" dirty="0">
                <a:solidFill>
                  <a:srgbClr val="C00000"/>
                </a:solidFill>
                <a:latin typeface="Consolas" panose="020B0609020204030204" pitchFamily="49" charset="0"/>
              </a:rPr>
              <a:t>LS</a:t>
            </a:r>
            <a:r>
              <a:rPr lang="en-US" altLang="zh-CN" b="1" dirty="0">
                <a:solidFill>
                  <a:srgbClr val="C00000"/>
                </a:solidFill>
                <a:latin typeface="Consolas" panose="020B0609020204030204" pitchFamily="49" charset="0"/>
              </a:rPr>
              <a:t>)</a:t>
            </a:r>
            <a:r>
              <a:rPr lang="en-US" altLang="zh-CN" b="1" i="1" dirty="0">
                <a:solidFill>
                  <a:srgbClr val="C00000"/>
                </a:solidFill>
                <a:latin typeface="Consolas" panose="020B0609020204030204" pitchFamily="49" charset="0"/>
              </a:rPr>
              <a:t> </a:t>
            </a:r>
            <a:r>
              <a:rPr lang="en-US" altLang="zh-CN" b="1" dirty="0">
                <a:solidFill>
                  <a:srgbClr val="C00000"/>
                </a:solidFill>
                <a:latin typeface="Consolas" panose="020B0609020204030204" pitchFamily="49" charset="0"/>
              </a:rPr>
              <a:t>= 0</a:t>
            </a:r>
            <a:r>
              <a:rPr lang="en-US" altLang="zh-CN" b="1" dirty="0">
                <a:latin typeface="Consolas" panose="020B0609020204030204" pitchFamily="49" charset="0"/>
              </a:rPr>
              <a:t>   </a:t>
            </a:r>
            <a:r>
              <a:rPr lang="zh-CN" altLang="en-US" b="1" dirty="0">
                <a:latin typeface="Consolas" panose="020B0609020204030204" pitchFamily="49" charset="0"/>
              </a:rPr>
              <a:t>当</a:t>
            </a:r>
            <a:r>
              <a:rPr lang="en-US" altLang="zh-CN" b="1" i="1" dirty="0">
                <a:solidFill>
                  <a:srgbClr val="C00000"/>
                </a:solidFill>
                <a:latin typeface="Consolas" panose="020B0609020204030204" pitchFamily="49" charset="0"/>
              </a:rPr>
              <a:t>LS</a:t>
            </a:r>
            <a:r>
              <a:rPr lang="zh-CN" altLang="en-US" b="1" dirty="0">
                <a:latin typeface="Consolas" panose="020B0609020204030204" pitchFamily="49" charset="0"/>
              </a:rPr>
              <a:t>为原子时</a:t>
            </a:r>
            <a:endParaRPr lang="en-US" altLang="zh-CN" b="1" dirty="0">
              <a:latin typeface="Consolas" panose="020B0609020204030204" pitchFamily="49" charset="0"/>
            </a:endParaRPr>
          </a:p>
          <a:p>
            <a:pPr>
              <a:lnSpc>
                <a:spcPct val="120000"/>
              </a:lnSpc>
            </a:pPr>
            <a:r>
              <a:rPr lang="en-US" altLang="zh-CN" b="1" dirty="0">
                <a:latin typeface="Consolas" panose="020B0609020204030204" pitchFamily="49" charset="0"/>
              </a:rPr>
              <a:t>  </a:t>
            </a:r>
            <a:r>
              <a:rPr lang="zh-CN" altLang="en-US" b="1" dirty="0">
                <a:latin typeface="Consolas" panose="020B0609020204030204" pitchFamily="49" charset="0"/>
              </a:rPr>
              <a:t>归纳项：</a:t>
            </a:r>
            <a:r>
              <a:rPr lang="en-US" altLang="zh-CN" b="1" dirty="0">
                <a:solidFill>
                  <a:srgbClr val="C00000"/>
                </a:solidFill>
                <a:latin typeface="Consolas" panose="020B0609020204030204" pitchFamily="49" charset="0"/>
              </a:rPr>
              <a:t>Depth(</a:t>
            </a:r>
            <a:r>
              <a:rPr lang="en-US" altLang="zh-CN" b="1" i="1" dirty="0">
                <a:solidFill>
                  <a:srgbClr val="C00000"/>
                </a:solidFill>
                <a:latin typeface="Consolas" panose="020B0609020204030204" pitchFamily="49" charset="0"/>
              </a:rPr>
              <a:t>LS</a:t>
            </a:r>
            <a:r>
              <a:rPr lang="en-US" altLang="zh-CN" b="1" dirty="0">
                <a:solidFill>
                  <a:srgbClr val="C00000"/>
                </a:solidFill>
                <a:latin typeface="Consolas" panose="020B0609020204030204" pitchFamily="49" charset="0"/>
              </a:rPr>
              <a:t>)</a:t>
            </a:r>
            <a:r>
              <a:rPr lang="en-US" altLang="zh-CN" b="1" i="1" dirty="0">
                <a:solidFill>
                  <a:srgbClr val="C00000"/>
                </a:solidFill>
                <a:latin typeface="Consolas" panose="020B0609020204030204" pitchFamily="49" charset="0"/>
              </a:rPr>
              <a:t> </a:t>
            </a:r>
            <a:r>
              <a:rPr lang="en-US" altLang="zh-CN" b="1" dirty="0">
                <a:solidFill>
                  <a:srgbClr val="C00000"/>
                </a:solidFill>
                <a:latin typeface="Consolas" panose="020B0609020204030204" pitchFamily="49" charset="0"/>
              </a:rPr>
              <a:t>= 1+Max{Depth(</a:t>
            </a:r>
            <a:r>
              <a:rPr lang="en-US" altLang="zh-CN" b="1" i="1" dirty="0">
                <a:solidFill>
                  <a:srgbClr val="C00000"/>
                </a:solidFill>
                <a:latin typeface="Consolas" panose="020B0609020204030204" pitchFamily="49" charset="0"/>
              </a:rPr>
              <a:t>α</a:t>
            </a:r>
            <a:r>
              <a:rPr lang="en-US" altLang="zh-CN" b="1" i="1" baseline="-25000" dirty="0" err="1">
                <a:solidFill>
                  <a:srgbClr val="C00000"/>
                </a:solidFill>
                <a:latin typeface="Consolas" panose="020B0609020204030204" pitchFamily="49" charset="0"/>
              </a:rPr>
              <a:t>i</a:t>
            </a:r>
            <a:r>
              <a:rPr lang="en-US" altLang="zh-CN" b="1" dirty="0">
                <a:solidFill>
                  <a:srgbClr val="C00000"/>
                </a:solidFill>
                <a:latin typeface="Consolas" panose="020B0609020204030204" pitchFamily="49" charset="0"/>
              </a:rPr>
              <a:t>)}</a:t>
            </a:r>
          </a:p>
          <a:p>
            <a:pPr>
              <a:lnSpc>
                <a:spcPct val="120000"/>
              </a:lnSpc>
            </a:pPr>
            <a:r>
              <a:rPr lang="en-US" altLang="zh-CN" b="1" dirty="0">
                <a:solidFill>
                  <a:srgbClr val="C00000"/>
                </a:solidFill>
                <a:latin typeface="Consolas" panose="020B0609020204030204" pitchFamily="49" charset="0"/>
              </a:rPr>
              <a:t>                          1≤</a:t>
            </a:r>
            <a:r>
              <a:rPr lang="en-US" altLang="zh-CN" b="1" i="1" dirty="0">
                <a:solidFill>
                  <a:srgbClr val="C00000"/>
                </a:solidFill>
                <a:latin typeface="Consolas" panose="020B0609020204030204" pitchFamily="49" charset="0"/>
              </a:rPr>
              <a:t>i</a:t>
            </a:r>
            <a:r>
              <a:rPr lang="en-US" altLang="zh-CN" b="1" dirty="0">
                <a:solidFill>
                  <a:srgbClr val="C00000"/>
                </a:solidFill>
                <a:latin typeface="Consolas" panose="020B0609020204030204" pitchFamily="49" charset="0"/>
              </a:rPr>
              <a:t>≤</a:t>
            </a:r>
            <a:r>
              <a:rPr lang="en-US" altLang="zh-CN" b="1" i="1" dirty="0">
                <a:solidFill>
                  <a:srgbClr val="C00000"/>
                </a:solidFill>
                <a:latin typeface="Consolas" panose="020B0609020204030204" pitchFamily="49" charset="0"/>
              </a:rPr>
              <a:t>n  n≥1</a:t>
            </a:r>
          </a:p>
          <a:p>
            <a:pPr>
              <a:lnSpc>
                <a:spcPct val="120000"/>
              </a:lnSpc>
            </a:pPr>
            <a:r>
              <a:rPr lang="zh-CN" altLang="en-US" b="1" dirty="0">
                <a:solidFill>
                  <a:schemeClr val="accent5">
                    <a:lumMod val="50000"/>
                  </a:schemeClr>
                </a:solidFill>
                <a:effectLst>
                  <a:outerShdw blurRad="38100" dist="38100" dir="2700000" algn="tl">
                    <a:srgbClr val="000000">
                      <a:alpha val="43137"/>
                    </a:srgbClr>
                  </a:outerShdw>
                </a:effectLst>
                <a:latin typeface="Consolas" panose="020B0609020204030204" pitchFamily="49" charset="0"/>
              </a:rPr>
              <a:t>递归的</a:t>
            </a:r>
            <a:r>
              <a:rPr lang="zh-CN" altLang="en-US" b="1" dirty="0">
                <a:solidFill>
                  <a:srgbClr val="C00000"/>
                </a:solidFill>
                <a:latin typeface="Consolas" panose="020B0609020204030204" pitchFamily="49" charset="0"/>
              </a:rPr>
              <a:t>算法</a:t>
            </a:r>
            <a:r>
              <a:rPr lang="en-US" altLang="zh-CN" b="1" dirty="0">
                <a:solidFill>
                  <a:srgbClr val="C00000"/>
                </a:solidFill>
                <a:latin typeface="Consolas" panose="020B0609020204030204" pitchFamily="49" charset="0"/>
              </a:rPr>
              <a:t>5.7</a:t>
            </a:r>
            <a:r>
              <a:rPr lang="zh-CN" altLang="en-US" b="1" dirty="0">
                <a:latin typeface="Consolas" panose="020B0609020204030204" pitchFamily="49" charset="0"/>
              </a:rPr>
              <a:t>就是这个递归定义的自然表达。</a:t>
            </a:r>
            <a:endParaRPr lang="en-US" altLang="zh-CN" b="1" dirty="0">
              <a:latin typeface="Consolas" panose="020B0609020204030204" pitchFamily="49" charset="0"/>
            </a:endParaRPr>
          </a:p>
          <a:p>
            <a:pPr>
              <a:lnSpc>
                <a:spcPct val="130000"/>
              </a:lnSpc>
            </a:pPr>
            <a:r>
              <a:rPr lang="zh-CN" altLang="en-US" b="1" dirty="0">
                <a:latin typeface="Consolas" panose="020B0609020204030204" pitchFamily="49" charset="0"/>
              </a:rPr>
              <a:t>以</a:t>
            </a:r>
            <a:r>
              <a:rPr lang="zh-CN" altLang="en-US" b="1" dirty="0">
                <a:solidFill>
                  <a:srgbClr val="0F14F1"/>
                </a:solidFill>
                <a:latin typeface="Consolas" panose="020B0609020204030204" pitchFamily="49" charset="0"/>
              </a:rPr>
              <a:t>图</a:t>
            </a:r>
            <a:r>
              <a:rPr lang="en-US" altLang="zh-CN" b="1" dirty="0">
                <a:solidFill>
                  <a:srgbClr val="0F14F1"/>
                </a:solidFill>
                <a:latin typeface="Consolas" panose="020B0609020204030204" pitchFamily="49" charset="0"/>
              </a:rPr>
              <a:t>5.13</a:t>
            </a:r>
            <a:r>
              <a:rPr lang="zh-CN" altLang="en-US" b="1" dirty="0">
                <a:latin typeface="Consolas" panose="020B0609020204030204" pitchFamily="49" charset="0"/>
              </a:rPr>
              <a:t>的广义表和存储结构作为演示例子</a:t>
            </a:r>
            <a:endParaRPr lang="en-US" altLang="zh-CN" b="1" dirty="0">
              <a:latin typeface="Consolas" panose="020B0609020204030204" pitchFamily="49" charset="0"/>
            </a:endParaRPr>
          </a:p>
          <a:p>
            <a:pPr>
              <a:lnSpc>
                <a:spcPct val="120000"/>
              </a:lnSpc>
            </a:pPr>
            <a:r>
              <a:rPr lang="en-US" altLang="zh-CN" b="1" dirty="0">
                <a:latin typeface="Consolas" panose="020B0609020204030204" pitchFamily="49" charset="0"/>
              </a:rPr>
              <a:t>     </a:t>
            </a:r>
            <a:r>
              <a:rPr lang="en-US" altLang="zh-CN" b="1" dirty="0">
                <a:solidFill>
                  <a:srgbClr val="C00000"/>
                </a:solidFill>
                <a:latin typeface="Consolas" panose="020B0609020204030204" pitchFamily="49" charset="0"/>
              </a:rPr>
              <a:t>D </a:t>
            </a:r>
            <a:r>
              <a:rPr lang="en-US" altLang="zh-CN" b="1" dirty="0">
                <a:latin typeface="Consolas" panose="020B0609020204030204" pitchFamily="49" charset="0"/>
              </a:rPr>
              <a:t>= </a:t>
            </a:r>
            <a:r>
              <a:rPr lang="en-US" altLang="zh-CN" b="1" dirty="0">
                <a:solidFill>
                  <a:srgbClr val="0F14F1"/>
                </a:solidFill>
                <a:latin typeface="Consolas" panose="020B0609020204030204" pitchFamily="49" charset="0"/>
              </a:rPr>
              <a:t>((),(e),(a,(</a:t>
            </a:r>
            <a:r>
              <a:rPr lang="en-US" altLang="zh-CN" b="1" dirty="0" err="1">
                <a:solidFill>
                  <a:srgbClr val="0F14F1"/>
                </a:solidFill>
                <a:latin typeface="Consolas" panose="020B0609020204030204" pitchFamily="49" charset="0"/>
              </a:rPr>
              <a:t>b,c,d</a:t>
            </a:r>
            <a:r>
              <a:rPr lang="en-US" altLang="zh-CN" b="1" dirty="0">
                <a:solidFill>
                  <a:srgbClr val="0F14F1"/>
                </a:solidFill>
                <a:latin typeface="Consolas" panose="020B0609020204030204" pitchFamily="49" charset="0"/>
              </a:rPr>
              <a:t>)))</a:t>
            </a:r>
            <a:endParaRPr lang="zh-CN" altLang="en-US" b="1" dirty="0">
              <a:solidFill>
                <a:srgbClr val="0F14F1"/>
              </a:solidFill>
              <a:latin typeface="Consolas" panose="020B0609020204030204" pitchFamily="49" charset="0"/>
            </a:endParaRPr>
          </a:p>
          <a:p>
            <a:pPr>
              <a:lnSpc>
                <a:spcPct val="120000"/>
              </a:lnSpc>
              <a:spcBef>
                <a:spcPts val="600"/>
              </a:spcBef>
            </a:pPr>
            <a:r>
              <a:rPr lang="zh-CN" altLang="en-US" b="1" dirty="0">
                <a:latin typeface="Consolas" panose="020B0609020204030204" pitchFamily="49" charset="0"/>
              </a:rPr>
              <a:t>从用嵌套括号表达的逻辑结构看，</a:t>
            </a:r>
            <a:endParaRPr lang="en-US" altLang="zh-CN" b="1" dirty="0">
              <a:latin typeface="Consolas" panose="020B0609020204030204" pitchFamily="49" charset="0"/>
            </a:endParaRPr>
          </a:p>
          <a:p>
            <a:pPr>
              <a:lnSpc>
                <a:spcPct val="120000"/>
              </a:lnSpc>
            </a:pPr>
            <a:r>
              <a:rPr lang="zh-CN" altLang="en-US" b="1" dirty="0">
                <a:latin typeface="Consolas" panose="020B0609020204030204" pitchFamily="49" charset="0"/>
              </a:rPr>
              <a:t>广义表的深度的深度就是它的括号</a:t>
            </a:r>
            <a:r>
              <a:rPr lang="zh-CN" altLang="en-US" b="1" dirty="0">
                <a:solidFill>
                  <a:srgbClr val="C00000"/>
                </a:solidFill>
                <a:effectLst>
                  <a:outerShdw blurRad="38100" dist="38100" dir="2700000" algn="tl">
                    <a:srgbClr val="000000">
                      <a:alpha val="43137"/>
                    </a:srgbClr>
                  </a:outerShdw>
                </a:effectLst>
                <a:latin typeface="Consolas" panose="020B0609020204030204" pitchFamily="49" charset="0"/>
              </a:rPr>
              <a:t>重数</a:t>
            </a:r>
            <a:r>
              <a:rPr lang="zh-CN" altLang="en-US" b="1" dirty="0">
                <a:latin typeface="Consolas" panose="020B0609020204030204" pitchFamily="49" charset="0"/>
              </a:rPr>
              <a:t>。</a:t>
            </a:r>
            <a:endParaRPr lang="en-US" altLang="zh-CN" b="1" dirty="0">
              <a:latin typeface="Consolas" panose="020B0609020204030204" pitchFamily="49" charset="0"/>
            </a:endParaRPr>
          </a:p>
          <a:p>
            <a:pPr>
              <a:lnSpc>
                <a:spcPct val="120000"/>
              </a:lnSpc>
            </a:pPr>
            <a:r>
              <a:rPr lang="zh-CN" altLang="en-US" b="1" dirty="0">
                <a:latin typeface="Consolas" panose="020B0609020204030204" pitchFamily="49" charset="0"/>
              </a:rPr>
              <a:t>从存储结构看，深度就是表结点的</a:t>
            </a:r>
            <a:r>
              <a:rPr lang="zh-CN" altLang="en-US" b="1" dirty="0">
                <a:solidFill>
                  <a:srgbClr val="C00000"/>
                </a:solidFill>
                <a:effectLst>
                  <a:outerShdw blurRad="38100" dist="38100" dir="2700000" algn="tl">
                    <a:srgbClr val="000000">
                      <a:alpha val="43137"/>
                    </a:srgbClr>
                  </a:outerShdw>
                </a:effectLst>
                <a:latin typeface="Consolas" panose="020B0609020204030204" pitchFamily="49" charset="0"/>
              </a:rPr>
              <a:t>层数</a:t>
            </a:r>
            <a:r>
              <a:rPr lang="zh-CN" altLang="en-US" b="1" dirty="0">
                <a:latin typeface="Consolas" panose="020B0609020204030204" pitchFamily="49" charset="0"/>
              </a:rPr>
              <a:t>。</a:t>
            </a:r>
            <a:endParaRPr lang="en-US" altLang="zh-CN" b="1" dirty="0">
              <a:latin typeface="Consolas" panose="020B0609020204030204" pitchFamily="49" charset="0"/>
            </a:endParaRPr>
          </a:p>
          <a:p>
            <a:pPr>
              <a:lnSpc>
                <a:spcPct val="120000"/>
              </a:lnSpc>
              <a:spcBef>
                <a:spcPts val="600"/>
              </a:spcBef>
            </a:pPr>
            <a:r>
              <a:rPr lang="zh-CN" altLang="en-US" b="1" dirty="0">
                <a:latin typeface="Consolas" panose="020B0609020204030204" pitchFamily="49" charset="0"/>
              </a:rPr>
              <a:t>与定义对应，算法遇</a:t>
            </a:r>
            <a:r>
              <a:rPr lang="zh-CN" altLang="en-US" b="1" dirty="0">
                <a:solidFill>
                  <a:srgbClr val="C00000"/>
                </a:solidFill>
                <a:latin typeface="Consolas" panose="020B0609020204030204" pitchFamily="49" charset="0"/>
              </a:rPr>
              <a:t>空表返回</a:t>
            </a:r>
            <a:r>
              <a:rPr lang="en-US" altLang="zh-CN" b="1" dirty="0">
                <a:solidFill>
                  <a:srgbClr val="C00000"/>
                </a:solidFill>
                <a:latin typeface="Consolas" panose="020B0609020204030204" pitchFamily="49" charset="0"/>
              </a:rPr>
              <a:t>1</a:t>
            </a:r>
            <a:r>
              <a:rPr lang="zh-CN" altLang="en-US" b="1" dirty="0">
                <a:latin typeface="Consolas" panose="020B0609020204030204" pitchFamily="49" charset="0"/>
              </a:rPr>
              <a:t>，遇</a:t>
            </a:r>
            <a:r>
              <a:rPr lang="zh-CN" altLang="en-US" b="1" dirty="0">
                <a:solidFill>
                  <a:srgbClr val="C00000"/>
                </a:solidFill>
                <a:latin typeface="Consolas" panose="020B0609020204030204" pitchFamily="49" charset="0"/>
              </a:rPr>
              <a:t>原子返回</a:t>
            </a:r>
            <a:r>
              <a:rPr lang="en-US" altLang="zh-CN" b="1" dirty="0">
                <a:solidFill>
                  <a:srgbClr val="C00000"/>
                </a:solidFill>
                <a:latin typeface="Consolas" panose="020B0609020204030204" pitchFamily="49" charset="0"/>
              </a:rPr>
              <a:t>0</a:t>
            </a:r>
            <a:r>
              <a:rPr lang="zh-CN" altLang="en-US" b="1" dirty="0">
                <a:latin typeface="Consolas" panose="020B0609020204030204" pitchFamily="49" charset="0"/>
              </a:rPr>
              <a:t>；</a:t>
            </a:r>
            <a:endParaRPr lang="en-US" altLang="zh-CN" b="1" dirty="0">
              <a:latin typeface="Consolas" panose="020B0609020204030204" pitchFamily="49" charset="0"/>
            </a:endParaRPr>
          </a:p>
          <a:p>
            <a:pPr>
              <a:lnSpc>
                <a:spcPct val="120000"/>
              </a:lnSpc>
            </a:pPr>
            <a:r>
              <a:rPr lang="zh-CN" altLang="en-US" b="1" dirty="0">
                <a:latin typeface="Consolas" panose="020B0609020204030204" pitchFamily="49" charset="0"/>
              </a:rPr>
              <a:t>非空表则递归求每个子表深度，返回最大值加</a:t>
            </a:r>
            <a:r>
              <a:rPr lang="en-US" altLang="zh-CN" b="1" dirty="0">
                <a:latin typeface="Consolas" panose="020B0609020204030204" pitchFamily="49" charset="0"/>
              </a:rPr>
              <a:t>1</a:t>
            </a:r>
            <a:r>
              <a:rPr lang="zh-CN" altLang="en-US" b="1" dirty="0">
                <a:latin typeface="Consolas" panose="020B0609020204030204" pitchFamily="49" charset="0"/>
              </a:rPr>
              <a:t>。</a:t>
            </a:r>
            <a:endParaRPr lang="en-US" altLang="zh-CN" b="1" dirty="0">
              <a:latin typeface="Consolas" panose="020B0609020204030204" pitchFamily="49" charset="0"/>
            </a:endParaRPr>
          </a:p>
          <a:p>
            <a:pPr>
              <a:lnSpc>
                <a:spcPct val="120000"/>
              </a:lnSpc>
              <a:spcBef>
                <a:spcPts val="600"/>
              </a:spcBef>
            </a:pPr>
            <a:r>
              <a:rPr lang="zh-CN" altLang="en-US" b="1" dirty="0">
                <a:latin typeface="Consolas" panose="020B0609020204030204" pitchFamily="49" charset="0"/>
              </a:rPr>
              <a:t>下面观察调用算法求广义表</a:t>
            </a:r>
            <a:r>
              <a:rPr lang="en-US" altLang="zh-CN" b="1" dirty="0">
                <a:solidFill>
                  <a:srgbClr val="C00000"/>
                </a:solidFill>
                <a:latin typeface="Consolas" panose="020B0609020204030204" pitchFamily="49" charset="0"/>
              </a:rPr>
              <a:t>D</a:t>
            </a:r>
            <a:r>
              <a:rPr lang="zh-CN" altLang="en-US" b="1" dirty="0">
                <a:latin typeface="Consolas" panose="020B0609020204030204" pitchFamily="49" charset="0"/>
              </a:rPr>
              <a:t>的深度</a:t>
            </a:r>
            <a:r>
              <a:rPr lang="en-US" altLang="zh-CN" b="1" dirty="0">
                <a:solidFill>
                  <a:srgbClr val="C00000"/>
                </a:solidFill>
                <a:latin typeface="Consolas" panose="020B0609020204030204" pitchFamily="49" charset="0"/>
              </a:rPr>
              <a:t>d</a:t>
            </a:r>
            <a:r>
              <a:rPr lang="zh-CN" altLang="en-US" b="1" dirty="0">
                <a:latin typeface="Consolas" panose="020B0609020204030204" pitchFamily="49" charset="0"/>
              </a:rPr>
              <a:t>的过程：</a:t>
            </a:r>
            <a:endParaRPr lang="en-US" altLang="zh-CN" b="1" dirty="0">
              <a:latin typeface="Consolas" panose="020B0609020204030204" pitchFamily="49" charset="0"/>
            </a:endParaRPr>
          </a:p>
          <a:p>
            <a:pPr>
              <a:lnSpc>
                <a:spcPct val="120000"/>
              </a:lnSpc>
            </a:pPr>
            <a:r>
              <a:rPr lang="en-US" altLang="zh-CN" b="1" dirty="0">
                <a:latin typeface="Consolas" panose="020B0609020204030204" pitchFamily="49" charset="0"/>
              </a:rPr>
              <a:t>    </a:t>
            </a:r>
            <a:r>
              <a:rPr lang="en-US" altLang="zh-CN" b="1" dirty="0">
                <a:solidFill>
                  <a:srgbClr val="C00000"/>
                </a:solidFill>
                <a:latin typeface="Consolas" panose="020B0609020204030204" pitchFamily="49" charset="0"/>
              </a:rPr>
              <a:t>d = </a:t>
            </a:r>
            <a:r>
              <a:rPr lang="en-US" altLang="zh-CN" b="1" dirty="0" err="1">
                <a:solidFill>
                  <a:srgbClr val="C00000"/>
                </a:solidFill>
                <a:latin typeface="Consolas" panose="020B0609020204030204" pitchFamily="49" charset="0"/>
              </a:rPr>
              <a:t>GListDepth</a:t>
            </a:r>
            <a:r>
              <a:rPr lang="en-US" altLang="zh-CN" b="1" dirty="0">
                <a:solidFill>
                  <a:srgbClr val="C00000"/>
                </a:solidFill>
                <a:latin typeface="Consolas" panose="020B0609020204030204" pitchFamily="49" charset="0"/>
              </a:rPr>
              <a:t>( D );</a:t>
            </a:r>
          </a:p>
        </p:txBody>
      </p:sp>
      <p:sp>
        <p:nvSpPr>
          <p:cNvPr id="110" name="文本框 109">
            <a:extLst>
              <a:ext uri="{FF2B5EF4-FFF2-40B4-BE49-F238E27FC236}">
                <a16:creationId xmlns:a16="http://schemas.microsoft.com/office/drawing/2014/main" id="{F354F8C3-3AF7-4886-A55B-6DCD6E3D3AC7}"/>
              </a:ext>
            </a:extLst>
          </p:cNvPr>
          <p:cNvSpPr txBox="1"/>
          <p:nvPr/>
        </p:nvSpPr>
        <p:spPr>
          <a:xfrm>
            <a:off x="7738693" y="3501020"/>
            <a:ext cx="3908090" cy="677108"/>
          </a:xfrm>
          <a:prstGeom prst="rect">
            <a:avLst/>
          </a:prstGeom>
          <a:solidFill>
            <a:schemeClr val="tx2">
              <a:lumMod val="10000"/>
              <a:lumOff val="90000"/>
            </a:schemeClr>
          </a:solidFill>
        </p:spPr>
        <p:txBody>
          <a:bodyPr wrap="square" rtlCol="0">
            <a:spAutoFit/>
          </a:bodyPr>
          <a:lstStyle/>
          <a:p>
            <a:r>
              <a:rPr lang="zh-CN" altLang="en-US" b="1" dirty="0"/>
              <a:t>值参 </a:t>
            </a:r>
            <a:r>
              <a:rPr lang="en-US" altLang="zh-CN" sz="2000" b="1" dirty="0">
                <a:solidFill>
                  <a:srgbClr val="C00000"/>
                </a:solidFill>
                <a:effectLst>
                  <a:outerShdw blurRad="38100" dist="38100" dir="2700000" algn="tl">
                    <a:srgbClr val="000000">
                      <a:alpha val="43137"/>
                    </a:srgbClr>
                  </a:outerShdw>
                </a:effectLst>
              </a:rPr>
              <a:t>L</a:t>
            </a:r>
            <a:r>
              <a:rPr lang="en-US" altLang="zh-CN" b="1" dirty="0">
                <a:solidFill>
                  <a:srgbClr val="C00000"/>
                </a:solidFill>
              </a:rPr>
              <a:t> </a:t>
            </a:r>
            <a:r>
              <a:rPr lang="zh-CN" altLang="en-US" b="1" dirty="0"/>
              <a:t>可作为工作指针，可对</a:t>
            </a:r>
            <a:r>
              <a:rPr lang="en-US" altLang="zh-CN" b="1" dirty="0"/>
              <a:t>L</a:t>
            </a:r>
            <a:r>
              <a:rPr lang="zh-CN" altLang="en-US" b="1" dirty="0"/>
              <a:t>赋值，但不能对</a:t>
            </a:r>
            <a:r>
              <a:rPr lang="en-US" altLang="zh-CN" b="1" dirty="0"/>
              <a:t>L</a:t>
            </a:r>
            <a:r>
              <a:rPr lang="zh-CN" altLang="en-US" b="1" dirty="0"/>
              <a:t>指向的结点各域赋值！</a:t>
            </a:r>
          </a:p>
        </p:txBody>
      </p:sp>
      <p:cxnSp>
        <p:nvCxnSpPr>
          <p:cNvPr id="112" name="直接连接符 111">
            <a:extLst>
              <a:ext uri="{FF2B5EF4-FFF2-40B4-BE49-F238E27FC236}">
                <a16:creationId xmlns:a16="http://schemas.microsoft.com/office/drawing/2014/main" id="{65845672-E7EC-478E-BE86-2B96838F5E3B}"/>
              </a:ext>
            </a:extLst>
          </p:cNvPr>
          <p:cNvCxnSpPr>
            <a:cxnSpLocks/>
            <a:endCxn id="110" idx="0"/>
          </p:cNvCxnSpPr>
          <p:nvPr/>
        </p:nvCxnSpPr>
        <p:spPr>
          <a:xfrm>
            <a:off x="7937595" y="2089336"/>
            <a:ext cx="1755143" cy="1411684"/>
          </a:xfrm>
          <a:prstGeom prst="line">
            <a:avLst/>
          </a:prstGeom>
          <a:ln w="28575">
            <a:solidFill>
              <a:srgbClr val="92D050"/>
            </a:solidFill>
            <a:prstDash val="lgDash"/>
          </a:ln>
        </p:spPr>
        <p:style>
          <a:lnRef idx="1">
            <a:schemeClr val="accent1"/>
          </a:lnRef>
          <a:fillRef idx="0">
            <a:schemeClr val="accent1"/>
          </a:fillRef>
          <a:effectRef idx="0">
            <a:schemeClr val="accent1"/>
          </a:effectRef>
          <a:fontRef idx="minor">
            <a:schemeClr val="tx1"/>
          </a:fontRef>
        </p:style>
      </p:cxnSp>
      <p:grpSp>
        <p:nvGrpSpPr>
          <p:cNvPr id="113" name="组合 112">
            <a:extLst>
              <a:ext uri="{FF2B5EF4-FFF2-40B4-BE49-F238E27FC236}">
                <a16:creationId xmlns:a16="http://schemas.microsoft.com/office/drawing/2014/main" id="{F1E87621-778D-4715-A364-F29D442ABCD9}"/>
              </a:ext>
            </a:extLst>
          </p:cNvPr>
          <p:cNvGrpSpPr/>
          <p:nvPr/>
        </p:nvGrpSpPr>
        <p:grpSpPr>
          <a:xfrm>
            <a:off x="5865045" y="4838589"/>
            <a:ext cx="266528" cy="358707"/>
            <a:chOff x="4307343" y="3599835"/>
            <a:chExt cx="266528" cy="358707"/>
          </a:xfrm>
        </p:grpSpPr>
        <p:sp>
          <p:nvSpPr>
            <p:cNvPr id="114" name="下箭头 133141">
              <a:extLst>
                <a:ext uri="{FF2B5EF4-FFF2-40B4-BE49-F238E27FC236}">
                  <a16:creationId xmlns:a16="http://schemas.microsoft.com/office/drawing/2014/main" id="{D0834518-C8ED-4E47-B1F3-B3A109BF9796}"/>
                </a:ext>
              </a:extLst>
            </p:cNvPr>
            <p:cNvSpPr>
              <a:spLocks noChangeArrowheads="1"/>
            </p:cNvSpPr>
            <p:nvPr/>
          </p:nvSpPr>
          <p:spPr bwMode="auto">
            <a:xfrm rot="19999021">
              <a:off x="4454872" y="3654784"/>
              <a:ext cx="118999" cy="303758"/>
            </a:xfrm>
            <a:prstGeom prst="downArrow">
              <a:avLst>
                <a:gd name="adj1" fmla="val 50000"/>
                <a:gd name="adj2" fmla="val 112500"/>
              </a:avLst>
            </a:prstGeom>
            <a:solidFill>
              <a:schemeClr val="accent5">
                <a:lumMod val="60000"/>
                <a:lumOff val="40000"/>
              </a:schemeClr>
            </a:solidFill>
            <a:ln w="12700">
              <a:solidFill>
                <a:srgbClr val="0070C0"/>
              </a:solidFill>
              <a:miter lim="800000"/>
              <a:headEnd/>
              <a:tailEnd/>
            </a:ln>
          </p:spPr>
          <p:txBody>
            <a:bodyPr lIns="0" tIns="0" rIns="0" bIns="0"/>
            <a:lstStyle/>
            <a:p>
              <a:pPr>
                <a:lnSpc>
                  <a:spcPct val="80000"/>
                </a:lnSpc>
              </a:pPr>
              <a:endParaRPr lang="zh-CN" altLang="en-US" sz="2400"/>
            </a:p>
          </p:txBody>
        </p:sp>
        <p:sp>
          <p:nvSpPr>
            <p:cNvPr id="115" name="文本框 133142">
              <a:extLst>
                <a:ext uri="{FF2B5EF4-FFF2-40B4-BE49-F238E27FC236}">
                  <a16:creationId xmlns:a16="http://schemas.microsoft.com/office/drawing/2014/main" id="{E429F07F-2B7C-4CF7-8A09-279120E91171}"/>
                </a:ext>
              </a:extLst>
            </p:cNvPr>
            <p:cNvSpPr txBox="1">
              <a:spLocks noChangeArrowheads="1"/>
            </p:cNvSpPr>
            <p:nvPr/>
          </p:nvSpPr>
          <p:spPr bwMode="auto">
            <a:xfrm>
              <a:off x="4307343" y="3599835"/>
              <a:ext cx="171325" cy="303801"/>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spAutoFit/>
            </a:bodyPr>
            <a:lstStyle/>
            <a:p>
              <a:pPr>
                <a:lnSpc>
                  <a:spcPct val="80000"/>
                </a:lnSpc>
              </a:pPr>
              <a:r>
                <a:rPr lang="en-US" altLang="zh-CN" sz="2400" b="1" dirty="0">
                  <a:solidFill>
                    <a:schemeClr val="accent6">
                      <a:lumMod val="75000"/>
                    </a:schemeClr>
                  </a:solidFill>
                </a:rPr>
                <a:t>L</a:t>
              </a:r>
              <a:endParaRPr lang="en-US" altLang="zh-CN" sz="2400" u="none" dirty="0">
                <a:solidFill>
                  <a:schemeClr val="accent6">
                    <a:lumMod val="75000"/>
                  </a:schemeClr>
                </a:solidFill>
              </a:endParaRPr>
            </a:p>
          </p:txBody>
        </p:sp>
      </p:grpSp>
      <p:grpSp>
        <p:nvGrpSpPr>
          <p:cNvPr id="116" name="组合 115">
            <a:extLst>
              <a:ext uri="{FF2B5EF4-FFF2-40B4-BE49-F238E27FC236}">
                <a16:creationId xmlns:a16="http://schemas.microsoft.com/office/drawing/2014/main" id="{6A31FB03-5AE1-41C3-9578-F8EEB01C0F21}"/>
              </a:ext>
            </a:extLst>
          </p:cNvPr>
          <p:cNvGrpSpPr/>
          <p:nvPr/>
        </p:nvGrpSpPr>
        <p:grpSpPr>
          <a:xfrm>
            <a:off x="6793427" y="4838589"/>
            <a:ext cx="266528" cy="358707"/>
            <a:chOff x="4307343" y="3599835"/>
            <a:chExt cx="266528" cy="358707"/>
          </a:xfrm>
          <a:solidFill>
            <a:schemeClr val="accent5">
              <a:lumMod val="40000"/>
              <a:lumOff val="60000"/>
            </a:schemeClr>
          </a:solidFill>
        </p:grpSpPr>
        <p:sp>
          <p:nvSpPr>
            <p:cNvPr id="117" name="下箭头 133141">
              <a:extLst>
                <a:ext uri="{FF2B5EF4-FFF2-40B4-BE49-F238E27FC236}">
                  <a16:creationId xmlns:a16="http://schemas.microsoft.com/office/drawing/2014/main" id="{55C3B3AB-5886-42F6-90BB-BBF8E7611E1F}"/>
                </a:ext>
              </a:extLst>
            </p:cNvPr>
            <p:cNvSpPr>
              <a:spLocks noChangeArrowheads="1"/>
            </p:cNvSpPr>
            <p:nvPr/>
          </p:nvSpPr>
          <p:spPr bwMode="auto">
            <a:xfrm rot="19999021">
              <a:off x="4454872" y="3654784"/>
              <a:ext cx="118999" cy="303758"/>
            </a:xfrm>
            <a:prstGeom prst="downArrow">
              <a:avLst>
                <a:gd name="adj1" fmla="val 50000"/>
                <a:gd name="adj2" fmla="val 112500"/>
              </a:avLst>
            </a:prstGeom>
            <a:solidFill>
              <a:schemeClr val="accent5">
                <a:lumMod val="60000"/>
                <a:lumOff val="40000"/>
              </a:schemeClr>
            </a:solidFill>
            <a:ln w="12700">
              <a:solidFill>
                <a:srgbClr val="0070C0"/>
              </a:solidFill>
              <a:miter lim="800000"/>
              <a:headEnd/>
              <a:tailEnd/>
            </a:ln>
          </p:spPr>
          <p:txBody>
            <a:bodyPr lIns="0" tIns="0" rIns="0" bIns="0"/>
            <a:lstStyle/>
            <a:p>
              <a:pPr>
                <a:lnSpc>
                  <a:spcPct val="80000"/>
                </a:lnSpc>
              </a:pPr>
              <a:endParaRPr lang="zh-CN" altLang="en-US" sz="2400"/>
            </a:p>
          </p:txBody>
        </p:sp>
        <p:sp>
          <p:nvSpPr>
            <p:cNvPr id="118" name="文本框 133142">
              <a:extLst>
                <a:ext uri="{FF2B5EF4-FFF2-40B4-BE49-F238E27FC236}">
                  <a16:creationId xmlns:a16="http://schemas.microsoft.com/office/drawing/2014/main" id="{61DBAD3F-7D1D-4558-8F00-F42CC8AB9CF5}"/>
                </a:ext>
              </a:extLst>
            </p:cNvPr>
            <p:cNvSpPr txBox="1">
              <a:spLocks noChangeArrowheads="1"/>
            </p:cNvSpPr>
            <p:nvPr/>
          </p:nvSpPr>
          <p:spPr bwMode="auto">
            <a:xfrm>
              <a:off x="4307343" y="3599835"/>
              <a:ext cx="171325" cy="303801"/>
            </a:xfrm>
            <a:prstGeom prst="rect">
              <a:avLst/>
            </a:prstGeom>
            <a:noFill/>
            <a:ln>
              <a:noFill/>
            </a:ln>
            <a:extLs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nSpc>
                  <a:spcPct val="80000"/>
                </a:lnSpc>
              </a:pPr>
              <a:r>
                <a:rPr lang="en-US" altLang="zh-CN" sz="2400" b="1" dirty="0">
                  <a:solidFill>
                    <a:schemeClr val="accent6">
                      <a:lumMod val="75000"/>
                    </a:schemeClr>
                  </a:solidFill>
                </a:rPr>
                <a:t>L</a:t>
              </a:r>
              <a:endParaRPr lang="en-US" altLang="zh-CN" sz="2400" u="none" dirty="0">
                <a:solidFill>
                  <a:schemeClr val="accent6">
                    <a:lumMod val="75000"/>
                  </a:schemeClr>
                </a:solidFill>
              </a:endParaRPr>
            </a:p>
          </p:txBody>
        </p:sp>
      </p:grpSp>
      <p:grpSp>
        <p:nvGrpSpPr>
          <p:cNvPr id="119" name="组合 118">
            <a:extLst>
              <a:ext uri="{FF2B5EF4-FFF2-40B4-BE49-F238E27FC236}">
                <a16:creationId xmlns:a16="http://schemas.microsoft.com/office/drawing/2014/main" id="{030F7015-5FD6-40E7-9B74-92CC3C72BA12}"/>
              </a:ext>
            </a:extLst>
          </p:cNvPr>
          <p:cNvGrpSpPr/>
          <p:nvPr/>
        </p:nvGrpSpPr>
        <p:grpSpPr>
          <a:xfrm>
            <a:off x="7662352" y="4828875"/>
            <a:ext cx="266528" cy="358707"/>
            <a:chOff x="4307343" y="3599835"/>
            <a:chExt cx="266528" cy="358707"/>
          </a:xfrm>
        </p:grpSpPr>
        <p:sp>
          <p:nvSpPr>
            <p:cNvPr id="120" name="下箭头 133141">
              <a:extLst>
                <a:ext uri="{FF2B5EF4-FFF2-40B4-BE49-F238E27FC236}">
                  <a16:creationId xmlns:a16="http://schemas.microsoft.com/office/drawing/2014/main" id="{05DA5B88-F181-4216-9FD9-9EF23E30E7F0}"/>
                </a:ext>
              </a:extLst>
            </p:cNvPr>
            <p:cNvSpPr>
              <a:spLocks noChangeArrowheads="1"/>
            </p:cNvSpPr>
            <p:nvPr/>
          </p:nvSpPr>
          <p:spPr bwMode="auto">
            <a:xfrm rot="19999021">
              <a:off x="4454872" y="3654784"/>
              <a:ext cx="118999" cy="303758"/>
            </a:xfrm>
            <a:prstGeom prst="downArrow">
              <a:avLst>
                <a:gd name="adj1" fmla="val 50000"/>
                <a:gd name="adj2" fmla="val 112500"/>
              </a:avLst>
            </a:prstGeom>
            <a:solidFill>
              <a:schemeClr val="accent5">
                <a:lumMod val="60000"/>
                <a:lumOff val="40000"/>
              </a:schemeClr>
            </a:solidFill>
            <a:ln w="12700">
              <a:solidFill>
                <a:srgbClr val="0070C0"/>
              </a:solidFill>
              <a:miter lim="800000"/>
              <a:headEnd/>
              <a:tailEnd/>
            </a:ln>
          </p:spPr>
          <p:txBody>
            <a:bodyPr lIns="0" tIns="0" rIns="0" bIns="0"/>
            <a:lstStyle/>
            <a:p>
              <a:pPr>
                <a:lnSpc>
                  <a:spcPct val="80000"/>
                </a:lnSpc>
              </a:pPr>
              <a:endParaRPr lang="zh-CN" altLang="en-US" sz="2400"/>
            </a:p>
          </p:txBody>
        </p:sp>
        <p:sp>
          <p:nvSpPr>
            <p:cNvPr id="121" name="文本框 133142">
              <a:extLst>
                <a:ext uri="{FF2B5EF4-FFF2-40B4-BE49-F238E27FC236}">
                  <a16:creationId xmlns:a16="http://schemas.microsoft.com/office/drawing/2014/main" id="{BF2E2CEF-A9A8-48E6-9A22-8A3AD3E75B33}"/>
                </a:ext>
              </a:extLst>
            </p:cNvPr>
            <p:cNvSpPr txBox="1">
              <a:spLocks noChangeArrowheads="1"/>
            </p:cNvSpPr>
            <p:nvPr/>
          </p:nvSpPr>
          <p:spPr bwMode="auto">
            <a:xfrm>
              <a:off x="4307343" y="3599835"/>
              <a:ext cx="171325" cy="303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nSpc>
                  <a:spcPct val="80000"/>
                </a:lnSpc>
              </a:pPr>
              <a:r>
                <a:rPr lang="en-US" altLang="zh-CN" sz="2400" b="1" dirty="0">
                  <a:solidFill>
                    <a:schemeClr val="accent6">
                      <a:lumMod val="75000"/>
                    </a:schemeClr>
                  </a:solidFill>
                </a:rPr>
                <a:t>L</a:t>
              </a:r>
              <a:endParaRPr lang="en-US" altLang="zh-CN" sz="2400" u="none" dirty="0">
                <a:solidFill>
                  <a:schemeClr val="accent6">
                    <a:lumMod val="75000"/>
                  </a:schemeClr>
                </a:solidFill>
              </a:endParaRPr>
            </a:p>
          </p:txBody>
        </p:sp>
      </p:grpSp>
      <p:grpSp>
        <p:nvGrpSpPr>
          <p:cNvPr id="122" name="组合 121">
            <a:extLst>
              <a:ext uri="{FF2B5EF4-FFF2-40B4-BE49-F238E27FC236}">
                <a16:creationId xmlns:a16="http://schemas.microsoft.com/office/drawing/2014/main" id="{3F914025-9EC2-47FC-A2DD-E1CD297CEB39}"/>
              </a:ext>
            </a:extLst>
          </p:cNvPr>
          <p:cNvGrpSpPr/>
          <p:nvPr/>
        </p:nvGrpSpPr>
        <p:grpSpPr>
          <a:xfrm>
            <a:off x="8576895" y="5419047"/>
            <a:ext cx="266528" cy="358707"/>
            <a:chOff x="4307343" y="3599835"/>
            <a:chExt cx="266528" cy="358707"/>
          </a:xfrm>
        </p:grpSpPr>
        <p:sp>
          <p:nvSpPr>
            <p:cNvPr id="123" name="下箭头 133141">
              <a:extLst>
                <a:ext uri="{FF2B5EF4-FFF2-40B4-BE49-F238E27FC236}">
                  <a16:creationId xmlns:a16="http://schemas.microsoft.com/office/drawing/2014/main" id="{D23F0957-938B-4AF9-9BC5-B9C13D246F70}"/>
                </a:ext>
              </a:extLst>
            </p:cNvPr>
            <p:cNvSpPr>
              <a:spLocks noChangeArrowheads="1"/>
            </p:cNvSpPr>
            <p:nvPr/>
          </p:nvSpPr>
          <p:spPr bwMode="auto">
            <a:xfrm rot="19999021">
              <a:off x="4454872" y="3654784"/>
              <a:ext cx="118999" cy="303758"/>
            </a:xfrm>
            <a:prstGeom prst="downArrow">
              <a:avLst>
                <a:gd name="adj1" fmla="val 50000"/>
                <a:gd name="adj2" fmla="val 112500"/>
              </a:avLst>
            </a:prstGeom>
            <a:solidFill>
              <a:schemeClr val="accent2"/>
            </a:solidFill>
            <a:ln w="12700">
              <a:solidFill>
                <a:schemeClr val="tx1"/>
              </a:solidFill>
              <a:miter lim="800000"/>
              <a:headEnd/>
              <a:tailEnd/>
            </a:ln>
          </p:spPr>
          <p:txBody>
            <a:bodyPr lIns="0" tIns="0" rIns="0" bIns="0"/>
            <a:lstStyle/>
            <a:p>
              <a:pPr>
                <a:lnSpc>
                  <a:spcPct val="80000"/>
                </a:lnSpc>
              </a:pPr>
              <a:endParaRPr lang="zh-CN" altLang="en-US" sz="2400"/>
            </a:p>
          </p:txBody>
        </p:sp>
        <p:sp>
          <p:nvSpPr>
            <p:cNvPr id="124" name="文本框 133142">
              <a:extLst>
                <a:ext uri="{FF2B5EF4-FFF2-40B4-BE49-F238E27FC236}">
                  <a16:creationId xmlns:a16="http://schemas.microsoft.com/office/drawing/2014/main" id="{402A1FA2-8467-4E66-9B59-812D12AA19C1}"/>
                </a:ext>
              </a:extLst>
            </p:cNvPr>
            <p:cNvSpPr txBox="1">
              <a:spLocks noChangeArrowheads="1"/>
            </p:cNvSpPr>
            <p:nvPr/>
          </p:nvSpPr>
          <p:spPr bwMode="auto">
            <a:xfrm>
              <a:off x="4307343" y="3599835"/>
              <a:ext cx="171325" cy="303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nSpc>
                  <a:spcPct val="80000"/>
                </a:lnSpc>
              </a:pPr>
              <a:r>
                <a:rPr lang="en-US" altLang="zh-CN" sz="2400" b="1" dirty="0">
                  <a:solidFill>
                    <a:schemeClr val="accent2">
                      <a:lumMod val="75000"/>
                    </a:schemeClr>
                  </a:solidFill>
                </a:rPr>
                <a:t>L</a:t>
              </a:r>
              <a:endParaRPr lang="en-US" altLang="zh-CN" sz="2400" u="none" dirty="0">
                <a:solidFill>
                  <a:schemeClr val="accent2">
                    <a:lumMod val="75000"/>
                  </a:schemeClr>
                </a:solidFill>
              </a:endParaRPr>
            </a:p>
          </p:txBody>
        </p:sp>
      </p:grpSp>
      <p:grpSp>
        <p:nvGrpSpPr>
          <p:cNvPr id="125" name="组合 124">
            <a:extLst>
              <a:ext uri="{FF2B5EF4-FFF2-40B4-BE49-F238E27FC236}">
                <a16:creationId xmlns:a16="http://schemas.microsoft.com/office/drawing/2014/main" id="{955129F4-EE46-476B-934D-765CB392E681}"/>
              </a:ext>
            </a:extLst>
          </p:cNvPr>
          <p:cNvGrpSpPr/>
          <p:nvPr/>
        </p:nvGrpSpPr>
        <p:grpSpPr>
          <a:xfrm>
            <a:off x="6878000" y="5423193"/>
            <a:ext cx="266528" cy="358707"/>
            <a:chOff x="4307343" y="3599835"/>
            <a:chExt cx="266528" cy="358707"/>
          </a:xfrm>
        </p:grpSpPr>
        <p:sp>
          <p:nvSpPr>
            <p:cNvPr id="126" name="下箭头 133141">
              <a:extLst>
                <a:ext uri="{FF2B5EF4-FFF2-40B4-BE49-F238E27FC236}">
                  <a16:creationId xmlns:a16="http://schemas.microsoft.com/office/drawing/2014/main" id="{3C874215-6D9B-46D5-BD2A-8D4D6B4FDB8F}"/>
                </a:ext>
              </a:extLst>
            </p:cNvPr>
            <p:cNvSpPr>
              <a:spLocks noChangeArrowheads="1"/>
            </p:cNvSpPr>
            <p:nvPr/>
          </p:nvSpPr>
          <p:spPr bwMode="auto">
            <a:xfrm rot="19999021">
              <a:off x="4454872" y="3654784"/>
              <a:ext cx="118999" cy="303758"/>
            </a:xfrm>
            <a:prstGeom prst="downArrow">
              <a:avLst>
                <a:gd name="adj1" fmla="val 50000"/>
                <a:gd name="adj2" fmla="val 112500"/>
              </a:avLst>
            </a:prstGeom>
            <a:solidFill>
              <a:schemeClr val="accent2"/>
            </a:solidFill>
            <a:ln w="12700">
              <a:solidFill>
                <a:schemeClr val="tx1"/>
              </a:solidFill>
              <a:miter lim="800000"/>
              <a:headEnd/>
              <a:tailEnd/>
            </a:ln>
          </p:spPr>
          <p:txBody>
            <a:bodyPr lIns="0" tIns="0" rIns="0" bIns="0"/>
            <a:lstStyle/>
            <a:p>
              <a:pPr>
                <a:lnSpc>
                  <a:spcPct val="80000"/>
                </a:lnSpc>
              </a:pPr>
              <a:endParaRPr lang="zh-CN" altLang="en-US" sz="2400"/>
            </a:p>
          </p:txBody>
        </p:sp>
        <p:sp>
          <p:nvSpPr>
            <p:cNvPr id="127" name="文本框 133142">
              <a:extLst>
                <a:ext uri="{FF2B5EF4-FFF2-40B4-BE49-F238E27FC236}">
                  <a16:creationId xmlns:a16="http://schemas.microsoft.com/office/drawing/2014/main" id="{EA348098-485F-43D2-A222-C7A1FC6E08FD}"/>
                </a:ext>
              </a:extLst>
            </p:cNvPr>
            <p:cNvSpPr txBox="1">
              <a:spLocks noChangeArrowheads="1"/>
            </p:cNvSpPr>
            <p:nvPr/>
          </p:nvSpPr>
          <p:spPr bwMode="auto">
            <a:xfrm>
              <a:off x="4307343" y="3599835"/>
              <a:ext cx="171325" cy="303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nSpc>
                  <a:spcPct val="80000"/>
                </a:lnSpc>
              </a:pPr>
              <a:r>
                <a:rPr lang="en-US" altLang="zh-CN" sz="2400" b="1" dirty="0">
                  <a:solidFill>
                    <a:schemeClr val="accent2">
                      <a:lumMod val="75000"/>
                    </a:schemeClr>
                  </a:solidFill>
                </a:rPr>
                <a:t>L</a:t>
              </a:r>
              <a:endParaRPr lang="en-US" altLang="zh-CN" sz="2400" u="none" dirty="0">
                <a:solidFill>
                  <a:schemeClr val="accent2">
                    <a:lumMod val="75000"/>
                  </a:schemeClr>
                </a:solidFill>
              </a:endParaRPr>
            </a:p>
          </p:txBody>
        </p:sp>
      </p:grpSp>
      <p:grpSp>
        <p:nvGrpSpPr>
          <p:cNvPr id="128" name="组合 127">
            <a:extLst>
              <a:ext uri="{FF2B5EF4-FFF2-40B4-BE49-F238E27FC236}">
                <a16:creationId xmlns:a16="http://schemas.microsoft.com/office/drawing/2014/main" id="{FF511788-1D32-4D0B-8CF5-44DDAE1E94BB}"/>
              </a:ext>
            </a:extLst>
          </p:cNvPr>
          <p:cNvGrpSpPr/>
          <p:nvPr/>
        </p:nvGrpSpPr>
        <p:grpSpPr>
          <a:xfrm>
            <a:off x="7734495" y="5420696"/>
            <a:ext cx="266528" cy="358707"/>
            <a:chOff x="4307343" y="3599835"/>
            <a:chExt cx="266528" cy="358707"/>
          </a:xfrm>
        </p:grpSpPr>
        <p:sp>
          <p:nvSpPr>
            <p:cNvPr id="129" name="下箭头 133141">
              <a:extLst>
                <a:ext uri="{FF2B5EF4-FFF2-40B4-BE49-F238E27FC236}">
                  <a16:creationId xmlns:a16="http://schemas.microsoft.com/office/drawing/2014/main" id="{0AD10106-4FB9-4508-B237-EFBAE8D95BF0}"/>
                </a:ext>
              </a:extLst>
            </p:cNvPr>
            <p:cNvSpPr>
              <a:spLocks noChangeArrowheads="1"/>
            </p:cNvSpPr>
            <p:nvPr/>
          </p:nvSpPr>
          <p:spPr bwMode="auto">
            <a:xfrm rot="19999021">
              <a:off x="4454872" y="3654784"/>
              <a:ext cx="118999" cy="303758"/>
            </a:xfrm>
            <a:prstGeom prst="downArrow">
              <a:avLst>
                <a:gd name="adj1" fmla="val 50000"/>
                <a:gd name="adj2" fmla="val 112500"/>
              </a:avLst>
            </a:prstGeom>
            <a:solidFill>
              <a:schemeClr val="accent2"/>
            </a:solidFill>
            <a:ln w="12700">
              <a:solidFill>
                <a:schemeClr val="tx1"/>
              </a:solidFill>
              <a:miter lim="800000"/>
              <a:headEnd/>
              <a:tailEnd/>
            </a:ln>
          </p:spPr>
          <p:txBody>
            <a:bodyPr lIns="0" tIns="0" rIns="0" bIns="0"/>
            <a:lstStyle/>
            <a:p>
              <a:pPr>
                <a:lnSpc>
                  <a:spcPct val="80000"/>
                </a:lnSpc>
              </a:pPr>
              <a:endParaRPr lang="zh-CN" altLang="en-US" sz="2400"/>
            </a:p>
          </p:txBody>
        </p:sp>
        <p:sp>
          <p:nvSpPr>
            <p:cNvPr id="130" name="文本框 133142">
              <a:extLst>
                <a:ext uri="{FF2B5EF4-FFF2-40B4-BE49-F238E27FC236}">
                  <a16:creationId xmlns:a16="http://schemas.microsoft.com/office/drawing/2014/main" id="{E1F7AE20-CDAE-40E0-A44E-CCF4CA499B3B}"/>
                </a:ext>
              </a:extLst>
            </p:cNvPr>
            <p:cNvSpPr txBox="1">
              <a:spLocks noChangeArrowheads="1"/>
            </p:cNvSpPr>
            <p:nvPr/>
          </p:nvSpPr>
          <p:spPr bwMode="auto">
            <a:xfrm>
              <a:off x="4307343" y="3599835"/>
              <a:ext cx="171325" cy="303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nSpc>
                  <a:spcPct val="80000"/>
                </a:lnSpc>
              </a:pPr>
              <a:r>
                <a:rPr lang="en-US" altLang="zh-CN" sz="2400" b="1" dirty="0">
                  <a:solidFill>
                    <a:schemeClr val="accent2">
                      <a:lumMod val="75000"/>
                    </a:schemeClr>
                  </a:solidFill>
                </a:rPr>
                <a:t>L</a:t>
              </a:r>
              <a:endParaRPr lang="en-US" altLang="zh-CN" sz="2400" u="none" dirty="0">
                <a:solidFill>
                  <a:schemeClr val="accent2">
                    <a:lumMod val="75000"/>
                  </a:schemeClr>
                </a:solidFill>
              </a:endParaRPr>
            </a:p>
          </p:txBody>
        </p:sp>
      </p:grpSp>
      <p:grpSp>
        <p:nvGrpSpPr>
          <p:cNvPr id="131" name="组合 130">
            <a:extLst>
              <a:ext uri="{FF2B5EF4-FFF2-40B4-BE49-F238E27FC236}">
                <a16:creationId xmlns:a16="http://schemas.microsoft.com/office/drawing/2014/main" id="{B89E68F9-4134-468A-B389-1710A6BE774C}"/>
              </a:ext>
            </a:extLst>
          </p:cNvPr>
          <p:cNvGrpSpPr/>
          <p:nvPr/>
        </p:nvGrpSpPr>
        <p:grpSpPr>
          <a:xfrm>
            <a:off x="8681197" y="6016971"/>
            <a:ext cx="266528" cy="358707"/>
            <a:chOff x="4307343" y="3599835"/>
            <a:chExt cx="266528" cy="358707"/>
          </a:xfrm>
        </p:grpSpPr>
        <p:sp>
          <p:nvSpPr>
            <p:cNvPr id="132" name="下箭头 133141">
              <a:extLst>
                <a:ext uri="{FF2B5EF4-FFF2-40B4-BE49-F238E27FC236}">
                  <a16:creationId xmlns:a16="http://schemas.microsoft.com/office/drawing/2014/main" id="{F49736B9-FD2B-4FCC-97EE-F5E6A04512FA}"/>
                </a:ext>
              </a:extLst>
            </p:cNvPr>
            <p:cNvSpPr>
              <a:spLocks noChangeArrowheads="1"/>
            </p:cNvSpPr>
            <p:nvPr/>
          </p:nvSpPr>
          <p:spPr bwMode="auto">
            <a:xfrm rot="19999021">
              <a:off x="4454872" y="3654784"/>
              <a:ext cx="118999" cy="303758"/>
            </a:xfrm>
            <a:prstGeom prst="downArrow">
              <a:avLst>
                <a:gd name="adj1" fmla="val 50000"/>
                <a:gd name="adj2" fmla="val 112500"/>
              </a:avLst>
            </a:prstGeom>
            <a:solidFill>
              <a:schemeClr val="accent4">
                <a:lumMod val="50000"/>
              </a:schemeClr>
            </a:solidFill>
            <a:ln w="12700">
              <a:solidFill>
                <a:schemeClr val="tx1"/>
              </a:solidFill>
              <a:miter lim="800000"/>
              <a:headEnd/>
              <a:tailEnd/>
            </a:ln>
          </p:spPr>
          <p:txBody>
            <a:bodyPr lIns="0" tIns="0" rIns="0" bIns="0"/>
            <a:lstStyle/>
            <a:p>
              <a:pPr>
                <a:lnSpc>
                  <a:spcPct val="80000"/>
                </a:lnSpc>
              </a:pPr>
              <a:endParaRPr lang="zh-CN" altLang="en-US" sz="2400"/>
            </a:p>
          </p:txBody>
        </p:sp>
        <p:sp>
          <p:nvSpPr>
            <p:cNvPr id="133" name="文本框 133142">
              <a:extLst>
                <a:ext uri="{FF2B5EF4-FFF2-40B4-BE49-F238E27FC236}">
                  <a16:creationId xmlns:a16="http://schemas.microsoft.com/office/drawing/2014/main" id="{2992DC8D-9332-445C-96E9-309A69B03FC1}"/>
                </a:ext>
              </a:extLst>
            </p:cNvPr>
            <p:cNvSpPr txBox="1">
              <a:spLocks noChangeArrowheads="1"/>
            </p:cNvSpPr>
            <p:nvPr/>
          </p:nvSpPr>
          <p:spPr bwMode="auto">
            <a:xfrm>
              <a:off x="4307343" y="3599835"/>
              <a:ext cx="171325" cy="303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nSpc>
                  <a:spcPct val="80000"/>
                </a:lnSpc>
              </a:pPr>
              <a:r>
                <a:rPr lang="en-US" altLang="zh-CN" sz="2400" b="1" dirty="0">
                  <a:solidFill>
                    <a:srgbClr val="7030A0"/>
                  </a:solidFill>
                </a:rPr>
                <a:t>L</a:t>
              </a:r>
              <a:endParaRPr lang="en-US" altLang="zh-CN" sz="2400" u="none" dirty="0">
                <a:solidFill>
                  <a:srgbClr val="7030A0"/>
                </a:solidFill>
              </a:endParaRPr>
            </a:p>
          </p:txBody>
        </p:sp>
      </p:grpSp>
      <p:grpSp>
        <p:nvGrpSpPr>
          <p:cNvPr id="134" name="组合 133">
            <a:extLst>
              <a:ext uri="{FF2B5EF4-FFF2-40B4-BE49-F238E27FC236}">
                <a16:creationId xmlns:a16="http://schemas.microsoft.com/office/drawing/2014/main" id="{9F06BE7C-94F6-4512-92CE-F2CD1391A8C8}"/>
              </a:ext>
            </a:extLst>
          </p:cNvPr>
          <p:cNvGrpSpPr/>
          <p:nvPr/>
        </p:nvGrpSpPr>
        <p:grpSpPr>
          <a:xfrm>
            <a:off x="9581965" y="6034777"/>
            <a:ext cx="266528" cy="358707"/>
            <a:chOff x="4307343" y="3599835"/>
            <a:chExt cx="266528" cy="358707"/>
          </a:xfrm>
        </p:grpSpPr>
        <p:sp>
          <p:nvSpPr>
            <p:cNvPr id="135" name="下箭头 133141">
              <a:extLst>
                <a:ext uri="{FF2B5EF4-FFF2-40B4-BE49-F238E27FC236}">
                  <a16:creationId xmlns:a16="http://schemas.microsoft.com/office/drawing/2014/main" id="{1D7989D1-3805-4580-A616-E66207B13675}"/>
                </a:ext>
              </a:extLst>
            </p:cNvPr>
            <p:cNvSpPr>
              <a:spLocks noChangeArrowheads="1"/>
            </p:cNvSpPr>
            <p:nvPr/>
          </p:nvSpPr>
          <p:spPr bwMode="auto">
            <a:xfrm rot="19999021">
              <a:off x="4454872" y="3654784"/>
              <a:ext cx="118999" cy="303758"/>
            </a:xfrm>
            <a:prstGeom prst="downArrow">
              <a:avLst>
                <a:gd name="adj1" fmla="val 50000"/>
                <a:gd name="adj2" fmla="val 112500"/>
              </a:avLst>
            </a:prstGeom>
            <a:solidFill>
              <a:schemeClr val="accent4">
                <a:lumMod val="50000"/>
              </a:schemeClr>
            </a:solidFill>
            <a:ln w="12700">
              <a:solidFill>
                <a:schemeClr val="tx1"/>
              </a:solidFill>
              <a:miter lim="800000"/>
              <a:headEnd/>
              <a:tailEnd/>
            </a:ln>
          </p:spPr>
          <p:txBody>
            <a:bodyPr lIns="0" tIns="0" rIns="0" bIns="0"/>
            <a:lstStyle/>
            <a:p>
              <a:pPr>
                <a:lnSpc>
                  <a:spcPct val="80000"/>
                </a:lnSpc>
              </a:pPr>
              <a:endParaRPr lang="zh-CN" altLang="en-US" sz="2400">
                <a:solidFill>
                  <a:srgbClr val="7030A0"/>
                </a:solidFill>
              </a:endParaRPr>
            </a:p>
          </p:txBody>
        </p:sp>
        <p:sp>
          <p:nvSpPr>
            <p:cNvPr id="136" name="文本框 133142">
              <a:extLst>
                <a:ext uri="{FF2B5EF4-FFF2-40B4-BE49-F238E27FC236}">
                  <a16:creationId xmlns:a16="http://schemas.microsoft.com/office/drawing/2014/main" id="{2D91AD54-14CC-4029-89E2-78C229122F68}"/>
                </a:ext>
              </a:extLst>
            </p:cNvPr>
            <p:cNvSpPr txBox="1">
              <a:spLocks noChangeArrowheads="1"/>
            </p:cNvSpPr>
            <p:nvPr/>
          </p:nvSpPr>
          <p:spPr bwMode="auto">
            <a:xfrm>
              <a:off x="4307343" y="3599835"/>
              <a:ext cx="171325" cy="303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nSpc>
                  <a:spcPct val="80000"/>
                </a:lnSpc>
              </a:pPr>
              <a:r>
                <a:rPr lang="en-US" altLang="zh-CN" sz="2400" b="1" dirty="0">
                  <a:solidFill>
                    <a:srgbClr val="7030A0"/>
                  </a:solidFill>
                </a:rPr>
                <a:t>L</a:t>
              </a:r>
              <a:endParaRPr lang="en-US" altLang="zh-CN" sz="2400" u="none" dirty="0">
                <a:solidFill>
                  <a:srgbClr val="7030A0"/>
                </a:solidFill>
              </a:endParaRPr>
            </a:p>
          </p:txBody>
        </p:sp>
      </p:grpSp>
      <p:grpSp>
        <p:nvGrpSpPr>
          <p:cNvPr id="137" name="组合 136">
            <a:extLst>
              <a:ext uri="{FF2B5EF4-FFF2-40B4-BE49-F238E27FC236}">
                <a16:creationId xmlns:a16="http://schemas.microsoft.com/office/drawing/2014/main" id="{29F0642A-E39E-4F63-831F-A2BCB3F4EA9D}"/>
              </a:ext>
            </a:extLst>
          </p:cNvPr>
          <p:cNvGrpSpPr/>
          <p:nvPr/>
        </p:nvGrpSpPr>
        <p:grpSpPr>
          <a:xfrm>
            <a:off x="10449228" y="6016971"/>
            <a:ext cx="266528" cy="358707"/>
            <a:chOff x="4307343" y="3599835"/>
            <a:chExt cx="266528" cy="358707"/>
          </a:xfrm>
        </p:grpSpPr>
        <p:sp>
          <p:nvSpPr>
            <p:cNvPr id="138" name="下箭头 133141">
              <a:extLst>
                <a:ext uri="{FF2B5EF4-FFF2-40B4-BE49-F238E27FC236}">
                  <a16:creationId xmlns:a16="http://schemas.microsoft.com/office/drawing/2014/main" id="{7FF1A1E1-CC44-4786-A4E9-67F2B004CF0D}"/>
                </a:ext>
              </a:extLst>
            </p:cNvPr>
            <p:cNvSpPr>
              <a:spLocks noChangeArrowheads="1"/>
            </p:cNvSpPr>
            <p:nvPr/>
          </p:nvSpPr>
          <p:spPr bwMode="auto">
            <a:xfrm rot="19999021">
              <a:off x="4454872" y="3654784"/>
              <a:ext cx="118999" cy="303758"/>
            </a:xfrm>
            <a:prstGeom prst="downArrow">
              <a:avLst>
                <a:gd name="adj1" fmla="val 50000"/>
                <a:gd name="adj2" fmla="val 112500"/>
              </a:avLst>
            </a:prstGeom>
            <a:solidFill>
              <a:schemeClr val="accent4">
                <a:lumMod val="50000"/>
              </a:schemeClr>
            </a:solidFill>
            <a:ln w="12700">
              <a:solidFill>
                <a:schemeClr val="tx1"/>
              </a:solidFill>
              <a:miter lim="800000"/>
              <a:headEnd/>
              <a:tailEnd/>
            </a:ln>
          </p:spPr>
          <p:txBody>
            <a:bodyPr lIns="0" tIns="0" rIns="0" bIns="0"/>
            <a:lstStyle/>
            <a:p>
              <a:pPr>
                <a:lnSpc>
                  <a:spcPct val="80000"/>
                </a:lnSpc>
              </a:pPr>
              <a:endParaRPr lang="zh-CN" altLang="en-US" sz="2400"/>
            </a:p>
          </p:txBody>
        </p:sp>
        <p:sp>
          <p:nvSpPr>
            <p:cNvPr id="139" name="文本框 133142">
              <a:extLst>
                <a:ext uri="{FF2B5EF4-FFF2-40B4-BE49-F238E27FC236}">
                  <a16:creationId xmlns:a16="http://schemas.microsoft.com/office/drawing/2014/main" id="{B6E9D9CD-1B62-49CC-8FDF-43458BDAB863}"/>
                </a:ext>
              </a:extLst>
            </p:cNvPr>
            <p:cNvSpPr txBox="1">
              <a:spLocks noChangeArrowheads="1"/>
            </p:cNvSpPr>
            <p:nvPr/>
          </p:nvSpPr>
          <p:spPr bwMode="auto">
            <a:xfrm>
              <a:off x="4307343" y="3599835"/>
              <a:ext cx="171325" cy="303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nSpc>
                  <a:spcPct val="80000"/>
                </a:lnSpc>
              </a:pPr>
              <a:r>
                <a:rPr lang="en-US" altLang="zh-CN" sz="2400" b="1" dirty="0">
                  <a:solidFill>
                    <a:srgbClr val="7030A0"/>
                  </a:solidFill>
                </a:rPr>
                <a:t>L</a:t>
              </a:r>
              <a:endParaRPr lang="en-US" altLang="zh-CN" sz="2400" u="none" dirty="0">
                <a:solidFill>
                  <a:srgbClr val="7030A0"/>
                </a:solidFill>
              </a:endParaRPr>
            </a:p>
          </p:txBody>
        </p:sp>
      </p:grpSp>
      <p:sp>
        <p:nvSpPr>
          <p:cNvPr id="3" name="文本框 2">
            <a:extLst>
              <a:ext uri="{FF2B5EF4-FFF2-40B4-BE49-F238E27FC236}">
                <a16:creationId xmlns:a16="http://schemas.microsoft.com/office/drawing/2014/main" id="{1D3B106C-C1C9-43B2-A29B-CB8FBC9CCE34}"/>
              </a:ext>
            </a:extLst>
          </p:cNvPr>
          <p:cNvSpPr txBox="1"/>
          <p:nvPr/>
        </p:nvSpPr>
        <p:spPr>
          <a:xfrm>
            <a:off x="4945848" y="4520154"/>
            <a:ext cx="360608" cy="461665"/>
          </a:xfrm>
          <a:prstGeom prst="rect">
            <a:avLst/>
          </a:prstGeom>
          <a:solidFill>
            <a:schemeClr val="accent4">
              <a:lumMod val="40000"/>
              <a:lumOff val="60000"/>
            </a:schemeClr>
          </a:solidFill>
        </p:spPr>
        <p:txBody>
          <a:bodyPr wrap="square" rtlCol="0">
            <a:spAutoFit/>
          </a:bodyPr>
          <a:lstStyle/>
          <a:p>
            <a:r>
              <a:rPr lang="en-US" altLang="zh-CN" sz="2400" b="1" dirty="0">
                <a:solidFill>
                  <a:srgbClr val="FF0000"/>
                </a:solidFill>
                <a:effectLst>
                  <a:outerShdw blurRad="38100" dist="38100" dir="2700000" algn="tl">
                    <a:srgbClr val="000000">
                      <a:alpha val="43137"/>
                    </a:srgbClr>
                  </a:outerShdw>
                </a:effectLst>
              </a:rPr>
              <a:t>3</a:t>
            </a:r>
            <a:endParaRPr lang="zh-CN" altLang="en-US" sz="2400" b="1" dirty="0">
              <a:solidFill>
                <a:srgbClr val="FF0000"/>
              </a:solidFill>
              <a:effectLst>
                <a:outerShdw blurRad="38100" dist="38100" dir="2700000" algn="tl">
                  <a:srgbClr val="000000">
                    <a:alpha val="43137"/>
                  </a:srgbClr>
                </a:outerShdw>
              </a:effectLst>
            </a:endParaRPr>
          </a:p>
        </p:txBody>
      </p:sp>
      <p:cxnSp>
        <p:nvCxnSpPr>
          <p:cNvPr id="111" name="直接连接符 110">
            <a:extLst>
              <a:ext uri="{FF2B5EF4-FFF2-40B4-BE49-F238E27FC236}">
                <a16:creationId xmlns:a16="http://schemas.microsoft.com/office/drawing/2014/main" id="{3F2692CE-5E27-4F5B-B753-FD97E8BF94DF}"/>
              </a:ext>
            </a:extLst>
          </p:cNvPr>
          <p:cNvCxnSpPr>
            <a:cxnSpLocks/>
            <a:endCxn id="2" idx="1"/>
          </p:cNvCxnSpPr>
          <p:nvPr/>
        </p:nvCxnSpPr>
        <p:spPr>
          <a:xfrm flipH="1">
            <a:off x="6350970" y="2388230"/>
            <a:ext cx="2958556" cy="2363619"/>
          </a:xfrm>
          <a:prstGeom prst="line">
            <a:avLst/>
          </a:prstGeom>
          <a:ln w="28575">
            <a:solidFill>
              <a:srgbClr val="92D050"/>
            </a:solidFill>
            <a:prstDash val="lgDash"/>
          </a:ln>
        </p:spPr>
        <p:style>
          <a:lnRef idx="1">
            <a:schemeClr val="accent1"/>
          </a:lnRef>
          <a:fillRef idx="0">
            <a:schemeClr val="accent1"/>
          </a:fillRef>
          <a:effectRef idx="0">
            <a:schemeClr val="accent1"/>
          </a:effectRef>
          <a:fontRef idx="minor">
            <a:schemeClr val="tx1"/>
          </a:fontRef>
        </p:style>
      </p:cxnSp>
      <p:sp>
        <p:nvSpPr>
          <p:cNvPr id="8" name="文本框 7">
            <a:extLst>
              <a:ext uri="{FF2B5EF4-FFF2-40B4-BE49-F238E27FC236}">
                <a16:creationId xmlns:a16="http://schemas.microsoft.com/office/drawing/2014/main" id="{3B2E3D59-14F5-45BF-AB43-2627D2CDC236}"/>
              </a:ext>
            </a:extLst>
          </p:cNvPr>
          <p:cNvSpPr txBox="1"/>
          <p:nvPr/>
        </p:nvSpPr>
        <p:spPr>
          <a:xfrm>
            <a:off x="6214440" y="4882993"/>
            <a:ext cx="229981" cy="369332"/>
          </a:xfrm>
          <a:prstGeom prst="rect">
            <a:avLst/>
          </a:prstGeom>
          <a:noFill/>
        </p:spPr>
        <p:txBody>
          <a:bodyPr wrap="square" rtlCol="0">
            <a:spAutoFit/>
          </a:bodyPr>
          <a:lstStyle/>
          <a:p>
            <a:pPr algn="ctr"/>
            <a:r>
              <a:rPr lang="en-US" altLang="zh-CN" b="1" dirty="0">
                <a:solidFill>
                  <a:srgbClr val="C00000"/>
                </a:solidFill>
              </a:rPr>
              <a:t>1</a:t>
            </a:r>
            <a:endParaRPr lang="zh-CN" altLang="en-US" b="1" dirty="0">
              <a:solidFill>
                <a:srgbClr val="C00000"/>
              </a:solidFill>
            </a:endParaRPr>
          </a:p>
        </p:txBody>
      </p:sp>
      <p:cxnSp>
        <p:nvCxnSpPr>
          <p:cNvPr id="140" name="直接连接符 139">
            <a:extLst>
              <a:ext uri="{FF2B5EF4-FFF2-40B4-BE49-F238E27FC236}">
                <a16:creationId xmlns:a16="http://schemas.microsoft.com/office/drawing/2014/main" id="{381CAC5E-7E7E-4D07-B9C8-738EB36842C2}"/>
              </a:ext>
            </a:extLst>
          </p:cNvPr>
          <p:cNvCxnSpPr>
            <a:cxnSpLocks/>
          </p:cNvCxnSpPr>
          <p:nvPr/>
        </p:nvCxnSpPr>
        <p:spPr>
          <a:xfrm flipH="1">
            <a:off x="7359162" y="2402045"/>
            <a:ext cx="1957558" cy="2343352"/>
          </a:xfrm>
          <a:prstGeom prst="line">
            <a:avLst/>
          </a:prstGeom>
          <a:ln w="28575">
            <a:solidFill>
              <a:srgbClr val="92D050"/>
            </a:solidFill>
            <a:prstDash val="lgDash"/>
          </a:ln>
        </p:spPr>
        <p:style>
          <a:lnRef idx="1">
            <a:schemeClr val="accent1"/>
          </a:lnRef>
          <a:fillRef idx="0">
            <a:schemeClr val="accent1"/>
          </a:fillRef>
          <a:effectRef idx="0">
            <a:schemeClr val="accent1"/>
          </a:effectRef>
          <a:fontRef idx="minor">
            <a:schemeClr val="tx1"/>
          </a:fontRef>
        </p:style>
      </p:cxnSp>
      <p:cxnSp>
        <p:nvCxnSpPr>
          <p:cNvPr id="141" name="直接连接符 140">
            <a:extLst>
              <a:ext uri="{FF2B5EF4-FFF2-40B4-BE49-F238E27FC236}">
                <a16:creationId xmlns:a16="http://schemas.microsoft.com/office/drawing/2014/main" id="{679B6058-D915-415E-8A8E-B45AC63640AF}"/>
              </a:ext>
            </a:extLst>
          </p:cNvPr>
          <p:cNvCxnSpPr>
            <a:cxnSpLocks/>
          </p:cNvCxnSpPr>
          <p:nvPr/>
        </p:nvCxnSpPr>
        <p:spPr>
          <a:xfrm flipH="1">
            <a:off x="7371214" y="2419847"/>
            <a:ext cx="1908850" cy="2921217"/>
          </a:xfrm>
          <a:prstGeom prst="line">
            <a:avLst/>
          </a:prstGeom>
          <a:ln w="28575">
            <a:solidFill>
              <a:schemeClr val="accent2">
                <a:lumMod val="60000"/>
                <a:lumOff val="40000"/>
              </a:schemeClr>
            </a:solidFill>
            <a:prstDash val="lgDash"/>
          </a:ln>
        </p:spPr>
        <p:style>
          <a:lnRef idx="1">
            <a:schemeClr val="accent1"/>
          </a:lnRef>
          <a:fillRef idx="0">
            <a:schemeClr val="accent1"/>
          </a:fillRef>
          <a:effectRef idx="0">
            <a:schemeClr val="accent1"/>
          </a:effectRef>
          <a:fontRef idx="minor">
            <a:schemeClr val="tx1"/>
          </a:fontRef>
        </p:style>
      </p:cxnSp>
      <p:sp>
        <p:nvSpPr>
          <p:cNvPr id="143" name="文本框 142">
            <a:extLst>
              <a:ext uri="{FF2B5EF4-FFF2-40B4-BE49-F238E27FC236}">
                <a16:creationId xmlns:a16="http://schemas.microsoft.com/office/drawing/2014/main" id="{37124C19-FC52-4D03-BF2B-D140475BA453}"/>
              </a:ext>
            </a:extLst>
          </p:cNvPr>
          <p:cNvSpPr txBox="1"/>
          <p:nvPr/>
        </p:nvSpPr>
        <p:spPr>
          <a:xfrm>
            <a:off x="7093685" y="5484030"/>
            <a:ext cx="281557" cy="369332"/>
          </a:xfrm>
          <a:prstGeom prst="rect">
            <a:avLst/>
          </a:prstGeom>
          <a:noFill/>
        </p:spPr>
        <p:txBody>
          <a:bodyPr wrap="square" rtlCol="0">
            <a:spAutoFit/>
          </a:bodyPr>
          <a:lstStyle/>
          <a:p>
            <a:r>
              <a:rPr lang="en-US" altLang="zh-CN" b="1" dirty="0">
                <a:solidFill>
                  <a:srgbClr val="C00000"/>
                </a:solidFill>
              </a:rPr>
              <a:t>0</a:t>
            </a:r>
            <a:endParaRPr lang="zh-CN" altLang="en-US" b="1" dirty="0">
              <a:solidFill>
                <a:srgbClr val="C00000"/>
              </a:solidFill>
            </a:endParaRPr>
          </a:p>
        </p:txBody>
      </p:sp>
      <p:cxnSp>
        <p:nvCxnSpPr>
          <p:cNvPr id="13" name="直接连接符 12">
            <a:extLst>
              <a:ext uri="{FF2B5EF4-FFF2-40B4-BE49-F238E27FC236}">
                <a16:creationId xmlns:a16="http://schemas.microsoft.com/office/drawing/2014/main" id="{656BCC56-1129-44A9-BC9E-4847D89A0A44}"/>
              </a:ext>
            </a:extLst>
          </p:cNvPr>
          <p:cNvCxnSpPr/>
          <p:nvPr/>
        </p:nvCxnSpPr>
        <p:spPr>
          <a:xfrm>
            <a:off x="5634645" y="3332371"/>
            <a:ext cx="1870799" cy="0"/>
          </a:xfrm>
          <a:prstGeom prst="line">
            <a:avLst/>
          </a:prstGeom>
          <a:ln w="38100">
            <a:solidFill>
              <a:srgbClr val="92D050"/>
            </a:solidFill>
          </a:ln>
        </p:spPr>
        <p:style>
          <a:lnRef idx="1">
            <a:schemeClr val="accent1"/>
          </a:lnRef>
          <a:fillRef idx="0">
            <a:schemeClr val="accent1"/>
          </a:fillRef>
          <a:effectRef idx="0">
            <a:schemeClr val="accent1"/>
          </a:effectRef>
          <a:fontRef idx="minor">
            <a:schemeClr val="tx1"/>
          </a:fontRef>
        </p:style>
      </p:cxnSp>
      <p:sp>
        <p:nvSpPr>
          <p:cNvPr id="144" name="文本框 143">
            <a:extLst>
              <a:ext uri="{FF2B5EF4-FFF2-40B4-BE49-F238E27FC236}">
                <a16:creationId xmlns:a16="http://schemas.microsoft.com/office/drawing/2014/main" id="{81B3082E-D4FF-4D3C-B948-5F659CCA5B3E}"/>
              </a:ext>
            </a:extLst>
          </p:cNvPr>
          <p:cNvSpPr txBox="1"/>
          <p:nvPr/>
        </p:nvSpPr>
        <p:spPr>
          <a:xfrm>
            <a:off x="7057296" y="4871465"/>
            <a:ext cx="229981" cy="369332"/>
          </a:xfrm>
          <a:prstGeom prst="rect">
            <a:avLst/>
          </a:prstGeom>
          <a:noFill/>
        </p:spPr>
        <p:txBody>
          <a:bodyPr wrap="square" rtlCol="0">
            <a:spAutoFit/>
          </a:bodyPr>
          <a:lstStyle/>
          <a:p>
            <a:pPr algn="ctr"/>
            <a:r>
              <a:rPr lang="en-US" altLang="zh-CN" b="1" dirty="0">
                <a:solidFill>
                  <a:srgbClr val="C00000"/>
                </a:solidFill>
              </a:rPr>
              <a:t>1</a:t>
            </a:r>
            <a:endParaRPr lang="zh-CN" altLang="en-US" b="1" dirty="0">
              <a:solidFill>
                <a:srgbClr val="C00000"/>
              </a:solidFill>
            </a:endParaRPr>
          </a:p>
        </p:txBody>
      </p:sp>
      <p:cxnSp>
        <p:nvCxnSpPr>
          <p:cNvPr id="145" name="直接连接符 144">
            <a:extLst>
              <a:ext uri="{FF2B5EF4-FFF2-40B4-BE49-F238E27FC236}">
                <a16:creationId xmlns:a16="http://schemas.microsoft.com/office/drawing/2014/main" id="{C1AF4230-C941-4327-A1C2-1B1AE14776B0}"/>
              </a:ext>
            </a:extLst>
          </p:cNvPr>
          <p:cNvCxnSpPr>
            <a:cxnSpLocks/>
            <a:endCxn id="73" idx="0"/>
          </p:cNvCxnSpPr>
          <p:nvPr/>
        </p:nvCxnSpPr>
        <p:spPr>
          <a:xfrm flipH="1">
            <a:off x="8256347" y="2390711"/>
            <a:ext cx="1053180" cy="2365382"/>
          </a:xfrm>
          <a:prstGeom prst="line">
            <a:avLst/>
          </a:prstGeom>
          <a:ln w="28575">
            <a:solidFill>
              <a:srgbClr val="92D050"/>
            </a:solidFill>
            <a:prstDash val="lgDash"/>
          </a:ln>
        </p:spPr>
        <p:style>
          <a:lnRef idx="1">
            <a:schemeClr val="accent1"/>
          </a:lnRef>
          <a:fillRef idx="0">
            <a:schemeClr val="accent1"/>
          </a:fillRef>
          <a:effectRef idx="0">
            <a:schemeClr val="accent1"/>
          </a:effectRef>
          <a:fontRef idx="minor">
            <a:schemeClr val="tx1"/>
          </a:fontRef>
        </p:style>
      </p:cxnSp>
      <p:cxnSp>
        <p:nvCxnSpPr>
          <p:cNvPr id="146" name="直接连接符 145">
            <a:extLst>
              <a:ext uri="{FF2B5EF4-FFF2-40B4-BE49-F238E27FC236}">
                <a16:creationId xmlns:a16="http://schemas.microsoft.com/office/drawing/2014/main" id="{25DDF4C9-9487-4888-912F-D29A9622D1A9}"/>
              </a:ext>
            </a:extLst>
          </p:cNvPr>
          <p:cNvCxnSpPr>
            <a:cxnSpLocks/>
          </p:cNvCxnSpPr>
          <p:nvPr/>
        </p:nvCxnSpPr>
        <p:spPr>
          <a:xfrm flipH="1">
            <a:off x="8298193" y="2387843"/>
            <a:ext cx="1046797" cy="2950404"/>
          </a:xfrm>
          <a:prstGeom prst="line">
            <a:avLst/>
          </a:prstGeom>
          <a:ln w="28575">
            <a:solidFill>
              <a:schemeClr val="accent2">
                <a:lumMod val="60000"/>
                <a:lumOff val="40000"/>
              </a:schemeClr>
            </a:solidFill>
            <a:prstDash val="lgDash"/>
          </a:ln>
        </p:spPr>
        <p:style>
          <a:lnRef idx="1">
            <a:schemeClr val="accent1"/>
          </a:lnRef>
          <a:fillRef idx="0">
            <a:schemeClr val="accent1"/>
          </a:fillRef>
          <a:effectRef idx="0">
            <a:schemeClr val="accent1"/>
          </a:effectRef>
          <a:fontRef idx="minor">
            <a:schemeClr val="tx1"/>
          </a:fontRef>
        </p:style>
      </p:cxnSp>
      <p:sp>
        <p:nvSpPr>
          <p:cNvPr id="147" name="文本框 146">
            <a:extLst>
              <a:ext uri="{FF2B5EF4-FFF2-40B4-BE49-F238E27FC236}">
                <a16:creationId xmlns:a16="http://schemas.microsoft.com/office/drawing/2014/main" id="{992E2181-78BA-4CE9-9437-1A8214B7A79E}"/>
              </a:ext>
            </a:extLst>
          </p:cNvPr>
          <p:cNvSpPr txBox="1"/>
          <p:nvPr/>
        </p:nvSpPr>
        <p:spPr>
          <a:xfrm>
            <a:off x="7953718" y="5476642"/>
            <a:ext cx="281557" cy="369332"/>
          </a:xfrm>
          <a:prstGeom prst="rect">
            <a:avLst/>
          </a:prstGeom>
          <a:noFill/>
        </p:spPr>
        <p:txBody>
          <a:bodyPr wrap="square" rtlCol="0">
            <a:spAutoFit/>
          </a:bodyPr>
          <a:lstStyle/>
          <a:p>
            <a:r>
              <a:rPr lang="en-US" altLang="zh-CN" b="1" dirty="0">
                <a:solidFill>
                  <a:srgbClr val="C00000"/>
                </a:solidFill>
              </a:rPr>
              <a:t>0</a:t>
            </a:r>
            <a:endParaRPr lang="zh-CN" altLang="en-US" b="1" dirty="0">
              <a:solidFill>
                <a:srgbClr val="C00000"/>
              </a:solidFill>
            </a:endParaRPr>
          </a:p>
        </p:txBody>
      </p:sp>
      <p:cxnSp>
        <p:nvCxnSpPr>
          <p:cNvPr id="148" name="直接连接符 147">
            <a:extLst>
              <a:ext uri="{FF2B5EF4-FFF2-40B4-BE49-F238E27FC236}">
                <a16:creationId xmlns:a16="http://schemas.microsoft.com/office/drawing/2014/main" id="{C5DBEB65-7430-48CB-9C22-A1D13053C55E}"/>
              </a:ext>
            </a:extLst>
          </p:cNvPr>
          <p:cNvCxnSpPr>
            <a:cxnSpLocks/>
            <a:endCxn id="74" idx="0"/>
          </p:cNvCxnSpPr>
          <p:nvPr/>
        </p:nvCxnSpPr>
        <p:spPr>
          <a:xfrm flipH="1">
            <a:off x="9160121" y="2404384"/>
            <a:ext cx="130503" cy="2933863"/>
          </a:xfrm>
          <a:prstGeom prst="line">
            <a:avLst/>
          </a:prstGeom>
          <a:ln w="28575">
            <a:solidFill>
              <a:schemeClr val="accent2">
                <a:lumMod val="60000"/>
                <a:lumOff val="40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149" name="直接连接符 148">
            <a:extLst>
              <a:ext uri="{FF2B5EF4-FFF2-40B4-BE49-F238E27FC236}">
                <a16:creationId xmlns:a16="http://schemas.microsoft.com/office/drawing/2014/main" id="{64A46711-CCEB-49D6-96B2-37FDD66E680E}"/>
              </a:ext>
            </a:extLst>
          </p:cNvPr>
          <p:cNvCxnSpPr>
            <a:cxnSpLocks/>
          </p:cNvCxnSpPr>
          <p:nvPr/>
        </p:nvCxnSpPr>
        <p:spPr>
          <a:xfrm flipH="1">
            <a:off x="9163127" y="2390709"/>
            <a:ext cx="119247" cy="3514512"/>
          </a:xfrm>
          <a:prstGeom prst="line">
            <a:avLst/>
          </a:prstGeom>
          <a:ln w="28575">
            <a:solidFill>
              <a:srgbClr val="D1B0D8"/>
            </a:solidFill>
            <a:prstDash val="lgDash"/>
          </a:ln>
        </p:spPr>
        <p:style>
          <a:lnRef idx="1">
            <a:schemeClr val="accent1"/>
          </a:lnRef>
          <a:fillRef idx="0">
            <a:schemeClr val="accent1"/>
          </a:fillRef>
          <a:effectRef idx="0">
            <a:schemeClr val="accent1"/>
          </a:effectRef>
          <a:fontRef idx="minor">
            <a:schemeClr val="tx1"/>
          </a:fontRef>
        </p:style>
      </p:cxnSp>
      <p:sp>
        <p:nvSpPr>
          <p:cNvPr id="150" name="文本框 149">
            <a:extLst>
              <a:ext uri="{FF2B5EF4-FFF2-40B4-BE49-F238E27FC236}">
                <a16:creationId xmlns:a16="http://schemas.microsoft.com/office/drawing/2014/main" id="{77D51194-2B7D-42FC-A394-6BFEAA6406E4}"/>
              </a:ext>
            </a:extLst>
          </p:cNvPr>
          <p:cNvSpPr txBox="1"/>
          <p:nvPr/>
        </p:nvSpPr>
        <p:spPr>
          <a:xfrm>
            <a:off x="8901465" y="6052860"/>
            <a:ext cx="281557" cy="369332"/>
          </a:xfrm>
          <a:prstGeom prst="rect">
            <a:avLst/>
          </a:prstGeom>
          <a:noFill/>
        </p:spPr>
        <p:txBody>
          <a:bodyPr wrap="square" rtlCol="0">
            <a:spAutoFit/>
          </a:bodyPr>
          <a:lstStyle/>
          <a:p>
            <a:r>
              <a:rPr lang="en-US" altLang="zh-CN" b="1" dirty="0">
                <a:solidFill>
                  <a:srgbClr val="C00000"/>
                </a:solidFill>
              </a:rPr>
              <a:t>0</a:t>
            </a:r>
            <a:endParaRPr lang="zh-CN" altLang="en-US" b="1" dirty="0">
              <a:solidFill>
                <a:srgbClr val="C00000"/>
              </a:solidFill>
            </a:endParaRPr>
          </a:p>
        </p:txBody>
      </p:sp>
      <p:cxnSp>
        <p:nvCxnSpPr>
          <p:cNvPr id="151" name="直接连接符 150">
            <a:extLst>
              <a:ext uri="{FF2B5EF4-FFF2-40B4-BE49-F238E27FC236}">
                <a16:creationId xmlns:a16="http://schemas.microsoft.com/office/drawing/2014/main" id="{0B74190F-726A-4D4D-9978-D78B22D015A6}"/>
              </a:ext>
            </a:extLst>
          </p:cNvPr>
          <p:cNvCxnSpPr>
            <a:cxnSpLocks/>
          </p:cNvCxnSpPr>
          <p:nvPr/>
        </p:nvCxnSpPr>
        <p:spPr>
          <a:xfrm>
            <a:off x="9313926" y="2402045"/>
            <a:ext cx="732599" cy="3503176"/>
          </a:xfrm>
          <a:prstGeom prst="line">
            <a:avLst/>
          </a:prstGeom>
          <a:ln w="28575">
            <a:solidFill>
              <a:srgbClr val="D1B0D8"/>
            </a:solidFill>
            <a:prstDash val="lgDash"/>
          </a:ln>
        </p:spPr>
        <p:style>
          <a:lnRef idx="1">
            <a:schemeClr val="accent1"/>
          </a:lnRef>
          <a:fillRef idx="0">
            <a:schemeClr val="accent1"/>
          </a:fillRef>
          <a:effectRef idx="0">
            <a:schemeClr val="accent1"/>
          </a:effectRef>
          <a:fontRef idx="minor">
            <a:schemeClr val="tx1"/>
          </a:fontRef>
        </p:style>
      </p:cxnSp>
      <p:sp>
        <p:nvSpPr>
          <p:cNvPr id="152" name="文本框 151">
            <a:extLst>
              <a:ext uri="{FF2B5EF4-FFF2-40B4-BE49-F238E27FC236}">
                <a16:creationId xmlns:a16="http://schemas.microsoft.com/office/drawing/2014/main" id="{F14532C1-C94E-4CB1-B958-0C270684E5DD}"/>
              </a:ext>
            </a:extLst>
          </p:cNvPr>
          <p:cNvSpPr txBox="1"/>
          <p:nvPr/>
        </p:nvSpPr>
        <p:spPr>
          <a:xfrm>
            <a:off x="9781024" y="6050371"/>
            <a:ext cx="281557" cy="369332"/>
          </a:xfrm>
          <a:prstGeom prst="rect">
            <a:avLst/>
          </a:prstGeom>
          <a:noFill/>
        </p:spPr>
        <p:txBody>
          <a:bodyPr wrap="square" rtlCol="0">
            <a:spAutoFit/>
          </a:bodyPr>
          <a:lstStyle/>
          <a:p>
            <a:r>
              <a:rPr lang="en-US" altLang="zh-CN" b="1" dirty="0">
                <a:solidFill>
                  <a:srgbClr val="C00000"/>
                </a:solidFill>
              </a:rPr>
              <a:t>0</a:t>
            </a:r>
            <a:endParaRPr lang="zh-CN" altLang="en-US" b="1" dirty="0">
              <a:solidFill>
                <a:srgbClr val="C00000"/>
              </a:solidFill>
            </a:endParaRPr>
          </a:p>
        </p:txBody>
      </p:sp>
      <p:cxnSp>
        <p:nvCxnSpPr>
          <p:cNvPr id="153" name="直接连接符 152">
            <a:extLst>
              <a:ext uri="{FF2B5EF4-FFF2-40B4-BE49-F238E27FC236}">
                <a16:creationId xmlns:a16="http://schemas.microsoft.com/office/drawing/2014/main" id="{202EC511-AB8D-4CFA-931E-DEEB4C1FE973}"/>
              </a:ext>
            </a:extLst>
          </p:cNvPr>
          <p:cNvCxnSpPr>
            <a:cxnSpLocks/>
            <a:endCxn id="90" idx="0"/>
          </p:cNvCxnSpPr>
          <p:nvPr/>
        </p:nvCxnSpPr>
        <p:spPr>
          <a:xfrm>
            <a:off x="9315906" y="2399526"/>
            <a:ext cx="1645175" cy="3519162"/>
          </a:xfrm>
          <a:prstGeom prst="line">
            <a:avLst/>
          </a:prstGeom>
          <a:ln w="28575">
            <a:solidFill>
              <a:srgbClr val="D1B0D8"/>
            </a:solidFill>
            <a:prstDash val="lgDash"/>
          </a:ln>
        </p:spPr>
        <p:style>
          <a:lnRef idx="1">
            <a:schemeClr val="accent1"/>
          </a:lnRef>
          <a:fillRef idx="0">
            <a:schemeClr val="accent1"/>
          </a:fillRef>
          <a:effectRef idx="0">
            <a:schemeClr val="accent1"/>
          </a:effectRef>
          <a:fontRef idx="minor">
            <a:schemeClr val="tx1"/>
          </a:fontRef>
        </p:style>
      </p:cxnSp>
      <p:sp>
        <p:nvSpPr>
          <p:cNvPr id="154" name="文本框 153">
            <a:extLst>
              <a:ext uri="{FF2B5EF4-FFF2-40B4-BE49-F238E27FC236}">
                <a16:creationId xmlns:a16="http://schemas.microsoft.com/office/drawing/2014/main" id="{1486EAF1-E0B3-43AA-93D5-64C846598182}"/>
              </a:ext>
            </a:extLst>
          </p:cNvPr>
          <p:cNvSpPr txBox="1"/>
          <p:nvPr/>
        </p:nvSpPr>
        <p:spPr>
          <a:xfrm>
            <a:off x="10660197" y="6056939"/>
            <a:ext cx="281557" cy="369332"/>
          </a:xfrm>
          <a:prstGeom prst="rect">
            <a:avLst/>
          </a:prstGeom>
          <a:noFill/>
        </p:spPr>
        <p:txBody>
          <a:bodyPr wrap="square" rtlCol="0">
            <a:spAutoFit/>
          </a:bodyPr>
          <a:lstStyle/>
          <a:p>
            <a:r>
              <a:rPr lang="en-US" altLang="zh-CN" b="1" dirty="0">
                <a:solidFill>
                  <a:srgbClr val="C00000"/>
                </a:solidFill>
              </a:rPr>
              <a:t>0</a:t>
            </a:r>
            <a:endParaRPr lang="zh-CN" altLang="en-US" b="1" dirty="0">
              <a:solidFill>
                <a:srgbClr val="C00000"/>
              </a:solidFill>
            </a:endParaRPr>
          </a:p>
        </p:txBody>
      </p:sp>
      <p:sp>
        <p:nvSpPr>
          <p:cNvPr id="155" name="文本框 154">
            <a:extLst>
              <a:ext uri="{FF2B5EF4-FFF2-40B4-BE49-F238E27FC236}">
                <a16:creationId xmlns:a16="http://schemas.microsoft.com/office/drawing/2014/main" id="{35960FDF-78BF-44AD-B31A-9331560EB4B3}"/>
              </a:ext>
            </a:extLst>
          </p:cNvPr>
          <p:cNvSpPr txBox="1"/>
          <p:nvPr/>
        </p:nvSpPr>
        <p:spPr>
          <a:xfrm>
            <a:off x="8869148" y="5445864"/>
            <a:ext cx="229981" cy="369332"/>
          </a:xfrm>
          <a:prstGeom prst="rect">
            <a:avLst/>
          </a:prstGeom>
          <a:noFill/>
        </p:spPr>
        <p:txBody>
          <a:bodyPr wrap="square" rtlCol="0">
            <a:spAutoFit/>
          </a:bodyPr>
          <a:lstStyle/>
          <a:p>
            <a:pPr algn="ctr"/>
            <a:r>
              <a:rPr lang="en-US" altLang="zh-CN" b="1" dirty="0">
                <a:solidFill>
                  <a:srgbClr val="C00000"/>
                </a:solidFill>
              </a:rPr>
              <a:t>1</a:t>
            </a:r>
            <a:endParaRPr lang="zh-CN" altLang="en-US" b="1" dirty="0">
              <a:solidFill>
                <a:srgbClr val="C00000"/>
              </a:solidFill>
            </a:endParaRPr>
          </a:p>
        </p:txBody>
      </p:sp>
      <p:sp>
        <p:nvSpPr>
          <p:cNvPr id="156" name="文本框 155">
            <a:extLst>
              <a:ext uri="{FF2B5EF4-FFF2-40B4-BE49-F238E27FC236}">
                <a16:creationId xmlns:a16="http://schemas.microsoft.com/office/drawing/2014/main" id="{1C79E2DA-14A8-4858-956F-BDF0B9EA151A}"/>
              </a:ext>
            </a:extLst>
          </p:cNvPr>
          <p:cNvSpPr txBox="1"/>
          <p:nvPr/>
        </p:nvSpPr>
        <p:spPr>
          <a:xfrm>
            <a:off x="8835632" y="4834847"/>
            <a:ext cx="270647" cy="369332"/>
          </a:xfrm>
          <a:prstGeom prst="rect">
            <a:avLst/>
          </a:prstGeom>
          <a:noFill/>
        </p:spPr>
        <p:txBody>
          <a:bodyPr wrap="square" rtlCol="0">
            <a:spAutoFit/>
          </a:bodyPr>
          <a:lstStyle/>
          <a:p>
            <a:pPr algn="ctr"/>
            <a:r>
              <a:rPr lang="en-US" altLang="zh-CN" b="1" dirty="0">
                <a:solidFill>
                  <a:srgbClr val="C00000"/>
                </a:solidFill>
              </a:rPr>
              <a:t>2</a:t>
            </a:r>
            <a:endParaRPr lang="zh-CN" altLang="en-US" b="1" dirty="0">
              <a:solidFill>
                <a:srgbClr val="C00000"/>
              </a:solidFill>
            </a:endParaRPr>
          </a:p>
        </p:txBody>
      </p:sp>
      <p:sp>
        <p:nvSpPr>
          <p:cNvPr id="157" name="文本框 156">
            <a:extLst>
              <a:ext uri="{FF2B5EF4-FFF2-40B4-BE49-F238E27FC236}">
                <a16:creationId xmlns:a16="http://schemas.microsoft.com/office/drawing/2014/main" id="{3048472D-EF28-4232-A80B-EC83C06B042C}"/>
              </a:ext>
            </a:extLst>
          </p:cNvPr>
          <p:cNvSpPr txBox="1"/>
          <p:nvPr/>
        </p:nvSpPr>
        <p:spPr>
          <a:xfrm>
            <a:off x="7913144" y="4198865"/>
            <a:ext cx="326111" cy="461665"/>
          </a:xfrm>
          <a:prstGeom prst="rect">
            <a:avLst/>
          </a:prstGeom>
          <a:noFill/>
        </p:spPr>
        <p:txBody>
          <a:bodyPr wrap="square" rtlCol="0">
            <a:spAutoFit/>
          </a:bodyPr>
          <a:lstStyle/>
          <a:p>
            <a:pPr algn="ctr"/>
            <a:r>
              <a:rPr lang="en-US" altLang="zh-CN" sz="2400" b="1" dirty="0">
                <a:solidFill>
                  <a:srgbClr val="C00000"/>
                </a:solidFill>
              </a:rPr>
              <a:t>3</a:t>
            </a:r>
            <a:endParaRPr lang="zh-CN" altLang="en-US" sz="2400" b="1" dirty="0">
              <a:solidFill>
                <a:srgbClr val="C00000"/>
              </a:solidFill>
            </a:endParaRPr>
          </a:p>
        </p:txBody>
      </p:sp>
      <p:sp>
        <p:nvSpPr>
          <p:cNvPr id="158" name="文本框 157">
            <a:extLst>
              <a:ext uri="{FF2B5EF4-FFF2-40B4-BE49-F238E27FC236}">
                <a16:creationId xmlns:a16="http://schemas.microsoft.com/office/drawing/2014/main" id="{3D146A1A-1E78-478E-8604-C794C3E3DEB5}"/>
              </a:ext>
            </a:extLst>
          </p:cNvPr>
          <p:cNvSpPr txBox="1"/>
          <p:nvPr/>
        </p:nvSpPr>
        <p:spPr>
          <a:xfrm>
            <a:off x="5525774" y="4473211"/>
            <a:ext cx="326111" cy="461665"/>
          </a:xfrm>
          <a:prstGeom prst="rect">
            <a:avLst/>
          </a:prstGeom>
          <a:noFill/>
        </p:spPr>
        <p:txBody>
          <a:bodyPr wrap="square" rtlCol="0">
            <a:spAutoFit/>
          </a:bodyPr>
          <a:lstStyle/>
          <a:p>
            <a:pPr algn="ctr"/>
            <a:r>
              <a:rPr lang="en-US" altLang="zh-CN" sz="2400" b="1" dirty="0">
                <a:solidFill>
                  <a:srgbClr val="C00000"/>
                </a:solidFill>
              </a:rPr>
              <a:t>D</a:t>
            </a:r>
            <a:endParaRPr lang="zh-CN" altLang="en-US" sz="2400" b="1" dirty="0">
              <a:solidFill>
                <a:srgbClr val="C00000"/>
              </a:solidFill>
            </a:endParaRPr>
          </a:p>
        </p:txBody>
      </p:sp>
    </p:spTree>
    <p:extLst>
      <p:ext uri="{BB962C8B-B14F-4D97-AF65-F5344CB8AC3E}">
        <p14:creationId xmlns:p14="http://schemas.microsoft.com/office/powerpoint/2010/main" val="19448591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109">
                                            <p:txEl>
                                              <p:pRg st="0" end="0"/>
                                            </p:txEl>
                                          </p:spTgt>
                                        </p:tgtEl>
                                        <p:attrNameLst>
                                          <p:attrName>style.visibility</p:attrName>
                                        </p:attrNameLst>
                                      </p:cBhvr>
                                      <p:to>
                                        <p:strVal val="visible"/>
                                      </p:to>
                                    </p:set>
                                    <p:animEffect transition="in" filter="wipe(up)">
                                      <p:cBhvr>
                                        <p:cTn id="7" dur="500"/>
                                        <p:tgtEl>
                                          <p:spTgt spid="109">
                                            <p:txEl>
                                              <p:pRg st="0" end="0"/>
                                            </p:txEl>
                                          </p:spTgt>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109">
                                            <p:txEl>
                                              <p:pRg st="1" end="1"/>
                                            </p:txEl>
                                          </p:spTgt>
                                        </p:tgtEl>
                                        <p:attrNameLst>
                                          <p:attrName>style.visibility</p:attrName>
                                        </p:attrNameLst>
                                      </p:cBhvr>
                                      <p:to>
                                        <p:strVal val="visible"/>
                                      </p:to>
                                    </p:set>
                                    <p:animEffect transition="in" filter="wipe(up)">
                                      <p:cBhvr>
                                        <p:cTn id="10" dur="500"/>
                                        <p:tgtEl>
                                          <p:spTgt spid="109">
                                            <p:txEl>
                                              <p:pRg st="1" end="1"/>
                                            </p:txEl>
                                          </p:spTgt>
                                        </p:tgtEl>
                                      </p:cBhvr>
                                    </p:animEffect>
                                  </p:childTnLst>
                                </p:cTn>
                              </p:par>
                              <p:par>
                                <p:cTn id="11" presetID="22" presetClass="entr" presetSubtype="1" fill="hold" grpId="0" nodeType="withEffect">
                                  <p:stCondLst>
                                    <p:cond delay="0"/>
                                  </p:stCondLst>
                                  <p:childTnLst>
                                    <p:set>
                                      <p:cBhvr>
                                        <p:cTn id="12" dur="1" fill="hold">
                                          <p:stCondLst>
                                            <p:cond delay="0"/>
                                          </p:stCondLst>
                                        </p:cTn>
                                        <p:tgtEl>
                                          <p:spTgt spid="109">
                                            <p:txEl>
                                              <p:pRg st="2" end="2"/>
                                            </p:txEl>
                                          </p:spTgt>
                                        </p:tgtEl>
                                        <p:attrNameLst>
                                          <p:attrName>style.visibility</p:attrName>
                                        </p:attrNameLst>
                                      </p:cBhvr>
                                      <p:to>
                                        <p:strVal val="visible"/>
                                      </p:to>
                                    </p:set>
                                    <p:animEffect transition="in" filter="wipe(up)">
                                      <p:cBhvr>
                                        <p:cTn id="13" dur="500"/>
                                        <p:tgtEl>
                                          <p:spTgt spid="109">
                                            <p:txEl>
                                              <p:pRg st="2" end="2"/>
                                            </p:txEl>
                                          </p:spTgt>
                                        </p:tgtEl>
                                      </p:cBhvr>
                                    </p:animEffect>
                                  </p:childTnLst>
                                </p:cTn>
                              </p:par>
                              <p:par>
                                <p:cTn id="14" presetID="22" presetClass="entr" presetSubtype="1" fill="hold" grpId="0" nodeType="withEffect">
                                  <p:stCondLst>
                                    <p:cond delay="0"/>
                                  </p:stCondLst>
                                  <p:childTnLst>
                                    <p:set>
                                      <p:cBhvr>
                                        <p:cTn id="15" dur="1" fill="hold">
                                          <p:stCondLst>
                                            <p:cond delay="0"/>
                                          </p:stCondLst>
                                        </p:cTn>
                                        <p:tgtEl>
                                          <p:spTgt spid="109">
                                            <p:txEl>
                                              <p:pRg st="3" end="3"/>
                                            </p:txEl>
                                          </p:spTgt>
                                        </p:tgtEl>
                                        <p:attrNameLst>
                                          <p:attrName>style.visibility</p:attrName>
                                        </p:attrNameLst>
                                      </p:cBhvr>
                                      <p:to>
                                        <p:strVal val="visible"/>
                                      </p:to>
                                    </p:set>
                                    <p:animEffect transition="in" filter="wipe(up)">
                                      <p:cBhvr>
                                        <p:cTn id="16" dur="500"/>
                                        <p:tgtEl>
                                          <p:spTgt spid="109">
                                            <p:txEl>
                                              <p:pRg st="3" end="3"/>
                                            </p:txEl>
                                          </p:spTgt>
                                        </p:tgtEl>
                                      </p:cBhvr>
                                    </p:animEffect>
                                  </p:childTnLst>
                                </p:cTn>
                              </p:par>
                              <p:par>
                                <p:cTn id="17" presetID="22" presetClass="entr" presetSubtype="1" fill="hold" grpId="0" nodeType="withEffect">
                                  <p:stCondLst>
                                    <p:cond delay="0"/>
                                  </p:stCondLst>
                                  <p:childTnLst>
                                    <p:set>
                                      <p:cBhvr>
                                        <p:cTn id="18" dur="1" fill="hold">
                                          <p:stCondLst>
                                            <p:cond delay="0"/>
                                          </p:stCondLst>
                                        </p:cTn>
                                        <p:tgtEl>
                                          <p:spTgt spid="109">
                                            <p:txEl>
                                              <p:pRg st="4" end="4"/>
                                            </p:txEl>
                                          </p:spTgt>
                                        </p:tgtEl>
                                        <p:attrNameLst>
                                          <p:attrName>style.visibility</p:attrName>
                                        </p:attrNameLst>
                                      </p:cBhvr>
                                      <p:to>
                                        <p:strVal val="visible"/>
                                      </p:to>
                                    </p:set>
                                    <p:animEffect transition="in" filter="wipe(up)">
                                      <p:cBhvr>
                                        <p:cTn id="19" dur="500"/>
                                        <p:tgtEl>
                                          <p:spTgt spid="109">
                                            <p:txEl>
                                              <p:pRg st="4" end="4"/>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1" fill="hold" grpId="0" nodeType="clickEffect">
                                  <p:stCondLst>
                                    <p:cond delay="0"/>
                                  </p:stCondLst>
                                  <p:childTnLst>
                                    <p:set>
                                      <p:cBhvr>
                                        <p:cTn id="23" dur="1" fill="hold">
                                          <p:stCondLst>
                                            <p:cond delay="0"/>
                                          </p:stCondLst>
                                        </p:cTn>
                                        <p:tgtEl>
                                          <p:spTgt spid="109">
                                            <p:txEl>
                                              <p:pRg st="5" end="5"/>
                                            </p:txEl>
                                          </p:spTgt>
                                        </p:tgtEl>
                                        <p:attrNameLst>
                                          <p:attrName>style.visibility</p:attrName>
                                        </p:attrNameLst>
                                      </p:cBhvr>
                                      <p:to>
                                        <p:strVal val="visible"/>
                                      </p:to>
                                    </p:set>
                                    <p:animEffect transition="in" filter="wipe(up)">
                                      <p:cBhvr>
                                        <p:cTn id="24" dur="500"/>
                                        <p:tgtEl>
                                          <p:spTgt spid="109">
                                            <p:txEl>
                                              <p:pRg st="5" end="5"/>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1" fill="hold" grpId="0" nodeType="clickEffect">
                                  <p:stCondLst>
                                    <p:cond delay="0"/>
                                  </p:stCondLst>
                                  <p:childTnLst>
                                    <p:set>
                                      <p:cBhvr>
                                        <p:cTn id="28" dur="1" fill="hold">
                                          <p:stCondLst>
                                            <p:cond delay="0"/>
                                          </p:stCondLst>
                                        </p:cTn>
                                        <p:tgtEl>
                                          <p:spTgt spid="27"/>
                                        </p:tgtEl>
                                        <p:attrNameLst>
                                          <p:attrName>style.visibility</p:attrName>
                                        </p:attrNameLst>
                                      </p:cBhvr>
                                      <p:to>
                                        <p:strVal val="visible"/>
                                      </p:to>
                                    </p:set>
                                    <p:animEffect transition="in" filter="wipe(up)">
                                      <p:cBhvr>
                                        <p:cTn id="29" dur="500"/>
                                        <p:tgtEl>
                                          <p:spTgt spid="27"/>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1" fill="hold" grpId="0" nodeType="clickEffect">
                                  <p:stCondLst>
                                    <p:cond delay="0"/>
                                  </p:stCondLst>
                                  <p:childTnLst>
                                    <p:set>
                                      <p:cBhvr>
                                        <p:cTn id="33" dur="1" fill="hold">
                                          <p:stCondLst>
                                            <p:cond delay="0"/>
                                          </p:stCondLst>
                                        </p:cTn>
                                        <p:tgtEl>
                                          <p:spTgt spid="109">
                                            <p:txEl>
                                              <p:pRg st="6" end="6"/>
                                            </p:txEl>
                                          </p:spTgt>
                                        </p:tgtEl>
                                        <p:attrNameLst>
                                          <p:attrName>style.visibility</p:attrName>
                                        </p:attrNameLst>
                                      </p:cBhvr>
                                      <p:to>
                                        <p:strVal val="visible"/>
                                      </p:to>
                                    </p:set>
                                    <p:animEffect transition="in" filter="wipe(up)">
                                      <p:cBhvr>
                                        <p:cTn id="34" dur="500"/>
                                        <p:tgtEl>
                                          <p:spTgt spid="109">
                                            <p:txEl>
                                              <p:pRg st="6" end="6"/>
                                            </p:txEl>
                                          </p:spTgt>
                                        </p:tgtEl>
                                      </p:cBhvr>
                                    </p:animEffect>
                                  </p:childTnLst>
                                </p:cTn>
                              </p:par>
                            </p:childTnLst>
                          </p:cTn>
                        </p:par>
                        <p:par>
                          <p:cTn id="35" fill="hold">
                            <p:stCondLst>
                              <p:cond delay="500"/>
                            </p:stCondLst>
                            <p:childTnLst>
                              <p:par>
                                <p:cTn id="36" presetID="22" presetClass="entr" presetSubtype="1" fill="hold" grpId="0" nodeType="afterEffect">
                                  <p:stCondLst>
                                    <p:cond delay="0"/>
                                  </p:stCondLst>
                                  <p:childTnLst>
                                    <p:set>
                                      <p:cBhvr>
                                        <p:cTn id="37" dur="1" fill="hold">
                                          <p:stCondLst>
                                            <p:cond delay="0"/>
                                          </p:stCondLst>
                                        </p:cTn>
                                        <p:tgtEl>
                                          <p:spTgt spid="109">
                                            <p:txEl>
                                              <p:pRg st="7" end="7"/>
                                            </p:txEl>
                                          </p:spTgt>
                                        </p:tgtEl>
                                        <p:attrNameLst>
                                          <p:attrName>style.visibility</p:attrName>
                                        </p:attrNameLst>
                                      </p:cBhvr>
                                      <p:to>
                                        <p:strVal val="visible"/>
                                      </p:to>
                                    </p:set>
                                    <p:animEffect transition="in" filter="wipe(up)">
                                      <p:cBhvr>
                                        <p:cTn id="38" dur="500"/>
                                        <p:tgtEl>
                                          <p:spTgt spid="109">
                                            <p:txEl>
                                              <p:pRg st="7" end="7"/>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nodeType="clickEffect">
                                  <p:stCondLst>
                                    <p:cond delay="0"/>
                                  </p:stCondLst>
                                  <p:childTnLst>
                                    <p:set>
                                      <p:cBhvr>
                                        <p:cTn id="42" dur="1" fill="hold">
                                          <p:stCondLst>
                                            <p:cond delay="0"/>
                                          </p:stCondLst>
                                        </p:cTn>
                                        <p:tgtEl>
                                          <p:spTgt spid="142"/>
                                        </p:tgtEl>
                                        <p:attrNameLst>
                                          <p:attrName>style.visibility</p:attrName>
                                        </p:attrNameLst>
                                      </p:cBhvr>
                                      <p:to>
                                        <p:strVal val="visible"/>
                                      </p:to>
                                    </p:set>
                                    <p:animEffect transition="in" filter="wipe(left)">
                                      <p:cBhvr>
                                        <p:cTn id="43" dur="500"/>
                                        <p:tgtEl>
                                          <p:spTgt spid="142"/>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1" fill="hold" grpId="0" nodeType="clickEffect">
                                  <p:stCondLst>
                                    <p:cond delay="0"/>
                                  </p:stCondLst>
                                  <p:childTnLst>
                                    <p:set>
                                      <p:cBhvr>
                                        <p:cTn id="47" dur="1" fill="hold">
                                          <p:stCondLst>
                                            <p:cond delay="0"/>
                                          </p:stCondLst>
                                        </p:cTn>
                                        <p:tgtEl>
                                          <p:spTgt spid="109">
                                            <p:txEl>
                                              <p:pRg st="8" end="8"/>
                                            </p:txEl>
                                          </p:spTgt>
                                        </p:tgtEl>
                                        <p:attrNameLst>
                                          <p:attrName>style.visibility</p:attrName>
                                        </p:attrNameLst>
                                      </p:cBhvr>
                                      <p:to>
                                        <p:strVal val="visible"/>
                                      </p:to>
                                    </p:set>
                                    <p:animEffect transition="in" filter="wipe(up)">
                                      <p:cBhvr>
                                        <p:cTn id="48" dur="500"/>
                                        <p:tgtEl>
                                          <p:spTgt spid="109">
                                            <p:txEl>
                                              <p:pRg st="8" end="8"/>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1" fill="hold" grpId="0" nodeType="clickEffect">
                                  <p:stCondLst>
                                    <p:cond delay="0"/>
                                  </p:stCondLst>
                                  <p:childTnLst>
                                    <p:set>
                                      <p:cBhvr>
                                        <p:cTn id="52" dur="1" fill="hold">
                                          <p:stCondLst>
                                            <p:cond delay="0"/>
                                          </p:stCondLst>
                                        </p:cTn>
                                        <p:tgtEl>
                                          <p:spTgt spid="109">
                                            <p:txEl>
                                              <p:pRg st="9" end="9"/>
                                            </p:txEl>
                                          </p:spTgt>
                                        </p:tgtEl>
                                        <p:attrNameLst>
                                          <p:attrName>style.visibility</p:attrName>
                                        </p:attrNameLst>
                                      </p:cBhvr>
                                      <p:to>
                                        <p:strVal val="visible"/>
                                      </p:to>
                                    </p:set>
                                    <p:animEffect transition="in" filter="wipe(up)">
                                      <p:cBhvr>
                                        <p:cTn id="53" dur="500"/>
                                        <p:tgtEl>
                                          <p:spTgt spid="109">
                                            <p:txEl>
                                              <p:pRg st="9" end="9"/>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47" presetClass="entr" presetSubtype="0" fill="hold" grpId="0" nodeType="clickEffect">
                                  <p:stCondLst>
                                    <p:cond delay="0"/>
                                  </p:stCondLst>
                                  <p:childTnLst>
                                    <p:set>
                                      <p:cBhvr>
                                        <p:cTn id="57" dur="1" fill="hold">
                                          <p:stCondLst>
                                            <p:cond delay="0"/>
                                          </p:stCondLst>
                                        </p:cTn>
                                        <p:tgtEl>
                                          <p:spTgt spid="3"/>
                                        </p:tgtEl>
                                        <p:attrNameLst>
                                          <p:attrName>style.visibility</p:attrName>
                                        </p:attrNameLst>
                                      </p:cBhvr>
                                      <p:to>
                                        <p:strVal val="visible"/>
                                      </p:to>
                                    </p:set>
                                    <p:animEffect transition="in" filter="fade">
                                      <p:cBhvr>
                                        <p:cTn id="58" dur="1000"/>
                                        <p:tgtEl>
                                          <p:spTgt spid="3"/>
                                        </p:tgtEl>
                                      </p:cBhvr>
                                    </p:animEffect>
                                    <p:anim calcmode="lin" valueType="num">
                                      <p:cBhvr>
                                        <p:cTn id="59" dur="1000" fill="hold"/>
                                        <p:tgtEl>
                                          <p:spTgt spid="3"/>
                                        </p:tgtEl>
                                        <p:attrNameLst>
                                          <p:attrName>ppt_x</p:attrName>
                                        </p:attrNameLst>
                                      </p:cBhvr>
                                      <p:tavLst>
                                        <p:tav tm="0">
                                          <p:val>
                                            <p:strVal val="#ppt_x"/>
                                          </p:val>
                                        </p:tav>
                                        <p:tav tm="100000">
                                          <p:val>
                                            <p:strVal val="#ppt_x"/>
                                          </p:val>
                                        </p:tav>
                                      </p:tavLst>
                                    </p:anim>
                                    <p:anim calcmode="lin" valueType="num">
                                      <p:cBhvr>
                                        <p:cTn id="60"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2" presetClass="entr" presetSubtype="1" fill="hold" grpId="0" nodeType="clickEffect">
                                  <p:stCondLst>
                                    <p:cond delay="0"/>
                                  </p:stCondLst>
                                  <p:childTnLst>
                                    <p:set>
                                      <p:cBhvr>
                                        <p:cTn id="64" dur="1" fill="hold">
                                          <p:stCondLst>
                                            <p:cond delay="0"/>
                                          </p:stCondLst>
                                        </p:cTn>
                                        <p:tgtEl>
                                          <p:spTgt spid="109">
                                            <p:txEl>
                                              <p:pRg st="10" end="10"/>
                                            </p:txEl>
                                          </p:spTgt>
                                        </p:tgtEl>
                                        <p:attrNameLst>
                                          <p:attrName>style.visibility</p:attrName>
                                        </p:attrNameLst>
                                      </p:cBhvr>
                                      <p:to>
                                        <p:strVal val="visible"/>
                                      </p:to>
                                    </p:set>
                                    <p:animEffect transition="in" filter="wipe(up)">
                                      <p:cBhvr>
                                        <p:cTn id="65" dur="500"/>
                                        <p:tgtEl>
                                          <p:spTgt spid="109">
                                            <p:txEl>
                                              <p:pRg st="10" end="10"/>
                                            </p:txEl>
                                          </p:spTgt>
                                        </p:tgtEl>
                                      </p:cBhvr>
                                    </p:animEffect>
                                  </p:childTnLst>
                                </p:cTn>
                              </p:par>
                            </p:childTnLst>
                          </p:cTn>
                        </p:par>
                      </p:childTnLst>
                    </p:cTn>
                  </p:par>
                  <p:par>
                    <p:cTn id="66" fill="hold">
                      <p:stCondLst>
                        <p:cond delay="indefinite"/>
                      </p:stCondLst>
                      <p:childTnLst>
                        <p:par>
                          <p:cTn id="67" fill="hold">
                            <p:stCondLst>
                              <p:cond delay="0"/>
                            </p:stCondLst>
                            <p:childTnLst>
                              <p:par>
                                <p:cTn id="68" presetID="8" presetClass="emph" presetSubtype="0" fill="hold" grpId="1" nodeType="clickEffect">
                                  <p:stCondLst>
                                    <p:cond delay="0"/>
                                  </p:stCondLst>
                                  <p:childTnLst>
                                    <p:animRot by="21600000">
                                      <p:cBhvr>
                                        <p:cTn id="69" dur="1000" fill="hold"/>
                                        <p:tgtEl>
                                          <p:spTgt spid="3"/>
                                        </p:tgtEl>
                                        <p:attrNameLst>
                                          <p:attrName>r</p:attrName>
                                        </p:attrNameLst>
                                      </p:cBhvr>
                                    </p:animRot>
                                  </p:childTnLst>
                                </p:cTn>
                              </p:par>
                            </p:childTnLst>
                          </p:cTn>
                        </p:par>
                      </p:childTnLst>
                    </p:cTn>
                  </p:par>
                  <p:par>
                    <p:cTn id="70" fill="hold">
                      <p:stCondLst>
                        <p:cond delay="indefinite"/>
                      </p:stCondLst>
                      <p:childTnLst>
                        <p:par>
                          <p:cTn id="71" fill="hold">
                            <p:stCondLst>
                              <p:cond delay="0"/>
                            </p:stCondLst>
                            <p:childTnLst>
                              <p:par>
                                <p:cTn id="72" presetID="22" presetClass="entr" presetSubtype="1" fill="hold" grpId="0" nodeType="clickEffect">
                                  <p:stCondLst>
                                    <p:cond delay="0"/>
                                  </p:stCondLst>
                                  <p:childTnLst>
                                    <p:set>
                                      <p:cBhvr>
                                        <p:cTn id="73" dur="1" fill="hold">
                                          <p:stCondLst>
                                            <p:cond delay="0"/>
                                          </p:stCondLst>
                                        </p:cTn>
                                        <p:tgtEl>
                                          <p:spTgt spid="109">
                                            <p:txEl>
                                              <p:pRg st="11" end="11"/>
                                            </p:txEl>
                                          </p:spTgt>
                                        </p:tgtEl>
                                        <p:attrNameLst>
                                          <p:attrName>style.visibility</p:attrName>
                                        </p:attrNameLst>
                                      </p:cBhvr>
                                      <p:to>
                                        <p:strVal val="visible"/>
                                      </p:to>
                                    </p:set>
                                    <p:animEffect transition="in" filter="wipe(up)">
                                      <p:cBhvr>
                                        <p:cTn id="74" dur="500"/>
                                        <p:tgtEl>
                                          <p:spTgt spid="109">
                                            <p:txEl>
                                              <p:pRg st="11" end="11"/>
                                            </p:txEl>
                                          </p:spTgt>
                                        </p:tgtEl>
                                      </p:cBhvr>
                                    </p:animEffect>
                                  </p:childTnLst>
                                </p:cTn>
                              </p:par>
                            </p:childTnLst>
                          </p:cTn>
                        </p:par>
                      </p:childTnLst>
                    </p:cTn>
                  </p:par>
                  <p:par>
                    <p:cTn id="75" fill="hold">
                      <p:stCondLst>
                        <p:cond delay="indefinite"/>
                      </p:stCondLst>
                      <p:childTnLst>
                        <p:par>
                          <p:cTn id="76" fill="hold">
                            <p:stCondLst>
                              <p:cond delay="0"/>
                            </p:stCondLst>
                            <p:childTnLst>
                              <p:par>
                                <p:cTn id="77" presetID="22" presetClass="entr" presetSubtype="1" fill="hold" grpId="0" nodeType="clickEffect">
                                  <p:stCondLst>
                                    <p:cond delay="0"/>
                                  </p:stCondLst>
                                  <p:childTnLst>
                                    <p:set>
                                      <p:cBhvr>
                                        <p:cTn id="78" dur="1" fill="hold">
                                          <p:stCondLst>
                                            <p:cond delay="0"/>
                                          </p:stCondLst>
                                        </p:cTn>
                                        <p:tgtEl>
                                          <p:spTgt spid="109">
                                            <p:txEl>
                                              <p:pRg st="12" end="12"/>
                                            </p:txEl>
                                          </p:spTgt>
                                        </p:tgtEl>
                                        <p:attrNameLst>
                                          <p:attrName>style.visibility</p:attrName>
                                        </p:attrNameLst>
                                      </p:cBhvr>
                                      <p:to>
                                        <p:strVal val="visible"/>
                                      </p:to>
                                    </p:set>
                                    <p:animEffect transition="in" filter="wipe(up)">
                                      <p:cBhvr>
                                        <p:cTn id="79" dur="500"/>
                                        <p:tgtEl>
                                          <p:spTgt spid="109">
                                            <p:txEl>
                                              <p:pRg st="12" end="12"/>
                                            </p:txEl>
                                          </p:spTgt>
                                        </p:tgtEl>
                                      </p:cBhvr>
                                    </p:animEffect>
                                  </p:childTnLst>
                                </p:cTn>
                              </p:par>
                            </p:childTnLst>
                          </p:cTn>
                        </p:par>
                      </p:childTnLst>
                    </p:cTn>
                  </p:par>
                  <p:par>
                    <p:cTn id="80" fill="hold">
                      <p:stCondLst>
                        <p:cond delay="indefinite"/>
                      </p:stCondLst>
                      <p:childTnLst>
                        <p:par>
                          <p:cTn id="81" fill="hold">
                            <p:stCondLst>
                              <p:cond delay="0"/>
                            </p:stCondLst>
                            <p:childTnLst>
                              <p:par>
                                <p:cTn id="82" presetID="22" presetClass="entr" presetSubtype="1" fill="hold" grpId="0" nodeType="clickEffect">
                                  <p:stCondLst>
                                    <p:cond delay="0"/>
                                  </p:stCondLst>
                                  <p:childTnLst>
                                    <p:set>
                                      <p:cBhvr>
                                        <p:cTn id="83" dur="1" fill="hold">
                                          <p:stCondLst>
                                            <p:cond delay="0"/>
                                          </p:stCondLst>
                                        </p:cTn>
                                        <p:tgtEl>
                                          <p:spTgt spid="109">
                                            <p:txEl>
                                              <p:pRg st="13" end="13"/>
                                            </p:txEl>
                                          </p:spTgt>
                                        </p:tgtEl>
                                        <p:attrNameLst>
                                          <p:attrName>style.visibility</p:attrName>
                                        </p:attrNameLst>
                                      </p:cBhvr>
                                      <p:to>
                                        <p:strVal val="visible"/>
                                      </p:to>
                                    </p:set>
                                    <p:animEffect transition="in" filter="wipe(up)">
                                      <p:cBhvr>
                                        <p:cTn id="84" dur="500"/>
                                        <p:tgtEl>
                                          <p:spTgt spid="109">
                                            <p:txEl>
                                              <p:pRg st="13" end="13"/>
                                            </p:txEl>
                                          </p:spTgt>
                                        </p:tgtEl>
                                      </p:cBhvr>
                                    </p:animEffect>
                                  </p:childTnLst>
                                </p:cTn>
                              </p:par>
                            </p:childTnLst>
                          </p:cTn>
                        </p:par>
                      </p:childTnLst>
                    </p:cTn>
                  </p:par>
                  <p:par>
                    <p:cTn id="85" fill="hold">
                      <p:stCondLst>
                        <p:cond delay="indefinite"/>
                      </p:stCondLst>
                      <p:childTnLst>
                        <p:par>
                          <p:cTn id="86" fill="hold">
                            <p:stCondLst>
                              <p:cond delay="0"/>
                            </p:stCondLst>
                            <p:childTnLst>
                              <p:par>
                                <p:cTn id="87" presetID="22" presetClass="entr" presetSubtype="1" fill="hold" grpId="0" nodeType="clickEffect">
                                  <p:stCondLst>
                                    <p:cond delay="0"/>
                                  </p:stCondLst>
                                  <p:childTnLst>
                                    <p:set>
                                      <p:cBhvr>
                                        <p:cTn id="88" dur="1" fill="hold">
                                          <p:stCondLst>
                                            <p:cond delay="0"/>
                                          </p:stCondLst>
                                        </p:cTn>
                                        <p:tgtEl>
                                          <p:spTgt spid="109">
                                            <p:txEl>
                                              <p:pRg st="14" end="14"/>
                                            </p:txEl>
                                          </p:spTgt>
                                        </p:tgtEl>
                                        <p:attrNameLst>
                                          <p:attrName>style.visibility</p:attrName>
                                        </p:attrNameLst>
                                      </p:cBhvr>
                                      <p:to>
                                        <p:strVal val="visible"/>
                                      </p:to>
                                    </p:set>
                                    <p:animEffect transition="in" filter="wipe(up)">
                                      <p:cBhvr>
                                        <p:cTn id="89" dur="500"/>
                                        <p:tgtEl>
                                          <p:spTgt spid="109">
                                            <p:txEl>
                                              <p:pRg st="14" end="14"/>
                                            </p:txEl>
                                          </p:spTgt>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grpId="0" nodeType="clickEffect">
                                  <p:stCondLst>
                                    <p:cond delay="0"/>
                                  </p:stCondLst>
                                  <p:childTnLst>
                                    <p:set>
                                      <p:cBhvr>
                                        <p:cTn id="93" dur="1" fill="hold">
                                          <p:stCondLst>
                                            <p:cond delay="0"/>
                                          </p:stCondLst>
                                        </p:cTn>
                                        <p:tgtEl>
                                          <p:spTgt spid="158"/>
                                        </p:tgtEl>
                                        <p:attrNameLst>
                                          <p:attrName>style.visibility</p:attrName>
                                        </p:attrNameLst>
                                      </p:cBhvr>
                                      <p:to>
                                        <p:strVal val="visible"/>
                                      </p:to>
                                    </p:set>
                                  </p:childTnLst>
                                </p:cTn>
                              </p:par>
                              <p:par>
                                <p:cTn id="94" presetID="27" presetClass="emph" presetSubtype="0" fill="remove" grpId="1" nodeType="withEffect">
                                  <p:stCondLst>
                                    <p:cond delay="0"/>
                                  </p:stCondLst>
                                  <p:childTnLst>
                                    <p:animClr clrSpc="rgb" dir="cw">
                                      <p:cBhvr override="childStyle">
                                        <p:cTn id="95" dur="500" autoRev="1" fill="remove"/>
                                        <p:tgtEl>
                                          <p:spTgt spid="158"/>
                                        </p:tgtEl>
                                        <p:attrNameLst>
                                          <p:attrName>style.color</p:attrName>
                                        </p:attrNameLst>
                                      </p:cBhvr>
                                      <p:to>
                                        <a:schemeClr val="bg1"/>
                                      </p:to>
                                    </p:animClr>
                                    <p:animClr clrSpc="rgb" dir="cw">
                                      <p:cBhvr>
                                        <p:cTn id="96" dur="500" autoRev="1" fill="remove"/>
                                        <p:tgtEl>
                                          <p:spTgt spid="158"/>
                                        </p:tgtEl>
                                        <p:attrNameLst>
                                          <p:attrName>fillcolor</p:attrName>
                                        </p:attrNameLst>
                                      </p:cBhvr>
                                      <p:to>
                                        <a:schemeClr val="bg1"/>
                                      </p:to>
                                    </p:animClr>
                                    <p:set>
                                      <p:cBhvr>
                                        <p:cTn id="97" dur="500" autoRev="1" fill="remove"/>
                                        <p:tgtEl>
                                          <p:spTgt spid="158"/>
                                        </p:tgtEl>
                                        <p:attrNameLst>
                                          <p:attrName>fill.type</p:attrName>
                                        </p:attrNameLst>
                                      </p:cBhvr>
                                      <p:to>
                                        <p:strVal val="solid"/>
                                      </p:to>
                                    </p:set>
                                    <p:set>
                                      <p:cBhvr>
                                        <p:cTn id="98" dur="500" autoRev="1" fill="remove"/>
                                        <p:tgtEl>
                                          <p:spTgt spid="158"/>
                                        </p:tgtEl>
                                        <p:attrNameLst>
                                          <p:attrName>fill.on</p:attrName>
                                        </p:attrNameLst>
                                      </p:cBhvr>
                                      <p:to>
                                        <p:strVal val="true"/>
                                      </p:to>
                                    </p:set>
                                  </p:childTnLst>
                                </p:cTn>
                              </p:par>
                            </p:childTnLst>
                          </p:cTn>
                        </p:par>
                        <p:par>
                          <p:cTn id="99" fill="hold">
                            <p:stCondLst>
                              <p:cond delay="1000"/>
                            </p:stCondLst>
                            <p:childTnLst>
                              <p:par>
                                <p:cTn id="100" presetID="22" presetClass="entr" presetSubtype="1" fill="hold" nodeType="afterEffect">
                                  <p:stCondLst>
                                    <p:cond delay="0"/>
                                  </p:stCondLst>
                                  <p:childTnLst>
                                    <p:set>
                                      <p:cBhvr>
                                        <p:cTn id="101" dur="1" fill="hold">
                                          <p:stCondLst>
                                            <p:cond delay="0"/>
                                          </p:stCondLst>
                                        </p:cTn>
                                        <p:tgtEl>
                                          <p:spTgt spid="4"/>
                                        </p:tgtEl>
                                        <p:attrNameLst>
                                          <p:attrName>style.visibility</p:attrName>
                                        </p:attrNameLst>
                                      </p:cBhvr>
                                      <p:to>
                                        <p:strVal val="visible"/>
                                      </p:to>
                                    </p:set>
                                    <p:animEffect transition="in" filter="wipe(up)">
                                      <p:cBhvr>
                                        <p:cTn id="102" dur="500"/>
                                        <p:tgtEl>
                                          <p:spTgt spid="4"/>
                                        </p:tgtEl>
                                      </p:cBhvr>
                                    </p:animEffect>
                                  </p:childTnLst>
                                </p:cTn>
                              </p:par>
                            </p:childTnLst>
                          </p:cTn>
                        </p:par>
                      </p:childTnLst>
                    </p:cTn>
                  </p:par>
                  <p:par>
                    <p:cTn id="103" fill="hold">
                      <p:stCondLst>
                        <p:cond delay="indefinite"/>
                      </p:stCondLst>
                      <p:childTnLst>
                        <p:par>
                          <p:cTn id="104" fill="hold">
                            <p:stCondLst>
                              <p:cond delay="0"/>
                            </p:stCondLst>
                            <p:childTnLst>
                              <p:par>
                                <p:cTn id="105" presetID="22" presetClass="entr" presetSubtype="2" fill="hold" nodeType="clickEffect">
                                  <p:stCondLst>
                                    <p:cond delay="0"/>
                                  </p:stCondLst>
                                  <p:childTnLst>
                                    <p:set>
                                      <p:cBhvr>
                                        <p:cTn id="106" dur="1" fill="hold">
                                          <p:stCondLst>
                                            <p:cond delay="0"/>
                                          </p:stCondLst>
                                        </p:cTn>
                                        <p:tgtEl>
                                          <p:spTgt spid="111"/>
                                        </p:tgtEl>
                                        <p:attrNameLst>
                                          <p:attrName>style.visibility</p:attrName>
                                        </p:attrNameLst>
                                      </p:cBhvr>
                                      <p:to>
                                        <p:strVal val="visible"/>
                                      </p:to>
                                    </p:set>
                                    <p:animEffect transition="in" filter="wipe(right)">
                                      <p:cBhvr>
                                        <p:cTn id="107" dur="500"/>
                                        <p:tgtEl>
                                          <p:spTgt spid="111"/>
                                        </p:tgtEl>
                                      </p:cBhvr>
                                    </p:animEffect>
                                  </p:childTnLst>
                                </p:cTn>
                              </p:par>
                            </p:childTnLst>
                          </p:cTn>
                        </p:par>
                      </p:childTnLst>
                    </p:cTn>
                  </p:par>
                  <p:par>
                    <p:cTn id="108" fill="hold">
                      <p:stCondLst>
                        <p:cond delay="indefinite"/>
                      </p:stCondLst>
                      <p:childTnLst>
                        <p:par>
                          <p:cTn id="109" fill="hold">
                            <p:stCondLst>
                              <p:cond delay="0"/>
                            </p:stCondLst>
                            <p:childTnLst>
                              <p:par>
                                <p:cTn id="110" presetID="1" presetClass="emph" presetSubtype="2" fill="hold" nodeType="clickEffect">
                                  <p:stCondLst>
                                    <p:cond delay="0"/>
                                  </p:stCondLst>
                                  <p:childTnLst>
                                    <p:animClr clrSpc="rgb" dir="cw">
                                      <p:cBhvr>
                                        <p:cTn id="111" dur="1000" fill="hold"/>
                                        <p:tgtEl>
                                          <p:spTgt spid="27"/>
                                        </p:tgtEl>
                                        <p:attrNameLst>
                                          <p:attrName>fillcolor</p:attrName>
                                        </p:attrNameLst>
                                      </p:cBhvr>
                                      <p:to>
                                        <a:srgbClr val="ECF3FA"/>
                                      </p:to>
                                    </p:animClr>
                                    <p:set>
                                      <p:cBhvr>
                                        <p:cTn id="112" dur="1000" fill="hold"/>
                                        <p:tgtEl>
                                          <p:spTgt spid="27"/>
                                        </p:tgtEl>
                                        <p:attrNameLst>
                                          <p:attrName>fill.type</p:attrName>
                                        </p:attrNameLst>
                                      </p:cBhvr>
                                      <p:to>
                                        <p:strVal val="solid"/>
                                      </p:to>
                                    </p:set>
                                    <p:set>
                                      <p:cBhvr>
                                        <p:cTn id="113" dur="1000" fill="hold"/>
                                        <p:tgtEl>
                                          <p:spTgt spid="27"/>
                                        </p:tgtEl>
                                        <p:attrNameLst>
                                          <p:attrName>fill.on</p:attrName>
                                        </p:attrNameLst>
                                      </p:cBhvr>
                                      <p:to>
                                        <p:strVal val="true"/>
                                      </p:to>
                                    </p:set>
                                  </p:childTnLst>
                                </p:cTn>
                              </p:par>
                            </p:childTnLst>
                          </p:cTn>
                        </p:par>
                      </p:childTnLst>
                    </p:cTn>
                  </p:par>
                  <p:par>
                    <p:cTn id="114" fill="hold">
                      <p:stCondLst>
                        <p:cond delay="indefinite"/>
                      </p:stCondLst>
                      <p:childTnLst>
                        <p:par>
                          <p:cTn id="115" fill="hold">
                            <p:stCondLst>
                              <p:cond delay="0"/>
                            </p:stCondLst>
                            <p:childTnLst>
                              <p:par>
                                <p:cTn id="116" presetID="22" presetClass="entr" presetSubtype="1" fill="hold" nodeType="clickEffect">
                                  <p:stCondLst>
                                    <p:cond delay="0"/>
                                  </p:stCondLst>
                                  <p:childTnLst>
                                    <p:set>
                                      <p:cBhvr>
                                        <p:cTn id="117" dur="1" fill="hold">
                                          <p:stCondLst>
                                            <p:cond delay="0"/>
                                          </p:stCondLst>
                                        </p:cTn>
                                        <p:tgtEl>
                                          <p:spTgt spid="113"/>
                                        </p:tgtEl>
                                        <p:attrNameLst>
                                          <p:attrName>style.visibility</p:attrName>
                                        </p:attrNameLst>
                                      </p:cBhvr>
                                      <p:to>
                                        <p:strVal val="visible"/>
                                      </p:to>
                                    </p:set>
                                    <p:animEffect transition="in" filter="wipe(up)">
                                      <p:cBhvr>
                                        <p:cTn id="118" dur="500"/>
                                        <p:tgtEl>
                                          <p:spTgt spid="113"/>
                                        </p:tgtEl>
                                      </p:cBhvr>
                                    </p:animEffect>
                                  </p:childTnLst>
                                </p:cTn>
                              </p:par>
                            </p:childTnLst>
                          </p:cTn>
                        </p:par>
                      </p:childTnLst>
                    </p:cTn>
                  </p:par>
                  <p:par>
                    <p:cTn id="119" fill="hold">
                      <p:stCondLst>
                        <p:cond delay="indefinite"/>
                      </p:stCondLst>
                      <p:childTnLst>
                        <p:par>
                          <p:cTn id="120" fill="hold">
                            <p:stCondLst>
                              <p:cond delay="0"/>
                            </p:stCondLst>
                            <p:childTnLst>
                              <p:par>
                                <p:cTn id="121" presetID="42" presetClass="entr" presetSubtype="0" fill="hold" grpId="0" nodeType="clickEffect">
                                  <p:stCondLst>
                                    <p:cond delay="0"/>
                                  </p:stCondLst>
                                  <p:childTnLst>
                                    <p:set>
                                      <p:cBhvr>
                                        <p:cTn id="122" dur="1" fill="hold">
                                          <p:stCondLst>
                                            <p:cond delay="0"/>
                                          </p:stCondLst>
                                        </p:cTn>
                                        <p:tgtEl>
                                          <p:spTgt spid="8"/>
                                        </p:tgtEl>
                                        <p:attrNameLst>
                                          <p:attrName>style.visibility</p:attrName>
                                        </p:attrNameLst>
                                      </p:cBhvr>
                                      <p:to>
                                        <p:strVal val="visible"/>
                                      </p:to>
                                    </p:set>
                                    <p:animEffect transition="in" filter="fade">
                                      <p:cBhvr>
                                        <p:cTn id="123" dur="1000"/>
                                        <p:tgtEl>
                                          <p:spTgt spid="8"/>
                                        </p:tgtEl>
                                      </p:cBhvr>
                                    </p:animEffect>
                                    <p:anim calcmode="lin" valueType="num">
                                      <p:cBhvr>
                                        <p:cTn id="124" dur="1000" fill="hold"/>
                                        <p:tgtEl>
                                          <p:spTgt spid="8"/>
                                        </p:tgtEl>
                                        <p:attrNameLst>
                                          <p:attrName>ppt_x</p:attrName>
                                        </p:attrNameLst>
                                      </p:cBhvr>
                                      <p:tavLst>
                                        <p:tav tm="0">
                                          <p:val>
                                            <p:strVal val="#ppt_x"/>
                                          </p:val>
                                        </p:tav>
                                        <p:tav tm="100000">
                                          <p:val>
                                            <p:strVal val="#ppt_x"/>
                                          </p:val>
                                        </p:tav>
                                      </p:tavLst>
                                    </p:anim>
                                    <p:anim calcmode="lin" valueType="num">
                                      <p:cBhvr>
                                        <p:cTn id="125"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26" fill="hold">
                      <p:stCondLst>
                        <p:cond delay="indefinite"/>
                      </p:stCondLst>
                      <p:childTnLst>
                        <p:par>
                          <p:cTn id="127" fill="hold">
                            <p:stCondLst>
                              <p:cond delay="0"/>
                            </p:stCondLst>
                            <p:childTnLst>
                              <p:par>
                                <p:cTn id="128" presetID="1" presetClass="emph" presetSubtype="2" fill="hold" nodeType="clickEffect">
                                  <p:stCondLst>
                                    <p:cond delay="0"/>
                                  </p:stCondLst>
                                  <p:childTnLst>
                                    <p:animClr clrSpc="rgb" dir="cw">
                                      <p:cBhvr>
                                        <p:cTn id="129" dur="1000" fill="hold"/>
                                        <p:tgtEl>
                                          <p:spTgt spid="27"/>
                                        </p:tgtEl>
                                        <p:attrNameLst>
                                          <p:attrName>fillcolor</p:attrName>
                                        </p:attrNameLst>
                                      </p:cBhvr>
                                      <p:to>
                                        <a:srgbClr val="FFFFFF"/>
                                      </p:to>
                                    </p:animClr>
                                    <p:set>
                                      <p:cBhvr>
                                        <p:cTn id="130" dur="1000" fill="hold"/>
                                        <p:tgtEl>
                                          <p:spTgt spid="27"/>
                                        </p:tgtEl>
                                        <p:attrNameLst>
                                          <p:attrName>fill.type</p:attrName>
                                        </p:attrNameLst>
                                      </p:cBhvr>
                                      <p:to>
                                        <p:strVal val="solid"/>
                                      </p:to>
                                    </p:set>
                                    <p:set>
                                      <p:cBhvr>
                                        <p:cTn id="131" dur="1000" fill="hold"/>
                                        <p:tgtEl>
                                          <p:spTgt spid="27"/>
                                        </p:tgtEl>
                                        <p:attrNameLst>
                                          <p:attrName>fill.on</p:attrName>
                                        </p:attrNameLst>
                                      </p:cBhvr>
                                      <p:to>
                                        <p:strVal val="true"/>
                                      </p:to>
                                    </p:set>
                                  </p:childTnLst>
                                </p:cTn>
                              </p:par>
                              <p:par>
                                <p:cTn id="132" presetID="64" presetClass="path" presetSubtype="0" accel="50000" decel="50000" fill="hold" grpId="1" nodeType="withEffect">
                                  <p:stCondLst>
                                    <p:cond delay="0"/>
                                  </p:stCondLst>
                                  <p:childTnLst>
                                    <p:animMotion origin="layout" path="M -6.25E-7 1.11111E-6 L -0.00052 -0.09398 " pathEditMode="relative" rAng="0" ptsTypes="AA">
                                      <p:cBhvr>
                                        <p:cTn id="133" dur="1000" fill="hold"/>
                                        <p:tgtEl>
                                          <p:spTgt spid="8"/>
                                        </p:tgtEl>
                                        <p:attrNameLst>
                                          <p:attrName>ppt_x</p:attrName>
                                          <p:attrName>ppt_y</p:attrName>
                                        </p:attrNameLst>
                                      </p:cBhvr>
                                      <p:rCtr x="-26" y="-4699"/>
                                    </p:animMotion>
                                  </p:childTnLst>
                                </p:cTn>
                              </p:par>
                            </p:childTnLst>
                          </p:cTn>
                        </p:par>
                      </p:childTnLst>
                    </p:cTn>
                  </p:par>
                  <p:par>
                    <p:cTn id="134" fill="hold">
                      <p:stCondLst>
                        <p:cond delay="indefinite"/>
                      </p:stCondLst>
                      <p:childTnLst>
                        <p:par>
                          <p:cTn id="135" fill="hold">
                            <p:stCondLst>
                              <p:cond delay="0"/>
                            </p:stCondLst>
                            <p:childTnLst>
                              <p:par>
                                <p:cTn id="136" presetID="16" presetClass="exit" presetSubtype="21" fill="hold" nodeType="clickEffect">
                                  <p:stCondLst>
                                    <p:cond delay="0"/>
                                  </p:stCondLst>
                                  <p:childTnLst>
                                    <p:animEffect transition="out" filter="barn(inVertical)">
                                      <p:cBhvr>
                                        <p:cTn id="137" dur="500"/>
                                        <p:tgtEl>
                                          <p:spTgt spid="113"/>
                                        </p:tgtEl>
                                      </p:cBhvr>
                                    </p:animEffect>
                                    <p:set>
                                      <p:cBhvr>
                                        <p:cTn id="138" dur="1" fill="hold">
                                          <p:stCondLst>
                                            <p:cond delay="499"/>
                                          </p:stCondLst>
                                        </p:cTn>
                                        <p:tgtEl>
                                          <p:spTgt spid="113"/>
                                        </p:tgtEl>
                                        <p:attrNameLst>
                                          <p:attrName>style.visibility</p:attrName>
                                        </p:attrNameLst>
                                      </p:cBhvr>
                                      <p:to>
                                        <p:strVal val="hidden"/>
                                      </p:to>
                                    </p:set>
                                  </p:childTnLst>
                                </p:cTn>
                              </p:par>
                            </p:childTnLst>
                          </p:cTn>
                        </p:par>
                      </p:childTnLst>
                    </p:cTn>
                  </p:par>
                  <p:par>
                    <p:cTn id="139" fill="hold">
                      <p:stCondLst>
                        <p:cond delay="indefinite"/>
                      </p:stCondLst>
                      <p:childTnLst>
                        <p:par>
                          <p:cTn id="140" fill="hold">
                            <p:stCondLst>
                              <p:cond delay="0"/>
                            </p:stCondLst>
                            <p:childTnLst>
                              <p:par>
                                <p:cTn id="141" presetID="63" presetClass="path" presetSubtype="0" accel="50000" decel="50000" fill="hold" nodeType="clickEffect">
                                  <p:stCondLst>
                                    <p:cond delay="0"/>
                                  </p:stCondLst>
                                  <p:childTnLst>
                                    <p:animMotion origin="layout" path="M 1.04167E-6 -2.22222E-6 L 0.07435 -0.00069 " pathEditMode="relative" rAng="0" ptsTypes="AA">
                                      <p:cBhvr>
                                        <p:cTn id="142" dur="1000" fill="hold"/>
                                        <p:tgtEl>
                                          <p:spTgt spid="4"/>
                                        </p:tgtEl>
                                        <p:attrNameLst>
                                          <p:attrName>ppt_x</p:attrName>
                                          <p:attrName>ppt_y</p:attrName>
                                        </p:attrNameLst>
                                      </p:cBhvr>
                                      <p:rCtr x="3711" y="-46"/>
                                    </p:animMotion>
                                  </p:childTnLst>
                                </p:cTn>
                              </p:par>
                            </p:childTnLst>
                          </p:cTn>
                        </p:par>
                      </p:childTnLst>
                    </p:cTn>
                  </p:par>
                  <p:par>
                    <p:cTn id="143" fill="hold">
                      <p:stCondLst>
                        <p:cond delay="indefinite"/>
                      </p:stCondLst>
                      <p:childTnLst>
                        <p:par>
                          <p:cTn id="144" fill="hold">
                            <p:stCondLst>
                              <p:cond delay="0"/>
                            </p:stCondLst>
                            <p:childTnLst>
                              <p:par>
                                <p:cTn id="145" presetID="22" presetClass="entr" presetSubtype="4" fill="hold" grpId="0" nodeType="clickEffect">
                                  <p:stCondLst>
                                    <p:cond delay="0"/>
                                  </p:stCondLst>
                                  <p:childTnLst>
                                    <p:set>
                                      <p:cBhvr>
                                        <p:cTn id="146" dur="1" fill="hold">
                                          <p:stCondLst>
                                            <p:cond delay="0"/>
                                          </p:stCondLst>
                                        </p:cTn>
                                        <p:tgtEl>
                                          <p:spTgt spid="110"/>
                                        </p:tgtEl>
                                        <p:attrNameLst>
                                          <p:attrName>style.visibility</p:attrName>
                                        </p:attrNameLst>
                                      </p:cBhvr>
                                      <p:to>
                                        <p:strVal val="visible"/>
                                      </p:to>
                                    </p:set>
                                    <p:animEffect transition="in" filter="wipe(down)">
                                      <p:cBhvr>
                                        <p:cTn id="147" dur="500"/>
                                        <p:tgtEl>
                                          <p:spTgt spid="110"/>
                                        </p:tgtEl>
                                      </p:cBhvr>
                                    </p:animEffect>
                                  </p:childTnLst>
                                </p:cTn>
                              </p:par>
                            </p:childTnLst>
                          </p:cTn>
                        </p:par>
                        <p:par>
                          <p:cTn id="148" fill="hold">
                            <p:stCondLst>
                              <p:cond delay="500"/>
                            </p:stCondLst>
                            <p:childTnLst>
                              <p:par>
                                <p:cTn id="149" presetID="22" presetClass="entr" presetSubtype="4" fill="hold" nodeType="afterEffect">
                                  <p:stCondLst>
                                    <p:cond delay="0"/>
                                  </p:stCondLst>
                                  <p:childTnLst>
                                    <p:set>
                                      <p:cBhvr>
                                        <p:cTn id="150" dur="1" fill="hold">
                                          <p:stCondLst>
                                            <p:cond delay="0"/>
                                          </p:stCondLst>
                                        </p:cTn>
                                        <p:tgtEl>
                                          <p:spTgt spid="112"/>
                                        </p:tgtEl>
                                        <p:attrNameLst>
                                          <p:attrName>style.visibility</p:attrName>
                                        </p:attrNameLst>
                                      </p:cBhvr>
                                      <p:to>
                                        <p:strVal val="visible"/>
                                      </p:to>
                                    </p:set>
                                    <p:animEffect transition="in" filter="wipe(down)">
                                      <p:cBhvr>
                                        <p:cTn id="151" dur="500"/>
                                        <p:tgtEl>
                                          <p:spTgt spid="112"/>
                                        </p:tgtEl>
                                      </p:cBhvr>
                                    </p:animEffect>
                                  </p:childTnLst>
                                </p:cTn>
                              </p:par>
                            </p:childTnLst>
                          </p:cTn>
                        </p:par>
                      </p:childTnLst>
                    </p:cTn>
                  </p:par>
                  <p:par>
                    <p:cTn id="152" fill="hold">
                      <p:stCondLst>
                        <p:cond delay="indefinite"/>
                      </p:stCondLst>
                      <p:childTnLst>
                        <p:par>
                          <p:cTn id="153" fill="hold">
                            <p:stCondLst>
                              <p:cond delay="0"/>
                            </p:stCondLst>
                            <p:childTnLst>
                              <p:par>
                                <p:cTn id="154" presetID="22" presetClass="exit" presetSubtype="4" fill="hold" nodeType="clickEffect">
                                  <p:stCondLst>
                                    <p:cond delay="0"/>
                                  </p:stCondLst>
                                  <p:childTnLst>
                                    <p:animEffect transition="out" filter="wipe(down)">
                                      <p:cBhvr>
                                        <p:cTn id="155" dur="500"/>
                                        <p:tgtEl>
                                          <p:spTgt spid="111"/>
                                        </p:tgtEl>
                                      </p:cBhvr>
                                    </p:animEffect>
                                    <p:set>
                                      <p:cBhvr>
                                        <p:cTn id="156" dur="1" fill="hold">
                                          <p:stCondLst>
                                            <p:cond delay="499"/>
                                          </p:stCondLst>
                                        </p:cTn>
                                        <p:tgtEl>
                                          <p:spTgt spid="111"/>
                                        </p:tgtEl>
                                        <p:attrNameLst>
                                          <p:attrName>style.visibility</p:attrName>
                                        </p:attrNameLst>
                                      </p:cBhvr>
                                      <p:to>
                                        <p:strVal val="hidden"/>
                                      </p:to>
                                    </p:set>
                                  </p:childTnLst>
                                </p:cTn>
                              </p:par>
                            </p:childTnLst>
                          </p:cTn>
                        </p:par>
                        <p:par>
                          <p:cTn id="157" fill="hold">
                            <p:stCondLst>
                              <p:cond delay="500"/>
                            </p:stCondLst>
                            <p:childTnLst>
                              <p:par>
                                <p:cTn id="158" presetID="22" presetClass="entr" presetSubtype="2" fill="hold" nodeType="afterEffect">
                                  <p:stCondLst>
                                    <p:cond delay="0"/>
                                  </p:stCondLst>
                                  <p:childTnLst>
                                    <p:set>
                                      <p:cBhvr>
                                        <p:cTn id="159" dur="1" fill="hold">
                                          <p:stCondLst>
                                            <p:cond delay="0"/>
                                          </p:stCondLst>
                                        </p:cTn>
                                        <p:tgtEl>
                                          <p:spTgt spid="140"/>
                                        </p:tgtEl>
                                        <p:attrNameLst>
                                          <p:attrName>style.visibility</p:attrName>
                                        </p:attrNameLst>
                                      </p:cBhvr>
                                      <p:to>
                                        <p:strVal val="visible"/>
                                      </p:to>
                                    </p:set>
                                    <p:animEffect transition="in" filter="wipe(right)">
                                      <p:cBhvr>
                                        <p:cTn id="160" dur="500"/>
                                        <p:tgtEl>
                                          <p:spTgt spid="140"/>
                                        </p:tgtEl>
                                      </p:cBhvr>
                                    </p:animEffect>
                                  </p:childTnLst>
                                </p:cTn>
                              </p:par>
                            </p:childTnLst>
                          </p:cTn>
                        </p:par>
                      </p:childTnLst>
                    </p:cTn>
                  </p:par>
                  <p:par>
                    <p:cTn id="161" fill="hold">
                      <p:stCondLst>
                        <p:cond delay="indefinite"/>
                      </p:stCondLst>
                      <p:childTnLst>
                        <p:par>
                          <p:cTn id="162" fill="hold">
                            <p:stCondLst>
                              <p:cond delay="0"/>
                            </p:stCondLst>
                            <p:childTnLst>
                              <p:par>
                                <p:cTn id="163" presetID="1" presetClass="emph" presetSubtype="2" fill="hold" nodeType="clickEffect">
                                  <p:stCondLst>
                                    <p:cond delay="0"/>
                                  </p:stCondLst>
                                  <p:childTnLst>
                                    <p:animClr clrSpc="rgb" dir="cw">
                                      <p:cBhvr>
                                        <p:cTn id="164" dur="1000" fill="hold"/>
                                        <p:tgtEl>
                                          <p:spTgt spid="27"/>
                                        </p:tgtEl>
                                        <p:attrNameLst>
                                          <p:attrName>fillcolor</p:attrName>
                                        </p:attrNameLst>
                                      </p:cBhvr>
                                      <p:to>
                                        <a:srgbClr val="ECF3FA"/>
                                      </p:to>
                                    </p:animClr>
                                    <p:set>
                                      <p:cBhvr>
                                        <p:cTn id="165" dur="1000" fill="hold"/>
                                        <p:tgtEl>
                                          <p:spTgt spid="27"/>
                                        </p:tgtEl>
                                        <p:attrNameLst>
                                          <p:attrName>fill.type</p:attrName>
                                        </p:attrNameLst>
                                      </p:cBhvr>
                                      <p:to>
                                        <p:strVal val="solid"/>
                                      </p:to>
                                    </p:set>
                                    <p:set>
                                      <p:cBhvr>
                                        <p:cTn id="166" dur="1000" fill="hold"/>
                                        <p:tgtEl>
                                          <p:spTgt spid="27"/>
                                        </p:tgtEl>
                                        <p:attrNameLst>
                                          <p:attrName>fill.on</p:attrName>
                                        </p:attrNameLst>
                                      </p:cBhvr>
                                      <p:to>
                                        <p:strVal val="true"/>
                                      </p:to>
                                    </p:set>
                                  </p:childTnLst>
                                </p:cTn>
                              </p:par>
                            </p:childTnLst>
                          </p:cTn>
                        </p:par>
                      </p:childTnLst>
                    </p:cTn>
                  </p:par>
                  <p:par>
                    <p:cTn id="167" fill="hold">
                      <p:stCondLst>
                        <p:cond delay="indefinite"/>
                      </p:stCondLst>
                      <p:childTnLst>
                        <p:par>
                          <p:cTn id="168" fill="hold">
                            <p:stCondLst>
                              <p:cond delay="0"/>
                            </p:stCondLst>
                            <p:childTnLst>
                              <p:par>
                                <p:cTn id="169" presetID="22" presetClass="entr" presetSubtype="1" fill="hold" nodeType="clickEffect">
                                  <p:stCondLst>
                                    <p:cond delay="0"/>
                                  </p:stCondLst>
                                  <p:childTnLst>
                                    <p:set>
                                      <p:cBhvr>
                                        <p:cTn id="170" dur="1" fill="hold">
                                          <p:stCondLst>
                                            <p:cond delay="0"/>
                                          </p:stCondLst>
                                        </p:cTn>
                                        <p:tgtEl>
                                          <p:spTgt spid="116"/>
                                        </p:tgtEl>
                                        <p:attrNameLst>
                                          <p:attrName>style.visibility</p:attrName>
                                        </p:attrNameLst>
                                      </p:cBhvr>
                                      <p:to>
                                        <p:strVal val="visible"/>
                                      </p:to>
                                    </p:set>
                                    <p:animEffect transition="in" filter="wipe(up)">
                                      <p:cBhvr>
                                        <p:cTn id="171" dur="500"/>
                                        <p:tgtEl>
                                          <p:spTgt spid="116"/>
                                        </p:tgtEl>
                                      </p:cBhvr>
                                    </p:animEffect>
                                  </p:childTnLst>
                                </p:cTn>
                              </p:par>
                            </p:childTnLst>
                          </p:cTn>
                        </p:par>
                      </p:childTnLst>
                    </p:cTn>
                  </p:par>
                  <p:par>
                    <p:cTn id="172" fill="hold">
                      <p:stCondLst>
                        <p:cond delay="indefinite"/>
                      </p:stCondLst>
                      <p:childTnLst>
                        <p:par>
                          <p:cTn id="173" fill="hold">
                            <p:stCondLst>
                              <p:cond delay="0"/>
                            </p:stCondLst>
                            <p:childTnLst>
                              <p:par>
                                <p:cTn id="174" presetID="22" presetClass="exit" presetSubtype="4" fill="hold" nodeType="clickEffect">
                                  <p:stCondLst>
                                    <p:cond delay="0"/>
                                  </p:stCondLst>
                                  <p:childTnLst>
                                    <p:animEffect transition="out" filter="wipe(down)">
                                      <p:cBhvr>
                                        <p:cTn id="175" dur="500"/>
                                        <p:tgtEl>
                                          <p:spTgt spid="140"/>
                                        </p:tgtEl>
                                      </p:cBhvr>
                                    </p:animEffect>
                                    <p:set>
                                      <p:cBhvr>
                                        <p:cTn id="176" dur="1" fill="hold">
                                          <p:stCondLst>
                                            <p:cond delay="499"/>
                                          </p:stCondLst>
                                        </p:cTn>
                                        <p:tgtEl>
                                          <p:spTgt spid="140"/>
                                        </p:tgtEl>
                                        <p:attrNameLst>
                                          <p:attrName>style.visibility</p:attrName>
                                        </p:attrNameLst>
                                      </p:cBhvr>
                                      <p:to>
                                        <p:strVal val="hidden"/>
                                      </p:to>
                                    </p:set>
                                  </p:childTnLst>
                                </p:cTn>
                              </p:par>
                            </p:childTnLst>
                          </p:cTn>
                        </p:par>
                        <p:par>
                          <p:cTn id="177" fill="hold">
                            <p:stCondLst>
                              <p:cond delay="500"/>
                            </p:stCondLst>
                            <p:childTnLst>
                              <p:par>
                                <p:cTn id="178" presetID="22" presetClass="entr" presetSubtype="2" fill="hold" nodeType="afterEffect">
                                  <p:stCondLst>
                                    <p:cond delay="0"/>
                                  </p:stCondLst>
                                  <p:childTnLst>
                                    <p:set>
                                      <p:cBhvr>
                                        <p:cTn id="179" dur="1" fill="hold">
                                          <p:stCondLst>
                                            <p:cond delay="0"/>
                                          </p:stCondLst>
                                        </p:cTn>
                                        <p:tgtEl>
                                          <p:spTgt spid="141"/>
                                        </p:tgtEl>
                                        <p:attrNameLst>
                                          <p:attrName>style.visibility</p:attrName>
                                        </p:attrNameLst>
                                      </p:cBhvr>
                                      <p:to>
                                        <p:strVal val="visible"/>
                                      </p:to>
                                    </p:set>
                                    <p:animEffect transition="in" filter="wipe(right)">
                                      <p:cBhvr>
                                        <p:cTn id="180" dur="500"/>
                                        <p:tgtEl>
                                          <p:spTgt spid="141"/>
                                        </p:tgtEl>
                                      </p:cBhvr>
                                    </p:animEffect>
                                  </p:childTnLst>
                                </p:cTn>
                              </p:par>
                            </p:childTnLst>
                          </p:cTn>
                        </p:par>
                      </p:childTnLst>
                    </p:cTn>
                  </p:par>
                  <p:par>
                    <p:cTn id="181" fill="hold">
                      <p:stCondLst>
                        <p:cond delay="indefinite"/>
                      </p:stCondLst>
                      <p:childTnLst>
                        <p:par>
                          <p:cTn id="182" fill="hold">
                            <p:stCondLst>
                              <p:cond delay="0"/>
                            </p:stCondLst>
                            <p:childTnLst>
                              <p:par>
                                <p:cTn id="183" presetID="1" presetClass="emph" presetSubtype="2" fill="hold" nodeType="clickEffect">
                                  <p:stCondLst>
                                    <p:cond delay="0"/>
                                  </p:stCondLst>
                                  <p:childTnLst>
                                    <p:animClr clrSpc="rgb" dir="cw">
                                      <p:cBhvr>
                                        <p:cTn id="184" dur="1000" fill="hold"/>
                                        <p:tgtEl>
                                          <p:spTgt spid="27"/>
                                        </p:tgtEl>
                                        <p:attrNameLst>
                                          <p:attrName>fillcolor</p:attrName>
                                        </p:attrNameLst>
                                      </p:cBhvr>
                                      <p:to>
                                        <a:srgbClr val="FBE5D5"/>
                                      </p:to>
                                    </p:animClr>
                                    <p:set>
                                      <p:cBhvr>
                                        <p:cTn id="185" dur="1000" fill="hold"/>
                                        <p:tgtEl>
                                          <p:spTgt spid="27"/>
                                        </p:tgtEl>
                                        <p:attrNameLst>
                                          <p:attrName>fill.type</p:attrName>
                                        </p:attrNameLst>
                                      </p:cBhvr>
                                      <p:to>
                                        <p:strVal val="solid"/>
                                      </p:to>
                                    </p:set>
                                    <p:set>
                                      <p:cBhvr>
                                        <p:cTn id="186" dur="1000" fill="hold"/>
                                        <p:tgtEl>
                                          <p:spTgt spid="27"/>
                                        </p:tgtEl>
                                        <p:attrNameLst>
                                          <p:attrName>fill.on</p:attrName>
                                        </p:attrNameLst>
                                      </p:cBhvr>
                                      <p:to>
                                        <p:strVal val="true"/>
                                      </p:to>
                                    </p:set>
                                  </p:childTnLst>
                                </p:cTn>
                              </p:par>
                            </p:childTnLst>
                          </p:cTn>
                        </p:par>
                      </p:childTnLst>
                    </p:cTn>
                  </p:par>
                  <p:par>
                    <p:cTn id="187" fill="hold">
                      <p:stCondLst>
                        <p:cond delay="indefinite"/>
                      </p:stCondLst>
                      <p:childTnLst>
                        <p:par>
                          <p:cTn id="188" fill="hold">
                            <p:stCondLst>
                              <p:cond delay="0"/>
                            </p:stCondLst>
                            <p:childTnLst>
                              <p:par>
                                <p:cTn id="189" presetID="22" presetClass="entr" presetSubtype="1" fill="hold" nodeType="clickEffect">
                                  <p:stCondLst>
                                    <p:cond delay="0"/>
                                  </p:stCondLst>
                                  <p:childTnLst>
                                    <p:set>
                                      <p:cBhvr>
                                        <p:cTn id="190" dur="1" fill="hold">
                                          <p:stCondLst>
                                            <p:cond delay="0"/>
                                          </p:stCondLst>
                                        </p:cTn>
                                        <p:tgtEl>
                                          <p:spTgt spid="125"/>
                                        </p:tgtEl>
                                        <p:attrNameLst>
                                          <p:attrName>style.visibility</p:attrName>
                                        </p:attrNameLst>
                                      </p:cBhvr>
                                      <p:to>
                                        <p:strVal val="visible"/>
                                      </p:to>
                                    </p:set>
                                    <p:animEffect transition="in" filter="wipe(up)">
                                      <p:cBhvr>
                                        <p:cTn id="191" dur="500"/>
                                        <p:tgtEl>
                                          <p:spTgt spid="125"/>
                                        </p:tgtEl>
                                      </p:cBhvr>
                                    </p:animEffect>
                                  </p:childTnLst>
                                </p:cTn>
                              </p:par>
                            </p:childTnLst>
                          </p:cTn>
                        </p:par>
                      </p:childTnLst>
                    </p:cTn>
                  </p:par>
                  <p:par>
                    <p:cTn id="192" fill="hold">
                      <p:stCondLst>
                        <p:cond delay="indefinite"/>
                      </p:stCondLst>
                      <p:childTnLst>
                        <p:par>
                          <p:cTn id="193" fill="hold">
                            <p:stCondLst>
                              <p:cond delay="0"/>
                            </p:stCondLst>
                            <p:childTnLst>
                              <p:par>
                                <p:cTn id="194" presetID="42" presetClass="entr" presetSubtype="0" fill="hold" grpId="0" nodeType="clickEffect">
                                  <p:stCondLst>
                                    <p:cond delay="0"/>
                                  </p:stCondLst>
                                  <p:childTnLst>
                                    <p:set>
                                      <p:cBhvr>
                                        <p:cTn id="195" dur="1" fill="hold">
                                          <p:stCondLst>
                                            <p:cond delay="0"/>
                                          </p:stCondLst>
                                        </p:cTn>
                                        <p:tgtEl>
                                          <p:spTgt spid="143"/>
                                        </p:tgtEl>
                                        <p:attrNameLst>
                                          <p:attrName>style.visibility</p:attrName>
                                        </p:attrNameLst>
                                      </p:cBhvr>
                                      <p:to>
                                        <p:strVal val="visible"/>
                                      </p:to>
                                    </p:set>
                                    <p:animEffect transition="in" filter="fade">
                                      <p:cBhvr>
                                        <p:cTn id="196" dur="1000"/>
                                        <p:tgtEl>
                                          <p:spTgt spid="143"/>
                                        </p:tgtEl>
                                      </p:cBhvr>
                                    </p:animEffect>
                                    <p:anim calcmode="lin" valueType="num">
                                      <p:cBhvr>
                                        <p:cTn id="197" dur="1000" fill="hold"/>
                                        <p:tgtEl>
                                          <p:spTgt spid="143"/>
                                        </p:tgtEl>
                                        <p:attrNameLst>
                                          <p:attrName>ppt_x</p:attrName>
                                        </p:attrNameLst>
                                      </p:cBhvr>
                                      <p:tavLst>
                                        <p:tav tm="0">
                                          <p:val>
                                            <p:strVal val="#ppt_x"/>
                                          </p:val>
                                        </p:tav>
                                        <p:tav tm="100000">
                                          <p:val>
                                            <p:strVal val="#ppt_x"/>
                                          </p:val>
                                        </p:tav>
                                      </p:tavLst>
                                    </p:anim>
                                    <p:anim calcmode="lin" valueType="num">
                                      <p:cBhvr>
                                        <p:cTn id="198" dur="1000" fill="hold"/>
                                        <p:tgtEl>
                                          <p:spTgt spid="143"/>
                                        </p:tgtEl>
                                        <p:attrNameLst>
                                          <p:attrName>ppt_y</p:attrName>
                                        </p:attrNameLst>
                                      </p:cBhvr>
                                      <p:tavLst>
                                        <p:tav tm="0">
                                          <p:val>
                                            <p:strVal val="#ppt_y+.1"/>
                                          </p:val>
                                        </p:tav>
                                        <p:tav tm="100000">
                                          <p:val>
                                            <p:strVal val="#ppt_y"/>
                                          </p:val>
                                        </p:tav>
                                      </p:tavLst>
                                    </p:anim>
                                  </p:childTnLst>
                                </p:cTn>
                              </p:par>
                            </p:childTnLst>
                          </p:cTn>
                        </p:par>
                      </p:childTnLst>
                    </p:cTn>
                  </p:par>
                  <p:par>
                    <p:cTn id="199" fill="hold">
                      <p:stCondLst>
                        <p:cond delay="indefinite"/>
                      </p:stCondLst>
                      <p:childTnLst>
                        <p:par>
                          <p:cTn id="200" fill="hold">
                            <p:stCondLst>
                              <p:cond delay="0"/>
                            </p:stCondLst>
                            <p:childTnLst>
                              <p:par>
                                <p:cTn id="201" presetID="1" presetClass="emph" presetSubtype="2" fill="hold" nodeType="clickEffect">
                                  <p:stCondLst>
                                    <p:cond delay="0"/>
                                  </p:stCondLst>
                                  <p:childTnLst>
                                    <p:animClr clrSpc="rgb" dir="cw">
                                      <p:cBhvr>
                                        <p:cTn id="202" dur="1000" fill="hold"/>
                                        <p:tgtEl>
                                          <p:spTgt spid="27"/>
                                        </p:tgtEl>
                                        <p:attrNameLst>
                                          <p:attrName>fillcolor</p:attrName>
                                        </p:attrNameLst>
                                      </p:cBhvr>
                                      <p:to>
                                        <a:srgbClr val="ECF3FA"/>
                                      </p:to>
                                    </p:animClr>
                                    <p:set>
                                      <p:cBhvr>
                                        <p:cTn id="203" dur="1000" fill="hold"/>
                                        <p:tgtEl>
                                          <p:spTgt spid="27"/>
                                        </p:tgtEl>
                                        <p:attrNameLst>
                                          <p:attrName>fill.type</p:attrName>
                                        </p:attrNameLst>
                                      </p:cBhvr>
                                      <p:to>
                                        <p:strVal val="solid"/>
                                      </p:to>
                                    </p:set>
                                    <p:set>
                                      <p:cBhvr>
                                        <p:cTn id="204" dur="1000" fill="hold"/>
                                        <p:tgtEl>
                                          <p:spTgt spid="27"/>
                                        </p:tgtEl>
                                        <p:attrNameLst>
                                          <p:attrName>fill.on</p:attrName>
                                        </p:attrNameLst>
                                      </p:cBhvr>
                                      <p:to>
                                        <p:strVal val="true"/>
                                      </p:to>
                                    </p:set>
                                  </p:childTnLst>
                                </p:cTn>
                              </p:par>
                              <p:par>
                                <p:cTn id="205" presetID="64" presetClass="path" presetSubtype="0" accel="50000" decel="50000" fill="hold" grpId="1" nodeType="withEffect">
                                  <p:stCondLst>
                                    <p:cond delay="0"/>
                                  </p:stCondLst>
                                  <p:childTnLst>
                                    <p:animMotion origin="layout" path="M 6.25E-7 -3.7037E-7 L -0.00078 -0.08958 " pathEditMode="relative" rAng="0" ptsTypes="AA">
                                      <p:cBhvr>
                                        <p:cTn id="206" dur="1000" fill="hold"/>
                                        <p:tgtEl>
                                          <p:spTgt spid="143"/>
                                        </p:tgtEl>
                                        <p:attrNameLst>
                                          <p:attrName>ppt_x</p:attrName>
                                          <p:attrName>ppt_y</p:attrName>
                                        </p:attrNameLst>
                                      </p:cBhvr>
                                      <p:rCtr x="-39" y="-4491"/>
                                    </p:animMotion>
                                  </p:childTnLst>
                                </p:cTn>
                              </p:par>
                            </p:childTnLst>
                          </p:cTn>
                        </p:par>
                        <p:par>
                          <p:cTn id="207" fill="hold">
                            <p:stCondLst>
                              <p:cond delay="1000"/>
                            </p:stCondLst>
                            <p:childTnLst>
                              <p:par>
                                <p:cTn id="208" presetID="16" presetClass="exit" presetSubtype="21" fill="hold" nodeType="afterEffect">
                                  <p:stCondLst>
                                    <p:cond delay="0"/>
                                  </p:stCondLst>
                                  <p:childTnLst>
                                    <p:animEffect transition="out" filter="barn(inVertical)">
                                      <p:cBhvr>
                                        <p:cTn id="209" dur="500"/>
                                        <p:tgtEl>
                                          <p:spTgt spid="125"/>
                                        </p:tgtEl>
                                      </p:cBhvr>
                                    </p:animEffect>
                                    <p:set>
                                      <p:cBhvr>
                                        <p:cTn id="210" dur="1" fill="hold">
                                          <p:stCondLst>
                                            <p:cond delay="499"/>
                                          </p:stCondLst>
                                        </p:cTn>
                                        <p:tgtEl>
                                          <p:spTgt spid="125"/>
                                        </p:tgtEl>
                                        <p:attrNameLst>
                                          <p:attrName>style.visibility</p:attrName>
                                        </p:attrNameLst>
                                      </p:cBhvr>
                                      <p:to>
                                        <p:strVal val="hidden"/>
                                      </p:to>
                                    </p:set>
                                  </p:childTnLst>
                                </p:cTn>
                              </p:par>
                            </p:childTnLst>
                          </p:cTn>
                        </p:par>
                      </p:childTnLst>
                    </p:cTn>
                  </p:par>
                  <p:par>
                    <p:cTn id="211" fill="hold">
                      <p:stCondLst>
                        <p:cond delay="indefinite"/>
                      </p:stCondLst>
                      <p:childTnLst>
                        <p:par>
                          <p:cTn id="212" fill="hold">
                            <p:stCondLst>
                              <p:cond delay="0"/>
                            </p:stCondLst>
                            <p:childTnLst>
                              <p:par>
                                <p:cTn id="213" presetID="63" presetClass="path" presetSubtype="0" accel="50000" decel="50000" fill="hold" nodeType="clickEffect">
                                  <p:stCondLst>
                                    <p:cond delay="0"/>
                                  </p:stCondLst>
                                  <p:childTnLst>
                                    <p:animMotion origin="layout" path="M 1.04167E-6 -2.96296E-6 L 0.0595 -0.00069 " pathEditMode="relative" rAng="0" ptsTypes="AA">
                                      <p:cBhvr>
                                        <p:cTn id="214" dur="1000" fill="hold"/>
                                        <p:tgtEl>
                                          <p:spTgt spid="116"/>
                                        </p:tgtEl>
                                        <p:attrNameLst>
                                          <p:attrName>ppt_x</p:attrName>
                                          <p:attrName>ppt_y</p:attrName>
                                        </p:attrNameLst>
                                      </p:cBhvr>
                                      <p:rCtr x="2969" y="-46"/>
                                    </p:animMotion>
                                  </p:childTnLst>
                                </p:cTn>
                              </p:par>
                            </p:childTnLst>
                          </p:cTn>
                        </p:par>
                      </p:childTnLst>
                    </p:cTn>
                  </p:par>
                  <p:par>
                    <p:cTn id="215" fill="hold">
                      <p:stCondLst>
                        <p:cond delay="indefinite"/>
                      </p:stCondLst>
                      <p:childTnLst>
                        <p:par>
                          <p:cTn id="216" fill="hold">
                            <p:stCondLst>
                              <p:cond delay="0"/>
                            </p:stCondLst>
                            <p:childTnLst>
                              <p:par>
                                <p:cTn id="217" presetID="22" presetClass="entr" presetSubtype="8" fill="hold" nodeType="clickEffect">
                                  <p:stCondLst>
                                    <p:cond delay="0"/>
                                  </p:stCondLst>
                                  <p:childTnLst>
                                    <p:set>
                                      <p:cBhvr>
                                        <p:cTn id="218" dur="1" fill="hold">
                                          <p:stCondLst>
                                            <p:cond delay="0"/>
                                          </p:stCondLst>
                                        </p:cTn>
                                        <p:tgtEl>
                                          <p:spTgt spid="13"/>
                                        </p:tgtEl>
                                        <p:attrNameLst>
                                          <p:attrName>style.visibility</p:attrName>
                                        </p:attrNameLst>
                                      </p:cBhvr>
                                      <p:to>
                                        <p:strVal val="visible"/>
                                      </p:to>
                                    </p:set>
                                    <p:animEffect transition="in" filter="wipe(left)">
                                      <p:cBhvr>
                                        <p:cTn id="219" dur="500"/>
                                        <p:tgtEl>
                                          <p:spTgt spid="13"/>
                                        </p:tgtEl>
                                      </p:cBhvr>
                                    </p:animEffect>
                                  </p:childTnLst>
                                </p:cTn>
                              </p:par>
                            </p:childTnLst>
                          </p:cTn>
                        </p:par>
                      </p:childTnLst>
                    </p:cTn>
                  </p:par>
                  <p:par>
                    <p:cTn id="220" fill="hold">
                      <p:stCondLst>
                        <p:cond delay="indefinite"/>
                      </p:stCondLst>
                      <p:childTnLst>
                        <p:par>
                          <p:cTn id="221" fill="hold">
                            <p:stCondLst>
                              <p:cond delay="0"/>
                            </p:stCondLst>
                            <p:childTnLst>
                              <p:par>
                                <p:cTn id="222" presetID="16" presetClass="exit" presetSubtype="21" fill="hold" grpId="2" nodeType="clickEffect">
                                  <p:stCondLst>
                                    <p:cond delay="0"/>
                                  </p:stCondLst>
                                  <p:childTnLst>
                                    <p:animEffect transition="out" filter="barn(inVertical)">
                                      <p:cBhvr>
                                        <p:cTn id="223" dur="500"/>
                                        <p:tgtEl>
                                          <p:spTgt spid="143"/>
                                        </p:tgtEl>
                                      </p:cBhvr>
                                    </p:animEffect>
                                    <p:set>
                                      <p:cBhvr>
                                        <p:cTn id="224" dur="1" fill="hold">
                                          <p:stCondLst>
                                            <p:cond delay="499"/>
                                          </p:stCondLst>
                                        </p:cTn>
                                        <p:tgtEl>
                                          <p:spTgt spid="143"/>
                                        </p:tgtEl>
                                        <p:attrNameLst>
                                          <p:attrName>style.visibility</p:attrName>
                                        </p:attrNameLst>
                                      </p:cBhvr>
                                      <p:to>
                                        <p:strVal val="hidden"/>
                                      </p:to>
                                    </p:set>
                                  </p:childTnLst>
                                </p:cTn>
                              </p:par>
                              <p:par>
                                <p:cTn id="225" presetID="16" presetClass="entr" presetSubtype="21" fill="hold" grpId="0" nodeType="withEffect">
                                  <p:stCondLst>
                                    <p:cond delay="0"/>
                                  </p:stCondLst>
                                  <p:childTnLst>
                                    <p:set>
                                      <p:cBhvr>
                                        <p:cTn id="226" dur="1" fill="hold">
                                          <p:stCondLst>
                                            <p:cond delay="0"/>
                                          </p:stCondLst>
                                        </p:cTn>
                                        <p:tgtEl>
                                          <p:spTgt spid="144"/>
                                        </p:tgtEl>
                                        <p:attrNameLst>
                                          <p:attrName>style.visibility</p:attrName>
                                        </p:attrNameLst>
                                      </p:cBhvr>
                                      <p:to>
                                        <p:strVal val="visible"/>
                                      </p:to>
                                    </p:set>
                                    <p:animEffect transition="in" filter="barn(inVertical)">
                                      <p:cBhvr>
                                        <p:cTn id="227" dur="500"/>
                                        <p:tgtEl>
                                          <p:spTgt spid="144"/>
                                        </p:tgtEl>
                                      </p:cBhvr>
                                    </p:animEffect>
                                  </p:childTnLst>
                                </p:cTn>
                              </p:par>
                            </p:childTnLst>
                          </p:cTn>
                        </p:par>
                      </p:childTnLst>
                    </p:cTn>
                  </p:par>
                  <p:par>
                    <p:cTn id="228" fill="hold">
                      <p:stCondLst>
                        <p:cond delay="indefinite"/>
                      </p:stCondLst>
                      <p:childTnLst>
                        <p:par>
                          <p:cTn id="229" fill="hold">
                            <p:stCondLst>
                              <p:cond delay="0"/>
                            </p:stCondLst>
                            <p:childTnLst>
                              <p:par>
                                <p:cTn id="230" presetID="1" presetClass="emph" presetSubtype="2" fill="hold" nodeType="clickEffect">
                                  <p:stCondLst>
                                    <p:cond delay="0"/>
                                  </p:stCondLst>
                                  <p:childTnLst>
                                    <p:animClr clrSpc="rgb" dir="cw">
                                      <p:cBhvr>
                                        <p:cTn id="231" dur="1000" fill="hold"/>
                                        <p:tgtEl>
                                          <p:spTgt spid="27"/>
                                        </p:tgtEl>
                                        <p:attrNameLst>
                                          <p:attrName>fillcolor</p:attrName>
                                        </p:attrNameLst>
                                      </p:cBhvr>
                                      <p:to>
                                        <a:srgbClr val="FFFFFF"/>
                                      </p:to>
                                    </p:animClr>
                                    <p:set>
                                      <p:cBhvr>
                                        <p:cTn id="232" dur="1000" fill="hold"/>
                                        <p:tgtEl>
                                          <p:spTgt spid="27"/>
                                        </p:tgtEl>
                                        <p:attrNameLst>
                                          <p:attrName>fill.type</p:attrName>
                                        </p:attrNameLst>
                                      </p:cBhvr>
                                      <p:to>
                                        <p:strVal val="solid"/>
                                      </p:to>
                                    </p:set>
                                    <p:set>
                                      <p:cBhvr>
                                        <p:cTn id="233" dur="1000" fill="hold"/>
                                        <p:tgtEl>
                                          <p:spTgt spid="27"/>
                                        </p:tgtEl>
                                        <p:attrNameLst>
                                          <p:attrName>fill.on</p:attrName>
                                        </p:attrNameLst>
                                      </p:cBhvr>
                                      <p:to>
                                        <p:strVal val="true"/>
                                      </p:to>
                                    </p:set>
                                  </p:childTnLst>
                                </p:cTn>
                              </p:par>
                              <p:par>
                                <p:cTn id="234" presetID="64" presetClass="path" presetSubtype="0" accel="50000" decel="50000" fill="hold" grpId="1" nodeType="withEffect">
                                  <p:stCondLst>
                                    <p:cond delay="0"/>
                                  </p:stCondLst>
                                  <p:childTnLst>
                                    <p:animMotion origin="layout" path="M -1.25E-6 1.48148E-6 L 0.00039 -0.09236 " pathEditMode="relative" rAng="0" ptsTypes="AA">
                                      <p:cBhvr>
                                        <p:cTn id="235" dur="1000" fill="hold"/>
                                        <p:tgtEl>
                                          <p:spTgt spid="144"/>
                                        </p:tgtEl>
                                        <p:attrNameLst>
                                          <p:attrName>ppt_x</p:attrName>
                                          <p:attrName>ppt_y</p:attrName>
                                        </p:attrNameLst>
                                      </p:cBhvr>
                                      <p:rCtr x="13" y="-4630"/>
                                    </p:animMotion>
                                  </p:childTnLst>
                                </p:cTn>
                              </p:par>
                            </p:childTnLst>
                          </p:cTn>
                        </p:par>
                        <p:par>
                          <p:cTn id="236" fill="hold">
                            <p:stCondLst>
                              <p:cond delay="1000"/>
                            </p:stCondLst>
                            <p:childTnLst>
                              <p:par>
                                <p:cTn id="237" presetID="16" presetClass="exit" presetSubtype="21" fill="hold" nodeType="afterEffect">
                                  <p:stCondLst>
                                    <p:cond delay="0"/>
                                  </p:stCondLst>
                                  <p:childTnLst>
                                    <p:animEffect transition="out" filter="barn(inVertical)">
                                      <p:cBhvr>
                                        <p:cTn id="238" dur="500"/>
                                        <p:tgtEl>
                                          <p:spTgt spid="116"/>
                                        </p:tgtEl>
                                      </p:cBhvr>
                                    </p:animEffect>
                                    <p:set>
                                      <p:cBhvr>
                                        <p:cTn id="239" dur="1" fill="hold">
                                          <p:stCondLst>
                                            <p:cond delay="499"/>
                                          </p:stCondLst>
                                        </p:cTn>
                                        <p:tgtEl>
                                          <p:spTgt spid="116"/>
                                        </p:tgtEl>
                                        <p:attrNameLst>
                                          <p:attrName>style.visibility</p:attrName>
                                        </p:attrNameLst>
                                      </p:cBhvr>
                                      <p:to>
                                        <p:strVal val="hidden"/>
                                      </p:to>
                                    </p:set>
                                  </p:childTnLst>
                                </p:cTn>
                              </p:par>
                            </p:childTnLst>
                          </p:cTn>
                        </p:par>
                      </p:childTnLst>
                    </p:cTn>
                  </p:par>
                  <p:par>
                    <p:cTn id="240" fill="hold">
                      <p:stCondLst>
                        <p:cond delay="indefinite"/>
                      </p:stCondLst>
                      <p:childTnLst>
                        <p:par>
                          <p:cTn id="241" fill="hold">
                            <p:stCondLst>
                              <p:cond delay="0"/>
                            </p:stCondLst>
                            <p:childTnLst>
                              <p:par>
                                <p:cTn id="242" presetID="3" presetClass="emph" presetSubtype="2" fill="hold" grpId="2" nodeType="clickEffect">
                                  <p:stCondLst>
                                    <p:cond delay="0"/>
                                  </p:stCondLst>
                                  <p:childTnLst>
                                    <p:animClr clrSpc="rgb" dir="cw">
                                      <p:cBhvr override="childStyle">
                                        <p:cTn id="243" dur="500" fill="hold"/>
                                        <p:tgtEl>
                                          <p:spTgt spid="144"/>
                                        </p:tgtEl>
                                        <p:attrNameLst>
                                          <p:attrName>style.color</p:attrName>
                                        </p:attrNameLst>
                                      </p:cBhvr>
                                      <p:to>
                                        <a:schemeClr val="accent2"/>
                                      </p:to>
                                    </p:animClr>
                                  </p:childTnLst>
                                </p:cTn>
                              </p:par>
                            </p:childTnLst>
                          </p:cTn>
                        </p:par>
                      </p:childTnLst>
                    </p:cTn>
                  </p:par>
                  <p:par>
                    <p:cTn id="244" fill="hold">
                      <p:stCondLst>
                        <p:cond delay="indefinite"/>
                      </p:stCondLst>
                      <p:childTnLst>
                        <p:par>
                          <p:cTn id="245" fill="hold">
                            <p:stCondLst>
                              <p:cond delay="0"/>
                            </p:stCondLst>
                            <p:childTnLst>
                              <p:par>
                                <p:cTn id="246" presetID="63" presetClass="path" presetSubtype="0" accel="50000" decel="50000" fill="hold" nodeType="clickEffect">
                                  <p:stCondLst>
                                    <p:cond delay="0"/>
                                  </p:stCondLst>
                                  <p:childTnLst>
                                    <p:animMotion origin="layout" path="M 0.07435 -0.00069 L 0.14831 -0.00139 " pathEditMode="relative" rAng="0" ptsTypes="AA">
                                      <p:cBhvr>
                                        <p:cTn id="247" dur="1000" fill="hold"/>
                                        <p:tgtEl>
                                          <p:spTgt spid="4"/>
                                        </p:tgtEl>
                                        <p:attrNameLst>
                                          <p:attrName>ppt_x</p:attrName>
                                          <p:attrName>ppt_y</p:attrName>
                                        </p:attrNameLst>
                                      </p:cBhvr>
                                      <p:rCtr x="3698" y="-46"/>
                                    </p:animMotion>
                                  </p:childTnLst>
                                </p:cTn>
                              </p:par>
                            </p:childTnLst>
                          </p:cTn>
                        </p:par>
                      </p:childTnLst>
                    </p:cTn>
                  </p:par>
                  <p:par>
                    <p:cTn id="248" fill="hold">
                      <p:stCondLst>
                        <p:cond delay="indefinite"/>
                      </p:stCondLst>
                      <p:childTnLst>
                        <p:par>
                          <p:cTn id="249" fill="hold">
                            <p:stCondLst>
                              <p:cond delay="0"/>
                            </p:stCondLst>
                            <p:childTnLst>
                              <p:par>
                                <p:cTn id="250" presetID="22" presetClass="exit" presetSubtype="4" fill="hold" nodeType="clickEffect">
                                  <p:stCondLst>
                                    <p:cond delay="0"/>
                                  </p:stCondLst>
                                  <p:childTnLst>
                                    <p:animEffect transition="out" filter="wipe(down)">
                                      <p:cBhvr>
                                        <p:cTn id="251" dur="500"/>
                                        <p:tgtEl>
                                          <p:spTgt spid="141"/>
                                        </p:tgtEl>
                                      </p:cBhvr>
                                    </p:animEffect>
                                    <p:set>
                                      <p:cBhvr>
                                        <p:cTn id="252" dur="1" fill="hold">
                                          <p:stCondLst>
                                            <p:cond delay="499"/>
                                          </p:stCondLst>
                                        </p:cTn>
                                        <p:tgtEl>
                                          <p:spTgt spid="141"/>
                                        </p:tgtEl>
                                        <p:attrNameLst>
                                          <p:attrName>style.visibility</p:attrName>
                                        </p:attrNameLst>
                                      </p:cBhvr>
                                      <p:to>
                                        <p:strVal val="hidden"/>
                                      </p:to>
                                    </p:set>
                                  </p:childTnLst>
                                </p:cTn>
                              </p:par>
                            </p:childTnLst>
                          </p:cTn>
                        </p:par>
                        <p:par>
                          <p:cTn id="253" fill="hold">
                            <p:stCondLst>
                              <p:cond delay="500"/>
                            </p:stCondLst>
                            <p:childTnLst>
                              <p:par>
                                <p:cTn id="254" presetID="22" presetClass="entr" presetSubtype="2" fill="hold" nodeType="afterEffect">
                                  <p:stCondLst>
                                    <p:cond delay="0"/>
                                  </p:stCondLst>
                                  <p:childTnLst>
                                    <p:set>
                                      <p:cBhvr>
                                        <p:cTn id="255" dur="1" fill="hold">
                                          <p:stCondLst>
                                            <p:cond delay="0"/>
                                          </p:stCondLst>
                                        </p:cTn>
                                        <p:tgtEl>
                                          <p:spTgt spid="145"/>
                                        </p:tgtEl>
                                        <p:attrNameLst>
                                          <p:attrName>style.visibility</p:attrName>
                                        </p:attrNameLst>
                                      </p:cBhvr>
                                      <p:to>
                                        <p:strVal val="visible"/>
                                      </p:to>
                                    </p:set>
                                    <p:animEffect transition="in" filter="wipe(right)">
                                      <p:cBhvr>
                                        <p:cTn id="256" dur="500"/>
                                        <p:tgtEl>
                                          <p:spTgt spid="145"/>
                                        </p:tgtEl>
                                      </p:cBhvr>
                                    </p:animEffect>
                                  </p:childTnLst>
                                </p:cTn>
                              </p:par>
                            </p:childTnLst>
                          </p:cTn>
                        </p:par>
                      </p:childTnLst>
                    </p:cTn>
                  </p:par>
                  <p:par>
                    <p:cTn id="257" fill="hold">
                      <p:stCondLst>
                        <p:cond delay="indefinite"/>
                      </p:stCondLst>
                      <p:childTnLst>
                        <p:par>
                          <p:cTn id="258" fill="hold">
                            <p:stCondLst>
                              <p:cond delay="0"/>
                            </p:stCondLst>
                            <p:childTnLst>
                              <p:par>
                                <p:cTn id="259" presetID="1" presetClass="emph" presetSubtype="2" fill="hold" nodeType="clickEffect">
                                  <p:stCondLst>
                                    <p:cond delay="0"/>
                                  </p:stCondLst>
                                  <p:childTnLst>
                                    <p:animClr clrSpc="rgb" dir="cw">
                                      <p:cBhvr>
                                        <p:cTn id="260" dur="1000" fill="hold"/>
                                        <p:tgtEl>
                                          <p:spTgt spid="27"/>
                                        </p:tgtEl>
                                        <p:attrNameLst>
                                          <p:attrName>fillcolor</p:attrName>
                                        </p:attrNameLst>
                                      </p:cBhvr>
                                      <p:to>
                                        <a:srgbClr val="ECF3FA"/>
                                      </p:to>
                                    </p:animClr>
                                    <p:set>
                                      <p:cBhvr>
                                        <p:cTn id="261" dur="1000" fill="hold"/>
                                        <p:tgtEl>
                                          <p:spTgt spid="27"/>
                                        </p:tgtEl>
                                        <p:attrNameLst>
                                          <p:attrName>fill.type</p:attrName>
                                        </p:attrNameLst>
                                      </p:cBhvr>
                                      <p:to>
                                        <p:strVal val="solid"/>
                                      </p:to>
                                    </p:set>
                                    <p:set>
                                      <p:cBhvr>
                                        <p:cTn id="262" dur="1000" fill="hold"/>
                                        <p:tgtEl>
                                          <p:spTgt spid="27"/>
                                        </p:tgtEl>
                                        <p:attrNameLst>
                                          <p:attrName>fill.on</p:attrName>
                                        </p:attrNameLst>
                                      </p:cBhvr>
                                      <p:to>
                                        <p:strVal val="true"/>
                                      </p:to>
                                    </p:set>
                                  </p:childTnLst>
                                </p:cTn>
                              </p:par>
                            </p:childTnLst>
                          </p:cTn>
                        </p:par>
                        <p:par>
                          <p:cTn id="263" fill="hold">
                            <p:stCondLst>
                              <p:cond delay="1000"/>
                            </p:stCondLst>
                            <p:childTnLst>
                              <p:par>
                                <p:cTn id="264" presetID="22" presetClass="entr" presetSubtype="1" fill="hold" nodeType="afterEffect">
                                  <p:stCondLst>
                                    <p:cond delay="0"/>
                                  </p:stCondLst>
                                  <p:childTnLst>
                                    <p:set>
                                      <p:cBhvr>
                                        <p:cTn id="265" dur="1" fill="hold">
                                          <p:stCondLst>
                                            <p:cond delay="0"/>
                                          </p:stCondLst>
                                        </p:cTn>
                                        <p:tgtEl>
                                          <p:spTgt spid="119"/>
                                        </p:tgtEl>
                                        <p:attrNameLst>
                                          <p:attrName>style.visibility</p:attrName>
                                        </p:attrNameLst>
                                      </p:cBhvr>
                                      <p:to>
                                        <p:strVal val="visible"/>
                                      </p:to>
                                    </p:set>
                                    <p:animEffect transition="in" filter="wipe(up)">
                                      <p:cBhvr>
                                        <p:cTn id="266" dur="500"/>
                                        <p:tgtEl>
                                          <p:spTgt spid="119"/>
                                        </p:tgtEl>
                                      </p:cBhvr>
                                    </p:animEffect>
                                  </p:childTnLst>
                                </p:cTn>
                              </p:par>
                            </p:childTnLst>
                          </p:cTn>
                        </p:par>
                      </p:childTnLst>
                    </p:cTn>
                  </p:par>
                  <p:par>
                    <p:cTn id="267" fill="hold">
                      <p:stCondLst>
                        <p:cond delay="indefinite"/>
                      </p:stCondLst>
                      <p:childTnLst>
                        <p:par>
                          <p:cTn id="268" fill="hold">
                            <p:stCondLst>
                              <p:cond delay="0"/>
                            </p:stCondLst>
                            <p:childTnLst>
                              <p:par>
                                <p:cTn id="269" presetID="22" presetClass="exit" presetSubtype="4" fill="hold" nodeType="clickEffect">
                                  <p:stCondLst>
                                    <p:cond delay="0"/>
                                  </p:stCondLst>
                                  <p:childTnLst>
                                    <p:animEffect transition="out" filter="wipe(down)">
                                      <p:cBhvr>
                                        <p:cTn id="270" dur="500"/>
                                        <p:tgtEl>
                                          <p:spTgt spid="145"/>
                                        </p:tgtEl>
                                      </p:cBhvr>
                                    </p:animEffect>
                                    <p:set>
                                      <p:cBhvr>
                                        <p:cTn id="271" dur="1" fill="hold">
                                          <p:stCondLst>
                                            <p:cond delay="499"/>
                                          </p:stCondLst>
                                        </p:cTn>
                                        <p:tgtEl>
                                          <p:spTgt spid="145"/>
                                        </p:tgtEl>
                                        <p:attrNameLst>
                                          <p:attrName>style.visibility</p:attrName>
                                        </p:attrNameLst>
                                      </p:cBhvr>
                                      <p:to>
                                        <p:strVal val="hidden"/>
                                      </p:to>
                                    </p:set>
                                  </p:childTnLst>
                                </p:cTn>
                              </p:par>
                            </p:childTnLst>
                          </p:cTn>
                        </p:par>
                        <p:par>
                          <p:cTn id="272" fill="hold">
                            <p:stCondLst>
                              <p:cond delay="500"/>
                            </p:stCondLst>
                            <p:childTnLst>
                              <p:par>
                                <p:cTn id="273" presetID="22" presetClass="entr" presetSubtype="2" fill="hold" nodeType="afterEffect">
                                  <p:stCondLst>
                                    <p:cond delay="0"/>
                                  </p:stCondLst>
                                  <p:childTnLst>
                                    <p:set>
                                      <p:cBhvr>
                                        <p:cTn id="274" dur="1" fill="hold">
                                          <p:stCondLst>
                                            <p:cond delay="0"/>
                                          </p:stCondLst>
                                        </p:cTn>
                                        <p:tgtEl>
                                          <p:spTgt spid="146"/>
                                        </p:tgtEl>
                                        <p:attrNameLst>
                                          <p:attrName>style.visibility</p:attrName>
                                        </p:attrNameLst>
                                      </p:cBhvr>
                                      <p:to>
                                        <p:strVal val="visible"/>
                                      </p:to>
                                    </p:set>
                                    <p:animEffect transition="in" filter="wipe(right)">
                                      <p:cBhvr>
                                        <p:cTn id="275" dur="500"/>
                                        <p:tgtEl>
                                          <p:spTgt spid="146"/>
                                        </p:tgtEl>
                                      </p:cBhvr>
                                    </p:animEffect>
                                  </p:childTnLst>
                                </p:cTn>
                              </p:par>
                            </p:childTnLst>
                          </p:cTn>
                        </p:par>
                      </p:childTnLst>
                    </p:cTn>
                  </p:par>
                  <p:par>
                    <p:cTn id="276" fill="hold">
                      <p:stCondLst>
                        <p:cond delay="indefinite"/>
                      </p:stCondLst>
                      <p:childTnLst>
                        <p:par>
                          <p:cTn id="277" fill="hold">
                            <p:stCondLst>
                              <p:cond delay="0"/>
                            </p:stCondLst>
                            <p:childTnLst>
                              <p:par>
                                <p:cTn id="278" presetID="1" presetClass="emph" presetSubtype="2" fill="hold" nodeType="clickEffect">
                                  <p:stCondLst>
                                    <p:cond delay="0"/>
                                  </p:stCondLst>
                                  <p:childTnLst>
                                    <p:animClr clrSpc="rgb" dir="cw">
                                      <p:cBhvr>
                                        <p:cTn id="279" dur="1000" fill="hold"/>
                                        <p:tgtEl>
                                          <p:spTgt spid="27"/>
                                        </p:tgtEl>
                                        <p:attrNameLst>
                                          <p:attrName>fillcolor</p:attrName>
                                        </p:attrNameLst>
                                      </p:cBhvr>
                                      <p:to>
                                        <a:srgbClr val="FBE5D5"/>
                                      </p:to>
                                    </p:animClr>
                                    <p:set>
                                      <p:cBhvr>
                                        <p:cTn id="280" dur="1000" fill="hold"/>
                                        <p:tgtEl>
                                          <p:spTgt spid="27"/>
                                        </p:tgtEl>
                                        <p:attrNameLst>
                                          <p:attrName>fill.type</p:attrName>
                                        </p:attrNameLst>
                                      </p:cBhvr>
                                      <p:to>
                                        <p:strVal val="solid"/>
                                      </p:to>
                                    </p:set>
                                    <p:set>
                                      <p:cBhvr>
                                        <p:cTn id="281" dur="1000" fill="hold"/>
                                        <p:tgtEl>
                                          <p:spTgt spid="27"/>
                                        </p:tgtEl>
                                        <p:attrNameLst>
                                          <p:attrName>fill.on</p:attrName>
                                        </p:attrNameLst>
                                      </p:cBhvr>
                                      <p:to>
                                        <p:strVal val="true"/>
                                      </p:to>
                                    </p:set>
                                  </p:childTnLst>
                                </p:cTn>
                              </p:par>
                            </p:childTnLst>
                          </p:cTn>
                        </p:par>
                        <p:par>
                          <p:cTn id="282" fill="hold">
                            <p:stCondLst>
                              <p:cond delay="1000"/>
                            </p:stCondLst>
                            <p:childTnLst>
                              <p:par>
                                <p:cTn id="283" presetID="22" presetClass="entr" presetSubtype="1" fill="hold" nodeType="afterEffect">
                                  <p:stCondLst>
                                    <p:cond delay="0"/>
                                  </p:stCondLst>
                                  <p:childTnLst>
                                    <p:set>
                                      <p:cBhvr>
                                        <p:cTn id="284" dur="1" fill="hold">
                                          <p:stCondLst>
                                            <p:cond delay="0"/>
                                          </p:stCondLst>
                                        </p:cTn>
                                        <p:tgtEl>
                                          <p:spTgt spid="128"/>
                                        </p:tgtEl>
                                        <p:attrNameLst>
                                          <p:attrName>style.visibility</p:attrName>
                                        </p:attrNameLst>
                                      </p:cBhvr>
                                      <p:to>
                                        <p:strVal val="visible"/>
                                      </p:to>
                                    </p:set>
                                    <p:animEffect transition="in" filter="wipe(up)">
                                      <p:cBhvr>
                                        <p:cTn id="285" dur="500"/>
                                        <p:tgtEl>
                                          <p:spTgt spid="128"/>
                                        </p:tgtEl>
                                      </p:cBhvr>
                                    </p:animEffect>
                                  </p:childTnLst>
                                </p:cTn>
                              </p:par>
                            </p:childTnLst>
                          </p:cTn>
                        </p:par>
                      </p:childTnLst>
                    </p:cTn>
                  </p:par>
                  <p:par>
                    <p:cTn id="286" fill="hold">
                      <p:stCondLst>
                        <p:cond delay="indefinite"/>
                      </p:stCondLst>
                      <p:childTnLst>
                        <p:par>
                          <p:cTn id="287" fill="hold">
                            <p:stCondLst>
                              <p:cond delay="0"/>
                            </p:stCondLst>
                            <p:childTnLst>
                              <p:par>
                                <p:cTn id="288" presetID="42" presetClass="entr" presetSubtype="0" fill="hold" grpId="0" nodeType="clickEffect">
                                  <p:stCondLst>
                                    <p:cond delay="0"/>
                                  </p:stCondLst>
                                  <p:childTnLst>
                                    <p:set>
                                      <p:cBhvr>
                                        <p:cTn id="289" dur="1" fill="hold">
                                          <p:stCondLst>
                                            <p:cond delay="0"/>
                                          </p:stCondLst>
                                        </p:cTn>
                                        <p:tgtEl>
                                          <p:spTgt spid="147"/>
                                        </p:tgtEl>
                                        <p:attrNameLst>
                                          <p:attrName>style.visibility</p:attrName>
                                        </p:attrNameLst>
                                      </p:cBhvr>
                                      <p:to>
                                        <p:strVal val="visible"/>
                                      </p:to>
                                    </p:set>
                                    <p:animEffect transition="in" filter="fade">
                                      <p:cBhvr>
                                        <p:cTn id="290" dur="1000"/>
                                        <p:tgtEl>
                                          <p:spTgt spid="147"/>
                                        </p:tgtEl>
                                      </p:cBhvr>
                                    </p:animEffect>
                                    <p:anim calcmode="lin" valueType="num">
                                      <p:cBhvr>
                                        <p:cTn id="291" dur="1000" fill="hold"/>
                                        <p:tgtEl>
                                          <p:spTgt spid="147"/>
                                        </p:tgtEl>
                                        <p:attrNameLst>
                                          <p:attrName>ppt_x</p:attrName>
                                        </p:attrNameLst>
                                      </p:cBhvr>
                                      <p:tavLst>
                                        <p:tav tm="0">
                                          <p:val>
                                            <p:strVal val="#ppt_x"/>
                                          </p:val>
                                        </p:tav>
                                        <p:tav tm="100000">
                                          <p:val>
                                            <p:strVal val="#ppt_x"/>
                                          </p:val>
                                        </p:tav>
                                      </p:tavLst>
                                    </p:anim>
                                    <p:anim calcmode="lin" valueType="num">
                                      <p:cBhvr>
                                        <p:cTn id="292" dur="1000" fill="hold"/>
                                        <p:tgtEl>
                                          <p:spTgt spid="147"/>
                                        </p:tgtEl>
                                        <p:attrNameLst>
                                          <p:attrName>ppt_y</p:attrName>
                                        </p:attrNameLst>
                                      </p:cBhvr>
                                      <p:tavLst>
                                        <p:tav tm="0">
                                          <p:val>
                                            <p:strVal val="#ppt_y+.1"/>
                                          </p:val>
                                        </p:tav>
                                        <p:tav tm="100000">
                                          <p:val>
                                            <p:strVal val="#ppt_y"/>
                                          </p:val>
                                        </p:tav>
                                      </p:tavLst>
                                    </p:anim>
                                  </p:childTnLst>
                                </p:cTn>
                              </p:par>
                            </p:childTnLst>
                          </p:cTn>
                        </p:par>
                      </p:childTnLst>
                    </p:cTn>
                  </p:par>
                  <p:par>
                    <p:cTn id="293" fill="hold">
                      <p:stCondLst>
                        <p:cond delay="indefinite"/>
                      </p:stCondLst>
                      <p:childTnLst>
                        <p:par>
                          <p:cTn id="294" fill="hold">
                            <p:stCondLst>
                              <p:cond delay="0"/>
                            </p:stCondLst>
                            <p:childTnLst>
                              <p:par>
                                <p:cTn id="295" presetID="1" presetClass="emph" presetSubtype="2" fill="hold" nodeType="clickEffect">
                                  <p:stCondLst>
                                    <p:cond delay="0"/>
                                  </p:stCondLst>
                                  <p:childTnLst>
                                    <p:animClr clrSpc="rgb" dir="cw">
                                      <p:cBhvr>
                                        <p:cTn id="296" dur="1000" fill="hold"/>
                                        <p:tgtEl>
                                          <p:spTgt spid="27"/>
                                        </p:tgtEl>
                                        <p:attrNameLst>
                                          <p:attrName>fillcolor</p:attrName>
                                        </p:attrNameLst>
                                      </p:cBhvr>
                                      <p:to>
                                        <a:srgbClr val="ECF3FA"/>
                                      </p:to>
                                    </p:animClr>
                                    <p:set>
                                      <p:cBhvr>
                                        <p:cTn id="297" dur="1000" fill="hold"/>
                                        <p:tgtEl>
                                          <p:spTgt spid="27"/>
                                        </p:tgtEl>
                                        <p:attrNameLst>
                                          <p:attrName>fill.type</p:attrName>
                                        </p:attrNameLst>
                                      </p:cBhvr>
                                      <p:to>
                                        <p:strVal val="solid"/>
                                      </p:to>
                                    </p:set>
                                    <p:set>
                                      <p:cBhvr>
                                        <p:cTn id="298" dur="1000" fill="hold"/>
                                        <p:tgtEl>
                                          <p:spTgt spid="27"/>
                                        </p:tgtEl>
                                        <p:attrNameLst>
                                          <p:attrName>fill.on</p:attrName>
                                        </p:attrNameLst>
                                      </p:cBhvr>
                                      <p:to>
                                        <p:strVal val="true"/>
                                      </p:to>
                                    </p:set>
                                  </p:childTnLst>
                                </p:cTn>
                              </p:par>
                              <p:par>
                                <p:cTn id="299" presetID="64" presetClass="path" presetSubtype="0" accel="50000" decel="50000" fill="hold" grpId="1" nodeType="withEffect">
                                  <p:stCondLst>
                                    <p:cond delay="0"/>
                                  </p:stCondLst>
                                  <p:childTnLst>
                                    <p:animMotion origin="layout" path="M -2.29167E-6 -2.96296E-6 L -0.00078 -0.08958 " pathEditMode="relative" rAng="0" ptsTypes="AA">
                                      <p:cBhvr>
                                        <p:cTn id="300" dur="1000" fill="hold"/>
                                        <p:tgtEl>
                                          <p:spTgt spid="147"/>
                                        </p:tgtEl>
                                        <p:attrNameLst>
                                          <p:attrName>ppt_x</p:attrName>
                                          <p:attrName>ppt_y</p:attrName>
                                        </p:attrNameLst>
                                      </p:cBhvr>
                                      <p:rCtr x="-39" y="-4491"/>
                                    </p:animMotion>
                                  </p:childTnLst>
                                </p:cTn>
                              </p:par>
                            </p:childTnLst>
                          </p:cTn>
                        </p:par>
                        <p:par>
                          <p:cTn id="301" fill="hold">
                            <p:stCondLst>
                              <p:cond delay="1000"/>
                            </p:stCondLst>
                            <p:childTnLst>
                              <p:par>
                                <p:cTn id="302" presetID="16" presetClass="exit" presetSubtype="21" fill="hold" nodeType="afterEffect">
                                  <p:stCondLst>
                                    <p:cond delay="0"/>
                                  </p:stCondLst>
                                  <p:childTnLst>
                                    <p:animEffect transition="out" filter="barn(inVertical)">
                                      <p:cBhvr>
                                        <p:cTn id="303" dur="500"/>
                                        <p:tgtEl>
                                          <p:spTgt spid="128"/>
                                        </p:tgtEl>
                                      </p:cBhvr>
                                    </p:animEffect>
                                    <p:set>
                                      <p:cBhvr>
                                        <p:cTn id="304" dur="1" fill="hold">
                                          <p:stCondLst>
                                            <p:cond delay="499"/>
                                          </p:stCondLst>
                                        </p:cTn>
                                        <p:tgtEl>
                                          <p:spTgt spid="128"/>
                                        </p:tgtEl>
                                        <p:attrNameLst>
                                          <p:attrName>style.visibility</p:attrName>
                                        </p:attrNameLst>
                                      </p:cBhvr>
                                      <p:to>
                                        <p:strVal val="hidden"/>
                                      </p:to>
                                    </p:set>
                                  </p:childTnLst>
                                </p:cTn>
                              </p:par>
                            </p:childTnLst>
                          </p:cTn>
                        </p:par>
                      </p:childTnLst>
                    </p:cTn>
                  </p:par>
                  <p:par>
                    <p:cTn id="305" fill="hold">
                      <p:stCondLst>
                        <p:cond delay="indefinite"/>
                      </p:stCondLst>
                      <p:childTnLst>
                        <p:par>
                          <p:cTn id="306" fill="hold">
                            <p:stCondLst>
                              <p:cond delay="0"/>
                            </p:stCondLst>
                            <p:childTnLst>
                              <p:par>
                                <p:cTn id="307" presetID="63" presetClass="path" presetSubtype="0" accel="50000" decel="50000" fill="hold" nodeType="clickEffect">
                                  <p:stCondLst>
                                    <p:cond delay="0"/>
                                  </p:stCondLst>
                                  <p:childTnLst>
                                    <p:animMotion origin="layout" path="M -3.125E-6 -4.07407E-6 L 0.07435 -0.00069 " pathEditMode="relative" rAng="0" ptsTypes="AA">
                                      <p:cBhvr>
                                        <p:cTn id="308" dur="1000" fill="hold"/>
                                        <p:tgtEl>
                                          <p:spTgt spid="119"/>
                                        </p:tgtEl>
                                        <p:attrNameLst>
                                          <p:attrName>ppt_x</p:attrName>
                                          <p:attrName>ppt_y</p:attrName>
                                        </p:attrNameLst>
                                      </p:cBhvr>
                                      <p:rCtr x="3711" y="-46"/>
                                    </p:animMotion>
                                  </p:childTnLst>
                                </p:cTn>
                              </p:par>
                            </p:childTnLst>
                          </p:cTn>
                        </p:par>
                      </p:childTnLst>
                    </p:cTn>
                  </p:par>
                  <p:par>
                    <p:cTn id="309" fill="hold">
                      <p:stCondLst>
                        <p:cond delay="indefinite"/>
                      </p:stCondLst>
                      <p:childTnLst>
                        <p:par>
                          <p:cTn id="310" fill="hold">
                            <p:stCondLst>
                              <p:cond delay="0"/>
                            </p:stCondLst>
                            <p:childTnLst>
                              <p:par>
                                <p:cTn id="311" presetID="22" presetClass="exit" presetSubtype="4" fill="hold" nodeType="clickEffect">
                                  <p:stCondLst>
                                    <p:cond delay="0"/>
                                  </p:stCondLst>
                                  <p:childTnLst>
                                    <p:animEffect transition="out" filter="wipe(down)">
                                      <p:cBhvr>
                                        <p:cTn id="312" dur="500"/>
                                        <p:tgtEl>
                                          <p:spTgt spid="146"/>
                                        </p:tgtEl>
                                      </p:cBhvr>
                                    </p:animEffect>
                                    <p:set>
                                      <p:cBhvr>
                                        <p:cTn id="313" dur="1" fill="hold">
                                          <p:stCondLst>
                                            <p:cond delay="499"/>
                                          </p:stCondLst>
                                        </p:cTn>
                                        <p:tgtEl>
                                          <p:spTgt spid="146"/>
                                        </p:tgtEl>
                                        <p:attrNameLst>
                                          <p:attrName>style.visibility</p:attrName>
                                        </p:attrNameLst>
                                      </p:cBhvr>
                                      <p:to>
                                        <p:strVal val="hidden"/>
                                      </p:to>
                                    </p:set>
                                  </p:childTnLst>
                                </p:cTn>
                              </p:par>
                            </p:childTnLst>
                          </p:cTn>
                        </p:par>
                        <p:par>
                          <p:cTn id="314" fill="hold">
                            <p:stCondLst>
                              <p:cond delay="500"/>
                            </p:stCondLst>
                            <p:childTnLst>
                              <p:par>
                                <p:cTn id="315" presetID="22" presetClass="entr" presetSubtype="2" fill="hold" nodeType="afterEffect">
                                  <p:stCondLst>
                                    <p:cond delay="0"/>
                                  </p:stCondLst>
                                  <p:childTnLst>
                                    <p:set>
                                      <p:cBhvr>
                                        <p:cTn id="316" dur="1" fill="hold">
                                          <p:stCondLst>
                                            <p:cond delay="0"/>
                                          </p:stCondLst>
                                        </p:cTn>
                                        <p:tgtEl>
                                          <p:spTgt spid="148"/>
                                        </p:tgtEl>
                                        <p:attrNameLst>
                                          <p:attrName>style.visibility</p:attrName>
                                        </p:attrNameLst>
                                      </p:cBhvr>
                                      <p:to>
                                        <p:strVal val="visible"/>
                                      </p:to>
                                    </p:set>
                                    <p:animEffect transition="in" filter="wipe(right)">
                                      <p:cBhvr>
                                        <p:cTn id="317" dur="500"/>
                                        <p:tgtEl>
                                          <p:spTgt spid="148"/>
                                        </p:tgtEl>
                                      </p:cBhvr>
                                    </p:animEffect>
                                  </p:childTnLst>
                                </p:cTn>
                              </p:par>
                            </p:childTnLst>
                          </p:cTn>
                        </p:par>
                      </p:childTnLst>
                    </p:cTn>
                  </p:par>
                  <p:par>
                    <p:cTn id="318" fill="hold">
                      <p:stCondLst>
                        <p:cond delay="indefinite"/>
                      </p:stCondLst>
                      <p:childTnLst>
                        <p:par>
                          <p:cTn id="319" fill="hold">
                            <p:stCondLst>
                              <p:cond delay="0"/>
                            </p:stCondLst>
                            <p:childTnLst>
                              <p:par>
                                <p:cTn id="320" presetID="1" presetClass="emph" presetSubtype="2" fill="hold" nodeType="clickEffect">
                                  <p:stCondLst>
                                    <p:cond delay="0"/>
                                  </p:stCondLst>
                                  <p:childTnLst>
                                    <p:animClr clrSpc="rgb" dir="cw">
                                      <p:cBhvr>
                                        <p:cTn id="321" dur="1000" fill="hold"/>
                                        <p:tgtEl>
                                          <p:spTgt spid="27"/>
                                        </p:tgtEl>
                                        <p:attrNameLst>
                                          <p:attrName>fillcolor</p:attrName>
                                        </p:attrNameLst>
                                      </p:cBhvr>
                                      <p:to>
                                        <a:srgbClr val="FBE5D5"/>
                                      </p:to>
                                    </p:animClr>
                                    <p:set>
                                      <p:cBhvr>
                                        <p:cTn id="322" dur="1000" fill="hold"/>
                                        <p:tgtEl>
                                          <p:spTgt spid="27"/>
                                        </p:tgtEl>
                                        <p:attrNameLst>
                                          <p:attrName>fill.type</p:attrName>
                                        </p:attrNameLst>
                                      </p:cBhvr>
                                      <p:to>
                                        <p:strVal val="solid"/>
                                      </p:to>
                                    </p:set>
                                    <p:set>
                                      <p:cBhvr>
                                        <p:cTn id="323" dur="1000" fill="hold"/>
                                        <p:tgtEl>
                                          <p:spTgt spid="27"/>
                                        </p:tgtEl>
                                        <p:attrNameLst>
                                          <p:attrName>fill.on</p:attrName>
                                        </p:attrNameLst>
                                      </p:cBhvr>
                                      <p:to>
                                        <p:strVal val="true"/>
                                      </p:to>
                                    </p:set>
                                  </p:childTnLst>
                                </p:cTn>
                              </p:par>
                            </p:childTnLst>
                          </p:cTn>
                        </p:par>
                        <p:par>
                          <p:cTn id="324" fill="hold">
                            <p:stCondLst>
                              <p:cond delay="1000"/>
                            </p:stCondLst>
                            <p:childTnLst>
                              <p:par>
                                <p:cTn id="325" presetID="22" presetClass="entr" presetSubtype="1" fill="hold" nodeType="afterEffect">
                                  <p:stCondLst>
                                    <p:cond delay="0"/>
                                  </p:stCondLst>
                                  <p:childTnLst>
                                    <p:set>
                                      <p:cBhvr>
                                        <p:cTn id="326" dur="1" fill="hold">
                                          <p:stCondLst>
                                            <p:cond delay="0"/>
                                          </p:stCondLst>
                                        </p:cTn>
                                        <p:tgtEl>
                                          <p:spTgt spid="122"/>
                                        </p:tgtEl>
                                        <p:attrNameLst>
                                          <p:attrName>style.visibility</p:attrName>
                                        </p:attrNameLst>
                                      </p:cBhvr>
                                      <p:to>
                                        <p:strVal val="visible"/>
                                      </p:to>
                                    </p:set>
                                    <p:animEffect transition="in" filter="wipe(up)">
                                      <p:cBhvr>
                                        <p:cTn id="327" dur="500"/>
                                        <p:tgtEl>
                                          <p:spTgt spid="122"/>
                                        </p:tgtEl>
                                      </p:cBhvr>
                                    </p:animEffect>
                                  </p:childTnLst>
                                </p:cTn>
                              </p:par>
                            </p:childTnLst>
                          </p:cTn>
                        </p:par>
                      </p:childTnLst>
                    </p:cTn>
                  </p:par>
                  <p:par>
                    <p:cTn id="328" fill="hold">
                      <p:stCondLst>
                        <p:cond delay="indefinite"/>
                      </p:stCondLst>
                      <p:childTnLst>
                        <p:par>
                          <p:cTn id="329" fill="hold">
                            <p:stCondLst>
                              <p:cond delay="0"/>
                            </p:stCondLst>
                            <p:childTnLst>
                              <p:par>
                                <p:cTn id="330" presetID="22" presetClass="exit" presetSubtype="4" fill="hold" nodeType="clickEffect">
                                  <p:stCondLst>
                                    <p:cond delay="0"/>
                                  </p:stCondLst>
                                  <p:childTnLst>
                                    <p:animEffect transition="out" filter="wipe(down)">
                                      <p:cBhvr>
                                        <p:cTn id="331" dur="500"/>
                                        <p:tgtEl>
                                          <p:spTgt spid="148"/>
                                        </p:tgtEl>
                                      </p:cBhvr>
                                    </p:animEffect>
                                    <p:set>
                                      <p:cBhvr>
                                        <p:cTn id="332" dur="1" fill="hold">
                                          <p:stCondLst>
                                            <p:cond delay="499"/>
                                          </p:stCondLst>
                                        </p:cTn>
                                        <p:tgtEl>
                                          <p:spTgt spid="148"/>
                                        </p:tgtEl>
                                        <p:attrNameLst>
                                          <p:attrName>style.visibility</p:attrName>
                                        </p:attrNameLst>
                                      </p:cBhvr>
                                      <p:to>
                                        <p:strVal val="hidden"/>
                                      </p:to>
                                    </p:set>
                                  </p:childTnLst>
                                </p:cTn>
                              </p:par>
                            </p:childTnLst>
                          </p:cTn>
                        </p:par>
                        <p:par>
                          <p:cTn id="333" fill="hold">
                            <p:stCondLst>
                              <p:cond delay="500"/>
                            </p:stCondLst>
                            <p:childTnLst>
                              <p:par>
                                <p:cTn id="334" presetID="22" presetClass="entr" presetSubtype="2" fill="hold" nodeType="afterEffect">
                                  <p:stCondLst>
                                    <p:cond delay="0"/>
                                  </p:stCondLst>
                                  <p:childTnLst>
                                    <p:set>
                                      <p:cBhvr>
                                        <p:cTn id="335" dur="1" fill="hold">
                                          <p:stCondLst>
                                            <p:cond delay="0"/>
                                          </p:stCondLst>
                                        </p:cTn>
                                        <p:tgtEl>
                                          <p:spTgt spid="149"/>
                                        </p:tgtEl>
                                        <p:attrNameLst>
                                          <p:attrName>style.visibility</p:attrName>
                                        </p:attrNameLst>
                                      </p:cBhvr>
                                      <p:to>
                                        <p:strVal val="visible"/>
                                      </p:to>
                                    </p:set>
                                    <p:animEffect transition="in" filter="wipe(right)">
                                      <p:cBhvr>
                                        <p:cTn id="336" dur="500"/>
                                        <p:tgtEl>
                                          <p:spTgt spid="149"/>
                                        </p:tgtEl>
                                      </p:cBhvr>
                                    </p:animEffect>
                                  </p:childTnLst>
                                </p:cTn>
                              </p:par>
                            </p:childTnLst>
                          </p:cTn>
                        </p:par>
                      </p:childTnLst>
                    </p:cTn>
                  </p:par>
                  <p:par>
                    <p:cTn id="337" fill="hold">
                      <p:stCondLst>
                        <p:cond delay="indefinite"/>
                      </p:stCondLst>
                      <p:childTnLst>
                        <p:par>
                          <p:cTn id="338" fill="hold">
                            <p:stCondLst>
                              <p:cond delay="0"/>
                            </p:stCondLst>
                            <p:childTnLst>
                              <p:par>
                                <p:cTn id="339" presetID="1" presetClass="emph" presetSubtype="2" fill="hold" nodeType="clickEffect">
                                  <p:stCondLst>
                                    <p:cond delay="0"/>
                                  </p:stCondLst>
                                  <p:childTnLst>
                                    <p:animClr clrSpc="rgb" dir="cw">
                                      <p:cBhvr>
                                        <p:cTn id="340" dur="1000" fill="hold"/>
                                        <p:tgtEl>
                                          <p:spTgt spid="27"/>
                                        </p:tgtEl>
                                        <p:attrNameLst>
                                          <p:attrName>fillcolor</p:attrName>
                                        </p:attrNameLst>
                                      </p:cBhvr>
                                      <p:to>
                                        <a:srgbClr val="D8BDDD"/>
                                      </p:to>
                                    </p:animClr>
                                    <p:set>
                                      <p:cBhvr>
                                        <p:cTn id="341" dur="1000" fill="hold"/>
                                        <p:tgtEl>
                                          <p:spTgt spid="27"/>
                                        </p:tgtEl>
                                        <p:attrNameLst>
                                          <p:attrName>fill.type</p:attrName>
                                        </p:attrNameLst>
                                      </p:cBhvr>
                                      <p:to>
                                        <p:strVal val="solid"/>
                                      </p:to>
                                    </p:set>
                                    <p:set>
                                      <p:cBhvr>
                                        <p:cTn id="342" dur="1000" fill="hold"/>
                                        <p:tgtEl>
                                          <p:spTgt spid="27"/>
                                        </p:tgtEl>
                                        <p:attrNameLst>
                                          <p:attrName>fill.on</p:attrName>
                                        </p:attrNameLst>
                                      </p:cBhvr>
                                      <p:to>
                                        <p:strVal val="true"/>
                                      </p:to>
                                    </p:set>
                                  </p:childTnLst>
                                </p:cTn>
                              </p:par>
                            </p:childTnLst>
                          </p:cTn>
                        </p:par>
                        <p:par>
                          <p:cTn id="343" fill="hold">
                            <p:stCondLst>
                              <p:cond delay="1000"/>
                            </p:stCondLst>
                            <p:childTnLst>
                              <p:par>
                                <p:cTn id="344" presetID="22" presetClass="entr" presetSubtype="1" fill="hold" nodeType="afterEffect">
                                  <p:stCondLst>
                                    <p:cond delay="0"/>
                                  </p:stCondLst>
                                  <p:childTnLst>
                                    <p:set>
                                      <p:cBhvr>
                                        <p:cTn id="345" dur="1" fill="hold">
                                          <p:stCondLst>
                                            <p:cond delay="0"/>
                                          </p:stCondLst>
                                        </p:cTn>
                                        <p:tgtEl>
                                          <p:spTgt spid="131"/>
                                        </p:tgtEl>
                                        <p:attrNameLst>
                                          <p:attrName>style.visibility</p:attrName>
                                        </p:attrNameLst>
                                      </p:cBhvr>
                                      <p:to>
                                        <p:strVal val="visible"/>
                                      </p:to>
                                    </p:set>
                                    <p:animEffect transition="in" filter="wipe(up)">
                                      <p:cBhvr>
                                        <p:cTn id="346" dur="500"/>
                                        <p:tgtEl>
                                          <p:spTgt spid="131"/>
                                        </p:tgtEl>
                                      </p:cBhvr>
                                    </p:animEffect>
                                  </p:childTnLst>
                                </p:cTn>
                              </p:par>
                            </p:childTnLst>
                          </p:cTn>
                        </p:par>
                      </p:childTnLst>
                    </p:cTn>
                  </p:par>
                  <p:par>
                    <p:cTn id="347" fill="hold">
                      <p:stCondLst>
                        <p:cond delay="indefinite"/>
                      </p:stCondLst>
                      <p:childTnLst>
                        <p:par>
                          <p:cTn id="348" fill="hold">
                            <p:stCondLst>
                              <p:cond delay="0"/>
                            </p:stCondLst>
                            <p:childTnLst>
                              <p:par>
                                <p:cTn id="349" presetID="42" presetClass="entr" presetSubtype="0" fill="hold" grpId="0" nodeType="clickEffect">
                                  <p:stCondLst>
                                    <p:cond delay="0"/>
                                  </p:stCondLst>
                                  <p:childTnLst>
                                    <p:set>
                                      <p:cBhvr>
                                        <p:cTn id="350" dur="1" fill="hold">
                                          <p:stCondLst>
                                            <p:cond delay="0"/>
                                          </p:stCondLst>
                                        </p:cTn>
                                        <p:tgtEl>
                                          <p:spTgt spid="150"/>
                                        </p:tgtEl>
                                        <p:attrNameLst>
                                          <p:attrName>style.visibility</p:attrName>
                                        </p:attrNameLst>
                                      </p:cBhvr>
                                      <p:to>
                                        <p:strVal val="visible"/>
                                      </p:to>
                                    </p:set>
                                    <p:animEffect transition="in" filter="fade">
                                      <p:cBhvr>
                                        <p:cTn id="351" dur="1000"/>
                                        <p:tgtEl>
                                          <p:spTgt spid="150"/>
                                        </p:tgtEl>
                                      </p:cBhvr>
                                    </p:animEffect>
                                    <p:anim calcmode="lin" valueType="num">
                                      <p:cBhvr>
                                        <p:cTn id="352" dur="1000" fill="hold"/>
                                        <p:tgtEl>
                                          <p:spTgt spid="150"/>
                                        </p:tgtEl>
                                        <p:attrNameLst>
                                          <p:attrName>ppt_x</p:attrName>
                                        </p:attrNameLst>
                                      </p:cBhvr>
                                      <p:tavLst>
                                        <p:tav tm="0">
                                          <p:val>
                                            <p:strVal val="#ppt_x"/>
                                          </p:val>
                                        </p:tav>
                                        <p:tav tm="100000">
                                          <p:val>
                                            <p:strVal val="#ppt_x"/>
                                          </p:val>
                                        </p:tav>
                                      </p:tavLst>
                                    </p:anim>
                                    <p:anim calcmode="lin" valueType="num">
                                      <p:cBhvr>
                                        <p:cTn id="353" dur="1000" fill="hold"/>
                                        <p:tgtEl>
                                          <p:spTgt spid="150"/>
                                        </p:tgtEl>
                                        <p:attrNameLst>
                                          <p:attrName>ppt_y</p:attrName>
                                        </p:attrNameLst>
                                      </p:cBhvr>
                                      <p:tavLst>
                                        <p:tav tm="0">
                                          <p:val>
                                            <p:strVal val="#ppt_y+.1"/>
                                          </p:val>
                                        </p:tav>
                                        <p:tav tm="100000">
                                          <p:val>
                                            <p:strVal val="#ppt_y"/>
                                          </p:val>
                                        </p:tav>
                                      </p:tavLst>
                                    </p:anim>
                                  </p:childTnLst>
                                </p:cTn>
                              </p:par>
                            </p:childTnLst>
                          </p:cTn>
                        </p:par>
                      </p:childTnLst>
                    </p:cTn>
                  </p:par>
                  <p:par>
                    <p:cTn id="354" fill="hold">
                      <p:stCondLst>
                        <p:cond delay="indefinite"/>
                      </p:stCondLst>
                      <p:childTnLst>
                        <p:par>
                          <p:cTn id="355" fill="hold">
                            <p:stCondLst>
                              <p:cond delay="0"/>
                            </p:stCondLst>
                            <p:childTnLst>
                              <p:par>
                                <p:cTn id="356" presetID="1" presetClass="emph" presetSubtype="2" fill="hold" nodeType="clickEffect">
                                  <p:stCondLst>
                                    <p:cond delay="0"/>
                                  </p:stCondLst>
                                  <p:childTnLst>
                                    <p:animClr clrSpc="rgb" dir="cw">
                                      <p:cBhvr>
                                        <p:cTn id="357" dur="1000" fill="hold"/>
                                        <p:tgtEl>
                                          <p:spTgt spid="27"/>
                                        </p:tgtEl>
                                        <p:attrNameLst>
                                          <p:attrName>fillcolor</p:attrName>
                                        </p:attrNameLst>
                                      </p:cBhvr>
                                      <p:to>
                                        <a:srgbClr val="FBE5D5"/>
                                      </p:to>
                                    </p:animClr>
                                    <p:set>
                                      <p:cBhvr>
                                        <p:cTn id="358" dur="1000" fill="hold"/>
                                        <p:tgtEl>
                                          <p:spTgt spid="27"/>
                                        </p:tgtEl>
                                        <p:attrNameLst>
                                          <p:attrName>fill.type</p:attrName>
                                        </p:attrNameLst>
                                      </p:cBhvr>
                                      <p:to>
                                        <p:strVal val="solid"/>
                                      </p:to>
                                    </p:set>
                                    <p:set>
                                      <p:cBhvr>
                                        <p:cTn id="359" dur="1000" fill="hold"/>
                                        <p:tgtEl>
                                          <p:spTgt spid="27"/>
                                        </p:tgtEl>
                                        <p:attrNameLst>
                                          <p:attrName>fill.on</p:attrName>
                                        </p:attrNameLst>
                                      </p:cBhvr>
                                      <p:to>
                                        <p:strVal val="true"/>
                                      </p:to>
                                    </p:set>
                                  </p:childTnLst>
                                </p:cTn>
                              </p:par>
                              <p:par>
                                <p:cTn id="360" presetID="64" presetClass="path" presetSubtype="0" accel="50000" decel="50000" fill="hold" grpId="1" nodeType="withEffect">
                                  <p:stCondLst>
                                    <p:cond delay="0"/>
                                  </p:stCondLst>
                                  <p:childTnLst>
                                    <p:animMotion origin="layout" path="M 3.33333E-6 -7.40741E-7 L -0.00078 -0.08958 " pathEditMode="relative" rAng="0" ptsTypes="AA">
                                      <p:cBhvr>
                                        <p:cTn id="361" dur="1000" fill="hold"/>
                                        <p:tgtEl>
                                          <p:spTgt spid="150"/>
                                        </p:tgtEl>
                                        <p:attrNameLst>
                                          <p:attrName>ppt_x</p:attrName>
                                          <p:attrName>ppt_y</p:attrName>
                                        </p:attrNameLst>
                                      </p:cBhvr>
                                      <p:rCtr x="-39" y="-4491"/>
                                    </p:animMotion>
                                  </p:childTnLst>
                                </p:cTn>
                              </p:par>
                              <p:par>
                                <p:cTn id="362" presetID="16" presetClass="exit" presetSubtype="21" fill="hold" nodeType="withEffect">
                                  <p:stCondLst>
                                    <p:cond delay="0"/>
                                  </p:stCondLst>
                                  <p:childTnLst>
                                    <p:animEffect transition="out" filter="barn(inVertical)">
                                      <p:cBhvr>
                                        <p:cTn id="363" dur="500"/>
                                        <p:tgtEl>
                                          <p:spTgt spid="131"/>
                                        </p:tgtEl>
                                      </p:cBhvr>
                                    </p:animEffect>
                                    <p:set>
                                      <p:cBhvr>
                                        <p:cTn id="364" dur="1" fill="hold">
                                          <p:stCondLst>
                                            <p:cond delay="499"/>
                                          </p:stCondLst>
                                        </p:cTn>
                                        <p:tgtEl>
                                          <p:spTgt spid="131"/>
                                        </p:tgtEl>
                                        <p:attrNameLst>
                                          <p:attrName>style.visibility</p:attrName>
                                        </p:attrNameLst>
                                      </p:cBhvr>
                                      <p:to>
                                        <p:strVal val="hidden"/>
                                      </p:to>
                                    </p:set>
                                  </p:childTnLst>
                                </p:cTn>
                              </p:par>
                            </p:childTnLst>
                          </p:cTn>
                        </p:par>
                      </p:childTnLst>
                    </p:cTn>
                  </p:par>
                  <p:par>
                    <p:cTn id="365" fill="hold">
                      <p:stCondLst>
                        <p:cond delay="indefinite"/>
                      </p:stCondLst>
                      <p:childTnLst>
                        <p:par>
                          <p:cTn id="366" fill="hold">
                            <p:stCondLst>
                              <p:cond delay="0"/>
                            </p:stCondLst>
                            <p:childTnLst>
                              <p:par>
                                <p:cTn id="367" presetID="63" presetClass="path" presetSubtype="0" accel="50000" decel="50000" fill="hold" nodeType="clickEffect">
                                  <p:stCondLst>
                                    <p:cond delay="0"/>
                                  </p:stCondLst>
                                  <p:childTnLst>
                                    <p:animMotion origin="layout" path="M -3.125E-6 4.81481E-6 L 0.07435 -0.0007 " pathEditMode="relative" rAng="0" ptsTypes="AA">
                                      <p:cBhvr>
                                        <p:cTn id="368" dur="1000" fill="hold"/>
                                        <p:tgtEl>
                                          <p:spTgt spid="122"/>
                                        </p:tgtEl>
                                        <p:attrNameLst>
                                          <p:attrName>ppt_x</p:attrName>
                                          <p:attrName>ppt_y</p:attrName>
                                        </p:attrNameLst>
                                      </p:cBhvr>
                                      <p:rCtr x="3711" y="-46"/>
                                    </p:animMotion>
                                  </p:childTnLst>
                                </p:cTn>
                              </p:par>
                            </p:childTnLst>
                          </p:cTn>
                        </p:par>
                      </p:childTnLst>
                    </p:cTn>
                  </p:par>
                  <p:par>
                    <p:cTn id="369" fill="hold">
                      <p:stCondLst>
                        <p:cond delay="indefinite"/>
                      </p:stCondLst>
                      <p:childTnLst>
                        <p:par>
                          <p:cTn id="370" fill="hold">
                            <p:stCondLst>
                              <p:cond delay="0"/>
                            </p:stCondLst>
                            <p:childTnLst>
                              <p:par>
                                <p:cTn id="371" presetID="22" presetClass="exit" presetSubtype="4" fill="hold" nodeType="clickEffect">
                                  <p:stCondLst>
                                    <p:cond delay="0"/>
                                  </p:stCondLst>
                                  <p:childTnLst>
                                    <p:animEffect transition="out" filter="wipe(down)">
                                      <p:cBhvr>
                                        <p:cTn id="372" dur="500"/>
                                        <p:tgtEl>
                                          <p:spTgt spid="149"/>
                                        </p:tgtEl>
                                      </p:cBhvr>
                                    </p:animEffect>
                                    <p:set>
                                      <p:cBhvr>
                                        <p:cTn id="373" dur="1" fill="hold">
                                          <p:stCondLst>
                                            <p:cond delay="499"/>
                                          </p:stCondLst>
                                        </p:cTn>
                                        <p:tgtEl>
                                          <p:spTgt spid="149"/>
                                        </p:tgtEl>
                                        <p:attrNameLst>
                                          <p:attrName>style.visibility</p:attrName>
                                        </p:attrNameLst>
                                      </p:cBhvr>
                                      <p:to>
                                        <p:strVal val="hidden"/>
                                      </p:to>
                                    </p:set>
                                  </p:childTnLst>
                                </p:cTn>
                              </p:par>
                            </p:childTnLst>
                          </p:cTn>
                        </p:par>
                        <p:par>
                          <p:cTn id="374" fill="hold">
                            <p:stCondLst>
                              <p:cond delay="500"/>
                            </p:stCondLst>
                            <p:childTnLst>
                              <p:par>
                                <p:cTn id="375" presetID="22" presetClass="entr" presetSubtype="2" fill="hold" nodeType="afterEffect">
                                  <p:stCondLst>
                                    <p:cond delay="0"/>
                                  </p:stCondLst>
                                  <p:childTnLst>
                                    <p:set>
                                      <p:cBhvr>
                                        <p:cTn id="376" dur="1" fill="hold">
                                          <p:stCondLst>
                                            <p:cond delay="0"/>
                                          </p:stCondLst>
                                        </p:cTn>
                                        <p:tgtEl>
                                          <p:spTgt spid="151"/>
                                        </p:tgtEl>
                                        <p:attrNameLst>
                                          <p:attrName>style.visibility</p:attrName>
                                        </p:attrNameLst>
                                      </p:cBhvr>
                                      <p:to>
                                        <p:strVal val="visible"/>
                                      </p:to>
                                    </p:set>
                                    <p:animEffect transition="in" filter="wipe(right)">
                                      <p:cBhvr>
                                        <p:cTn id="377" dur="500"/>
                                        <p:tgtEl>
                                          <p:spTgt spid="151"/>
                                        </p:tgtEl>
                                      </p:cBhvr>
                                    </p:animEffect>
                                  </p:childTnLst>
                                </p:cTn>
                              </p:par>
                            </p:childTnLst>
                          </p:cTn>
                        </p:par>
                      </p:childTnLst>
                    </p:cTn>
                  </p:par>
                  <p:par>
                    <p:cTn id="378" fill="hold">
                      <p:stCondLst>
                        <p:cond delay="indefinite"/>
                      </p:stCondLst>
                      <p:childTnLst>
                        <p:par>
                          <p:cTn id="379" fill="hold">
                            <p:stCondLst>
                              <p:cond delay="0"/>
                            </p:stCondLst>
                            <p:childTnLst>
                              <p:par>
                                <p:cTn id="380" presetID="1" presetClass="emph" presetSubtype="2" fill="hold" nodeType="clickEffect">
                                  <p:stCondLst>
                                    <p:cond delay="0"/>
                                  </p:stCondLst>
                                  <p:childTnLst>
                                    <p:animClr clrSpc="rgb" dir="cw">
                                      <p:cBhvr>
                                        <p:cTn id="381" dur="1000" fill="hold"/>
                                        <p:tgtEl>
                                          <p:spTgt spid="27"/>
                                        </p:tgtEl>
                                        <p:attrNameLst>
                                          <p:attrName>fillcolor</p:attrName>
                                        </p:attrNameLst>
                                      </p:cBhvr>
                                      <p:to>
                                        <a:srgbClr val="D8BDDD"/>
                                      </p:to>
                                    </p:animClr>
                                    <p:set>
                                      <p:cBhvr>
                                        <p:cTn id="382" dur="1000" fill="hold"/>
                                        <p:tgtEl>
                                          <p:spTgt spid="27"/>
                                        </p:tgtEl>
                                        <p:attrNameLst>
                                          <p:attrName>fill.type</p:attrName>
                                        </p:attrNameLst>
                                      </p:cBhvr>
                                      <p:to>
                                        <p:strVal val="solid"/>
                                      </p:to>
                                    </p:set>
                                    <p:set>
                                      <p:cBhvr>
                                        <p:cTn id="383" dur="1000" fill="hold"/>
                                        <p:tgtEl>
                                          <p:spTgt spid="27"/>
                                        </p:tgtEl>
                                        <p:attrNameLst>
                                          <p:attrName>fill.on</p:attrName>
                                        </p:attrNameLst>
                                      </p:cBhvr>
                                      <p:to>
                                        <p:strVal val="true"/>
                                      </p:to>
                                    </p:set>
                                  </p:childTnLst>
                                </p:cTn>
                              </p:par>
                            </p:childTnLst>
                          </p:cTn>
                        </p:par>
                        <p:par>
                          <p:cTn id="384" fill="hold">
                            <p:stCondLst>
                              <p:cond delay="1000"/>
                            </p:stCondLst>
                            <p:childTnLst>
                              <p:par>
                                <p:cTn id="385" presetID="22" presetClass="entr" presetSubtype="1" fill="hold" nodeType="afterEffect">
                                  <p:stCondLst>
                                    <p:cond delay="0"/>
                                  </p:stCondLst>
                                  <p:childTnLst>
                                    <p:set>
                                      <p:cBhvr>
                                        <p:cTn id="386" dur="1" fill="hold">
                                          <p:stCondLst>
                                            <p:cond delay="0"/>
                                          </p:stCondLst>
                                        </p:cTn>
                                        <p:tgtEl>
                                          <p:spTgt spid="134"/>
                                        </p:tgtEl>
                                        <p:attrNameLst>
                                          <p:attrName>style.visibility</p:attrName>
                                        </p:attrNameLst>
                                      </p:cBhvr>
                                      <p:to>
                                        <p:strVal val="visible"/>
                                      </p:to>
                                    </p:set>
                                    <p:animEffect transition="in" filter="wipe(up)">
                                      <p:cBhvr>
                                        <p:cTn id="387" dur="500"/>
                                        <p:tgtEl>
                                          <p:spTgt spid="134"/>
                                        </p:tgtEl>
                                      </p:cBhvr>
                                    </p:animEffect>
                                  </p:childTnLst>
                                </p:cTn>
                              </p:par>
                            </p:childTnLst>
                          </p:cTn>
                        </p:par>
                      </p:childTnLst>
                    </p:cTn>
                  </p:par>
                  <p:par>
                    <p:cTn id="388" fill="hold">
                      <p:stCondLst>
                        <p:cond delay="indefinite"/>
                      </p:stCondLst>
                      <p:childTnLst>
                        <p:par>
                          <p:cTn id="389" fill="hold">
                            <p:stCondLst>
                              <p:cond delay="0"/>
                            </p:stCondLst>
                            <p:childTnLst>
                              <p:par>
                                <p:cTn id="390" presetID="42" presetClass="entr" presetSubtype="0" fill="hold" grpId="0" nodeType="clickEffect">
                                  <p:stCondLst>
                                    <p:cond delay="0"/>
                                  </p:stCondLst>
                                  <p:childTnLst>
                                    <p:set>
                                      <p:cBhvr>
                                        <p:cTn id="391" dur="1" fill="hold">
                                          <p:stCondLst>
                                            <p:cond delay="0"/>
                                          </p:stCondLst>
                                        </p:cTn>
                                        <p:tgtEl>
                                          <p:spTgt spid="152"/>
                                        </p:tgtEl>
                                        <p:attrNameLst>
                                          <p:attrName>style.visibility</p:attrName>
                                        </p:attrNameLst>
                                      </p:cBhvr>
                                      <p:to>
                                        <p:strVal val="visible"/>
                                      </p:to>
                                    </p:set>
                                    <p:animEffect transition="in" filter="fade">
                                      <p:cBhvr>
                                        <p:cTn id="392" dur="1000"/>
                                        <p:tgtEl>
                                          <p:spTgt spid="152"/>
                                        </p:tgtEl>
                                      </p:cBhvr>
                                    </p:animEffect>
                                    <p:anim calcmode="lin" valueType="num">
                                      <p:cBhvr>
                                        <p:cTn id="393" dur="1000" fill="hold"/>
                                        <p:tgtEl>
                                          <p:spTgt spid="152"/>
                                        </p:tgtEl>
                                        <p:attrNameLst>
                                          <p:attrName>ppt_x</p:attrName>
                                        </p:attrNameLst>
                                      </p:cBhvr>
                                      <p:tavLst>
                                        <p:tav tm="0">
                                          <p:val>
                                            <p:strVal val="#ppt_x"/>
                                          </p:val>
                                        </p:tav>
                                        <p:tav tm="100000">
                                          <p:val>
                                            <p:strVal val="#ppt_x"/>
                                          </p:val>
                                        </p:tav>
                                      </p:tavLst>
                                    </p:anim>
                                    <p:anim calcmode="lin" valueType="num">
                                      <p:cBhvr>
                                        <p:cTn id="394" dur="1000" fill="hold"/>
                                        <p:tgtEl>
                                          <p:spTgt spid="152"/>
                                        </p:tgtEl>
                                        <p:attrNameLst>
                                          <p:attrName>ppt_y</p:attrName>
                                        </p:attrNameLst>
                                      </p:cBhvr>
                                      <p:tavLst>
                                        <p:tav tm="0">
                                          <p:val>
                                            <p:strVal val="#ppt_y+.1"/>
                                          </p:val>
                                        </p:tav>
                                        <p:tav tm="100000">
                                          <p:val>
                                            <p:strVal val="#ppt_y"/>
                                          </p:val>
                                        </p:tav>
                                      </p:tavLst>
                                    </p:anim>
                                  </p:childTnLst>
                                </p:cTn>
                              </p:par>
                            </p:childTnLst>
                          </p:cTn>
                        </p:par>
                      </p:childTnLst>
                    </p:cTn>
                  </p:par>
                  <p:par>
                    <p:cTn id="395" fill="hold">
                      <p:stCondLst>
                        <p:cond delay="indefinite"/>
                      </p:stCondLst>
                      <p:childTnLst>
                        <p:par>
                          <p:cTn id="396" fill="hold">
                            <p:stCondLst>
                              <p:cond delay="0"/>
                            </p:stCondLst>
                            <p:childTnLst>
                              <p:par>
                                <p:cTn id="397" presetID="1" presetClass="emph" presetSubtype="2" fill="hold" nodeType="clickEffect">
                                  <p:stCondLst>
                                    <p:cond delay="0"/>
                                  </p:stCondLst>
                                  <p:childTnLst>
                                    <p:animClr clrSpc="rgb" dir="cw">
                                      <p:cBhvr>
                                        <p:cTn id="398" dur="1000" fill="hold"/>
                                        <p:tgtEl>
                                          <p:spTgt spid="27"/>
                                        </p:tgtEl>
                                        <p:attrNameLst>
                                          <p:attrName>fillcolor</p:attrName>
                                        </p:attrNameLst>
                                      </p:cBhvr>
                                      <p:to>
                                        <a:srgbClr val="FBE5D5"/>
                                      </p:to>
                                    </p:animClr>
                                    <p:set>
                                      <p:cBhvr>
                                        <p:cTn id="399" dur="1000" fill="hold"/>
                                        <p:tgtEl>
                                          <p:spTgt spid="27"/>
                                        </p:tgtEl>
                                        <p:attrNameLst>
                                          <p:attrName>fill.type</p:attrName>
                                        </p:attrNameLst>
                                      </p:cBhvr>
                                      <p:to>
                                        <p:strVal val="solid"/>
                                      </p:to>
                                    </p:set>
                                    <p:set>
                                      <p:cBhvr>
                                        <p:cTn id="400" dur="1000" fill="hold"/>
                                        <p:tgtEl>
                                          <p:spTgt spid="27"/>
                                        </p:tgtEl>
                                        <p:attrNameLst>
                                          <p:attrName>fill.on</p:attrName>
                                        </p:attrNameLst>
                                      </p:cBhvr>
                                      <p:to>
                                        <p:strVal val="true"/>
                                      </p:to>
                                    </p:set>
                                  </p:childTnLst>
                                </p:cTn>
                              </p:par>
                              <p:par>
                                <p:cTn id="401" presetID="64" presetClass="path" presetSubtype="0" accel="50000" decel="50000" fill="hold" grpId="1" nodeType="withEffect">
                                  <p:stCondLst>
                                    <p:cond delay="0"/>
                                  </p:stCondLst>
                                  <p:childTnLst>
                                    <p:animMotion origin="layout" path="M -2.08333E-6 2.22222E-6 L -0.00078 -0.08959 " pathEditMode="relative" rAng="0" ptsTypes="AA">
                                      <p:cBhvr>
                                        <p:cTn id="402" dur="1000" fill="hold"/>
                                        <p:tgtEl>
                                          <p:spTgt spid="152"/>
                                        </p:tgtEl>
                                        <p:attrNameLst>
                                          <p:attrName>ppt_x</p:attrName>
                                          <p:attrName>ppt_y</p:attrName>
                                        </p:attrNameLst>
                                      </p:cBhvr>
                                      <p:rCtr x="-39" y="-4491"/>
                                    </p:animMotion>
                                  </p:childTnLst>
                                </p:cTn>
                              </p:par>
                              <p:par>
                                <p:cTn id="403" presetID="16" presetClass="exit" presetSubtype="21" fill="hold" nodeType="withEffect">
                                  <p:stCondLst>
                                    <p:cond delay="0"/>
                                  </p:stCondLst>
                                  <p:childTnLst>
                                    <p:animEffect transition="out" filter="barn(inVertical)">
                                      <p:cBhvr>
                                        <p:cTn id="404" dur="500"/>
                                        <p:tgtEl>
                                          <p:spTgt spid="134"/>
                                        </p:tgtEl>
                                      </p:cBhvr>
                                    </p:animEffect>
                                    <p:set>
                                      <p:cBhvr>
                                        <p:cTn id="405" dur="1" fill="hold">
                                          <p:stCondLst>
                                            <p:cond delay="499"/>
                                          </p:stCondLst>
                                        </p:cTn>
                                        <p:tgtEl>
                                          <p:spTgt spid="134"/>
                                        </p:tgtEl>
                                        <p:attrNameLst>
                                          <p:attrName>style.visibility</p:attrName>
                                        </p:attrNameLst>
                                      </p:cBhvr>
                                      <p:to>
                                        <p:strVal val="hidden"/>
                                      </p:to>
                                    </p:set>
                                  </p:childTnLst>
                                </p:cTn>
                              </p:par>
                            </p:childTnLst>
                          </p:cTn>
                        </p:par>
                      </p:childTnLst>
                    </p:cTn>
                  </p:par>
                  <p:par>
                    <p:cTn id="406" fill="hold">
                      <p:stCondLst>
                        <p:cond delay="indefinite"/>
                      </p:stCondLst>
                      <p:childTnLst>
                        <p:par>
                          <p:cTn id="407" fill="hold">
                            <p:stCondLst>
                              <p:cond delay="0"/>
                            </p:stCondLst>
                            <p:childTnLst>
                              <p:par>
                                <p:cTn id="408" presetID="3" presetClass="emph" presetSubtype="2" fill="hold" grpId="3" nodeType="clickEffect">
                                  <p:stCondLst>
                                    <p:cond delay="0"/>
                                  </p:stCondLst>
                                  <p:childTnLst>
                                    <p:animClr clrSpc="rgb" dir="cw">
                                      <p:cBhvr override="childStyle">
                                        <p:cTn id="409" dur="500" fill="hold"/>
                                        <p:tgtEl>
                                          <p:spTgt spid="152"/>
                                        </p:tgtEl>
                                        <p:attrNameLst>
                                          <p:attrName>style.color</p:attrName>
                                        </p:attrNameLst>
                                      </p:cBhvr>
                                      <p:to>
                                        <a:schemeClr val="accent2"/>
                                      </p:to>
                                    </p:animClr>
                                  </p:childTnLst>
                                </p:cTn>
                              </p:par>
                            </p:childTnLst>
                          </p:cTn>
                        </p:par>
                      </p:childTnLst>
                    </p:cTn>
                  </p:par>
                  <p:par>
                    <p:cTn id="410" fill="hold">
                      <p:stCondLst>
                        <p:cond delay="indefinite"/>
                      </p:stCondLst>
                      <p:childTnLst>
                        <p:par>
                          <p:cTn id="411" fill="hold">
                            <p:stCondLst>
                              <p:cond delay="0"/>
                            </p:stCondLst>
                            <p:childTnLst>
                              <p:par>
                                <p:cTn id="412" presetID="63" presetClass="path" presetSubtype="0" accel="50000" decel="50000" fill="hold" nodeType="clickEffect">
                                  <p:stCondLst>
                                    <p:cond delay="0"/>
                                  </p:stCondLst>
                                  <p:childTnLst>
                                    <p:animMotion origin="layout" path="M 0.07435 -0.0007 L 0.14831 -0.00139 " pathEditMode="relative" rAng="0" ptsTypes="AA">
                                      <p:cBhvr>
                                        <p:cTn id="413" dur="1000" fill="hold"/>
                                        <p:tgtEl>
                                          <p:spTgt spid="122"/>
                                        </p:tgtEl>
                                        <p:attrNameLst>
                                          <p:attrName>ppt_x</p:attrName>
                                          <p:attrName>ppt_y</p:attrName>
                                        </p:attrNameLst>
                                      </p:cBhvr>
                                      <p:rCtr x="3698" y="-46"/>
                                    </p:animMotion>
                                  </p:childTnLst>
                                </p:cTn>
                              </p:par>
                            </p:childTnLst>
                          </p:cTn>
                        </p:par>
                      </p:childTnLst>
                    </p:cTn>
                  </p:par>
                  <p:par>
                    <p:cTn id="414" fill="hold">
                      <p:stCondLst>
                        <p:cond delay="indefinite"/>
                      </p:stCondLst>
                      <p:childTnLst>
                        <p:par>
                          <p:cTn id="415" fill="hold">
                            <p:stCondLst>
                              <p:cond delay="0"/>
                            </p:stCondLst>
                            <p:childTnLst>
                              <p:par>
                                <p:cTn id="416" presetID="22" presetClass="exit" presetSubtype="4" fill="hold" nodeType="clickEffect">
                                  <p:stCondLst>
                                    <p:cond delay="0"/>
                                  </p:stCondLst>
                                  <p:childTnLst>
                                    <p:animEffect transition="out" filter="wipe(down)">
                                      <p:cBhvr>
                                        <p:cTn id="417" dur="500"/>
                                        <p:tgtEl>
                                          <p:spTgt spid="151"/>
                                        </p:tgtEl>
                                      </p:cBhvr>
                                    </p:animEffect>
                                    <p:set>
                                      <p:cBhvr>
                                        <p:cTn id="418" dur="1" fill="hold">
                                          <p:stCondLst>
                                            <p:cond delay="499"/>
                                          </p:stCondLst>
                                        </p:cTn>
                                        <p:tgtEl>
                                          <p:spTgt spid="151"/>
                                        </p:tgtEl>
                                        <p:attrNameLst>
                                          <p:attrName>style.visibility</p:attrName>
                                        </p:attrNameLst>
                                      </p:cBhvr>
                                      <p:to>
                                        <p:strVal val="hidden"/>
                                      </p:to>
                                    </p:set>
                                  </p:childTnLst>
                                </p:cTn>
                              </p:par>
                            </p:childTnLst>
                          </p:cTn>
                        </p:par>
                        <p:par>
                          <p:cTn id="419" fill="hold">
                            <p:stCondLst>
                              <p:cond delay="500"/>
                            </p:stCondLst>
                            <p:childTnLst>
                              <p:par>
                                <p:cTn id="420" presetID="22" presetClass="entr" presetSubtype="2" fill="hold" nodeType="afterEffect">
                                  <p:stCondLst>
                                    <p:cond delay="0"/>
                                  </p:stCondLst>
                                  <p:childTnLst>
                                    <p:set>
                                      <p:cBhvr>
                                        <p:cTn id="421" dur="1" fill="hold">
                                          <p:stCondLst>
                                            <p:cond delay="0"/>
                                          </p:stCondLst>
                                        </p:cTn>
                                        <p:tgtEl>
                                          <p:spTgt spid="153"/>
                                        </p:tgtEl>
                                        <p:attrNameLst>
                                          <p:attrName>style.visibility</p:attrName>
                                        </p:attrNameLst>
                                      </p:cBhvr>
                                      <p:to>
                                        <p:strVal val="visible"/>
                                      </p:to>
                                    </p:set>
                                    <p:animEffect transition="in" filter="wipe(right)">
                                      <p:cBhvr>
                                        <p:cTn id="422" dur="500"/>
                                        <p:tgtEl>
                                          <p:spTgt spid="153"/>
                                        </p:tgtEl>
                                      </p:cBhvr>
                                    </p:animEffect>
                                  </p:childTnLst>
                                </p:cTn>
                              </p:par>
                            </p:childTnLst>
                          </p:cTn>
                        </p:par>
                      </p:childTnLst>
                    </p:cTn>
                  </p:par>
                  <p:par>
                    <p:cTn id="423" fill="hold">
                      <p:stCondLst>
                        <p:cond delay="indefinite"/>
                      </p:stCondLst>
                      <p:childTnLst>
                        <p:par>
                          <p:cTn id="424" fill="hold">
                            <p:stCondLst>
                              <p:cond delay="0"/>
                            </p:stCondLst>
                            <p:childTnLst>
                              <p:par>
                                <p:cTn id="425" presetID="1" presetClass="emph" presetSubtype="2" fill="hold" nodeType="clickEffect">
                                  <p:stCondLst>
                                    <p:cond delay="0"/>
                                  </p:stCondLst>
                                  <p:childTnLst>
                                    <p:animClr clrSpc="rgb" dir="cw">
                                      <p:cBhvr>
                                        <p:cTn id="426" dur="1000" fill="hold"/>
                                        <p:tgtEl>
                                          <p:spTgt spid="27"/>
                                        </p:tgtEl>
                                        <p:attrNameLst>
                                          <p:attrName>fillcolor</p:attrName>
                                        </p:attrNameLst>
                                      </p:cBhvr>
                                      <p:to>
                                        <a:srgbClr val="D8BDDD"/>
                                      </p:to>
                                    </p:animClr>
                                    <p:set>
                                      <p:cBhvr>
                                        <p:cTn id="427" dur="1000" fill="hold"/>
                                        <p:tgtEl>
                                          <p:spTgt spid="27"/>
                                        </p:tgtEl>
                                        <p:attrNameLst>
                                          <p:attrName>fill.type</p:attrName>
                                        </p:attrNameLst>
                                      </p:cBhvr>
                                      <p:to>
                                        <p:strVal val="solid"/>
                                      </p:to>
                                    </p:set>
                                    <p:set>
                                      <p:cBhvr>
                                        <p:cTn id="428" dur="1000" fill="hold"/>
                                        <p:tgtEl>
                                          <p:spTgt spid="27"/>
                                        </p:tgtEl>
                                        <p:attrNameLst>
                                          <p:attrName>fill.on</p:attrName>
                                        </p:attrNameLst>
                                      </p:cBhvr>
                                      <p:to>
                                        <p:strVal val="true"/>
                                      </p:to>
                                    </p:set>
                                  </p:childTnLst>
                                </p:cTn>
                              </p:par>
                              <p:par>
                                <p:cTn id="429" presetID="22" presetClass="entr" presetSubtype="1" fill="hold" nodeType="withEffect">
                                  <p:stCondLst>
                                    <p:cond delay="0"/>
                                  </p:stCondLst>
                                  <p:childTnLst>
                                    <p:set>
                                      <p:cBhvr>
                                        <p:cTn id="430" dur="1" fill="hold">
                                          <p:stCondLst>
                                            <p:cond delay="0"/>
                                          </p:stCondLst>
                                        </p:cTn>
                                        <p:tgtEl>
                                          <p:spTgt spid="137"/>
                                        </p:tgtEl>
                                        <p:attrNameLst>
                                          <p:attrName>style.visibility</p:attrName>
                                        </p:attrNameLst>
                                      </p:cBhvr>
                                      <p:to>
                                        <p:strVal val="visible"/>
                                      </p:to>
                                    </p:set>
                                    <p:animEffect transition="in" filter="wipe(up)">
                                      <p:cBhvr>
                                        <p:cTn id="431" dur="500"/>
                                        <p:tgtEl>
                                          <p:spTgt spid="137"/>
                                        </p:tgtEl>
                                      </p:cBhvr>
                                    </p:animEffect>
                                  </p:childTnLst>
                                </p:cTn>
                              </p:par>
                            </p:childTnLst>
                          </p:cTn>
                        </p:par>
                      </p:childTnLst>
                    </p:cTn>
                  </p:par>
                  <p:par>
                    <p:cTn id="432" fill="hold">
                      <p:stCondLst>
                        <p:cond delay="indefinite"/>
                      </p:stCondLst>
                      <p:childTnLst>
                        <p:par>
                          <p:cTn id="433" fill="hold">
                            <p:stCondLst>
                              <p:cond delay="0"/>
                            </p:stCondLst>
                            <p:childTnLst>
                              <p:par>
                                <p:cTn id="434" presetID="42" presetClass="entr" presetSubtype="0" fill="hold" grpId="0" nodeType="clickEffect">
                                  <p:stCondLst>
                                    <p:cond delay="0"/>
                                  </p:stCondLst>
                                  <p:childTnLst>
                                    <p:set>
                                      <p:cBhvr>
                                        <p:cTn id="435" dur="1" fill="hold">
                                          <p:stCondLst>
                                            <p:cond delay="0"/>
                                          </p:stCondLst>
                                        </p:cTn>
                                        <p:tgtEl>
                                          <p:spTgt spid="154"/>
                                        </p:tgtEl>
                                        <p:attrNameLst>
                                          <p:attrName>style.visibility</p:attrName>
                                        </p:attrNameLst>
                                      </p:cBhvr>
                                      <p:to>
                                        <p:strVal val="visible"/>
                                      </p:to>
                                    </p:set>
                                    <p:animEffect transition="in" filter="fade">
                                      <p:cBhvr>
                                        <p:cTn id="436" dur="1000"/>
                                        <p:tgtEl>
                                          <p:spTgt spid="154"/>
                                        </p:tgtEl>
                                      </p:cBhvr>
                                    </p:animEffect>
                                    <p:anim calcmode="lin" valueType="num">
                                      <p:cBhvr>
                                        <p:cTn id="437" dur="1000" fill="hold"/>
                                        <p:tgtEl>
                                          <p:spTgt spid="154"/>
                                        </p:tgtEl>
                                        <p:attrNameLst>
                                          <p:attrName>ppt_x</p:attrName>
                                        </p:attrNameLst>
                                      </p:cBhvr>
                                      <p:tavLst>
                                        <p:tav tm="0">
                                          <p:val>
                                            <p:strVal val="#ppt_x"/>
                                          </p:val>
                                        </p:tav>
                                        <p:tav tm="100000">
                                          <p:val>
                                            <p:strVal val="#ppt_x"/>
                                          </p:val>
                                        </p:tav>
                                      </p:tavLst>
                                    </p:anim>
                                    <p:anim calcmode="lin" valueType="num">
                                      <p:cBhvr>
                                        <p:cTn id="438" dur="1000" fill="hold"/>
                                        <p:tgtEl>
                                          <p:spTgt spid="154"/>
                                        </p:tgtEl>
                                        <p:attrNameLst>
                                          <p:attrName>ppt_y</p:attrName>
                                        </p:attrNameLst>
                                      </p:cBhvr>
                                      <p:tavLst>
                                        <p:tav tm="0">
                                          <p:val>
                                            <p:strVal val="#ppt_y+.1"/>
                                          </p:val>
                                        </p:tav>
                                        <p:tav tm="100000">
                                          <p:val>
                                            <p:strVal val="#ppt_y"/>
                                          </p:val>
                                        </p:tav>
                                      </p:tavLst>
                                    </p:anim>
                                  </p:childTnLst>
                                </p:cTn>
                              </p:par>
                            </p:childTnLst>
                          </p:cTn>
                        </p:par>
                      </p:childTnLst>
                    </p:cTn>
                  </p:par>
                  <p:par>
                    <p:cTn id="439" fill="hold">
                      <p:stCondLst>
                        <p:cond delay="indefinite"/>
                      </p:stCondLst>
                      <p:childTnLst>
                        <p:par>
                          <p:cTn id="440" fill="hold">
                            <p:stCondLst>
                              <p:cond delay="0"/>
                            </p:stCondLst>
                            <p:childTnLst>
                              <p:par>
                                <p:cTn id="441" presetID="1" presetClass="emph" presetSubtype="2" fill="hold" nodeType="clickEffect">
                                  <p:stCondLst>
                                    <p:cond delay="0"/>
                                  </p:stCondLst>
                                  <p:childTnLst>
                                    <p:animClr clrSpc="rgb" dir="cw">
                                      <p:cBhvr>
                                        <p:cTn id="442" dur="1000" fill="hold"/>
                                        <p:tgtEl>
                                          <p:spTgt spid="27"/>
                                        </p:tgtEl>
                                        <p:attrNameLst>
                                          <p:attrName>fillcolor</p:attrName>
                                        </p:attrNameLst>
                                      </p:cBhvr>
                                      <p:to>
                                        <a:srgbClr val="FBE5D5"/>
                                      </p:to>
                                    </p:animClr>
                                    <p:set>
                                      <p:cBhvr>
                                        <p:cTn id="443" dur="1000" fill="hold"/>
                                        <p:tgtEl>
                                          <p:spTgt spid="27"/>
                                        </p:tgtEl>
                                        <p:attrNameLst>
                                          <p:attrName>fill.type</p:attrName>
                                        </p:attrNameLst>
                                      </p:cBhvr>
                                      <p:to>
                                        <p:strVal val="solid"/>
                                      </p:to>
                                    </p:set>
                                    <p:set>
                                      <p:cBhvr>
                                        <p:cTn id="444" dur="1000" fill="hold"/>
                                        <p:tgtEl>
                                          <p:spTgt spid="27"/>
                                        </p:tgtEl>
                                        <p:attrNameLst>
                                          <p:attrName>fill.on</p:attrName>
                                        </p:attrNameLst>
                                      </p:cBhvr>
                                      <p:to>
                                        <p:strVal val="true"/>
                                      </p:to>
                                    </p:set>
                                  </p:childTnLst>
                                </p:cTn>
                              </p:par>
                              <p:par>
                                <p:cTn id="445" presetID="64" presetClass="path" presetSubtype="0" accel="50000" decel="50000" fill="hold" grpId="1" nodeType="withEffect">
                                  <p:stCondLst>
                                    <p:cond delay="0"/>
                                  </p:stCondLst>
                                  <p:childTnLst>
                                    <p:animMotion origin="layout" path="M 2.70833E-6 -3.7037E-6 L -0.00078 -0.08958 " pathEditMode="relative" rAng="0" ptsTypes="AA">
                                      <p:cBhvr>
                                        <p:cTn id="446" dur="1000" fill="hold"/>
                                        <p:tgtEl>
                                          <p:spTgt spid="154"/>
                                        </p:tgtEl>
                                        <p:attrNameLst>
                                          <p:attrName>ppt_x</p:attrName>
                                          <p:attrName>ppt_y</p:attrName>
                                        </p:attrNameLst>
                                      </p:cBhvr>
                                      <p:rCtr x="-39" y="-4491"/>
                                    </p:animMotion>
                                  </p:childTnLst>
                                </p:cTn>
                              </p:par>
                              <p:par>
                                <p:cTn id="447" presetID="16" presetClass="exit" presetSubtype="21" fill="hold" nodeType="withEffect">
                                  <p:stCondLst>
                                    <p:cond delay="0"/>
                                  </p:stCondLst>
                                  <p:childTnLst>
                                    <p:animEffect transition="out" filter="barn(inVertical)">
                                      <p:cBhvr>
                                        <p:cTn id="448" dur="500"/>
                                        <p:tgtEl>
                                          <p:spTgt spid="137"/>
                                        </p:tgtEl>
                                      </p:cBhvr>
                                    </p:animEffect>
                                    <p:set>
                                      <p:cBhvr>
                                        <p:cTn id="449" dur="1" fill="hold">
                                          <p:stCondLst>
                                            <p:cond delay="499"/>
                                          </p:stCondLst>
                                        </p:cTn>
                                        <p:tgtEl>
                                          <p:spTgt spid="137"/>
                                        </p:tgtEl>
                                        <p:attrNameLst>
                                          <p:attrName>style.visibility</p:attrName>
                                        </p:attrNameLst>
                                      </p:cBhvr>
                                      <p:to>
                                        <p:strVal val="hidden"/>
                                      </p:to>
                                    </p:set>
                                  </p:childTnLst>
                                </p:cTn>
                              </p:par>
                            </p:childTnLst>
                          </p:cTn>
                        </p:par>
                      </p:childTnLst>
                    </p:cTn>
                  </p:par>
                  <p:par>
                    <p:cTn id="450" fill="hold">
                      <p:stCondLst>
                        <p:cond delay="indefinite"/>
                      </p:stCondLst>
                      <p:childTnLst>
                        <p:par>
                          <p:cTn id="451" fill="hold">
                            <p:stCondLst>
                              <p:cond delay="0"/>
                            </p:stCondLst>
                            <p:childTnLst>
                              <p:par>
                                <p:cTn id="452" presetID="3" presetClass="emph" presetSubtype="2" fill="hold" grpId="3" nodeType="clickEffect">
                                  <p:stCondLst>
                                    <p:cond delay="0"/>
                                  </p:stCondLst>
                                  <p:childTnLst>
                                    <p:animClr clrSpc="rgb" dir="cw">
                                      <p:cBhvr override="childStyle">
                                        <p:cTn id="453" dur="500" fill="hold"/>
                                        <p:tgtEl>
                                          <p:spTgt spid="154"/>
                                        </p:tgtEl>
                                        <p:attrNameLst>
                                          <p:attrName>style.color</p:attrName>
                                        </p:attrNameLst>
                                      </p:cBhvr>
                                      <p:to>
                                        <a:schemeClr val="accent2"/>
                                      </p:to>
                                    </p:animClr>
                                  </p:childTnLst>
                                </p:cTn>
                              </p:par>
                            </p:childTnLst>
                          </p:cTn>
                        </p:par>
                      </p:childTnLst>
                    </p:cTn>
                  </p:par>
                  <p:par>
                    <p:cTn id="454" fill="hold">
                      <p:stCondLst>
                        <p:cond delay="indefinite"/>
                      </p:stCondLst>
                      <p:childTnLst>
                        <p:par>
                          <p:cTn id="455" fill="hold">
                            <p:stCondLst>
                              <p:cond delay="0"/>
                            </p:stCondLst>
                            <p:childTnLst>
                              <p:par>
                                <p:cTn id="456" presetID="63" presetClass="path" presetSubtype="0" accel="50000" decel="50000" fill="hold" nodeType="clickEffect">
                                  <p:stCondLst>
                                    <p:cond delay="0"/>
                                  </p:stCondLst>
                                  <p:childTnLst>
                                    <p:animMotion origin="layout" path="M 0.14831 -0.00139 L 0.22045 -0.00139 " pathEditMode="relative" rAng="0" ptsTypes="AA">
                                      <p:cBhvr>
                                        <p:cTn id="457" dur="1000" fill="hold"/>
                                        <p:tgtEl>
                                          <p:spTgt spid="122"/>
                                        </p:tgtEl>
                                        <p:attrNameLst>
                                          <p:attrName>ppt_x</p:attrName>
                                          <p:attrName>ppt_y</p:attrName>
                                        </p:attrNameLst>
                                      </p:cBhvr>
                                      <p:rCtr x="3607" y="0"/>
                                    </p:animMotion>
                                  </p:childTnLst>
                                </p:cTn>
                              </p:par>
                            </p:childTnLst>
                          </p:cTn>
                        </p:par>
                      </p:childTnLst>
                    </p:cTn>
                  </p:par>
                  <p:par>
                    <p:cTn id="458" fill="hold">
                      <p:stCondLst>
                        <p:cond delay="indefinite"/>
                      </p:stCondLst>
                      <p:childTnLst>
                        <p:par>
                          <p:cTn id="459" fill="hold">
                            <p:stCondLst>
                              <p:cond delay="0"/>
                            </p:stCondLst>
                            <p:childTnLst>
                              <p:par>
                                <p:cTn id="460" presetID="7" presetClass="emph" presetSubtype="2" fill="hold" nodeType="clickEffect">
                                  <p:stCondLst>
                                    <p:cond delay="0"/>
                                  </p:stCondLst>
                                  <p:childTnLst>
                                    <p:animClr clrSpc="rgb" dir="cw">
                                      <p:cBhvr>
                                        <p:cTn id="461" dur="500" fill="hold"/>
                                        <p:tgtEl>
                                          <p:spTgt spid="13"/>
                                        </p:tgtEl>
                                        <p:attrNameLst>
                                          <p:attrName>stroke.color</p:attrName>
                                        </p:attrNameLst>
                                      </p:cBhvr>
                                      <p:to>
                                        <a:srgbClr val="ED7D31"/>
                                      </p:to>
                                    </p:animClr>
                                    <p:set>
                                      <p:cBhvr>
                                        <p:cTn id="462" dur="500" fill="hold"/>
                                        <p:tgtEl>
                                          <p:spTgt spid="13"/>
                                        </p:tgtEl>
                                        <p:attrNameLst>
                                          <p:attrName>stroke.on</p:attrName>
                                        </p:attrNameLst>
                                      </p:cBhvr>
                                      <p:to>
                                        <p:strVal val="true"/>
                                      </p:to>
                                    </p:set>
                                  </p:childTnLst>
                                </p:cTn>
                              </p:par>
                              <p:par>
                                <p:cTn id="463" presetID="32" presetClass="emph" presetSubtype="0" fill="hold" nodeType="withEffect">
                                  <p:stCondLst>
                                    <p:cond delay="0"/>
                                  </p:stCondLst>
                                  <p:childTnLst>
                                    <p:animRot by="120000">
                                      <p:cBhvr>
                                        <p:cTn id="464" dur="100" fill="hold">
                                          <p:stCondLst>
                                            <p:cond delay="0"/>
                                          </p:stCondLst>
                                        </p:cTn>
                                        <p:tgtEl>
                                          <p:spTgt spid="13"/>
                                        </p:tgtEl>
                                        <p:attrNameLst>
                                          <p:attrName>r</p:attrName>
                                        </p:attrNameLst>
                                      </p:cBhvr>
                                    </p:animRot>
                                    <p:animRot by="-240000">
                                      <p:cBhvr>
                                        <p:cTn id="465" dur="200" fill="hold">
                                          <p:stCondLst>
                                            <p:cond delay="200"/>
                                          </p:stCondLst>
                                        </p:cTn>
                                        <p:tgtEl>
                                          <p:spTgt spid="13"/>
                                        </p:tgtEl>
                                        <p:attrNameLst>
                                          <p:attrName>r</p:attrName>
                                        </p:attrNameLst>
                                      </p:cBhvr>
                                    </p:animRot>
                                    <p:animRot by="240000">
                                      <p:cBhvr>
                                        <p:cTn id="466" dur="200" fill="hold">
                                          <p:stCondLst>
                                            <p:cond delay="400"/>
                                          </p:stCondLst>
                                        </p:cTn>
                                        <p:tgtEl>
                                          <p:spTgt spid="13"/>
                                        </p:tgtEl>
                                        <p:attrNameLst>
                                          <p:attrName>r</p:attrName>
                                        </p:attrNameLst>
                                      </p:cBhvr>
                                    </p:animRot>
                                    <p:animRot by="-240000">
                                      <p:cBhvr>
                                        <p:cTn id="467" dur="200" fill="hold">
                                          <p:stCondLst>
                                            <p:cond delay="600"/>
                                          </p:stCondLst>
                                        </p:cTn>
                                        <p:tgtEl>
                                          <p:spTgt spid="13"/>
                                        </p:tgtEl>
                                        <p:attrNameLst>
                                          <p:attrName>r</p:attrName>
                                        </p:attrNameLst>
                                      </p:cBhvr>
                                    </p:animRot>
                                    <p:animRot by="120000">
                                      <p:cBhvr>
                                        <p:cTn id="468" dur="200" fill="hold">
                                          <p:stCondLst>
                                            <p:cond delay="800"/>
                                          </p:stCondLst>
                                        </p:cTn>
                                        <p:tgtEl>
                                          <p:spTgt spid="13"/>
                                        </p:tgtEl>
                                        <p:attrNameLst>
                                          <p:attrName>r</p:attrName>
                                        </p:attrNameLst>
                                      </p:cBhvr>
                                    </p:animRot>
                                  </p:childTnLst>
                                </p:cTn>
                              </p:par>
                            </p:childTnLst>
                          </p:cTn>
                        </p:par>
                      </p:childTnLst>
                    </p:cTn>
                  </p:par>
                  <p:par>
                    <p:cTn id="469" fill="hold">
                      <p:stCondLst>
                        <p:cond delay="indefinite"/>
                      </p:stCondLst>
                      <p:childTnLst>
                        <p:par>
                          <p:cTn id="470" fill="hold">
                            <p:stCondLst>
                              <p:cond delay="0"/>
                            </p:stCondLst>
                            <p:childTnLst>
                              <p:par>
                                <p:cTn id="471" presetID="16" presetClass="exit" presetSubtype="21" fill="hold" grpId="2" nodeType="clickEffect">
                                  <p:stCondLst>
                                    <p:cond delay="0"/>
                                  </p:stCondLst>
                                  <p:childTnLst>
                                    <p:animEffect transition="out" filter="barn(inVertical)">
                                      <p:cBhvr>
                                        <p:cTn id="472" dur="500"/>
                                        <p:tgtEl>
                                          <p:spTgt spid="150"/>
                                        </p:tgtEl>
                                      </p:cBhvr>
                                    </p:animEffect>
                                    <p:set>
                                      <p:cBhvr>
                                        <p:cTn id="473" dur="1" fill="hold">
                                          <p:stCondLst>
                                            <p:cond delay="499"/>
                                          </p:stCondLst>
                                        </p:cTn>
                                        <p:tgtEl>
                                          <p:spTgt spid="150"/>
                                        </p:tgtEl>
                                        <p:attrNameLst>
                                          <p:attrName>style.visibility</p:attrName>
                                        </p:attrNameLst>
                                      </p:cBhvr>
                                      <p:to>
                                        <p:strVal val="hidden"/>
                                      </p:to>
                                    </p:set>
                                  </p:childTnLst>
                                </p:cTn>
                              </p:par>
                              <p:par>
                                <p:cTn id="474" presetID="42" presetClass="exit" presetSubtype="0" fill="hold" grpId="2" nodeType="withEffect">
                                  <p:stCondLst>
                                    <p:cond delay="0"/>
                                  </p:stCondLst>
                                  <p:childTnLst>
                                    <p:animEffect transition="out" filter="fade">
                                      <p:cBhvr>
                                        <p:cTn id="475" dur="1000"/>
                                        <p:tgtEl>
                                          <p:spTgt spid="154"/>
                                        </p:tgtEl>
                                      </p:cBhvr>
                                    </p:animEffect>
                                    <p:anim calcmode="lin" valueType="num">
                                      <p:cBhvr>
                                        <p:cTn id="476" dur="1000"/>
                                        <p:tgtEl>
                                          <p:spTgt spid="154"/>
                                        </p:tgtEl>
                                        <p:attrNameLst>
                                          <p:attrName>ppt_x</p:attrName>
                                        </p:attrNameLst>
                                      </p:cBhvr>
                                      <p:tavLst>
                                        <p:tav tm="0">
                                          <p:val>
                                            <p:strVal val="ppt_x"/>
                                          </p:val>
                                        </p:tav>
                                        <p:tav tm="100000">
                                          <p:val>
                                            <p:strVal val="ppt_x"/>
                                          </p:val>
                                        </p:tav>
                                      </p:tavLst>
                                    </p:anim>
                                    <p:anim calcmode="lin" valueType="num">
                                      <p:cBhvr>
                                        <p:cTn id="477" dur="1000"/>
                                        <p:tgtEl>
                                          <p:spTgt spid="154"/>
                                        </p:tgtEl>
                                        <p:attrNameLst>
                                          <p:attrName>ppt_y</p:attrName>
                                        </p:attrNameLst>
                                      </p:cBhvr>
                                      <p:tavLst>
                                        <p:tav tm="0">
                                          <p:val>
                                            <p:strVal val="ppt_y"/>
                                          </p:val>
                                        </p:tav>
                                        <p:tav tm="100000">
                                          <p:val>
                                            <p:strVal val="ppt_y+.1"/>
                                          </p:val>
                                        </p:tav>
                                      </p:tavLst>
                                    </p:anim>
                                    <p:set>
                                      <p:cBhvr>
                                        <p:cTn id="478" dur="1" fill="hold">
                                          <p:stCondLst>
                                            <p:cond delay="999"/>
                                          </p:stCondLst>
                                        </p:cTn>
                                        <p:tgtEl>
                                          <p:spTgt spid="154"/>
                                        </p:tgtEl>
                                        <p:attrNameLst>
                                          <p:attrName>style.visibility</p:attrName>
                                        </p:attrNameLst>
                                      </p:cBhvr>
                                      <p:to>
                                        <p:strVal val="hidden"/>
                                      </p:to>
                                    </p:set>
                                  </p:childTnLst>
                                </p:cTn>
                              </p:par>
                              <p:par>
                                <p:cTn id="479" presetID="42" presetClass="exit" presetSubtype="0" fill="hold" grpId="2" nodeType="withEffect">
                                  <p:stCondLst>
                                    <p:cond delay="0"/>
                                  </p:stCondLst>
                                  <p:childTnLst>
                                    <p:animEffect transition="out" filter="fade">
                                      <p:cBhvr>
                                        <p:cTn id="480" dur="1000"/>
                                        <p:tgtEl>
                                          <p:spTgt spid="152"/>
                                        </p:tgtEl>
                                      </p:cBhvr>
                                    </p:animEffect>
                                    <p:anim calcmode="lin" valueType="num">
                                      <p:cBhvr>
                                        <p:cTn id="481" dur="1000"/>
                                        <p:tgtEl>
                                          <p:spTgt spid="152"/>
                                        </p:tgtEl>
                                        <p:attrNameLst>
                                          <p:attrName>ppt_x</p:attrName>
                                        </p:attrNameLst>
                                      </p:cBhvr>
                                      <p:tavLst>
                                        <p:tav tm="0">
                                          <p:val>
                                            <p:strVal val="ppt_x"/>
                                          </p:val>
                                        </p:tav>
                                        <p:tav tm="100000">
                                          <p:val>
                                            <p:strVal val="ppt_x"/>
                                          </p:val>
                                        </p:tav>
                                      </p:tavLst>
                                    </p:anim>
                                    <p:anim calcmode="lin" valueType="num">
                                      <p:cBhvr>
                                        <p:cTn id="482" dur="1000"/>
                                        <p:tgtEl>
                                          <p:spTgt spid="152"/>
                                        </p:tgtEl>
                                        <p:attrNameLst>
                                          <p:attrName>ppt_y</p:attrName>
                                        </p:attrNameLst>
                                      </p:cBhvr>
                                      <p:tavLst>
                                        <p:tav tm="0">
                                          <p:val>
                                            <p:strVal val="ppt_y"/>
                                          </p:val>
                                        </p:tav>
                                        <p:tav tm="100000">
                                          <p:val>
                                            <p:strVal val="ppt_y+.1"/>
                                          </p:val>
                                        </p:tav>
                                      </p:tavLst>
                                    </p:anim>
                                    <p:set>
                                      <p:cBhvr>
                                        <p:cTn id="483" dur="1" fill="hold">
                                          <p:stCondLst>
                                            <p:cond delay="999"/>
                                          </p:stCondLst>
                                        </p:cTn>
                                        <p:tgtEl>
                                          <p:spTgt spid="152"/>
                                        </p:tgtEl>
                                        <p:attrNameLst>
                                          <p:attrName>style.visibility</p:attrName>
                                        </p:attrNameLst>
                                      </p:cBhvr>
                                      <p:to>
                                        <p:strVal val="hidden"/>
                                      </p:to>
                                    </p:set>
                                  </p:childTnLst>
                                </p:cTn>
                              </p:par>
                            </p:childTnLst>
                          </p:cTn>
                        </p:par>
                        <p:par>
                          <p:cTn id="484" fill="hold">
                            <p:stCondLst>
                              <p:cond delay="1000"/>
                            </p:stCondLst>
                            <p:childTnLst>
                              <p:par>
                                <p:cTn id="485" presetID="16" presetClass="entr" presetSubtype="21" fill="hold" grpId="0" nodeType="afterEffect">
                                  <p:stCondLst>
                                    <p:cond delay="0"/>
                                  </p:stCondLst>
                                  <p:childTnLst>
                                    <p:set>
                                      <p:cBhvr>
                                        <p:cTn id="486" dur="1" fill="hold">
                                          <p:stCondLst>
                                            <p:cond delay="0"/>
                                          </p:stCondLst>
                                        </p:cTn>
                                        <p:tgtEl>
                                          <p:spTgt spid="155"/>
                                        </p:tgtEl>
                                        <p:attrNameLst>
                                          <p:attrName>style.visibility</p:attrName>
                                        </p:attrNameLst>
                                      </p:cBhvr>
                                      <p:to>
                                        <p:strVal val="visible"/>
                                      </p:to>
                                    </p:set>
                                    <p:animEffect transition="in" filter="barn(inVertical)">
                                      <p:cBhvr>
                                        <p:cTn id="487" dur="500"/>
                                        <p:tgtEl>
                                          <p:spTgt spid="155"/>
                                        </p:tgtEl>
                                      </p:cBhvr>
                                    </p:animEffect>
                                  </p:childTnLst>
                                </p:cTn>
                              </p:par>
                            </p:childTnLst>
                          </p:cTn>
                        </p:par>
                      </p:childTnLst>
                    </p:cTn>
                  </p:par>
                  <p:par>
                    <p:cTn id="488" fill="hold">
                      <p:stCondLst>
                        <p:cond delay="indefinite"/>
                      </p:stCondLst>
                      <p:childTnLst>
                        <p:par>
                          <p:cTn id="489" fill="hold">
                            <p:stCondLst>
                              <p:cond delay="0"/>
                            </p:stCondLst>
                            <p:childTnLst>
                              <p:par>
                                <p:cTn id="490" presetID="1" presetClass="emph" presetSubtype="2" fill="hold" nodeType="clickEffect">
                                  <p:stCondLst>
                                    <p:cond delay="0"/>
                                  </p:stCondLst>
                                  <p:childTnLst>
                                    <p:animClr clrSpc="rgb" dir="cw">
                                      <p:cBhvr>
                                        <p:cTn id="491" dur="1000" fill="hold"/>
                                        <p:tgtEl>
                                          <p:spTgt spid="27"/>
                                        </p:tgtEl>
                                        <p:attrNameLst>
                                          <p:attrName>fillcolor</p:attrName>
                                        </p:attrNameLst>
                                      </p:cBhvr>
                                      <p:to>
                                        <a:srgbClr val="ECF3FA"/>
                                      </p:to>
                                    </p:animClr>
                                    <p:set>
                                      <p:cBhvr>
                                        <p:cTn id="492" dur="1000" fill="hold"/>
                                        <p:tgtEl>
                                          <p:spTgt spid="27"/>
                                        </p:tgtEl>
                                        <p:attrNameLst>
                                          <p:attrName>fill.type</p:attrName>
                                        </p:attrNameLst>
                                      </p:cBhvr>
                                      <p:to>
                                        <p:strVal val="solid"/>
                                      </p:to>
                                    </p:set>
                                    <p:set>
                                      <p:cBhvr>
                                        <p:cTn id="493" dur="1000" fill="hold"/>
                                        <p:tgtEl>
                                          <p:spTgt spid="27"/>
                                        </p:tgtEl>
                                        <p:attrNameLst>
                                          <p:attrName>fill.on</p:attrName>
                                        </p:attrNameLst>
                                      </p:cBhvr>
                                      <p:to>
                                        <p:strVal val="true"/>
                                      </p:to>
                                    </p:set>
                                  </p:childTnLst>
                                </p:cTn>
                              </p:par>
                              <p:par>
                                <p:cTn id="494" presetID="64" presetClass="path" presetSubtype="0" accel="50000" decel="50000" fill="hold" grpId="1" nodeType="withEffect">
                                  <p:stCondLst>
                                    <p:cond delay="0"/>
                                  </p:stCondLst>
                                  <p:childTnLst>
                                    <p:animMotion origin="layout" path="M 1.04167E-6 -3.33333E-6 L 0.00039 -0.09236 " pathEditMode="relative" rAng="0" ptsTypes="AA">
                                      <p:cBhvr>
                                        <p:cTn id="495" dur="1000" fill="hold"/>
                                        <p:tgtEl>
                                          <p:spTgt spid="155"/>
                                        </p:tgtEl>
                                        <p:attrNameLst>
                                          <p:attrName>ppt_x</p:attrName>
                                          <p:attrName>ppt_y</p:attrName>
                                        </p:attrNameLst>
                                      </p:cBhvr>
                                      <p:rCtr x="13" y="-4630"/>
                                    </p:animMotion>
                                  </p:childTnLst>
                                </p:cTn>
                              </p:par>
                              <p:par>
                                <p:cTn id="496" presetID="16" presetClass="exit" presetSubtype="21" fill="hold" nodeType="withEffect">
                                  <p:stCondLst>
                                    <p:cond delay="0"/>
                                  </p:stCondLst>
                                  <p:childTnLst>
                                    <p:animEffect transition="out" filter="barn(inVertical)">
                                      <p:cBhvr>
                                        <p:cTn id="497" dur="500"/>
                                        <p:tgtEl>
                                          <p:spTgt spid="122"/>
                                        </p:tgtEl>
                                      </p:cBhvr>
                                    </p:animEffect>
                                    <p:set>
                                      <p:cBhvr>
                                        <p:cTn id="498" dur="1" fill="hold">
                                          <p:stCondLst>
                                            <p:cond delay="499"/>
                                          </p:stCondLst>
                                        </p:cTn>
                                        <p:tgtEl>
                                          <p:spTgt spid="122"/>
                                        </p:tgtEl>
                                        <p:attrNameLst>
                                          <p:attrName>style.visibility</p:attrName>
                                        </p:attrNameLst>
                                      </p:cBhvr>
                                      <p:to>
                                        <p:strVal val="hidden"/>
                                      </p:to>
                                    </p:set>
                                  </p:childTnLst>
                                </p:cTn>
                              </p:par>
                              <p:par>
                                <p:cTn id="499" presetID="22" presetClass="exit" presetSubtype="4" fill="hold" nodeType="withEffect">
                                  <p:stCondLst>
                                    <p:cond delay="0"/>
                                  </p:stCondLst>
                                  <p:childTnLst>
                                    <p:animEffect transition="out" filter="wipe(down)">
                                      <p:cBhvr>
                                        <p:cTn id="500" dur="500"/>
                                        <p:tgtEl>
                                          <p:spTgt spid="153"/>
                                        </p:tgtEl>
                                      </p:cBhvr>
                                    </p:animEffect>
                                    <p:set>
                                      <p:cBhvr>
                                        <p:cTn id="501" dur="1" fill="hold">
                                          <p:stCondLst>
                                            <p:cond delay="499"/>
                                          </p:stCondLst>
                                        </p:cTn>
                                        <p:tgtEl>
                                          <p:spTgt spid="153"/>
                                        </p:tgtEl>
                                        <p:attrNameLst>
                                          <p:attrName>style.visibility</p:attrName>
                                        </p:attrNameLst>
                                      </p:cBhvr>
                                      <p:to>
                                        <p:strVal val="hidden"/>
                                      </p:to>
                                    </p:set>
                                  </p:childTnLst>
                                </p:cTn>
                              </p:par>
                            </p:childTnLst>
                          </p:cTn>
                        </p:par>
                      </p:childTnLst>
                    </p:cTn>
                  </p:par>
                  <p:par>
                    <p:cTn id="502" fill="hold">
                      <p:stCondLst>
                        <p:cond delay="indefinite"/>
                      </p:stCondLst>
                      <p:childTnLst>
                        <p:par>
                          <p:cTn id="503" fill="hold">
                            <p:stCondLst>
                              <p:cond delay="0"/>
                            </p:stCondLst>
                            <p:childTnLst>
                              <p:par>
                                <p:cTn id="504" presetID="3" presetClass="emph" presetSubtype="2" fill="hold" grpId="3" nodeType="clickEffect">
                                  <p:stCondLst>
                                    <p:cond delay="0"/>
                                  </p:stCondLst>
                                  <p:childTnLst>
                                    <p:animClr clrSpc="rgb" dir="cw">
                                      <p:cBhvr override="childStyle">
                                        <p:cTn id="505" dur="500" fill="hold"/>
                                        <p:tgtEl>
                                          <p:spTgt spid="147"/>
                                        </p:tgtEl>
                                        <p:attrNameLst>
                                          <p:attrName>style.color</p:attrName>
                                        </p:attrNameLst>
                                      </p:cBhvr>
                                      <p:to>
                                        <a:schemeClr val="accent2"/>
                                      </p:to>
                                    </p:animClr>
                                  </p:childTnLst>
                                </p:cTn>
                              </p:par>
                            </p:childTnLst>
                          </p:cTn>
                        </p:par>
                      </p:childTnLst>
                    </p:cTn>
                  </p:par>
                  <p:par>
                    <p:cTn id="506" fill="hold">
                      <p:stCondLst>
                        <p:cond delay="indefinite"/>
                      </p:stCondLst>
                      <p:childTnLst>
                        <p:par>
                          <p:cTn id="507" fill="hold">
                            <p:stCondLst>
                              <p:cond delay="0"/>
                            </p:stCondLst>
                            <p:childTnLst>
                              <p:par>
                                <p:cTn id="508" presetID="63" presetClass="path" presetSubtype="0" accel="50000" decel="50000" fill="hold" nodeType="clickEffect">
                                  <p:stCondLst>
                                    <p:cond delay="0"/>
                                  </p:stCondLst>
                                  <p:childTnLst>
                                    <p:animMotion origin="layout" path="M 0.07435 -0.00069 L 0.14831 -0.00138 " pathEditMode="relative" rAng="0" ptsTypes="AA">
                                      <p:cBhvr>
                                        <p:cTn id="509" dur="1000" fill="hold"/>
                                        <p:tgtEl>
                                          <p:spTgt spid="119"/>
                                        </p:tgtEl>
                                        <p:attrNameLst>
                                          <p:attrName>ppt_x</p:attrName>
                                          <p:attrName>ppt_y</p:attrName>
                                        </p:attrNameLst>
                                      </p:cBhvr>
                                      <p:rCtr x="3698" y="-46"/>
                                    </p:animMotion>
                                  </p:childTnLst>
                                </p:cTn>
                              </p:par>
                            </p:childTnLst>
                          </p:cTn>
                        </p:par>
                      </p:childTnLst>
                    </p:cTn>
                  </p:par>
                  <p:par>
                    <p:cTn id="510" fill="hold">
                      <p:stCondLst>
                        <p:cond delay="indefinite"/>
                      </p:stCondLst>
                      <p:childTnLst>
                        <p:par>
                          <p:cTn id="511" fill="hold">
                            <p:stCondLst>
                              <p:cond delay="0"/>
                            </p:stCondLst>
                            <p:childTnLst>
                              <p:par>
                                <p:cTn id="512" presetID="7" presetClass="emph" presetSubtype="2" fill="hold" nodeType="clickEffect">
                                  <p:stCondLst>
                                    <p:cond delay="0"/>
                                  </p:stCondLst>
                                  <p:childTnLst>
                                    <p:animClr clrSpc="rgb" dir="cw">
                                      <p:cBhvr>
                                        <p:cTn id="513" dur="500" fill="hold"/>
                                        <p:tgtEl>
                                          <p:spTgt spid="13"/>
                                        </p:tgtEl>
                                        <p:attrNameLst>
                                          <p:attrName>stroke.color</p:attrName>
                                        </p:attrNameLst>
                                      </p:cBhvr>
                                      <p:to>
                                        <a:srgbClr val="92D050"/>
                                      </p:to>
                                    </p:animClr>
                                    <p:set>
                                      <p:cBhvr>
                                        <p:cTn id="514" dur="500" fill="hold"/>
                                        <p:tgtEl>
                                          <p:spTgt spid="13"/>
                                        </p:tgtEl>
                                        <p:attrNameLst>
                                          <p:attrName>stroke.on</p:attrName>
                                        </p:attrNameLst>
                                      </p:cBhvr>
                                      <p:to>
                                        <p:strVal val="true"/>
                                      </p:to>
                                    </p:set>
                                  </p:childTnLst>
                                </p:cTn>
                              </p:par>
                              <p:par>
                                <p:cTn id="515" presetID="32" presetClass="emph" presetSubtype="0" fill="hold" nodeType="withEffect">
                                  <p:stCondLst>
                                    <p:cond delay="0"/>
                                  </p:stCondLst>
                                  <p:childTnLst>
                                    <p:animRot by="120000">
                                      <p:cBhvr>
                                        <p:cTn id="516" dur="100" fill="hold">
                                          <p:stCondLst>
                                            <p:cond delay="0"/>
                                          </p:stCondLst>
                                        </p:cTn>
                                        <p:tgtEl>
                                          <p:spTgt spid="13"/>
                                        </p:tgtEl>
                                        <p:attrNameLst>
                                          <p:attrName>r</p:attrName>
                                        </p:attrNameLst>
                                      </p:cBhvr>
                                    </p:animRot>
                                    <p:animRot by="-240000">
                                      <p:cBhvr>
                                        <p:cTn id="517" dur="200" fill="hold">
                                          <p:stCondLst>
                                            <p:cond delay="200"/>
                                          </p:stCondLst>
                                        </p:cTn>
                                        <p:tgtEl>
                                          <p:spTgt spid="13"/>
                                        </p:tgtEl>
                                        <p:attrNameLst>
                                          <p:attrName>r</p:attrName>
                                        </p:attrNameLst>
                                      </p:cBhvr>
                                    </p:animRot>
                                    <p:animRot by="240000">
                                      <p:cBhvr>
                                        <p:cTn id="518" dur="200" fill="hold">
                                          <p:stCondLst>
                                            <p:cond delay="400"/>
                                          </p:stCondLst>
                                        </p:cTn>
                                        <p:tgtEl>
                                          <p:spTgt spid="13"/>
                                        </p:tgtEl>
                                        <p:attrNameLst>
                                          <p:attrName>r</p:attrName>
                                        </p:attrNameLst>
                                      </p:cBhvr>
                                    </p:animRot>
                                    <p:animRot by="-240000">
                                      <p:cBhvr>
                                        <p:cTn id="519" dur="200" fill="hold">
                                          <p:stCondLst>
                                            <p:cond delay="600"/>
                                          </p:stCondLst>
                                        </p:cTn>
                                        <p:tgtEl>
                                          <p:spTgt spid="13"/>
                                        </p:tgtEl>
                                        <p:attrNameLst>
                                          <p:attrName>r</p:attrName>
                                        </p:attrNameLst>
                                      </p:cBhvr>
                                    </p:animRot>
                                    <p:animRot by="120000">
                                      <p:cBhvr>
                                        <p:cTn id="520" dur="200" fill="hold">
                                          <p:stCondLst>
                                            <p:cond delay="800"/>
                                          </p:stCondLst>
                                        </p:cTn>
                                        <p:tgtEl>
                                          <p:spTgt spid="13"/>
                                        </p:tgtEl>
                                        <p:attrNameLst>
                                          <p:attrName>r</p:attrName>
                                        </p:attrNameLst>
                                      </p:cBhvr>
                                    </p:animRot>
                                  </p:childTnLst>
                                </p:cTn>
                              </p:par>
                            </p:childTnLst>
                          </p:cTn>
                        </p:par>
                      </p:childTnLst>
                    </p:cTn>
                  </p:par>
                  <p:par>
                    <p:cTn id="521" fill="hold">
                      <p:stCondLst>
                        <p:cond delay="indefinite"/>
                      </p:stCondLst>
                      <p:childTnLst>
                        <p:par>
                          <p:cTn id="522" fill="hold">
                            <p:stCondLst>
                              <p:cond delay="0"/>
                            </p:stCondLst>
                            <p:childTnLst>
                              <p:par>
                                <p:cTn id="523" presetID="16" presetClass="exit" presetSubtype="21" fill="hold" grpId="2" nodeType="clickEffect">
                                  <p:stCondLst>
                                    <p:cond delay="0"/>
                                  </p:stCondLst>
                                  <p:childTnLst>
                                    <p:animEffect transition="out" filter="barn(inVertical)">
                                      <p:cBhvr>
                                        <p:cTn id="524" dur="500"/>
                                        <p:tgtEl>
                                          <p:spTgt spid="155"/>
                                        </p:tgtEl>
                                      </p:cBhvr>
                                    </p:animEffect>
                                    <p:set>
                                      <p:cBhvr>
                                        <p:cTn id="525" dur="1" fill="hold">
                                          <p:stCondLst>
                                            <p:cond delay="499"/>
                                          </p:stCondLst>
                                        </p:cTn>
                                        <p:tgtEl>
                                          <p:spTgt spid="155"/>
                                        </p:tgtEl>
                                        <p:attrNameLst>
                                          <p:attrName>style.visibility</p:attrName>
                                        </p:attrNameLst>
                                      </p:cBhvr>
                                      <p:to>
                                        <p:strVal val="hidden"/>
                                      </p:to>
                                    </p:set>
                                  </p:childTnLst>
                                </p:cTn>
                              </p:par>
                              <p:par>
                                <p:cTn id="526" presetID="10" presetClass="exit" presetSubtype="0" fill="hold" grpId="2" nodeType="withEffect">
                                  <p:stCondLst>
                                    <p:cond delay="0"/>
                                  </p:stCondLst>
                                  <p:childTnLst>
                                    <p:animEffect transition="out" filter="fade">
                                      <p:cBhvr>
                                        <p:cTn id="527" dur="500"/>
                                        <p:tgtEl>
                                          <p:spTgt spid="147"/>
                                        </p:tgtEl>
                                      </p:cBhvr>
                                    </p:animEffect>
                                    <p:set>
                                      <p:cBhvr>
                                        <p:cTn id="528" dur="1" fill="hold">
                                          <p:stCondLst>
                                            <p:cond delay="499"/>
                                          </p:stCondLst>
                                        </p:cTn>
                                        <p:tgtEl>
                                          <p:spTgt spid="147"/>
                                        </p:tgtEl>
                                        <p:attrNameLst>
                                          <p:attrName>style.visibility</p:attrName>
                                        </p:attrNameLst>
                                      </p:cBhvr>
                                      <p:to>
                                        <p:strVal val="hidden"/>
                                      </p:to>
                                    </p:set>
                                  </p:childTnLst>
                                </p:cTn>
                              </p:par>
                            </p:childTnLst>
                          </p:cTn>
                        </p:par>
                        <p:par>
                          <p:cTn id="529" fill="hold">
                            <p:stCondLst>
                              <p:cond delay="500"/>
                            </p:stCondLst>
                            <p:childTnLst>
                              <p:par>
                                <p:cTn id="530" presetID="16" presetClass="entr" presetSubtype="21" fill="hold" grpId="0" nodeType="afterEffect">
                                  <p:stCondLst>
                                    <p:cond delay="0"/>
                                  </p:stCondLst>
                                  <p:childTnLst>
                                    <p:set>
                                      <p:cBhvr>
                                        <p:cTn id="531" dur="1" fill="hold">
                                          <p:stCondLst>
                                            <p:cond delay="0"/>
                                          </p:stCondLst>
                                        </p:cTn>
                                        <p:tgtEl>
                                          <p:spTgt spid="156"/>
                                        </p:tgtEl>
                                        <p:attrNameLst>
                                          <p:attrName>style.visibility</p:attrName>
                                        </p:attrNameLst>
                                      </p:cBhvr>
                                      <p:to>
                                        <p:strVal val="visible"/>
                                      </p:to>
                                    </p:set>
                                    <p:animEffect transition="in" filter="barn(inVertical)">
                                      <p:cBhvr>
                                        <p:cTn id="532" dur="500"/>
                                        <p:tgtEl>
                                          <p:spTgt spid="156"/>
                                        </p:tgtEl>
                                      </p:cBhvr>
                                    </p:animEffect>
                                  </p:childTnLst>
                                </p:cTn>
                              </p:par>
                            </p:childTnLst>
                          </p:cTn>
                        </p:par>
                      </p:childTnLst>
                    </p:cTn>
                  </p:par>
                  <p:par>
                    <p:cTn id="533" fill="hold">
                      <p:stCondLst>
                        <p:cond delay="indefinite"/>
                      </p:stCondLst>
                      <p:childTnLst>
                        <p:par>
                          <p:cTn id="534" fill="hold">
                            <p:stCondLst>
                              <p:cond delay="0"/>
                            </p:stCondLst>
                            <p:childTnLst>
                              <p:par>
                                <p:cTn id="535" presetID="1" presetClass="emph" presetSubtype="2" fill="hold" nodeType="clickEffect">
                                  <p:stCondLst>
                                    <p:cond delay="0"/>
                                  </p:stCondLst>
                                  <p:childTnLst>
                                    <p:animClr clrSpc="rgb" dir="cw">
                                      <p:cBhvr>
                                        <p:cTn id="536" dur="1000" fill="hold"/>
                                        <p:tgtEl>
                                          <p:spTgt spid="27"/>
                                        </p:tgtEl>
                                        <p:attrNameLst>
                                          <p:attrName>fillcolor</p:attrName>
                                        </p:attrNameLst>
                                      </p:cBhvr>
                                      <p:to>
                                        <a:srgbClr val="FFFFFF"/>
                                      </p:to>
                                    </p:animClr>
                                    <p:set>
                                      <p:cBhvr>
                                        <p:cTn id="537" dur="1000" fill="hold"/>
                                        <p:tgtEl>
                                          <p:spTgt spid="27"/>
                                        </p:tgtEl>
                                        <p:attrNameLst>
                                          <p:attrName>fill.type</p:attrName>
                                        </p:attrNameLst>
                                      </p:cBhvr>
                                      <p:to>
                                        <p:strVal val="solid"/>
                                      </p:to>
                                    </p:set>
                                    <p:set>
                                      <p:cBhvr>
                                        <p:cTn id="538" dur="1000" fill="hold"/>
                                        <p:tgtEl>
                                          <p:spTgt spid="27"/>
                                        </p:tgtEl>
                                        <p:attrNameLst>
                                          <p:attrName>fill.on</p:attrName>
                                        </p:attrNameLst>
                                      </p:cBhvr>
                                      <p:to>
                                        <p:strVal val="true"/>
                                      </p:to>
                                    </p:set>
                                  </p:childTnLst>
                                </p:cTn>
                              </p:par>
                            </p:childTnLst>
                          </p:cTn>
                        </p:par>
                      </p:childTnLst>
                    </p:cTn>
                  </p:par>
                  <p:par>
                    <p:cTn id="539" fill="hold">
                      <p:stCondLst>
                        <p:cond delay="indefinite"/>
                      </p:stCondLst>
                      <p:childTnLst>
                        <p:par>
                          <p:cTn id="540" fill="hold">
                            <p:stCondLst>
                              <p:cond delay="0"/>
                            </p:stCondLst>
                            <p:childTnLst>
                              <p:par>
                                <p:cTn id="541" presetID="64" presetClass="path" presetSubtype="0" accel="50000" decel="50000" fill="hold" grpId="1" nodeType="clickEffect">
                                  <p:stCondLst>
                                    <p:cond delay="0"/>
                                  </p:stCondLst>
                                  <p:childTnLst>
                                    <p:animMotion origin="layout" path="M 2.70833E-6 -4.44444E-6 L -0.07292 -0.08425 " pathEditMode="relative" rAng="0" ptsTypes="AA">
                                      <p:cBhvr>
                                        <p:cTn id="542" dur="1000" fill="hold"/>
                                        <p:tgtEl>
                                          <p:spTgt spid="156"/>
                                        </p:tgtEl>
                                        <p:attrNameLst>
                                          <p:attrName>ppt_x</p:attrName>
                                          <p:attrName>ppt_y</p:attrName>
                                        </p:attrNameLst>
                                      </p:cBhvr>
                                      <p:rCtr x="-3646" y="-4213"/>
                                    </p:animMotion>
                                  </p:childTnLst>
                                </p:cTn>
                              </p:par>
                              <p:par>
                                <p:cTn id="543" presetID="16" presetClass="exit" presetSubtype="21" fill="hold" nodeType="withEffect">
                                  <p:stCondLst>
                                    <p:cond delay="0"/>
                                  </p:stCondLst>
                                  <p:childTnLst>
                                    <p:animEffect transition="out" filter="barn(inVertical)">
                                      <p:cBhvr>
                                        <p:cTn id="544" dur="500"/>
                                        <p:tgtEl>
                                          <p:spTgt spid="119"/>
                                        </p:tgtEl>
                                      </p:cBhvr>
                                    </p:animEffect>
                                    <p:set>
                                      <p:cBhvr>
                                        <p:cTn id="545" dur="1" fill="hold">
                                          <p:stCondLst>
                                            <p:cond delay="499"/>
                                          </p:stCondLst>
                                        </p:cTn>
                                        <p:tgtEl>
                                          <p:spTgt spid="119"/>
                                        </p:tgtEl>
                                        <p:attrNameLst>
                                          <p:attrName>style.visibility</p:attrName>
                                        </p:attrNameLst>
                                      </p:cBhvr>
                                      <p:to>
                                        <p:strVal val="hidden"/>
                                      </p:to>
                                    </p:set>
                                  </p:childTnLst>
                                </p:cTn>
                              </p:par>
                            </p:childTnLst>
                          </p:cTn>
                        </p:par>
                      </p:childTnLst>
                    </p:cTn>
                  </p:par>
                  <p:par>
                    <p:cTn id="546" fill="hold">
                      <p:stCondLst>
                        <p:cond delay="indefinite"/>
                      </p:stCondLst>
                      <p:childTnLst>
                        <p:par>
                          <p:cTn id="547" fill="hold">
                            <p:stCondLst>
                              <p:cond delay="0"/>
                            </p:stCondLst>
                            <p:childTnLst>
                              <p:par>
                                <p:cTn id="548" presetID="3" presetClass="emph" presetSubtype="2" fill="hold" grpId="2" nodeType="clickEffect">
                                  <p:stCondLst>
                                    <p:cond delay="0"/>
                                  </p:stCondLst>
                                  <p:childTnLst>
                                    <p:animClr clrSpc="rgb" dir="cw">
                                      <p:cBhvr override="childStyle">
                                        <p:cTn id="549" dur="500" fill="hold"/>
                                        <p:tgtEl>
                                          <p:spTgt spid="8"/>
                                        </p:tgtEl>
                                        <p:attrNameLst>
                                          <p:attrName>style.color</p:attrName>
                                        </p:attrNameLst>
                                      </p:cBhvr>
                                      <p:to>
                                        <a:schemeClr val="accent2"/>
                                      </p:to>
                                    </p:animClr>
                                  </p:childTnLst>
                                </p:cTn>
                              </p:par>
                            </p:childTnLst>
                          </p:cTn>
                        </p:par>
                      </p:childTnLst>
                    </p:cTn>
                  </p:par>
                  <p:par>
                    <p:cTn id="550" fill="hold">
                      <p:stCondLst>
                        <p:cond delay="indefinite"/>
                      </p:stCondLst>
                      <p:childTnLst>
                        <p:par>
                          <p:cTn id="551" fill="hold">
                            <p:stCondLst>
                              <p:cond delay="0"/>
                            </p:stCondLst>
                            <p:childTnLst>
                              <p:par>
                                <p:cTn id="552" presetID="63" presetClass="path" presetSubtype="0" accel="50000" decel="50000" fill="hold" nodeType="clickEffect">
                                  <p:stCondLst>
                                    <p:cond delay="0"/>
                                  </p:stCondLst>
                                  <p:childTnLst>
                                    <p:animMotion origin="layout" path="M 0.14831 -0.00139 L 0.22044 -0.00139 " pathEditMode="relative" rAng="0" ptsTypes="AA">
                                      <p:cBhvr>
                                        <p:cTn id="553" dur="1000" fill="hold"/>
                                        <p:tgtEl>
                                          <p:spTgt spid="4"/>
                                        </p:tgtEl>
                                        <p:attrNameLst>
                                          <p:attrName>ppt_x</p:attrName>
                                          <p:attrName>ppt_y</p:attrName>
                                        </p:attrNameLst>
                                      </p:cBhvr>
                                      <p:rCtr x="3607" y="0"/>
                                    </p:animMotion>
                                  </p:childTnLst>
                                </p:cTn>
                              </p:par>
                            </p:childTnLst>
                          </p:cTn>
                        </p:par>
                      </p:childTnLst>
                    </p:cTn>
                  </p:par>
                  <p:par>
                    <p:cTn id="554" fill="hold">
                      <p:stCondLst>
                        <p:cond delay="indefinite"/>
                      </p:stCondLst>
                      <p:childTnLst>
                        <p:par>
                          <p:cTn id="555" fill="hold">
                            <p:stCondLst>
                              <p:cond delay="0"/>
                            </p:stCondLst>
                            <p:childTnLst>
                              <p:par>
                                <p:cTn id="556" presetID="7" presetClass="emph" presetSubtype="2" fill="hold" nodeType="clickEffect">
                                  <p:stCondLst>
                                    <p:cond delay="0"/>
                                  </p:stCondLst>
                                  <p:childTnLst>
                                    <p:animClr clrSpc="rgb" dir="cw">
                                      <p:cBhvr>
                                        <p:cTn id="557" dur="500" fill="hold"/>
                                        <p:tgtEl>
                                          <p:spTgt spid="13"/>
                                        </p:tgtEl>
                                        <p:attrNameLst>
                                          <p:attrName>stroke.color</p:attrName>
                                        </p:attrNameLst>
                                      </p:cBhvr>
                                      <p:to>
                                        <a:srgbClr val="00B0F0"/>
                                      </p:to>
                                    </p:animClr>
                                    <p:set>
                                      <p:cBhvr>
                                        <p:cTn id="558" dur="500" fill="hold"/>
                                        <p:tgtEl>
                                          <p:spTgt spid="13"/>
                                        </p:tgtEl>
                                        <p:attrNameLst>
                                          <p:attrName>stroke.on</p:attrName>
                                        </p:attrNameLst>
                                      </p:cBhvr>
                                      <p:to>
                                        <p:strVal val="true"/>
                                      </p:to>
                                    </p:set>
                                  </p:childTnLst>
                                </p:cTn>
                              </p:par>
                              <p:par>
                                <p:cTn id="559" presetID="32" presetClass="emph" presetSubtype="0" fill="hold" nodeType="withEffect">
                                  <p:stCondLst>
                                    <p:cond delay="0"/>
                                  </p:stCondLst>
                                  <p:childTnLst>
                                    <p:animRot by="120000">
                                      <p:cBhvr>
                                        <p:cTn id="560" dur="100" fill="hold">
                                          <p:stCondLst>
                                            <p:cond delay="0"/>
                                          </p:stCondLst>
                                        </p:cTn>
                                        <p:tgtEl>
                                          <p:spTgt spid="13"/>
                                        </p:tgtEl>
                                        <p:attrNameLst>
                                          <p:attrName>r</p:attrName>
                                        </p:attrNameLst>
                                      </p:cBhvr>
                                    </p:animRot>
                                    <p:animRot by="-240000">
                                      <p:cBhvr>
                                        <p:cTn id="561" dur="200" fill="hold">
                                          <p:stCondLst>
                                            <p:cond delay="200"/>
                                          </p:stCondLst>
                                        </p:cTn>
                                        <p:tgtEl>
                                          <p:spTgt spid="13"/>
                                        </p:tgtEl>
                                        <p:attrNameLst>
                                          <p:attrName>r</p:attrName>
                                        </p:attrNameLst>
                                      </p:cBhvr>
                                    </p:animRot>
                                    <p:animRot by="240000">
                                      <p:cBhvr>
                                        <p:cTn id="562" dur="200" fill="hold">
                                          <p:stCondLst>
                                            <p:cond delay="400"/>
                                          </p:stCondLst>
                                        </p:cTn>
                                        <p:tgtEl>
                                          <p:spTgt spid="13"/>
                                        </p:tgtEl>
                                        <p:attrNameLst>
                                          <p:attrName>r</p:attrName>
                                        </p:attrNameLst>
                                      </p:cBhvr>
                                    </p:animRot>
                                    <p:animRot by="-240000">
                                      <p:cBhvr>
                                        <p:cTn id="563" dur="200" fill="hold">
                                          <p:stCondLst>
                                            <p:cond delay="600"/>
                                          </p:stCondLst>
                                        </p:cTn>
                                        <p:tgtEl>
                                          <p:spTgt spid="13"/>
                                        </p:tgtEl>
                                        <p:attrNameLst>
                                          <p:attrName>r</p:attrName>
                                        </p:attrNameLst>
                                      </p:cBhvr>
                                    </p:animRot>
                                    <p:animRot by="120000">
                                      <p:cBhvr>
                                        <p:cTn id="564" dur="200" fill="hold">
                                          <p:stCondLst>
                                            <p:cond delay="800"/>
                                          </p:stCondLst>
                                        </p:cTn>
                                        <p:tgtEl>
                                          <p:spTgt spid="13"/>
                                        </p:tgtEl>
                                        <p:attrNameLst>
                                          <p:attrName>r</p:attrName>
                                        </p:attrNameLst>
                                      </p:cBhvr>
                                    </p:animRot>
                                  </p:childTnLst>
                                </p:cTn>
                              </p:par>
                            </p:childTnLst>
                          </p:cTn>
                        </p:par>
                      </p:childTnLst>
                    </p:cTn>
                  </p:par>
                  <p:par>
                    <p:cTn id="565" fill="hold">
                      <p:stCondLst>
                        <p:cond delay="indefinite"/>
                      </p:stCondLst>
                      <p:childTnLst>
                        <p:par>
                          <p:cTn id="566" fill="hold">
                            <p:stCondLst>
                              <p:cond delay="0"/>
                            </p:stCondLst>
                            <p:childTnLst>
                              <p:par>
                                <p:cTn id="567" presetID="16" presetClass="exit" presetSubtype="21" fill="hold" grpId="2" nodeType="clickEffect">
                                  <p:stCondLst>
                                    <p:cond delay="0"/>
                                  </p:stCondLst>
                                  <p:childTnLst>
                                    <p:animEffect transition="out" filter="barn(inVertical)">
                                      <p:cBhvr>
                                        <p:cTn id="568" dur="500"/>
                                        <p:tgtEl>
                                          <p:spTgt spid="156"/>
                                        </p:tgtEl>
                                      </p:cBhvr>
                                    </p:animEffect>
                                    <p:set>
                                      <p:cBhvr>
                                        <p:cTn id="569" dur="1" fill="hold">
                                          <p:stCondLst>
                                            <p:cond delay="499"/>
                                          </p:stCondLst>
                                        </p:cTn>
                                        <p:tgtEl>
                                          <p:spTgt spid="156"/>
                                        </p:tgtEl>
                                        <p:attrNameLst>
                                          <p:attrName>style.visibility</p:attrName>
                                        </p:attrNameLst>
                                      </p:cBhvr>
                                      <p:to>
                                        <p:strVal val="hidden"/>
                                      </p:to>
                                    </p:set>
                                  </p:childTnLst>
                                </p:cTn>
                              </p:par>
                              <p:par>
                                <p:cTn id="570" presetID="10" presetClass="exit" presetSubtype="0" fill="hold" grpId="3" nodeType="withEffect">
                                  <p:stCondLst>
                                    <p:cond delay="0"/>
                                  </p:stCondLst>
                                  <p:childTnLst>
                                    <p:animEffect transition="out" filter="fade">
                                      <p:cBhvr>
                                        <p:cTn id="571" dur="500"/>
                                        <p:tgtEl>
                                          <p:spTgt spid="8"/>
                                        </p:tgtEl>
                                      </p:cBhvr>
                                    </p:animEffect>
                                    <p:set>
                                      <p:cBhvr>
                                        <p:cTn id="572" dur="1" fill="hold">
                                          <p:stCondLst>
                                            <p:cond delay="499"/>
                                          </p:stCondLst>
                                        </p:cTn>
                                        <p:tgtEl>
                                          <p:spTgt spid="8"/>
                                        </p:tgtEl>
                                        <p:attrNameLst>
                                          <p:attrName>style.visibility</p:attrName>
                                        </p:attrNameLst>
                                      </p:cBhvr>
                                      <p:to>
                                        <p:strVal val="hidden"/>
                                      </p:to>
                                    </p:set>
                                  </p:childTnLst>
                                </p:cTn>
                              </p:par>
                              <p:par>
                                <p:cTn id="573" presetID="10" presetClass="exit" presetSubtype="0" fill="hold" grpId="3" nodeType="withEffect">
                                  <p:stCondLst>
                                    <p:cond delay="0"/>
                                  </p:stCondLst>
                                  <p:childTnLst>
                                    <p:animEffect transition="out" filter="fade">
                                      <p:cBhvr>
                                        <p:cTn id="574" dur="500"/>
                                        <p:tgtEl>
                                          <p:spTgt spid="144"/>
                                        </p:tgtEl>
                                      </p:cBhvr>
                                    </p:animEffect>
                                    <p:set>
                                      <p:cBhvr>
                                        <p:cTn id="575" dur="1" fill="hold">
                                          <p:stCondLst>
                                            <p:cond delay="499"/>
                                          </p:stCondLst>
                                        </p:cTn>
                                        <p:tgtEl>
                                          <p:spTgt spid="144"/>
                                        </p:tgtEl>
                                        <p:attrNameLst>
                                          <p:attrName>style.visibility</p:attrName>
                                        </p:attrNameLst>
                                      </p:cBhvr>
                                      <p:to>
                                        <p:strVal val="hidden"/>
                                      </p:to>
                                    </p:set>
                                  </p:childTnLst>
                                </p:cTn>
                              </p:par>
                            </p:childTnLst>
                          </p:cTn>
                        </p:par>
                        <p:par>
                          <p:cTn id="576" fill="hold">
                            <p:stCondLst>
                              <p:cond delay="500"/>
                            </p:stCondLst>
                            <p:childTnLst>
                              <p:par>
                                <p:cTn id="577" presetID="16" presetClass="entr" presetSubtype="21" fill="hold" grpId="0" nodeType="afterEffect">
                                  <p:stCondLst>
                                    <p:cond delay="0"/>
                                  </p:stCondLst>
                                  <p:childTnLst>
                                    <p:set>
                                      <p:cBhvr>
                                        <p:cTn id="578" dur="1" fill="hold">
                                          <p:stCondLst>
                                            <p:cond delay="0"/>
                                          </p:stCondLst>
                                        </p:cTn>
                                        <p:tgtEl>
                                          <p:spTgt spid="157"/>
                                        </p:tgtEl>
                                        <p:attrNameLst>
                                          <p:attrName>style.visibility</p:attrName>
                                        </p:attrNameLst>
                                      </p:cBhvr>
                                      <p:to>
                                        <p:strVal val="visible"/>
                                      </p:to>
                                    </p:set>
                                    <p:animEffect transition="in" filter="barn(inVertical)">
                                      <p:cBhvr>
                                        <p:cTn id="579" dur="500"/>
                                        <p:tgtEl>
                                          <p:spTgt spid="157"/>
                                        </p:tgtEl>
                                      </p:cBhvr>
                                    </p:animEffect>
                                  </p:childTnLst>
                                </p:cTn>
                              </p:par>
                            </p:childTnLst>
                          </p:cTn>
                        </p:par>
                      </p:childTnLst>
                    </p:cTn>
                  </p:par>
                  <p:par>
                    <p:cTn id="580" fill="hold">
                      <p:stCondLst>
                        <p:cond delay="indefinite"/>
                      </p:stCondLst>
                      <p:childTnLst>
                        <p:par>
                          <p:cTn id="581" fill="hold">
                            <p:stCondLst>
                              <p:cond delay="0"/>
                            </p:stCondLst>
                            <p:childTnLst>
                              <p:par>
                                <p:cTn id="582" presetID="64" presetClass="path" presetSubtype="0" accel="50000" decel="50000" fill="hold" grpId="1" nodeType="clickEffect">
                                  <p:stCondLst>
                                    <p:cond delay="0"/>
                                  </p:stCondLst>
                                  <p:childTnLst>
                                    <p:animMotion origin="layout" path="M 2.08333E-7 -3.33333E-6 L -0.59896 0.19885 " pathEditMode="relative" rAng="0" ptsTypes="AA">
                                      <p:cBhvr>
                                        <p:cTn id="583" dur="2000" fill="hold"/>
                                        <p:tgtEl>
                                          <p:spTgt spid="157"/>
                                        </p:tgtEl>
                                        <p:attrNameLst>
                                          <p:attrName>ppt_x</p:attrName>
                                          <p:attrName>ppt_y</p:attrName>
                                        </p:attrNameLst>
                                      </p:cBhvr>
                                      <p:rCtr x="-29948" y="9931"/>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109" grpId="0" uiExpand="1" build="p"/>
      <p:bldP spid="110" grpId="0" animBg="1"/>
      <p:bldP spid="3" grpId="0" animBg="1"/>
      <p:bldP spid="3" grpId="1" animBg="1"/>
      <p:bldP spid="8" grpId="0"/>
      <p:bldP spid="8" grpId="1"/>
      <p:bldP spid="8" grpId="2"/>
      <p:bldP spid="8" grpId="3"/>
      <p:bldP spid="143" grpId="0"/>
      <p:bldP spid="143" grpId="1"/>
      <p:bldP spid="143" grpId="2"/>
      <p:bldP spid="144" grpId="0"/>
      <p:bldP spid="144" grpId="1"/>
      <p:bldP spid="144" grpId="2"/>
      <p:bldP spid="144" grpId="3"/>
      <p:bldP spid="147" grpId="0"/>
      <p:bldP spid="147" grpId="1"/>
      <p:bldP spid="147" grpId="2"/>
      <p:bldP spid="147" grpId="3"/>
      <p:bldP spid="150" grpId="0"/>
      <p:bldP spid="150" grpId="1"/>
      <p:bldP spid="150" grpId="2"/>
      <p:bldP spid="152" grpId="0"/>
      <p:bldP spid="152" grpId="1"/>
      <p:bldP spid="152" grpId="2"/>
      <p:bldP spid="152" grpId="3"/>
      <p:bldP spid="154" grpId="0"/>
      <p:bldP spid="154" grpId="1"/>
      <p:bldP spid="154" grpId="2"/>
      <p:bldP spid="154" grpId="3"/>
      <p:bldP spid="155" grpId="0"/>
      <p:bldP spid="155" grpId="1"/>
      <p:bldP spid="155" grpId="2"/>
      <p:bldP spid="156" grpId="0"/>
      <p:bldP spid="156" grpId="1"/>
      <p:bldP spid="156" grpId="2"/>
      <p:bldP spid="157" grpId="0"/>
      <p:bldP spid="157" grpId="1"/>
      <p:bldP spid="158" grpId="0"/>
      <p:bldP spid="158" grpId="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矩形: 圆角 53">
            <a:extLst>
              <a:ext uri="{FF2B5EF4-FFF2-40B4-BE49-F238E27FC236}">
                <a16:creationId xmlns:a16="http://schemas.microsoft.com/office/drawing/2014/main" id="{49E36684-4893-4E44-A32A-F62E690926B3}"/>
              </a:ext>
            </a:extLst>
          </p:cNvPr>
          <p:cNvSpPr/>
          <p:nvPr/>
        </p:nvSpPr>
        <p:spPr>
          <a:xfrm>
            <a:off x="7460915" y="2414932"/>
            <a:ext cx="3546913" cy="213692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矩形: 圆角 54">
            <a:extLst>
              <a:ext uri="{FF2B5EF4-FFF2-40B4-BE49-F238E27FC236}">
                <a16:creationId xmlns:a16="http://schemas.microsoft.com/office/drawing/2014/main" id="{75931976-6B84-425A-BD7B-B7AB8AB97F0F}"/>
              </a:ext>
            </a:extLst>
          </p:cNvPr>
          <p:cNvSpPr/>
          <p:nvPr/>
        </p:nvSpPr>
        <p:spPr>
          <a:xfrm>
            <a:off x="7544022" y="2954042"/>
            <a:ext cx="3372974" cy="1491183"/>
          </a:xfrm>
          <a:prstGeom prst="round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矩形: 圆角 55">
            <a:extLst>
              <a:ext uri="{FF2B5EF4-FFF2-40B4-BE49-F238E27FC236}">
                <a16:creationId xmlns:a16="http://schemas.microsoft.com/office/drawing/2014/main" id="{39865867-19BD-446E-8C9C-AE5DC68B1851}"/>
              </a:ext>
            </a:extLst>
          </p:cNvPr>
          <p:cNvSpPr/>
          <p:nvPr/>
        </p:nvSpPr>
        <p:spPr>
          <a:xfrm>
            <a:off x="8476735" y="3032606"/>
            <a:ext cx="2325198" cy="1307303"/>
          </a:xfrm>
          <a:prstGeom prst="round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5" name="矩形: 圆角 124">
            <a:extLst>
              <a:ext uri="{FF2B5EF4-FFF2-40B4-BE49-F238E27FC236}">
                <a16:creationId xmlns:a16="http://schemas.microsoft.com/office/drawing/2014/main" id="{4181A9F0-C244-4946-AA03-E7112F4B6410}"/>
              </a:ext>
            </a:extLst>
          </p:cNvPr>
          <p:cNvSpPr/>
          <p:nvPr/>
        </p:nvSpPr>
        <p:spPr>
          <a:xfrm>
            <a:off x="8668112" y="3629360"/>
            <a:ext cx="674022" cy="510235"/>
          </a:xfrm>
          <a:prstGeom prst="roundRect">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a:extLst>
              <a:ext uri="{FF2B5EF4-FFF2-40B4-BE49-F238E27FC236}">
                <a16:creationId xmlns:a16="http://schemas.microsoft.com/office/drawing/2014/main" id="{4C827CE6-8DC6-4E31-A80A-F610E91E2293}"/>
              </a:ext>
            </a:extLst>
          </p:cNvPr>
          <p:cNvSpPr txBox="1"/>
          <p:nvPr/>
        </p:nvSpPr>
        <p:spPr>
          <a:xfrm>
            <a:off x="513555" y="1251761"/>
            <a:ext cx="5291363" cy="3962239"/>
          </a:xfrm>
          <a:prstGeom prst="rect">
            <a:avLst/>
          </a:prstGeom>
          <a:noFill/>
        </p:spPr>
        <p:txBody>
          <a:bodyPr wrap="square" rtlCol="0">
            <a:spAutoFit/>
          </a:bodyPr>
          <a:lstStyle/>
          <a:p>
            <a:pPr>
              <a:lnSpc>
                <a:spcPct val="114000"/>
              </a:lnSpc>
            </a:pPr>
            <a:r>
              <a:rPr lang="zh-CN" altLang="en-US" b="1" dirty="0"/>
              <a:t>对广义表的递归结构的分析有两种典型视角。</a:t>
            </a:r>
            <a:endParaRPr lang="en-US" altLang="zh-CN" b="1" dirty="0"/>
          </a:p>
          <a:p>
            <a:pPr marL="342900" indent="-342900">
              <a:lnSpc>
                <a:spcPct val="114000"/>
              </a:lnSpc>
              <a:buAutoNum type="arabicPeriod"/>
            </a:pPr>
            <a:r>
              <a:rPr lang="zh-CN" altLang="en-US" b="1" dirty="0"/>
              <a:t>非空表中的元素可以是表。</a:t>
            </a:r>
            <a:endParaRPr lang="en-US" altLang="zh-CN" b="1" dirty="0"/>
          </a:p>
          <a:p>
            <a:pPr marL="342900" indent="-342900">
              <a:lnSpc>
                <a:spcPct val="114000"/>
              </a:lnSpc>
              <a:buAutoNum type="arabicPeriod"/>
            </a:pPr>
            <a:r>
              <a:rPr lang="zh-CN" altLang="en-US" b="1" dirty="0"/>
              <a:t>非空表可划分为表头和表尾，均可以是表。</a:t>
            </a:r>
            <a:endParaRPr lang="en-US" altLang="zh-CN" b="1" dirty="0"/>
          </a:p>
          <a:p>
            <a:pPr>
              <a:lnSpc>
                <a:spcPct val="114000"/>
              </a:lnSpc>
            </a:pPr>
            <a:r>
              <a:rPr lang="zh-CN" altLang="en-US" b="1" dirty="0">
                <a:solidFill>
                  <a:srgbClr val="C00000"/>
                </a:solidFill>
                <a:effectLst>
                  <a:outerShdw blurRad="38100" dist="38100" dir="2700000" algn="tl">
                    <a:srgbClr val="000000">
                      <a:alpha val="43137"/>
                    </a:srgbClr>
                  </a:outerShdw>
                </a:effectLst>
              </a:rPr>
              <a:t>算法</a:t>
            </a:r>
            <a:r>
              <a:rPr lang="en-US" altLang="zh-CN" b="1" dirty="0">
                <a:solidFill>
                  <a:srgbClr val="C00000"/>
                </a:solidFill>
                <a:effectLst>
                  <a:outerShdw blurRad="38100" dist="38100" dir="2700000" algn="tl">
                    <a:srgbClr val="000000">
                      <a:alpha val="43137"/>
                    </a:srgbClr>
                  </a:outerShdw>
                </a:effectLst>
              </a:rPr>
              <a:t>5.8</a:t>
            </a:r>
            <a:r>
              <a:rPr lang="zh-CN" altLang="en-US" b="1" dirty="0"/>
              <a:t>采用第</a:t>
            </a:r>
            <a:r>
              <a:rPr lang="en-US" altLang="zh-CN" b="1" dirty="0"/>
              <a:t>1</a:t>
            </a:r>
            <a:r>
              <a:rPr lang="zh-CN" altLang="en-US" b="1" dirty="0"/>
              <a:t>种视角，依次对元素递归求深度，然后综合得到表的深度。</a:t>
            </a:r>
            <a:endParaRPr lang="en-US" altLang="zh-CN" b="1" dirty="0"/>
          </a:p>
          <a:p>
            <a:pPr>
              <a:lnSpc>
                <a:spcPct val="114000"/>
              </a:lnSpc>
            </a:pPr>
            <a:r>
              <a:rPr lang="zh-CN" altLang="en-US" b="1" dirty="0">
                <a:solidFill>
                  <a:srgbClr val="C00000"/>
                </a:solidFill>
                <a:effectLst>
                  <a:outerShdw blurRad="38100" dist="38100" dir="2700000" algn="tl">
                    <a:srgbClr val="000000">
                      <a:alpha val="43137"/>
                    </a:srgbClr>
                  </a:outerShdw>
                </a:effectLst>
              </a:rPr>
              <a:t>算法</a:t>
            </a:r>
            <a:r>
              <a:rPr lang="en-US" altLang="zh-CN" b="1" dirty="0">
                <a:solidFill>
                  <a:srgbClr val="C00000"/>
                </a:solidFill>
                <a:effectLst>
                  <a:outerShdw blurRad="38100" dist="38100" dir="2700000" algn="tl">
                    <a:srgbClr val="000000">
                      <a:alpha val="43137"/>
                    </a:srgbClr>
                  </a:outerShdw>
                </a:effectLst>
              </a:rPr>
              <a:t>5.9</a:t>
            </a:r>
            <a:r>
              <a:rPr lang="zh-CN" altLang="en-US" b="1" dirty="0"/>
              <a:t>则采用第</a:t>
            </a:r>
            <a:r>
              <a:rPr lang="en-US" altLang="zh-CN" b="1" dirty="0"/>
              <a:t>2</a:t>
            </a:r>
            <a:r>
              <a:rPr lang="zh-CN" altLang="en-US" b="1" dirty="0"/>
              <a:t>种视角，对表头和表尾分别递归复制给定的广义表，完成表的复制。</a:t>
            </a:r>
            <a:endParaRPr lang="en-US" altLang="zh-CN" b="1" dirty="0"/>
          </a:p>
          <a:p>
            <a:pPr>
              <a:lnSpc>
                <a:spcPct val="114000"/>
              </a:lnSpc>
            </a:pPr>
            <a:r>
              <a:rPr lang="zh-CN" altLang="en-US" b="1" dirty="0"/>
              <a:t>以</a:t>
            </a:r>
            <a:r>
              <a:rPr lang="zh-CN" altLang="en-US" b="1" dirty="0">
                <a:solidFill>
                  <a:srgbClr val="0F14F1"/>
                </a:solidFill>
              </a:rPr>
              <a:t>图</a:t>
            </a:r>
            <a:r>
              <a:rPr lang="en-US" altLang="zh-CN" b="1" dirty="0">
                <a:solidFill>
                  <a:srgbClr val="0F14F1"/>
                </a:solidFill>
              </a:rPr>
              <a:t>5.9</a:t>
            </a:r>
            <a:r>
              <a:rPr lang="zh-CN" altLang="en-US" b="1" dirty="0"/>
              <a:t>的广义表</a:t>
            </a:r>
            <a:r>
              <a:rPr lang="en-US" altLang="zh-CN" b="1" dirty="0">
                <a:solidFill>
                  <a:srgbClr val="C00000"/>
                </a:solidFill>
              </a:rPr>
              <a:t>C</a:t>
            </a:r>
            <a:r>
              <a:rPr lang="zh-CN" altLang="en-US" b="1" dirty="0"/>
              <a:t>为例，其逻辑序列和存储结构分别为：</a:t>
            </a:r>
            <a:r>
              <a:rPr lang="en-US" altLang="zh-CN" b="1" dirty="0"/>
              <a:t>     </a:t>
            </a:r>
          </a:p>
          <a:p>
            <a:pPr>
              <a:lnSpc>
                <a:spcPct val="114000"/>
              </a:lnSpc>
            </a:pPr>
            <a:r>
              <a:rPr lang="en-US" altLang="zh-CN" sz="2400" b="1" dirty="0">
                <a:latin typeface="Courier New" panose="02070309020205020404" pitchFamily="49" charset="0"/>
                <a:cs typeface="Courier New" panose="02070309020205020404" pitchFamily="49" charset="0"/>
              </a:rPr>
              <a:t>     C = </a:t>
            </a:r>
            <a:r>
              <a:rPr lang="zh-CN" altLang="en-US" sz="2400" b="1" dirty="0">
                <a:latin typeface="Courier New" panose="02070309020205020404" pitchFamily="49" charset="0"/>
                <a:cs typeface="Courier New" panose="02070309020205020404" pitchFamily="49" charset="0"/>
              </a:rPr>
              <a:t>“</a:t>
            </a:r>
            <a:r>
              <a:rPr lang="en-US" altLang="zh-CN" sz="2400" b="1" dirty="0">
                <a:latin typeface="Courier New" panose="02070309020205020404" pitchFamily="49" charset="0"/>
                <a:cs typeface="Courier New" panose="02070309020205020404" pitchFamily="49" charset="0"/>
              </a:rPr>
              <a:t>(a,(</a:t>
            </a:r>
            <a:r>
              <a:rPr lang="en-US" altLang="zh-CN" sz="2400" b="1" dirty="0" err="1">
                <a:latin typeface="Courier New" panose="02070309020205020404" pitchFamily="49" charset="0"/>
                <a:cs typeface="Courier New" panose="02070309020205020404" pitchFamily="49" charset="0"/>
              </a:rPr>
              <a:t>b,c,d</a:t>
            </a:r>
            <a:r>
              <a:rPr lang="en-US" altLang="zh-CN" sz="2400" b="1" dirty="0">
                <a:latin typeface="Courier New" panose="02070309020205020404" pitchFamily="49" charset="0"/>
                <a:cs typeface="Courier New" panose="02070309020205020404" pitchFamily="49" charset="0"/>
              </a:rPr>
              <a:t>))</a:t>
            </a:r>
            <a:r>
              <a:rPr lang="zh-CN" altLang="en-US"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lnSpc>
                <a:spcPct val="114000"/>
              </a:lnSpc>
            </a:pPr>
            <a:r>
              <a:rPr lang="zh-CN" altLang="en-US" b="1" dirty="0"/>
              <a:t>我们看其表头和表尾的递归划分的演示。</a:t>
            </a:r>
            <a:endParaRPr lang="en-US" altLang="zh-CN" b="1" dirty="0"/>
          </a:p>
          <a:p>
            <a:pPr>
              <a:lnSpc>
                <a:spcPct val="114000"/>
              </a:lnSpc>
            </a:pPr>
            <a:endParaRPr lang="en-US" altLang="zh-CN" b="1" dirty="0"/>
          </a:p>
        </p:txBody>
      </p:sp>
      <p:sp>
        <p:nvSpPr>
          <p:cNvPr id="40" name="矩形: 圆角 39">
            <a:extLst>
              <a:ext uri="{FF2B5EF4-FFF2-40B4-BE49-F238E27FC236}">
                <a16:creationId xmlns:a16="http://schemas.microsoft.com/office/drawing/2014/main" id="{AC3F93B3-8FFF-43D1-905C-746AC4DE1FA2}"/>
              </a:ext>
            </a:extLst>
          </p:cNvPr>
          <p:cNvSpPr/>
          <p:nvPr/>
        </p:nvSpPr>
        <p:spPr>
          <a:xfrm>
            <a:off x="1493134" y="226036"/>
            <a:ext cx="3442076" cy="617816"/>
          </a:xfrm>
          <a:prstGeom prst="roundRect">
            <a:avLst/>
          </a:prstGeom>
          <a:solidFill>
            <a:schemeClr val="tx2">
              <a:lumMod val="10000"/>
              <a:lumOff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rgbClr val="C00000"/>
                </a:solidFill>
                <a:effectLst>
                  <a:outerShdw blurRad="38100" dist="38100" dir="2700000" algn="tl">
                    <a:srgbClr val="000000">
                      <a:alpha val="43137"/>
                    </a:srgbClr>
                  </a:outerShdw>
                </a:effectLst>
                <a:latin typeface="+mn-ea"/>
                <a:cs typeface="Courier New" panose="02070309020205020404" pitchFamily="49" charset="0"/>
              </a:rPr>
              <a:t>算法</a:t>
            </a:r>
            <a:r>
              <a:rPr lang="en-US" altLang="zh-CN" sz="2400" b="1" dirty="0">
                <a:solidFill>
                  <a:srgbClr val="C00000"/>
                </a:solidFill>
                <a:effectLst>
                  <a:outerShdw blurRad="38100" dist="38100" dir="2700000" algn="tl">
                    <a:srgbClr val="000000">
                      <a:alpha val="43137"/>
                    </a:srgbClr>
                  </a:outerShdw>
                </a:effectLst>
                <a:latin typeface="+mn-ea"/>
                <a:cs typeface="Courier New" panose="02070309020205020404" pitchFamily="49" charset="0"/>
              </a:rPr>
              <a:t>5.9</a:t>
            </a:r>
            <a:r>
              <a:rPr lang="en-US" altLang="zh-CN" sz="2400" b="1" dirty="0">
                <a:solidFill>
                  <a:srgbClr val="0F14F1"/>
                </a:solidFill>
                <a:effectLst>
                  <a:outerShdw blurRad="38100" dist="38100" dir="2700000" algn="tl">
                    <a:srgbClr val="000000">
                      <a:alpha val="43137"/>
                    </a:srgbClr>
                  </a:outerShdw>
                </a:effectLst>
                <a:latin typeface="+mn-ea"/>
                <a:cs typeface="Courier New" panose="02070309020205020404" pitchFamily="49" charset="0"/>
              </a:rPr>
              <a:t>  </a:t>
            </a:r>
            <a:r>
              <a:rPr lang="zh-CN" altLang="en-US" sz="2400" b="1" dirty="0">
                <a:solidFill>
                  <a:srgbClr val="0F14F1"/>
                </a:solidFill>
                <a:effectLst>
                  <a:outerShdw blurRad="38100" dist="38100" dir="2700000" algn="tl">
                    <a:srgbClr val="000000">
                      <a:alpha val="43137"/>
                    </a:srgbClr>
                  </a:outerShdw>
                </a:effectLst>
                <a:latin typeface="+mn-ea"/>
                <a:cs typeface="Courier New" panose="02070309020205020404" pitchFamily="49" charset="0"/>
              </a:rPr>
              <a:t>复制广义表</a:t>
            </a:r>
            <a:endParaRPr lang="zh-CN" altLang="en-US" sz="2400" dirty="0">
              <a:solidFill>
                <a:srgbClr val="0F14F1"/>
              </a:solidFill>
              <a:effectLst>
                <a:outerShdw blurRad="38100" dist="38100" dir="2700000" algn="tl">
                  <a:srgbClr val="000000">
                    <a:alpha val="43137"/>
                  </a:srgbClr>
                </a:outerShdw>
              </a:effectLst>
            </a:endParaRPr>
          </a:p>
        </p:txBody>
      </p:sp>
      <p:sp>
        <p:nvSpPr>
          <p:cNvPr id="58" name="矩形: 圆角 57">
            <a:extLst>
              <a:ext uri="{FF2B5EF4-FFF2-40B4-BE49-F238E27FC236}">
                <a16:creationId xmlns:a16="http://schemas.microsoft.com/office/drawing/2014/main" id="{6D538502-6031-4A09-9426-F2F9D07F7929}"/>
              </a:ext>
            </a:extLst>
          </p:cNvPr>
          <p:cNvSpPr/>
          <p:nvPr/>
        </p:nvSpPr>
        <p:spPr>
          <a:xfrm>
            <a:off x="9445478" y="3122727"/>
            <a:ext cx="1257850" cy="1138458"/>
          </a:xfrm>
          <a:prstGeom prst="roundRect">
            <a:avLst/>
          </a:prstGeom>
          <a:solidFill>
            <a:schemeClr val="accent4">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矩形: 圆角 58">
            <a:extLst>
              <a:ext uri="{FF2B5EF4-FFF2-40B4-BE49-F238E27FC236}">
                <a16:creationId xmlns:a16="http://schemas.microsoft.com/office/drawing/2014/main" id="{E809616E-B83B-4169-A4EE-0C6CAA93C87F}"/>
              </a:ext>
            </a:extLst>
          </p:cNvPr>
          <p:cNvSpPr/>
          <p:nvPr/>
        </p:nvSpPr>
        <p:spPr>
          <a:xfrm>
            <a:off x="10341711" y="3199357"/>
            <a:ext cx="280262" cy="291368"/>
          </a:xfrm>
          <a:prstGeom prst="round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矩形: 圆角 66">
            <a:extLst>
              <a:ext uri="{FF2B5EF4-FFF2-40B4-BE49-F238E27FC236}">
                <a16:creationId xmlns:a16="http://schemas.microsoft.com/office/drawing/2014/main" id="{D753A1BD-EC86-47E9-A8DC-D9073CAA25AD}"/>
              </a:ext>
            </a:extLst>
          </p:cNvPr>
          <p:cNvSpPr/>
          <p:nvPr/>
        </p:nvSpPr>
        <p:spPr>
          <a:xfrm>
            <a:off x="9585568" y="3634403"/>
            <a:ext cx="686051" cy="518928"/>
          </a:xfrm>
          <a:prstGeom prst="round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矩形: 圆角 68">
            <a:extLst>
              <a:ext uri="{FF2B5EF4-FFF2-40B4-BE49-F238E27FC236}">
                <a16:creationId xmlns:a16="http://schemas.microsoft.com/office/drawing/2014/main" id="{2AE5213F-9380-48DC-A5D5-13A8899C13CC}"/>
              </a:ext>
            </a:extLst>
          </p:cNvPr>
          <p:cNvSpPr/>
          <p:nvPr/>
        </p:nvSpPr>
        <p:spPr>
          <a:xfrm>
            <a:off x="7675657" y="3643511"/>
            <a:ext cx="635216" cy="518928"/>
          </a:xfrm>
          <a:prstGeom prst="round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矩形: 圆角 70">
            <a:extLst>
              <a:ext uri="{FF2B5EF4-FFF2-40B4-BE49-F238E27FC236}">
                <a16:creationId xmlns:a16="http://schemas.microsoft.com/office/drawing/2014/main" id="{7F06D0AE-8CFA-4721-8531-F7618785ABE4}"/>
              </a:ext>
            </a:extLst>
          </p:cNvPr>
          <p:cNvSpPr/>
          <p:nvPr/>
        </p:nvSpPr>
        <p:spPr>
          <a:xfrm>
            <a:off x="6653205" y="3025837"/>
            <a:ext cx="711697" cy="61767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 name="组合 1">
            <a:extLst>
              <a:ext uri="{FF2B5EF4-FFF2-40B4-BE49-F238E27FC236}">
                <a16:creationId xmlns:a16="http://schemas.microsoft.com/office/drawing/2014/main" id="{7AE285C0-67F4-439F-B21D-BB7B062D2015}"/>
              </a:ext>
            </a:extLst>
          </p:cNvPr>
          <p:cNvGrpSpPr/>
          <p:nvPr/>
        </p:nvGrpSpPr>
        <p:grpSpPr>
          <a:xfrm>
            <a:off x="6143175" y="2569804"/>
            <a:ext cx="4136949" cy="1481283"/>
            <a:chOff x="6553055" y="1466510"/>
            <a:chExt cx="4136949" cy="1481283"/>
          </a:xfrm>
        </p:grpSpPr>
        <p:grpSp>
          <p:nvGrpSpPr>
            <p:cNvPr id="79" name="组合 78">
              <a:extLst>
                <a:ext uri="{FF2B5EF4-FFF2-40B4-BE49-F238E27FC236}">
                  <a16:creationId xmlns:a16="http://schemas.microsoft.com/office/drawing/2014/main" id="{72E2441F-349C-4603-9F02-AC966E4BCC42}"/>
                </a:ext>
              </a:extLst>
            </p:cNvPr>
            <p:cNvGrpSpPr>
              <a:grpSpLocks/>
            </p:cNvGrpSpPr>
            <p:nvPr/>
          </p:nvGrpSpPr>
          <p:grpSpPr bwMode="auto">
            <a:xfrm>
              <a:off x="7136115" y="1503479"/>
              <a:ext cx="585261" cy="307259"/>
              <a:chOff x="2285" y="1173"/>
              <a:chExt cx="812" cy="244"/>
            </a:xfrm>
          </p:grpSpPr>
          <p:sp>
            <p:nvSpPr>
              <p:cNvPr id="80" name="矩形 133126">
                <a:extLst>
                  <a:ext uri="{FF2B5EF4-FFF2-40B4-BE49-F238E27FC236}">
                    <a16:creationId xmlns:a16="http://schemas.microsoft.com/office/drawing/2014/main" id="{B2DE6056-31CE-48D5-9B39-C5551174F03B}"/>
                  </a:ext>
                </a:extLst>
              </p:cNvPr>
              <p:cNvSpPr>
                <a:spLocks noChangeArrowheads="1"/>
              </p:cNvSpPr>
              <p:nvPr/>
            </p:nvSpPr>
            <p:spPr bwMode="auto">
              <a:xfrm>
                <a:off x="2285" y="1173"/>
                <a:ext cx="812" cy="244"/>
              </a:xfrm>
              <a:prstGeom prst="rect">
                <a:avLst/>
              </a:prstGeom>
              <a:solidFill>
                <a:schemeClr val="accent6">
                  <a:lumMod val="20000"/>
                  <a:lumOff val="80000"/>
                </a:schemeClr>
              </a:solidFill>
              <a:ln w="28575">
                <a:solidFill>
                  <a:schemeClr val="accent6">
                    <a:lumMod val="50000"/>
                  </a:schemeClr>
                </a:solidFill>
                <a:miter lim="800000"/>
                <a:headEnd/>
                <a:tailEnd/>
              </a:ln>
            </p:spPr>
            <p:txBody>
              <a:bodyPr wrap="square" lIns="36000" tIns="0" rIns="36000" bIns="0">
                <a:spAutoFit/>
              </a:bodyPr>
              <a:lstStyle/>
              <a:p>
                <a:r>
                  <a:rPr lang="en-US" altLang="zh-CN" sz="2000" b="1" u="none" dirty="0">
                    <a:solidFill>
                      <a:srgbClr val="0000FF"/>
                    </a:solidFill>
                    <a:ea typeface="楷体_GB2312" pitchFamily="49" charset="-122"/>
                  </a:rPr>
                  <a:t>1           </a:t>
                </a:r>
                <a:endParaRPr lang="en-US" altLang="zh-CN" sz="2000" u="none" dirty="0">
                  <a:ea typeface="楷体_GB2312" pitchFamily="49" charset="-122"/>
                </a:endParaRPr>
              </a:p>
            </p:txBody>
          </p:sp>
          <p:sp>
            <p:nvSpPr>
              <p:cNvPr id="81" name="直接连接符 133127">
                <a:extLst>
                  <a:ext uri="{FF2B5EF4-FFF2-40B4-BE49-F238E27FC236}">
                    <a16:creationId xmlns:a16="http://schemas.microsoft.com/office/drawing/2014/main" id="{163C9B97-FC4C-4B20-9436-D6EBEB3170A7}"/>
                  </a:ext>
                </a:extLst>
              </p:cNvPr>
              <p:cNvSpPr>
                <a:spLocks noChangeShapeType="1"/>
              </p:cNvSpPr>
              <p:nvPr/>
            </p:nvSpPr>
            <p:spPr bwMode="auto">
              <a:xfrm flipH="1">
                <a:off x="2568" y="1178"/>
                <a:ext cx="0" cy="230"/>
              </a:xfrm>
              <a:prstGeom prst="line">
                <a:avLst/>
              </a:prstGeom>
              <a:noFill/>
              <a:ln w="12700">
                <a:solidFill>
                  <a:schemeClr val="accent6">
                    <a:lumMod val="50000"/>
                  </a:schemeClr>
                </a:solidFill>
                <a:round/>
                <a:headEnd/>
                <a:tailEnd/>
              </a:ln>
              <a:extLst>
                <a:ext uri="{909E8E84-426E-40DD-AFC4-6F175D3DCCD1}">
                  <a14:hiddenFill xmlns:a14="http://schemas.microsoft.com/office/drawing/2010/main">
                    <a:noFill/>
                  </a14:hiddenFill>
                </a:ext>
              </a:extLst>
            </p:spPr>
            <p:txBody>
              <a:bodyPr lIns="0" tIns="0" rIns="36000" bIns="0"/>
              <a:lstStyle/>
              <a:p>
                <a:endParaRPr lang="zh-CN" altLang="en-US" sz="2000"/>
              </a:p>
            </p:txBody>
          </p:sp>
          <p:sp>
            <p:nvSpPr>
              <p:cNvPr id="82" name="直接连接符 133128">
                <a:extLst>
                  <a:ext uri="{FF2B5EF4-FFF2-40B4-BE49-F238E27FC236}">
                    <a16:creationId xmlns:a16="http://schemas.microsoft.com/office/drawing/2014/main" id="{43B3B0D4-2367-45A5-BC82-979A8BDB43D6}"/>
                  </a:ext>
                </a:extLst>
              </p:cNvPr>
              <p:cNvSpPr>
                <a:spLocks noChangeShapeType="1"/>
              </p:cNvSpPr>
              <p:nvPr/>
            </p:nvSpPr>
            <p:spPr bwMode="auto">
              <a:xfrm flipH="1">
                <a:off x="2842" y="1176"/>
                <a:ext cx="0" cy="233"/>
              </a:xfrm>
              <a:prstGeom prst="line">
                <a:avLst/>
              </a:prstGeom>
              <a:noFill/>
              <a:ln w="12700">
                <a:solidFill>
                  <a:schemeClr val="accent6">
                    <a:lumMod val="50000"/>
                  </a:schemeClr>
                </a:solidFill>
                <a:round/>
                <a:headEnd/>
                <a:tailEnd/>
              </a:ln>
              <a:extLst>
                <a:ext uri="{909E8E84-426E-40DD-AFC4-6F175D3DCCD1}">
                  <a14:hiddenFill xmlns:a14="http://schemas.microsoft.com/office/drawing/2010/main">
                    <a:noFill/>
                  </a14:hiddenFill>
                </a:ext>
              </a:extLst>
            </p:spPr>
            <p:txBody>
              <a:bodyPr lIns="0" tIns="0" rIns="36000" bIns="0"/>
              <a:lstStyle/>
              <a:p>
                <a:endParaRPr lang="zh-CN" altLang="en-US" sz="2000"/>
              </a:p>
            </p:txBody>
          </p:sp>
        </p:grpSp>
        <p:sp>
          <p:nvSpPr>
            <p:cNvPr id="83" name="直接连接符 82">
              <a:extLst>
                <a:ext uri="{FF2B5EF4-FFF2-40B4-BE49-F238E27FC236}">
                  <a16:creationId xmlns:a16="http://schemas.microsoft.com/office/drawing/2014/main" id="{D144ADB3-3C6D-4BB5-8F03-170C13E7B481}"/>
                </a:ext>
              </a:extLst>
            </p:cNvPr>
            <p:cNvSpPr>
              <a:spLocks noChangeShapeType="1"/>
            </p:cNvSpPr>
            <p:nvPr/>
          </p:nvSpPr>
          <p:spPr bwMode="auto">
            <a:xfrm>
              <a:off x="7441565" y="1654359"/>
              <a:ext cx="2" cy="416106"/>
            </a:xfrm>
            <a:prstGeom prst="line">
              <a:avLst/>
            </a:prstGeom>
            <a:noFill/>
            <a:ln w="28575">
              <a:solidFill>
                <a:srgbClr val="C00000"/>
              </a:solidFill>
              <a:round/>
              <a:headEnd type="oval" w="med" len="med"/>
              <a:tailEnd type="triangle" w="med" len="lg"/>
            </a:ln>
            <a:extLst>
              <a:ext uri="{909E8E84-426E-40DD-AFC4-6F175D3DCCD1}">
                <a14:hiddenFill xmlns:a14="http://schemas.microsoft.com/office/drawing/2010/main">
                  <a:noFill/>
                </a14:hiddenFill>
              </a:ext>
            </a:extLst>
          </p:spPr>
          <p:txBody>
            <a:bodyPr lIns="0" tIns="0" rIns="36000" bIns="0"/>
            <a:lstStyle/>
            <a:p>
              <a:endParaRPr lang="zh-CN" altLang="en-US" sz="2000"/>
            </a:p>
          </p:txBody>
        </p:sp>
        <p:sp>
          <p:nvSpPr>
            <p:cNvPr id="84" name="直接连接符 83">
              <a:extLst>
                <a:ext uri="{FF2B5EF4-FFF2-40B4-BE49-F238E27FC236}">
                  <a16:creationId xmlns:a16="http://schemas.microsoft.com/office/drawing/2014/main" id="{E241C852-A657-464C-BD45-B6035A219BD2}"/>
                </a:ext>
              </a:extLst>
            </p:cNvPr>
            <p:cNvSpPr>
              <a:spLocks noChangeShapeType="1"/>
            </p:cNvSpPr>
            <p:nvPr/>
          </p:nvSpPr>
          <p:spPr bwMode="auto">
            <a:xfrm flipV="1">
              <a:off x="7643213" y="1662876"/>
              <a:ext cx="487374" cy="3683"/>
            </a:xfrm>
            <a:prstGeom prst="line">
              <a:avLst/>
            </a:prstGeom>
            <a:noFill/>
            <a:ln w="28575">
              <a:solidFill>
                <a:srgbClr val="0000FF"/>
              </a:solidFill>
              <a:round/>
              <a:headEnd type="oval" w="med" len="med"/>
              <a:tailEnd type="triangle" w="med" len="lg"/>
            </a:ln>
            <a:extLst>
              <a:ext uri="{909E8E84-426E-40DD-AFC4-6F175D3DCCD1}">
                <a14:hiddenFill xmlns:a14="http://schemas.microsoft.com/office/drawing/2010/main">
                  <a:noFill/>
                </a14:hiddenFill>
              </a:ext>
            </a:extLst>
          </p:spPr>
          <p:txBody>
            <a:bodyPr lIns="0" tIns="0" rIns="36000" bIns="0"/>
            <a:lstStyle/>
            <a:p>
              <a:endParaRPr lang="zh-CN" altLang="en-US" sz="2000"/>
            </a:p>
          </p:txBody>
        </p:sp>
        <p:grpSp>
          <p:nvGrpSpPr>
            <p:cNvPr id="85" name="组合 84">
              <a:extLst>
                <a:ext uri="{FF2B5EF4-FFF2-40B4-BE49-F238E27FC236}">
                  <a16:creationId xmlns:a16="http://schemas.microsoft.com/office/drawing/2014/main" id="{E5EB0D67-4941-41DF-9D53-DB90E03905C1}"/>
                </a:ext>
              </a:extLst>
            </p:cNvPr>
            <p:cNvGrpSpPr>
              <a:grpSpLocks/>
            </p:cNvGrpSpPr>
            <p:nvPr/>
          </p:nvGrpSpPr>
          <p:grpSpPr bwMode="auto">
            <a:xfrm>
              <a:off x="8130587" y="1497361"/>
              <a:ext cx="585261" cy="307259"/>
              <a:chOff x="2304" y="1172"/>
              <a:chExt cx="812" cy="244"/>
            </a:xfrm>
          </p:grpSpPr>
          <p:sp>
            <p:nvSpPr>
              <p:cNvPr id="86" name="矩形 133126">
                <a:extLst>
                  <a:ext uri="{FF2B5EF4-FFF2-40B4-BE49-F238E27FC236}">
                    <a16:creationId xmlns:a16="http://schemas.microsoft.com/office/drawing/2014/main" id="{E0CD5DA6-E477-4E85-8F80-1C6B60E7E314}"/>
                  </a:ext>
                </a:extLst>
              </p:cNvPr>
              <p:cNvSpPr>
                <a:spLocks noChangeArrowheads="1"/>
              </p:cNvSpPr>
              <p:nvPr/>
            </p:nvSpPr>
            <p:spPr bwMode="auto">
              <a:xfrm>
                <a:off x="2304" y="1172"/>
                <a:ext cx="812" cy="244"/>
              </a:xfrm>
              <a:prstGeom prst="rect">
                <a:avLst/>
              </a:prstGeom>
              <a:solidFill>
                <a:schemeClr val="accent6">
                  <a:lumMod val="20000"/>
                  <a:lumOff val="80000"/>
                </a:schemeClr>
              </a:solidFill>
              <a:ln w="28575">
                <a:solidFill>
                  <a:schemeClr val="accent6">
                    <a:lumMod val="50000"/>
                  </a:schemeClr>
                </a:solidFill>
                <a:miter lim="800000"/>
                <a:headEnd/>
                <a:tailEnd/>
              </a:ln>
            </p:spPr>
            <p:txBody>
              <a:bodyPr wrap="square" lIns="36000" tIns="0" rIns="36000" bIns="0">
                <a:spAutoFit/>
              </a:bodyPr>
              <a:lstStyle/>
              <a:p>
                <a:r>
                  <a:rPr lang="en-US" altLang="zh-CN" sz="2000" b="1" u="none" dirty="0">
                    <a:solidFill>
                      <a:srgbClr val="0000FF"/>
                    </a:solidFill>
                    <a:ea typeface="楷体_GB2312" pitchFamily="49" charset="-122"/>
                  </a:rPr>
                  <a:t>1           </a:t>
                </a:r>
                <a:endParaRPr lang="en-US" altLang="zh-CN" sz="2000" u="none" dirty="0">
                  <a:ea typeface="楷体_GB2312" pitchFamily="49" charset="-122"/>
                </a:endParaRPr>
              </a:p>
            </p:txBody>
          </p:sp>
          <p:sp>
            <p:nvSpPr>
              <p:cNvPr id="87" name="直接连接符 133127">
                <a:extLst>
                  <a:ext uri="{FF2B5EF4-FFF2-40B4-BE49-F238E27FC236}">
                    <a16:creationId xmlns:a16="http://schemas.microsoft.com/office/drawing/2014/main" id="{5D0A0C93-11D0-4523-A141-1E441DA92BB6}"/>
                  </a:ext>
                </a:extLst>
              </p:cNvPr>
              <p:cNvSpPr>
                <a:spLocks noChangeShapeType="1"/>
              </p:cNvSpPr>
              <p:nvPr/>
            </p:nvSpPr>
            <p:spPr bwMode="auto">
              <a:xfrm>
                <a:off x="2579" y="1181"/>
                <a:ext cx="0" cy="233"/>
              </a:xfrm>
              <a:prstGeom prst="line">
                <a:avLst/>
              </a:prstGeom>
              <a:noFill/>
              <a:ln w="12700">
                <a:solidFill>
                  <a:schemeClr val="accent6">
                    <a:lumMod val="50000"/>
                  </a:schemeClr>
                </a:solidFill>
                <a:round/>
                <a:headEnd/>
                <a:tailEnd/>
              </a:ln>
              <a:extLst>
                <a:ext uri="{909E8E84-426E-40DD-AFC4-6F175D3DCCD1}">
                  <a14:hiddenFill xmlns:a14="http://schemas.microsoft.com/office/drawing/2010/main">
                    <a:noFill/>
                  </a14:hiddenFill>
                </a:ext>
              </a:extLst>
            </p:spPr>
            <p:txBody>
              <a:bodyPr lIns="0" tIns="0" rIns="36000" bIns="0"/>
              <a:lstStyle/>
              <a:p>
                <a:endParaRPr lang="zh-CN" altLang="en-US" sz="2000"/>
              </a:p>
            </p:txBody>
          </p:sp>
          <p:sp>
            <p:nvSpPr>
              <p:cNvPr id="88" name="直接连接符 133128">
                <a:extLst>
                  <a:ext uri="{FF2B5EF4-FFF2-40B4-BE49-F238E27FC236}">
                    <a16:creationId xmlns:a16="http://schemas.microsoft.com/office/drawing/2014/main" id="{E1580FD8-5473-4D25-9716-D259F7AB26B9}"/>
                  </a:ext>
                </a:extLst>
              </p:cNvPr>
              <p:cNvSpPr>
                <a:spLocks noChangeShapeType="1"/>
              </p:cNvSpPr>
              <p:nvPr/>
            </p:nvSpPr>
            <p:spPr bwMode="auto">
              <a:xfrm flipH="1">
                <a:off x="2842" y="1176"/>
                <a:ext cx="0" cy="233"/>
              </a:xfrm>
              <a:prstGeom prst="line">
                <a:avLst/>
              </a:prstGeom>
              <a:noFill/>
              <a:ln w="12700">
                <a:solidFill>
                  <a:schemeClr val="accent6">
                    <a:lumMod val="50000"/>
                  </a:schemeClr>
                </a:solidFill>
                <a:round/>
                <a:headEnd/>
                <a:tailEnd/>
              </a:ln>
              <a:extLst>
                <a:ext uri="{909E8E84-426E-40DD-AFC4-6F175D3DCCD1}">
                  <a14:hiddenFill xmlns:a14="http://schemas.microsoft.com/office/drawing/2010/main">
                    <a:noFill/>
                  </a14:hiddenFill>
                </a:ext>
              </a:extLst>
            </p:spPr>
            <p:txBody>
              <a:bodyPr lIns="0" tIns="0" rIns="36000" bIns="0"/>
              <a:lstStyle/>
              <a:p>
                <a:endParaRPr lang="zh-CN" altLang="en-US" sz="2000"/>
              </a:p>
            </p:txBody>
          </p:sp>
        </p:grpSp>
        <p:sp>
          <p:nvSpPr>
            <p:cNvPr id="89" name="直接连接符 88">
              <a:extLst>
                <a:ext uri="{FF2B5EF4-FFF2-40B4-BE49-F238E27FC236}">
                  <a16:creationId xmlns:a16="http://schemas.microsoft.com/office/drawing/2014/main" id="{69017D13-6733-45FA-87A7-8637623D943B}"/>
                </a:ext>
              </a:extLst>
            </p:cNvPr>
            <p:cNvSpPr>
              <a:spLocks noChangeShapeType="1"/>
            </p:cNvSpPr>
            <p:nvPr/>
          </p:nvSpPr>
          <p:spPr bwMode="auto">
            <a:xfrm>
              <a:off x="8425920" y="1662877"/>
              <a:ext cx="2" cy="416106"/>
            </a:xfrm>
            <a:prstGeom prst="line">
              <a:avLst/>
            </a:prstGeom>
            <a:noFill/>
            <a:ln w="28575">
              <a:solidFill>
                <a:srgbClr val="C00000"/>
              </a:solidFill>
              <a:round/>
              <a:headEnd type="oval" w="med" len="med"/>
              <a:tailEnd type="triangle" w="med" len="lg"/>
            </a:ln>
            <a:extLst>
              <a:ext uri="{909E8E84-426E-40DD-AFC4-6F175D3DCCD1}">
                <a14:hiddenFill xmlns:a14="http://schemas.microsoft.com/office/drawing/2010/main">
                  <a:noFill/>
                </a14:hiddenFill>
              </a:ext>
            </a:extLst>
          </p:spPr>
          <p:txBody>
            <a:bodyPr lIns="0" tIns="0" rIns="36000" bIns="0"/>
            <a:lstStyle/>
            <a:p>
              <a:endParaRPr lang="zh-CN" altLang="en-US" sz="2000"/>
            </a:p>
          </p:txBody>
        </p:sp>
        <p:grpSp>
          <p:nvGrpSpPr>
            <p:cNvPr id="90" name="组合 89">
              <a:extLst>
                <a:ext uri="{FF2B5EF4-FFF2-40B4-BE49-F238E27FC236}">
                  <a16:creationId xmlns:a16="http://schemas.microsoft.com/office/drawing/2014/main" id="{24C4BB80-D73B-4180-B305-83C69A401257}"/>
                </a:ext>
              </a:extLst>
            </p:cNvPr>
            <p:cNvGrpSpPr>
              <a:grpSpLocks/>
            </p:cNvGrpSpPr>
            <p:nvPr/>
          </p:nvGrpSpPr>
          <p:grpSpPr bwMode="auto">
            <a:xfrm>
              <a:off x="9106292" y="2084079"/>
              <a:ext cx="585261" cy="307259"/>
              <a:chOff x="2285" y="1173"/>
              <a:chExt cx="812" cy="244"/>
            </a:xfrm>
          </p:grpSpPr>
          <p:sp>
            <p:nvSpPr>
              <p:cNvPr id="91" name="矩形 133126">
                <a:extLst>
                  <a:ext uri="{FF2B5EF4-FFF2-40B4-BE49-F238E27FC236}">
                    <a16:creationId xmlns:a16="http://schemas.microsoft.com/office/drawing/2014/main" id="{AF6BC385-5758-49D8-B43B-28F99A3CCE04}"/>
                  </a:ext>
                </a:extLst>
              </p:cNvPr>
              <p:cNvSpPr>
                <a:spLocks noChangeArrowheads="1"/>
              </p:cNvSpPr>
              <p:nvPr/>
            </p:nvSpPr>
            <p:spPr bwMode="auto">
              <a:xfrm>
                <a:off x="2285" y="1173"/>
                <a:ext cx="812" cy="244"/>
              </a:xfrm>
              <a:prstGeom prst="rect">
                <a:avLst/>
              </a:prstGeom>
              <a:solidFill>
                <a:schemeClr val="accent6">
                  <a:lumMod val="20000"/>
                  <a:lumOff val="80000"/>
                </a:schemeClr>
              </a:solidFill>
              <a:ln w="28575">
                <a:solidFill>
                  <a:schemeClr val="accent6">
                    <a:lumMod val="50000"/>
                  </a:schemeClr>
                </a:solidFill>
                <a:miter lim="800000"/>
                <a:headEnd/>
                <a:tailEnd/>
              </a:ln>
            </p:spPr>
            <p:txBody>
              <a:bodyPr wrap="square" lIns="36000" tIns="0" rIns="36000" bIns="0">
                <a:spAutoFit/>
              </a:bodyPr>
              <a:lstStyle/>
              <a:p>
                <a:r>
                  <a:rPr lang="en-US" altLang="zh-CN" sz="2000" b="1" u="none" dirty="0">
                    <a:solidFill>
                      <a:srgbClr val="0000FF"/>
                    </a:solidFill>
                    <a:ea typeface="楷体_GB2312" pitchFamily="49" charset="-122"/>
                  </a:rPr>
                  <a:t>1           </a:t>
                </a:r>
                <a:endParaRPr lang="en-US" altLang="zh-CN" sz="2000" u="none" dirty="0">
                  <a:ea typeface="楷体_GB2312" pitchFamily="49" charset="-122"/>
                </a:endParaRPr>
              </a:p>
            </p:txBody>
          </p:sp>
          <p:sp>
            <p:nvSpPr>
              <p:cNvPr id="92" name="直接连接符 133127">
                <a:extLst>
                  <a:ext uri="{FF2B5EF4-FFF2-40B4-BE49-F238E27FC236}">
                    <a16:creationId xmlns:a16="http://schemas.microsoft.com/office/drawing/2014/main" id="{12F91C0A-CD6C-4F1E-BB92-1B9F3761C4D4}"/>
                  </a:ext>
                </a:extLst>
              </p:cNvPr>
              <p:cNvSpPr>
                <a:spLocks noChangeShapeType="1"/>
              </p:cNvSpPr>
              <p:nvPr/>
            </p:nvSpPr>
            <p:spPr bwMode="auto">
              <a:xfrm flipH="1">
                <a:off x="2568" y="1178"/>
                <a:ext cx="0" cy="230"/>
              </a:xfrm>
              <a:prstGeom prst="line">
                <a:avLst/>
              </a:prstGeom>
              <a:noFill/>
              <a:ln w="12700">
                <a:solidFill>
                  <a:schemeClr val="accent6">
                    <a:lumMod val="50000"/>
                  </a:schemeClr>
                </a:solidFill>
                <a:round/>
                <a:headEnd/>
                <a:tailEnd/>
              </a:ln>
              <a:extLst>
                <a:ext uri="{909E8E84-426E-40DD-AFC4-6F175D3DCCD1}">
                  <a14:hiddenFill xmlns:a14="http://schemas.microsoft.com/office/drawing/2010/main">
                    <a:noFill/>
                  </a14:hiddenFill>
                </a:ext>
              </a:extLst>
            </p:spPr>
            <p:txBody>
              <a:bodyPr lIns="0" tIns="0" rIns="36000" bIns="0"/>
              <a:lstStyle/>
              <a:p>
                <a:endParaRPr lang="zh-CN" altLang="en-US" sz="2000"/>
              </a:p>
            </p:txBody>
          </p:sp>
          <p:sp>
            <p:nvSpPr>
              <p:cNvPr id="93" name="直接连接符 133128">
                <a:extLst>
                  <a:ext uri="{FF2B5EF4-FFF2-40B4-BE49-F238E27FC236}">
                    <a16:creationId xmlns:a16="http://schemas.microsoft.com/office/drawing/2014/main" id="{17551BE1-0AEE-4572-8BB6-585590FED993}"/>
                  </a:ext>
                </a:extLst>
              </p:cNvPr>
              <p:cNvSpPr>
                <a:spLocks noChangeShapeType="1"/>
              </p:cNvSpPr>
              <p:nvPr/>
            </p:nvSpPr>
            <p:spPr bwMode="auto">
              <a:xfrm flipH="1">
                <a:off x="2842" y="1176"/>
                <a:ext cx="0" cy="233"/>
              </a:xfrm>
              <a:prstGeom prst="line">
                <a:avLst/>
              </a:prstGeom>
              <a:noFill/>
              <a:ln w="12700">
                <a:solidFill>
                  <a:schemeClr val="accent6">
                    <a:lumMod val="50000"/>
                  </a:schemeClr>
                </a:solidFill>
                <a:round/>
                <a:headEnd/>
                <a:tailEnd/>
              </a:ln>
              <a:extLst>
                <a:ext uri="{909E8E84-426E-40DD-AFC4-6F175D3DCCD1}">
                  <a14:hiddenFill xmlns:a14="http://schemas.microsoft.com/office/drawing/2010/main">
                    <a:noFill/>
                  </a14:hiddenFill>
                </a:ext>
              </a:extLst>
            </p:spPr>
            <p:txBody>
              <a:bodyPr lIns="0" tIns="0" rIns="36000" bIns="0"/>
              <a:lstStyle/>
              <a:p>
                <a:endParaRPr lang="zh-CN" altLang="en-US" sz="2000"/>
              </a:p>
            </p:txBody>
          </p:sp>
        </p:grpSp>
        <p:sp>
          <p:nvSpPr>
            <p:cNvPr id="94" name="直接连接符 93">
              <a:extLst>
                <a:ext uri="{FF2B5EF4-FFF2-40B4-BE49-F238E27FC236}">
                  <a16:creationId xmlns:a16="http://schemas.microsoft.com/office/drawing/2014/main" id="{F3BE21DA-BEA5-49C4-9454-DEB0AEE772C7}"/>
                </a:ext>
              </a:extLst>
            </p:cNvPr>
            <p:cNvSpPr>
              <a:spLocks noChangeShapeType="1"/>
            </p:cNvSpPr>
            <p:nvPr/>
          </p:nvSpPr>
          <p:spPr bwMode="auto">
            <a:xfrm>
              <a:off x="9402667" y="2250752"/>
              <a:ext cx="2" cy="416106"/>
            </a:xfrm>
            <a:prstGeom prst="line">
              <a:avLst/>
            </a:prstGeom>
            <a:noFill/>
            <a:ln w="28575">
              <a:solidFill>
                <a:srgbClr val="C00000"/>
              </a:solidFill>
              <a:round/>
              <a:headEnd type="oval" w="med" len="med"/>
              <a:tailEnd type="triangle" w="med" len="lg"/>
            </a:ln>
            <a:extLst>
              <a:ext uri="{909E8E84-426E-40DD-AFC4-6F175D3DCCD1}">
                <a14:hiddenFill xmlns:a14="http://schemas.microsoft.com/office/drawing/2010/main">
                  <a:noFill/>
                </a14:hiddenFill>
              </a:ext>
            </a:extLst>
          </p:spPr>
          <p:txBody>
            <a:bodyPr lIns="0" tIns="0" rIns="36000" bIns="0"/>
            <a:lstStyle/>
            <a:p>
              <a:endParaRPr lang="zh-CN" altLang="en-US" sz="2000"/>
            </a:p>
          </p:txBody>
        </p:sp>
        <p:sp>
          <p:nvSpPr>
            <p:cNvPr id="95" name="直接连接符 94">
              <a:extLst>
                <a:ext uri="{FF2B5EF4-FFF2-40B4-BE49-F238E27FC236}">
                  <a16:creationId xmlns:a16="http://schemas.microsoft.com/office/drawing/2014/main" id="{4E8C9944-40BC-4C4C-9561-7DF1EA5AFD2B}"/>
                </a:ext>
              </a:extLst>
            </p:cNvPr>
            <p:cNvSpPr>
              <a:spLocks noChangeShapeType="1"/>
            </p:cNvSpPr>
            <p:nvPr/>
          </p:nvSpPr>
          <p:spPr bwMode="auto">
            <a:xfrm flipV="1">
              <a:off x="9600559" y="2234053"/>
              <a:ext cx="478760" cy="6868"/>
            </a:xfrm>
            <a:prstGeom prst="line">
              <a:avLst/>
            </a:prstGeom>
            <a:noFill/>
            <a:ln w="28575">
              <a:solidFill>
                <a:srgbClr val="0000FF"/>
              </a:solidFill>
              <a:round/>
              <a:headEnd type="oval" w="med" len="med"/>
              <a:tailEnd type="triangle" w="med" len="lg"/>
            </a:ln>
            <a:extLst>
              <a:ext uri="{909E8E84-426E-40DD-AFC4-6F175D3DCCD1}">
                <a14:hiddenFill xmlns:a14="http://schemas.microsoft.com/office/drawing/2010/main">
                  <a:noFill/>
                </a14:hiddenFill>
              </a:ext>
            </a:extLst>
          </p:spPr>
          <p:txBody>
            <a:bodyPr lIns="0" tIns="0" rIns="36000" bIns="0"/>
            <a:lstStyle/>
            <a:p>
              <a:endParaRPr lang="zh-CN" altLang="en-US" sz="2000"/>
            </a:p>
          </p:txBody>
        </p:sp>
        <p:grpSp>
          <p:nvGrpSpPr>
            <p:cNvPr id="96" name="组合 95">
              <a:extLst>
                <a:ext uri="{FF2B5EF4-FFF2-40B4-BE49-F238E27FC236}">
                  <a16:creationId xmlns:a16="http://schemas.microsoft.com/office/drawing/2014/main" id="{8A1A3779-EB1A-45E3-AF2B-C8403F7D59C8}"/>
                </a:ext>
              </a:extLst>
            </p:cNvPr>
            <p:cNvGrpSpPr>
              <a:grpSpLocks/>
            </p:cNvGrpSpPr>
            <p:nvPr/>
          </p:nvGrpSpPr>
          <p:grpSpPr bwMode="auto">
            <a:xfrm>
              <a:off x="10092031" y="2087857"/>
              <a:ext cx="585261" cy="307259"/>
              <a:chOff x="2304" y="1172"/>
              <a:chExt cx="812" cy="244"/>
            </a:xfrm>
          </p:grpSpPr>
          <p:sp>
            <p:nvSpPr>
              <p:cNvPr id="97" name="矩形 133126">
                <a:extLst>
                  <a:ext uri="{FF2B5EF4-FFF2-40B4-BE49-F238E27FC236}">
                    <a16:creationId xmlns:a16="http://schemas.microsoft.com/office/drawing/2014/main" id="{316B15EA-8128-4A42-B64D-394109BE0D6E}"/>
                  </a:ext>
                </a:extLst>
              </p:cNvPr>
              <p:cNvSpPr>
                <a:spLocks noChangeArrowheads="1"/>
              </p:cNvSpPr>
              <p:nvPr/>
            </p:nvSpPr>
            <p:spPr bwMode="auto">
              <a:xfrm>
                <a:off x="2304" y="1172"/>
                <a:ext cx="812" cy="244"/>
              </a:xfrm>
              <a:prstGeom prst="rect">
                <a:avLst/>
              </a:prstGeom>
              <a:solidFill>
                <a:schemeClr val="accent6">
                  <a:lumMod val="20000"/>
                  <a:lumOff val="80000"/>
                </a:schemeClr>
              </a:solidFill>
              <a:ln w="28575">
                <a:solidFill>
                  <a:schemeClr val="accent6">
                    <a:lumMod val="50000"/>
                  </a:schemeClr>
                </a:solidFill>
                <a:miter lim="800000"/>
                <a:headEnd/>
                <a:tailEnd/>
              </a:ln>
            </p:spPr>
            <p:txBody>
              <a:bodyPr wrap="square" lIns="36000" tIns="0" rIns="36000" bIns="0">
                <a:spAutoFit/>
              </a:bodyPr>
              <a:lstStyle/>
              <a:p>
                <a:r>
                  <a:rPr lang="en-US" altLang="zh-CN" sz="2000" b="1" u="none" dirty="0">
                    <a:solidFill>
                      <a:srgbClr val="0000FF"/>
                    </a:solidFill>
                    <a:ea typeface="楷体_GB2312" pitchFamily="49" charset="-122"/>
                  </a:rPr>
                  <a:t>1           </a:t>
                </a:r>
                <a:endParaRPr lang="en-US" altLang="zh-CN" sz="2000" u="none" dirty="0">
                  <a:ea typeface="楷体_GB2312" pitchFamily="49" charset="-122"/>
                </a:endParaRPr>
              </a:p>
            </p:txBody>
          </p:sp>
          <p:sp>
            <p:nvSpPr>
              <p:cNvPr id="98" name="直接连接符 133127">
                <a:extLst>
                  <a:ext uri="{FF2B5EF4-FFF2-40B4-BE49-F238E27FC236}">
                    <a16:creationId xmlns:a16="http://schemas.microsoft.com/office/drawing/2014/main" id="{BEA12001-9A3B-42D8-A211-C910C3146EDA}"/>
                  </a:ext>
                </a:extLst>
              </p:cNvPr>
              <p:cNvSpPr>
                <a:spLocks noChangeShapeType="1"/>
              </p:cNvSpPr>
              <p:nvPr/>
            </p:nvSpPr>
            <p:spPr bwMode="auto">
              <a:xfrm>
                <a:off x="2579" y="1181"/>
                <a:ext cx="0" cy="233"/>
              </a:xfrm>
              <a:prstGeom prst="line">
                <a:avLst/>
              </a:prstGeom>
              <a:noFill/>
              <a:ln w="12700">
                <a:solidFill>
                  <a:schemeClr val="accent6">
                    <a:lumMod val="50000"/>
                  </a:schemeClr>
                </a:solidFill>
                <a:round/>
                <a:headEnd/>
                <a:tailEnd/>
              </a:ln>
              <a:extLst>
                <a:ext uri="{909E8E84-426E-40DD-AFC4-6F175D3DCCD1}">
                  <a14:hiddenFill xmlns:a14="http://schemas.microsoft.com/office/drawing/2010/main">
                    <a:noFill/>
                  </a14:hiddenFill>
                </a:ext>
              </a:extLst>
            </p:spPr>
            <p:txBody>
              <a:bodyPr lIns="0" tIns="0" rIns="36000" bIns="0"/>
              <a:lstStyle/>
              <a:p>
                <a:endParaRPr lang="zh-CN" altLang="en-US" sz="2000"/>
              </a:p>
            </p:txBody>
          </p:sp>
          <p:sp>
            <p:nvSpPr>
              <p:cNvPr id="99" name="直接连接符 133128">
                <a:extLst>
                  <a:ext uri="{FF2B5EF4-FFF2-40B4-BE49-F238E27FC236}">
                    <a16:creationId xmlns:a16="http://schemas.microsoft.com/office/drawing/2014/main" id="{1C6F0FB8-7558-4B31-AF5F-F0B624C330B6}"/>
                  </a:ext>
                </a:extLst>
              </p:cNvPr>
              <p:cNvSpPr>
                <a:spLocks noChangeShapeType="1"/>
              </p:cNvSpPr>
              <p:nvPr/>
            </p:nvSpPr>
            <p:spPr bwMode="auto">
              <a:xfrm flipH="1">
                <a:off x="2842" y="1176"/>
                <a:ext cx="0" cy="233"/>
              </a:xfrm>
              <a:prstGeom prst="line">
                <a:avLst/>
              </a:prstGeom>
              <a:noFill/>
              <a:ln w="12700">
                <a:solidFill>
                  <a:schemeClr val="accent6">
                    <a:lumMod val="50000"/>
                  </a:schemeClr>
                </a:solidFill>
                <a:round/>
                <a:headEnd/>
                <a:tailEnd/>
              </a:ln>
              <a:extLst>
                <a:ext uri="{909E8E84-426E-40DD-AFC4-6F175D3DCCD1}">
                  <a14:hiddenFill xmlns:a14="http://schemas.microsoft.com/office/drawing/2010/main">
                    <a:noFill/>
                  </a14:hiddenFill>
                </a:ext>
              </a:extLst>
            </p:spPr>
            <p:txBody>
              <a:bodyPr lIns="0" tIns="0" rIns="36000" bIns="0"/>
              <a:lstStyle/>
              <a:p>
                <a:endParaRPr lang="zh-CN" altLang="en-US" sz="2000"/>
              </a:p>
            </p:txBody>
          </p:sp>
        </p:grpSp>
        <p:grpSp>
          <p:nvGrpSpPr>
            <p:cNvPr id="100" name="组合 99">
              <a:extLst>
                <a:ext uri="{FF2B5EF4-FFF2-40B4-BE49-F238E27FC236}">
                  <a16:creationId xmlns:a16="http://schemas.microsoft.com/office/drawing/2014/main" id="{9DF4A886-D687-4E87-9305-55BB4768F392}"/>
                </a:ext>
              </a:extLst>
            </p:cNvPr>
            <p:cNvGrpSpPr>
              <a:grpSpLocks/>
            </p:cNvGrpSpPr>
            <p:nvPr/>
          </p:nvGrpSpPr>
          <p:grpSpPr bwMode="auto">
            <a:xfrm>
              <a:off x="8130587" y="2089116"/>
              <a:ext cx="585261" cy="307259"/>
              <a:chOff x="2285" y="1173"/>
              <a:chExt cx="812" cy="244"/>
            </a:xfrm>
          </p:grpSpPr>
          <p:sp>
            <p:nvSpPr>
              <p:cNvPr id="101" name="矩形 133126">
                <a:extLst>
                  <a:ext uri="{FF2B5EF4-FFF2-40B4-BE49-F238E27FC236}">
                    <a16:creationId xmlns:a16="http://schemas.microsoft.com/office/drawing/2014/main" id="{25F765F9-CAAF-49C7-8D4C-97DFFC34BFC2}"/>
                  </a:ext>
                </a:extLst>
              </p:cNvPr>
              <p:cNvSpPr>
                <a:spLocks noChangeArrowheads="1"/>
              </p:cNvSpPr>
              <p:nvPr/>
            </p:nvSpPr>
            <p:spPr bwMode="auto">
              <a:xfrm>
                <a:off x="2285" y="1173"/>
                <a:ext cx="812" cy="244"/>
              </a:xfrm>
              <a:prstGeom prst="rect">
                <a:avLst/>
              </a:prstGeom>
              <a:solidFill>
                <a:schemeClr val="accent6">
                  <a:lumMod val="20000"/>
                  <a:lumOff val="80000"/>
                </a:schemeClr>
              </a:solidFill>
              <a:ln w="28575">
                <a:solidFill>
                  <a:schemeClr val="accent6">
                    <a:lumMod val="50000"/>
                  </a:schemeClr>
                </a:solidFill>
                <a:miter lim="800000"/>
                <a:headEnd/>
                <a:tailEnd/>
              </a:ln>
            </p:spPr>
            <p:txBody>
              <a:bodyPr wrap="square" lIns="36000" tIns="0" rIns="36000" bIns="0">
                <a:spAutoFit/>
              </a:bodyPr>
              <a:lstStyle/>
              <a:p>
                <a:r>
                  <a:rPr lang="en-US" altLang="zh-CN" sz="2000" b="1" u="none" dirty="0">
                    <a:solidFill>
                      <a:srgbClr val="0000FF"/>
                    </a:solidFill>
                    <a:ea typeface="楷体_GB2312" pitchFamily="49" charset="-122"/>
                  </a:rPr>
                  <a:t>1           </a:t>
                </a:r>
                <a:endParaRPr lang="en-US" altLang="zh-CN" sz="2000" u="none" dirty="0">
                  <a:ea typeface="楷体_GB2312" pitchFamily="49" charset="-122"/>
                </a:endParaRPr>
              </a:p>
            </p:txBody>
          </p:sp>
          <p:sp>
            <p:nvSpPr>
              <p:cNvPr id="102" name="直接连接符 133127">
                <a:extLst>
                  <a:ext uri="{FF2B5EF4-FFF2-40B4-BE49-F238E27FC236}">
                    <a16:creationId xmlns:a16="http://schemas.microsoft.com/office/drawing/2014/main" id="{BBDD65DB-018B-4616-B34B-87DA418A7289}"/>
                  </a:ext>
                </a:extLst>
              </p:cNvPr>
              <p:cNvSpPr>
                <a:spLocks noChangeShapeType="1"/>
              </p:cNvSpPr>
              <p:nvPr/>
            </p:nvSpPr>
            <p:spPr bwMode="auto">
              <a:xfrm flipH="1">
                <a:off x="2568" y="1178"/>
                <a:ext cx="0" cy="230"/>
              </a:xfrm>
              <a:prstGeom prst="line">
                <a:avLst/>
              </a:prstGeom>
              <a:noFill/>
              <a:ln w="12700">
                <a:solidFill>
                  <a:schemeClr val="accent6">
                    <a:lumMod val="50000"/>
                  </a:schemeClr>
                </a:solidFill>
                <a:round/>
                <a:headEnd/>
                <a:tailEnd/>
              </a:ln>
              <a:extLst>
                <a:ext uri="{909E8E84-426E-40DD-AFC4-6F175D3DCCD1}">
                  <a14:hiddenFill xmlns:a14="http://schemas.microsoft.com/office/drawing/2010/main">
                    <a:noFill/>
                  </a14:hiddenFill>
                </a:ext>
              </a:extLst>
            </p:spPr>
            <p:txBody>
              <a:bodyPr lIns="0" tIns="0" rIns="36000" bIns="0"/>
              <a:lstStyle/>
              <a:p>
                <a:endParaRPr lang="zh-CN" altLang="en-US" sz="2000"/>
              </a:p>
            </p:txBody>
          </p:sp>
          <p:sp>
            <p:nvSpPr>
              <p:cNvPr id="103" name="直接连接符 133128">
                <a:extLst>
                  <a:ext uri="{FF2B5EF4-FFF2-40B4-BE49-F238E27FC236}">
                    <a16:creationId xmlns:a16="http://schemas.microsoft.com/office/drawing/2014/main" id="{F432E635-262D-4F50-A47B-647201CBA509}"/>
                  </a:ext>
                </a:extLst>
              </p:cNvPr>
              <p:cNvSpPr>
                <a:spLocks noChangeShapeType="1"/>
              </p:cNvSpPr>
              <p:nvPr/>
            </p:nvSpPr>
            <p:spPr bwMode="auto">
              <a:xfrm flipH="1">
                <a:off x="2842" y="1176"/>
                <a:ext cx="0" cy="233"/>
              </a:xfrm>
              <a:prstGeom prst="line">
                <a:avLst/>
              </a:prstGeom>
              <a:noFill/>
              <a:ln w="12700">
                <a:solidFill>
                  <a:schemeClr val="accent6">
                    <a:lumMod val="50000"/>
                  </a:schemeClr>
                </a:solidFill>
                <a:round/>
                <a:headEnd/>
                <a:tailEnd/>
              </a:ln>
              <a:extLst>
                <a:ext uri="{909E8E84-426E-40DD-AFC4-6F175D3DCCD1}">
                  <a14:hiddenFill xmlns:a14="http://schemas.microsoft.com/office/drawing/2010/main">
                    <a:noFill/>
                  </a14:hiddenFill>
                </a:ext>
              </a:extLst>
            </p:spPr>
            <p:txBody>
              <a:bodyPr lIns="0" tIns="0" rIns="36000" bIns="0"/>
              <a:lstStyle/>
              <a:p>
                <a:endParaRPr lang="zh-CN" altLang="en-US" sz="2000"/>
              </a:p>
            </p:txBody>
          </p:sp>
        </p:grpSp>
        <p:sp>
          <p:nvSpPr>
            <p:cNvPr id="104" name="直接连接符 103">
              <a:extLst>
                <a:ext uri="{FF2B5EF4-FFF2-40B4-BE49-F238E27FC236}">
                  <a16:creationId xmlns:a16="http://schemas.microsoft.com/office/drawing/2014/main" id="{27B74704-02AC-4A4B-8C17-82E2A6476033}"/>
                </a:ext>
              </a:extLst>
            </p:cNvPr>
            <p:cNvSpPr>
              <a:spLocks noChangeShapeType="1"/>
            </p:cNvSpPr>
            <p:nvPr/>
          </p:nvSpPr>
          <p:spPr bwMode="auto">
            <a:xfrm>
              <a:off x="8435932" y="2253571"/>
              <a:ext cx="2" cy="416106"/>
            </a:xfrm>
            <a:prstGeom prst="line">
              <a:avLst/>
            </a:prstGeom>
            <a:noFill/>
            <a:ln w="28575">
              <a:solidFill>
                <a:srgbClr val="C00000"/>
              </a:solidFill>
              <a:round/>
              <a:headEnd type="oval" w="med" len="med"/>
              <a:tailEnd type="triangle" w="med" len="lg"/>
            </a:ln>
            <a:extLst>
              <a:ext uri="{909E8E84-426E-40DD-AFC4-6F175D3DCCD1}">
                <a14:hiddenFill xmlns:a14="http://schemas.microsoft.com/office/drawing/2010/main">
                  <a:noFill/>
                </a14:hiddenFill>
              </a:ext>
            </a:extLst>
          </p:spPr>
          <p:txBody>
            <a:bodyPr lIns="0" tIns="0" rIns="36000" bIns="0"/>
            <a:lstStyle/>
            <a:p>
              <a:endParaRPr lang="zh-CN" altLang="en-US" sz="2000"/>
            </a:p>
          </p:txBody>
        </p:sp>
        <p:sp>
          <p:nvSpPr>
            <p:cNvPr id="105" name="直接连接符 104">
              <a:extLst>
                <a:ext uri="{FF2B5EF4-FFF2-40B4-BE49-F238E27FC236}">
                  <a16:creationId xmlns:a16="http://schemas.microsoft.com/office/drawing/2014/main" id="{E8B27FE1-8AF6-456D-BBAB-4E3BBD19C56A}"/>
                </a:ext>
              </a:extLst>
            </p:cNvPr>
            <p:cNvSpPr>
              <a:spLocks noChangeShapeType="1"/>
            </p:cNvSpPr>
            <p:nvPr/>
          </p:nvSpPr>
          <p:spPr bwMode="auto">
            <a:xfrm>
              <a:off x="10381679" y="2250752"/>
              <a:ext cx="2" cy="416106"/>
            </a:xfrm>
            <a:prstGeom prst="line">
              <a:avLst/>
            </a:prstGeom>
            <a:noFill/>
            <a:ln w="28575">
              <a:solidFill>
                <a:srgbClr val="C00000"/>
              </a:solidFill>
              <a:round/>
              <a:headEnd type="oval" w="med" len="med"/>
              <a:tailEnd type="triangle" w="med" len="lg"/>
            </a:ln>
            <a:extLst>
              <a:ext uri="{909E8E84-426E-40DD-AFC4-6F175D3DCCD1}">
                <a14:hiddenFill xmlns:a14="http://schemas.microsoft.com/office/drawing/2010/main">
                  <a:noFill/>
                </a14:hiddenFill>
              </a:ext>
            </a:extLst>
          </p:spPr>
          <p:txBody>
            <a:bodyPr lIns="0" tIns="0" rIns="36000" bIns="0"/>
            <a:lstStyle/>
            <a:p>
              <a:endParaRPr lang="zh-CN" altLang="en-US" sz="2000"/>
            </a:p>
          </p:txBody>
        </p:sp>
        <p:grpSp>
          <p:nvGrpSpPr>
            <p:cNvPr id="106" name="组合 105">
              <a:extLst>
                <a:ext uri="{FF2B5EF4-FFF2-40B4-BE49-F238E27FC236}">
                  <a16:creationId xmlns:a16="http://schemas.microsoft.com/office/drawing/2014/main" id="{28B35A4B-1483-4E9A-988E-71A364D9CDB7}"/>
                </a:ext>
              </a:extLst>
            </p:cNvPr>
            <p:cNvGrpSpPr>
              <a:grpSpLocks/>
            </p:cNvGrpSpPr>
            <p:nvPr/>
          </p:nvGrpSpPr>
          <p:grpSpPr bwMode="auto">
            <a:xfrm>
              <a:off x="7219222" y="2079877"/>
              <a:ext cx="425972" cy="277037"/>
              <a:chOff x="2285" y="1173"/>
              <a:chExt cx="591" cy="220"/>
            </a:xfrm>
          </p:grpSpPr>
          <p:sp>
            <p:nvSpPr>
              <p:cNvPr id="107" name="矩形 133126">
                <a:extLst>
                  <a:ext uri="{FF2B5EF4-FFF2-40B4-BE49-F238E27FC236}">
                    <a16:creationId xmlns:a16="http://schemas.microsoft.com/office/drawing/2014/main" id="{B42D6498-16FE-4AE0-8485-AFD3DD589D33}"/>
                  </a:ext>
                </a:extLst>
              </p:cNvPr>
              <p:cNvSpPr>
                <a:spLocks noChangeArrowheads="1"/>
              </p:cNvSpPr>
              <p:nvPr/>
            </p:nvSpPr>
            <p:spPr bwMode="auto">
              <a:xfrm>
                <a:off x="2285" y="1173"/>
                <a:ext cx="591" cy="220"/>
              </a:xfrm>
              <a:prstGeom prst="rect">
                <a:avLst/>
              </a:prstGeom>
              <a:solidFill>
                <a:schemeClr val="accent5">
                  <a:lumMod val="20000"/>
                  <a:lumOff val="80000"/>
                </a:schemeClr>
              </a:solidFill>
              <a:ln w="28575">
                <a:solidFill>
                  <a:schemeClr val="accent6">
                    <a:lumMod val="50000"/>
                  </a:schemeClr>
                </a:solidFill>
                <a:miter lim="800000"/>
                <a:headEnd/>
                <a:tailEnd/>
              </a:ln>
            </p:spPr>
            <p:txBody>
              <a:bodyPr wrap="square" lIns="36000" tIns="0" rIns="36000" bIns="0">
                <a:spAutoFit/>
              </a:bodyPr>
              <a:lstStyle/>
              <a:p>
                <a:pPr>
                  <a:lnSpc>
                    <a:spcPct val="90000"/>
                  </a:lnSpc>
                </a:pPr>
                <a:r>
                  <a:rPr lang="en-US" altLang="zh-CN" sz="2000" b="1" dirty="0">
                    <a:solidFill>
                      <a:srgbClr val="0000FF"/>
                    </a:solidFill>
                    <a:ea typeface="楷体_GB2312" pitchFamily="49" charset="-122"/>
                  </a:rPr>
                  <a:t>0</a:t>
                </a:r>
                <a:r>
                  <a:rPr lang="en-US" altLang="zh-CN" sz="2000" b="1" u="none" dirty="0">
                    <a:solidFill>
                      <a:srgbClr val="0000FF"/>
                    </a:solidFill>
                    <a:ea typeface="楷体_GB2312" pitchFamily="49" charset="-122"/>
                  </a:rPr>
                  <a:t> </a:t>
                </a:r>
                <a:r>
                  <a:rPr lang="en-US" altLang="zh-CN" sz="2000" b="1" dirty="0">
                    <a:solidFill>
                      <a:srgbClr val="0000FF"/>
                    </a:solidFill>
                    <a:ea typeface="楷体_GB2312" pitchFamily="49" charset="-122"/>
                  </a:rPr>
                  <a:t>a</a:t>
                </a:r>
                <a:r>
                  <a:rPr lang="en-US" altLang="zh-CN" sz="2000" b="1" u="none" dirty="0">
                    <a:solidFill>
                      <a:srgbClr val="0000FF"/>
                    </a:solidFill>
                    <a:ea typeface="楷体_GB2312" pitchFamily="49" charset="-122"/>
                  </a:rPr>
                  <a:t>         </a:t>
                </a:r>
                <a:endParaRPr lang="en-US" altLang="zh-CN" sz="2000" b="1" u="none" dirty="0">
                  <a:ea typeface="楷体_GB2312" pitchFamily="49" charset="-122"/>
                </a:endParaRPr>
              </a:p>
            </p:txBody>
          </p:sp>
          <p:sp>
            <p:nvSpPr>
              <p:cNvPr id="108" name="直接连接符 133127">
                <a:extLst>
                  <a:ext uri="{FF2B5EF4-FFF2-40B4-BE49-F238E27FC236}">
                    <a16:creationId xmlns:a16="http://schemas.microsoft.com/office/drawing/2014/main" id="{C5D95B4E-7D52-4244-B3A8-1F0B9F28DEB8}"/>
                  </a:ext>
                </a:extLst>
              </p:cNvPr>
              <p:cNvSpPr>
                <a:spLocks noChangeShapeType="1"/>
              </p:cNvSpPr>
              <p:nvPr/>
            </p:nvSpPr>
            <p:spPr bwMode="auto">
              <a:xfrm flipH="1">
                <a:off x="2567" y="1178"/>
                <a:ext cx="1" cy="210"/>
              </a:xfrm>
              <a:prstGeom prst="line">
                <a:avLst/>
              </a:prstGeom>
              <a:noFill/>
              <a:ln w="12700">
                <a:solidFill>
                  <a:schemeClr val="accent6">
                    <a:lumMod val="50000"/>
                  </a:schemeClr>
                </a:solidFill>
                <a:round/>
                <a:headEnd/>
                <a:tailEnd/>
              </a:ln>
              <a:extLst>
                <a:ext uri="{909E8E84-426E-40DD-AFC4-6F175D3DCCD1}">
                  <a14:hiddenFill xmlns:a14="http://schemas.microsoft.com/office/drawing/2010/main">
                    <a:noFill/>
                  </a14:hiddenFill>
                </a:ext>
              </a:extLst>
            </p:spPr>
            <p:txBody>
              <a:bodyPr lIns="0" tIns="0" rIns="36000" bIns="0"/>
              <a:lstStyle/>
              <a:p>
                <a:endParaRPr lang="zh-CN" altLang="en-US" sz="2000"/>
              </a:p>
            </p:txBody>
          </p:sp>
        </p:grpSp>
        <p:grpSp>
          <p:nvGrpSpPr>
            <p:cNvPr id="109" name="组合 108">
              <a:extLst>
                <a:ext uri="{FF2B5EF4-FFF2-40B4-BE49-F238E27FC236}">
                  <a16:creationId xmlns:a16="http://schemas.microsoft.com/office/drawing/2014/main" id="{D8620730-28C6-41F1-BD36-E5FBE1391B5C}"/>
                </a:ext>
              </a:extLst>
            </p:cNvPr>
            <p:cNvGrpSpPr>
              <a:grpSpLocks/>
            </p:cNvGrpSpPr>
            <p:nvPr/>
          </p:nvGrpSpPr>
          <p:grpSpPr bwMode="auto">
            <a:xfrm>
              <a:off x="8201069" y="2669508"/>
              <a:ext cx="425972" cy="277037"/>
              <a:chOff x="2285" y="1173"/>
              <a:chExt cx="591" cy="220"/>
            </a:xfrm>
          </p:grpSpPr>
          <p:sp>
            <p:nvSpPr>
              <p:cNvPr id="110" name="矩形 133126">
                <a:extLst>
                  <a:ext uri="{FF2B5EF4-FFF2-40B4-BE49-F238E27FC236}">
                    <a16:creationId xmlns:a16="http://schemas.microsoft.com/office/drawing/2014/main" id="{AE53F209-9878-425B-9B5F-2F2241287E44}"/>
                  </a:ext>
                </a:extLst>
              </p:cNvPr>
              <p:cNvSpPr>
                <a:spLocks noChangeArrowheads="1"/>
              </p:cNvSpPr>
              <p:nvPr/>
            </p:nvSpPr>
            <p:spPr bwMode="auto">
              <a:xfrm>
                <a:off x="2285" y="1173"/>
                <a:ext cx="591" cy="220"/>
              </a:xfrm>
              <a:prstGeom prst="rect">
                <a:avLst/>
              </a:prstGeom>
              <a:solidFill>
                <a:schemeClr val="accent5">
                  <a:lumMod val="20000"/>
                  <a:lumOff val="80000"/>
                </a:schemeClr>
              </a:solidFill>
              <a:ln w="28575">
                <a:solidFill>
                  <a:schemeClr val="accent6">
                    <a:lumMod val="50000"/>
                  </a:schemeClr>
                </a:solidFill>
                <a:miter lim="800000"/>
                <a:headEnd/>
                <a:tailEnd/>
              </a:ln>
            </p:spPr>
            <p:txBody>
              <a:bodyPr wrap="square" lIns="0" tIns="0" rIns="0" bIns="0">
                <a:spAutoFit/>
              </a:bodyPr>
              <a:lstStyle/>
              <a:p>
                <a:pPr algn="ctr">
                  <a:lnSpc>
                    <a:spcPct val="90000"/>
                  </a:lnSpc>
                </a:pPr>
                <a:r>
                  <a:rPr lang="en-US" altLang="zh-CN" sz="2000" b="1" dirty="0">
                    <a:solidFill>
                      <a:srgbClr val="0000FF"/>
                    </a:solidFill>
                    <a:ea typeface="楷体_GB2312" pitchFamily="49" charset="-122"/>
                  </a:rPr>
                  <a:t>0</a:t>
                </a:r>
                <a:r>
                  <a:rPr lang="en-US" altLang="zh-CN" sz="2000" b="1" u="none" dirty="0">
                    <a:solidFill>
                      <a:srgbClr val="0000FF"/>
                    </a:solidFill>
                    <a:ea typeface="楷体_GB2312" pitchFamily="49" charset="-122"/>
                  </a:rPr>
                  <a:t> b </a:t>
                </a:r>
                <a:endParaRPr lang="en-US" altLang="zh-CN" sz="2000" u="none" dirty="0">
                  <a:ea typeface="楷体_GB2312" pitchFamily="49" charset="-122"/>
                </a:endParaRPr>
              </a:p>
            </p:txBody>
          </p:sp>
          <p:sp>
            <p:nvSpPr>
              <p:cNvPr id="111" name="直接连接符 133127">
                <a:extLst>
                  <a:ext uri="{FF2B5EF4-FFF2-40B4-BE49-F238E27FC236}">
                    <a16:creationId xmlns:a16="http://schemas.microsoft.com/office/drawing/2014/main" id="{C745315D-3F17-4158-878F-A7BFCD55D6EC}"/>
                  </a:ext>
                </a:extLst>
              </p:cNvPr>
              <p:cNvSpPr>
                <a:spLocks noChangeShapeType="1"/>
              </p:cNvSpPr>
              <p:nvPr/>
            </p:nvSpPr>
            <p:spPr bwMode="auto">
              <a:xfrm flipH="1">
                <a:off x="2567" y="1178"/>
                <a:ext cx="1" cy="208"/>
              </a:xfrm>
              <a:prstGeom prst="line">
                <a:avLst/>
              </a:prstGeom>
              <a:noFill/>
              <a:ln w="12700">
                <a:solidFill>
                  <a:schemeClr val="accent6">
                    <a:lumMod val="50000"/>
                  </a:schemeClr>
                </a:solidFill>
                <a:round/>
                <a:headEnd/>
                <a:tailEnd/>
              </a:ln>
              <a:extLst>
                <a:ext uri="{909E8E84-426E-40DD-AFC4-6F175D3DCCD1}">
                  <a14:hiddenFill xmlns:a14="http://schemas.microsoft.com/office/drawing/2010/main">
                    <a:noFill/>
                  </a14:hiddenFill>
                </a:ext>
              </a:extLst>
            </p:spPr>
            <p:txBody>
              <a:bodyPr lIns="0" tIns="0" rIns="36000" bIns="0"/>
              <a:lstStyle/>
              <a:p>
                <a:endParaRPr lang="zh-CN" altLang="en-US" sz="2000"/>
              </a:p>
            </p:txBody>
          </p:sp>
        </p:grpSp>
        <p:grpSp>
          <p:nvGrpSpPr>
            <p:cNvPr id="112" name="组合 111">
              <a:extLst>
                <a:ext uri="{FF2B5EF4-FFF2-40B4-BE49-F238E27FC236}">
                  <a16:creationId xmlns:a16="http://schemas.microsoft.com/office/drawing/2014/main" id="{C9374732-1742-4417-B34D-338B2A8335BB}"/>
                </a:ext>
              </a:extLst>
            </p:cNvPr>
            <p:cNvGrpSpPr>
              <a:grpSpLocks/>
            </p:cNvGrpSpPr>
            <p:nvPr/>
          </p:nvGrpSpPr>
          <p:grpSpPr bwMode="auto">
            <a:xfrm>
              <a:off x="9182477" y="2664614"/>
              <a:ext cx="425972" cy="277037"/>
              <a:chOff x="2285" y="1173"/>
              <a:chExt cx="591" cy="220"/>
            </a:xfrm>
          </p:grpSpPr>
          <p:sp>
            <p:nvSpPr>
              <p:cNvPr id="113" name="矩形 133126">
                <a:extLst>
                  <a:ext uri="{FF2B5EF4-FFF2-40B4-BE49-F238E27FC236}">
                    <a16:creationId xmlns:a16="http://schemas.microsoft.com/office/drawing/2014/main" id="{F872BDFB-6B47-437C-BAB6-7C7F277A8A06}"/>
                  </a:ext>
                </a:extLst>
              </p:cNvPr>
              <p:cNvSpPr>
                <a:spLocks noChangeArrowheads="1"/>
              </p:cNvSpPr>
              <p:nvPr/>
            </p:nvSpPr>
            <p:spPr bwMode="auto">
              <a:xfrm>
                <a:off x="2285" y="1173"/>
                <a:ext cx="591" cy="220"/>
              </a:xfrm>
              <a:prstGeom prst="rect">
                <a:avLst/>
              </a:prstGeom>
              <a:solidFill>
                <a:schemeClr val="accent5">
                  <a:lumMod val="20000"/>
                  <a:lumOff val="80000"/>
                </a:schemeClr>
              </a:solidFill>
              <a:ln w="28575">
                <a:solidFill>
                  <a:schemeClr val="accent6">
                    <a:lumMod val="50000"/>
                  </a:schemeClr>
                </a:solidFill>
                <a:miter lim="800000"/>
                <a:headEnd/>
                <a:tailEnd/>
              </a:ln>
            </p:spPr>
            <p:txBody>
              <a:bodyPr wrap="square" lIns="36000" tIns="0" rIns="36000" bIns="0">
                <a:spAutoFit/>
              </a:bodyPr>
              <a:lstStyle/>
              <a:p>
                <a:pPr>
                  <a:lnSpc>
                    <a:spcPct val="90000"/>
                  </a:lnSpc>
                </a:pPr>
                <a:r>
                  <a:rPr lang="en-US" altLang="zh-CN" sz="2000" b="1" dirty="0">
                    <a:solidFill>
                      <a:srgbClr val="0000FF"/>
                    </a:solidFill>
                    <a:ea typeface="楷体_GB2312" pitchFamily="49" charset="-122"/>
                  </a:rPr>
                  <a:t>0</a:t>
                </a:r>
                <a:r>
                  <a:rPr lang="en-US" altLang="zh-CN" sz="2000" b="1" u="none" dirty="0">
                    <a:solidFill>
                      <a:srgbClr val="0000FF"/>
                    </a:solidFill>
                    <a:ea typeface="楷体_GB2312" pitchFamily="49" charset="-122"/>
                  </a:rPr>
                  <a:t> </a:t>
                </a:r>
                <a:r>
                  <a:rPr lang="en-US" altLang="zh-CN" sz="2000" b="1" dirty="0">
                    <a:solidFill>
                      <a:srgbClr val="0000FF"/>
                    </a:solidFill>
                    <a:ea typeface="楷体_GB2312" pitchFamily="49" charset="-122"/>
                  </a:rPr>
                  <a:t>c</a:t>
                </a:r>
                <a:r>
                  <a:rPr lang="en-US" altLang="zh-CN" sz="2000" b="1" u="none" dirty="0">
                    <a:solidFill>
                      <a:srgbClr val="0000FF"/>
                    </a:solidFill>
                    <a:ea typeface="楷体_GB2312" pitchFamily="49" charset="-122"/>
                  </a:rPr>
                  <a:t>         </a:t>
                </a:r>
                <a:endParaRPr lang="en-US" altLang="zh-CN" sz="2000" u="none" dirty="0">
                  <a:ea typeface="楷体_GB2312" pitchFamily="49" charset="-122"/>
                </a:endParaRPr>
              </a:p>
            </p:txBody>
          </p:sp>
          <p:sp>
            <p:nvSpPr>
              <p:cNvPr id="114" name="直接连接符 133127">
                <a:extLst>
                  <a:ext uri="{FF2B5EF4-FFF2-40B4-BE49-F238E27FC236}">
                    <a16:creationId xmlns:a16="http://schemas.microsoft.com/office/drawing/2014/main" id="{D8A5763A-4BD6-440E-8C79-7E2D58045212}"/>
                  </a:ext>
                </a:extLst>
              </p:cNvPr>
              <p:cNvSpPr>
                <a:spLocks noChangeShapeType="1"/>
              </p:cNvSpPr>
              <p:nvPr/>
            </p:nvSpPr>
            <p:spPr bwMode="auto">
              <a:xfrm flipH="1">
                <a:off x="2562" y="1178"/>
                <a:ext cx="6" cy="211"/>
              </a:xfrm>
              <a:prstGeom prst="line">
                <a:avLst/>
              </a:prstGeom>
              <a:noFill/>
              <a:ln w="12700">
                <a:solidFill>
                  <a:schemeClr val="accent6">
                    <a:lumMod val="50000"/>
                  </a:schemeClr>
                </a:solidFill>
                <a:round/>
                <a:headEnd/>
                <a:tailEnd/>
              </a:ln>
              <a:extLst>
                <a:ext uri="{909E8E84-426E-40DD-AFC4-6F175D3DCCD1}">
                  <a14:hiddenFill xmlns:a14="http://schemas.microsoft.com/office/drawing/2010/main">
                    <a:noFill/>
                  </a14:hiddenFill>
                </a:ext>
              </a:extLst>
            </p:spPr>
            <p:txBody>
              <a:bodyPr lIns="0" tIns="0" rIns="36000" bIns="0"/>
              <a:lstStyle/>
              <a:p>
                <a:endParaRPr lang="zh-CN" altLang="en-US" sz="2000"/>
              </a:p>
            </p:txBody>
          </p:sp>
        </p:grpSp>
        <p:grpSp>
          <p:nvGrpSpPr>
            <p:cNvPr id="115" name="组合 114">
              <a:extLst>
                <a:ext uri="{FF2B5EF4-FFF2-40B4-BE49-F238E27FC236}">
                  <a16:creationId xmlns:a16="http://schemas.microsoft.com/office/drawing/2014/main" id="{A5FD66CC-B3F1-4B63-8E52-A9B76852FD02}"/>
                </a:ext>
              </a:extLst>
            </p:cNvPr>
            <p:cNvGrpSpPr>
              <a:grpSpLocks/>
            </p:cNvGrpSpPr>
            <p:nvPr/>
          </p:nvGrpSpPr>
          <p:grpSpPr bwMode="auto">
            <a:xfrm>
              <a:off x="10134571" y="2660147"/>
              <a:ext cx="425972" cy="287646"/>
              <a:chOff x="2285" y="1173"/>
              <a:chExt cx="591" cy="220"/>
            </a:xfrm>
          </p:grpSpPr>
          <p:sp>
            <p:nvSpPr>
              <p:cNvPr id="116" name="矩形 133126">
                <a:extLst>
                  <a:ext uri="{FF2B5EF4-FFF2-40B4-BE49-F238E27FC236}">
                    <a16:creationId xmlns:a16="http://schemas.microsoft.com/office/drawing/2014/main" id="{66BFEAD3-89F5-43CE-8F4D-0DFE9C331FC2}"/>
                  </a:ext>
                </a:extLst>
              </p:cNvPr>
              <p:cNvSpPr>
                <a:spLocks noChangeArrowheads="1"/>
              </p:cNvSpPr>
              <p:nvPr/>
            </p:nvSpPr>
            <p:spPr bwMode="auto">
              <a:xfrm>
                <a:off x="2285" y="1173"/>
                <a:ext cx="591" cy="220"/>
              </a:xfrm>
              <a:prstGeom prst="rect">
                <a:avLst/>
              </a:prstGeom>
              <a:solidFill>
                <a:schemeClr val="accent5">
                  <a:lumMod val="20000"/>
                  <a:lumOff val="80000"/>
                </a:schemeClr>
              </a:solidFill>
              <a:ln w="28575">
                <a:solidFill>
                  <a:schemeClr val="accent6">
                    <a:lumMod val="50000"/>
                  </a:schemeClr>
                </a:solidFill>
                <a:miter lim="800000"/>
                <a:headEnd/>
                <a:tailEnd/>
              </a:ln>
            </p:spPr>
            <p:txBody>
              <a:bodyPr wrap="square" lIns="0" tIns="0" rIns="0" bIns="0">
                <a:spAutoFit/>
              </a:bodyPr>
              <a:lstStyle/>
              <a:p>
                <a:pPr algn="ctr">
                  <a:lnSpc>
                    <a:spcPct val="90000"/>
                  </a:lnSpc>
                </a:pPr>
                <a:r>
                  <a:rPr lang="en-US" altLang="zh-CN" sz="2000" b="1" u="none" dirty="0">
                    <a:solidFill>
                      <a:srgbClr val="0000FF"/>
                    </a:solidFill>
                    <a:ea typeface="楷体_GB2312" pitchFamily="49" charset="-122"/>
                  </a:rPr>
                  <a:t>0 </a:t>
                </a:r>
                <a:r>
                  <a:rPr lang="en-US" altLang="zh-CN" sz="2000" b="1" dirty="0">
                    <a:solidFill>
                      <a:srgbClr val="0000FF"/>
                    </a:solidFill>
                    <a:ea typeface="楷体_GB2312" pitchFamily="49" charset="-122"/>
                  </a:rPr>
                  <a:t>d</a:t>
                </a:r>
                <a:r>
                  <a:rPr lang="en-US" altLang="zh-CN" sz="2000" b="1" u="none" dirty="0">
                    <a:solidFill>
                      <a:srgbClr val="0000FF"/>
                    </a:solidFill>
                    <a:ea typeface="楷体_GB2312" pitchFamily="49" charset="-122"/>
                  </a:rPr>
                  <a:t>         </a:t>
                </a:r>
                <a:endParaRPr lang="en-US" altLang="zh-CN" sz="2000" u="none" dirty="0">
                  <a:ea typeface="楷体_GB2312" pitchFamily="49" charset="-122"/>
                </a:endParaRPr>
              </a:p>
            </p:txBody>
          </p:sp>
          <p:sp>
            <p:nvSpPr>
              <p:cNvPr id="117" name="直接连接符 133127">
                <a:extLst>
                  <a:ext uri="{FF2B5EF4-FFF2-40B4-BE49-F238E27FC236}">
                    <a16:creationId xmlns:a16="http://schemas.microsoft.com/office/drawing/2014/main" id="{251BC378-EB85-4D07-AAF1-6B5F06C339BB}"/>
                  </a:ext>
                </a:extLst>
              </p:cNvPr>
              <p:cNvSpPr>
                <a:spLocks noChangeShapeType="1"/>
              </p:cNvSpPr>
              <p:nvPr/>
            </p:nvSpPr>
            <p:spPr bwMode="auto">
              <a:xfrm>
                <a:off x="2568" y="1178"/>
                <a:ext cx="0" cy="214"/>
              </a:xfrm>
              <a:prstGeom prst="line">
                <a:avLst/>
              </a:prstGeom>
              <a:noFill/>
              <a:ln w="12700">
                <a:solidFill>
                  <a:schemeClr val="accent6">
                    <a:lumMod val="50000"/>
                  </a:schemeClr>
                </a:solidFill>
                <a:round/>
                <a:headEnd/>
                <a:tailEnd/>
              </a:ln>
              <a:extLst>
                <a:ext uri="{909E8E84-426E-40DD-AFC4-6F175D3DCCD1}">
                  <a14:hiddenFill xmlns:a14="http://schemas.microsoft.com/office/drawing/2010/main">
                    <a:noFill/>
                  </a14:hiddenFill>
                </a:ext>
              </a:extLst>
            </p:spPr>
            <p:txBody>
              <a:bodyPr lIns="0" tIns="0" rIns="36000" bIns="0"/>
              <a:lstStyle/>
              <a:p>
                <a:endParaRPr lang="zh-CN" altLang="en-US" sz="2000"/>
              </a:p>
            </p:txBody>
          </p:sp>
        </p:grpSp>
        <p:sp>
          <p:nvSpPr>
            <p:cNvPr id="118" name="直接连接符 117">
              <a:extLst>
                <a:ext uri="{FF2B5EF4-FFF2-40B4-BE49-F238E27FC236}">
                  <a16:creationId xmlns:a16="http://schemas.microsoft.com/office/drawing/2014/main" id="{A65C4BCE-BF61-4E33-A2E3-2ED277C44F4D}"/>
                </a:ext>
              </a:extLst>
            </p:cNvPr>
            <p:cNvSpPr>
              <a:spLocks noChangeShapeType="1"/>
            </p:cNvSpPr>
            <p:nvPr/>
          </p:nvSpPr>
          <p:spPr bwMode="auto">
            <a:xfrm flipV="1">
              <a:off x="8619711" y="2234053"/>
              <a:ext cx="483907" cy="8693"/>
            </a:xfrm>
            <a:prstGeom prst="line">
              <a:avLst/>
            </a:prstGeom>
            <a:noFill/>
            <a:ln w="28575">
              <a:solidFill>
                <a:srgbClr val="0000FF"/>
              </a:solidFill>
              <a:round/>
              <a:headEnd type="oval" w="med" len="med"/>
              <a:tailEnd type="triangle" w="med" len="lg"/>
            </a:ln>
            <a:extLst>
              <a:ext uri="{909E8E84-426E-40DD-AFC4-6F175D3DCCD1}">
                <a14:hiddenFill xmlns:a14="http://schemas.microsoft.com/office/drawing/2010/main">
                  <a:noFill/>
                </a14:hiddenFill>
              </a:ext>
            </a:extLst>
          </p:spPr>
          <p:txBody>
            <a:bodyPr lIns="0" tIns="0" rIns="36000" bIns="0"/>
            <a:lstStyle/>
            <a:p>
              <a:endParaRPr lang="zh-CN" altLang="en-US" sz="2000"/>
            </a:p>
          </p:txBody>
        </p:sp>
        <p:sp>
          <p:nvSpPr>
            <p:cNvPr id="119" name="文本框 118">
              <a:extLst>
                <a:ext uri="{FF2B5EF4-FFF2-40B4-BE49-F238E27FC236}">
                  <a16:creationId xmlns:a16="http://schemas.microsoft.com/office/drawing/2014/main" id="{9ADC478B-81C7-429E-BD85-C6A599CED3F1}"/>
                </a:ext>
              </a:extLst>
            </p:cNvPr>
            <p:cNvSpPr txBox="1"/>
            <p:nvPr/>
          </p:nvSpPr>
          <p:spPr>
            <a:xfrm>
              <a:off x="8508859" y="1505597"/>
              <a:ext cx="219075" cy="276999"/>
            </a:xfrm>
            <a:prstGeom prst="rect">
              <a:avLst/>
            </a:prstGeom>
            <a:noFill/>
          </p:spPr>
          <p:txBody>
            <a:bodyPr wrap="square" lIns="0" tIns="0" rIns="0" bIns="0" rtlCol="0">
              <a:spAutoFit/>
            </a:bodyPr>
            <a:lstStyle/>
            <a:p>
              <a:pPr algn="ctr"/>
              <a:r>
                <a:rPr lang="zh-CN" altLang="en-US" b="1" dirty="0">
                  <a:solidFill>
                    <a:srgbClr val="0F14F1"/>
                  </a:solidFill>
                  <a:latin typeface="Arial Rounded MT Bold" panose="020F0704030504030204" pitchFamily="34" charset="0"/>
                </a:rPr>
                <a:t>∧</a:t>
              </a:r>
            </a:p>
          </p:txBody>
        </p:sp>
        <p:sp>
          <p:nvSpPr>
            <p:cNvPr id="120" name="文本框 119">
              <a:extLst>
                <a:ext uri="{FF2B5EF4-FFF2-40B4-BE49-F238E27FC236}">
                  <a16:creationId xmlns:a16="http://schemas.microsoft.com/office/drawing/2014/main" id="{F34A134C-AE50-4995-ABC1-BA5C66C86883}"/>
                </a:ext>
              </a:extLst>
            </p:cNvPr>
            <p:cNvSpPr txBox="1"/>
            <p:nvPr/>
          </p:nvSpPr>
          <p:spPr>
            <a:xfrm>
              <a:off x="10472430" y="2101229"/>
              <a:ext cx="217574" cy="276999"/>
            </a:xfrm>
            <a:prstGeom prst="rect">
              <a:avLst/>
            </a:prstGeom>
            <a:noFill/>
          </p:spPr>
          <p:txBody>
            <a:bodyPr wrap="square" lIns="0" tIns="0" rIns="0" bIns="0" rtlCol="0">
              <a:spAutoFit/>
            </a:bodyPr>
            <a:lstStyle/>
            <a:p>
              <a:pPr algn="ctr"/>
              <a:r>
                <a:rPr lang="zh-CN" altLang="en-US" b="1" dirty="0">
                  <a:solidFill>
                    <a:srgbClr val="0F14F1"/>
                  </a:solidFill>
                  <a:latin typeface="Arial Rounded MT Bold" panose="020F0704030504030204" pitchFamily="34" charset="0"/>
                </a:rPr>
                <a:t>∧</a:t>
              </a:r>
            </a:p>
          </p:txBody>
        </p:sp>
        <p:grpSp>
          <p:nvGrpSpPr>
            <p:cNvPr id="121" name="组合 120">
              <a:extLst>
                <a:ext uri="{FF2B5EF4-FFF2-40B4-BE49-F238E27FC236}">
                  <a16:creationId xmlns:a16="http://schemas.microsoft.com/office/drawing/2014/main" id="{11E2D1B4-EEA9-4680-B0A6-404C12C2ADDC}"/>
                </a:ext>
              </a:extLst>
            </p:cNvPr>
            <p:cNvGrpSpPr/>
            <p:nvPr/>
          </p:nvGrpSpPr>
          <p:grpSpPr>
            <a:xfrm>
              <a:off x="6553055" y="1466510"/>
              <a:ext cx="583060" cy="368963"/>
              <a:chOff x="5257456" y="3353336"/>
              <a:chExt cx="583060" cy="368963"/>
            </a:xfrm>
          </p:grpSpPr>
          <p:sp>
            <p:nvSpPr>
              <p:cNvPr id="122" name="直接连接符 133121">
                <a:extLst>
                  <a:ext uri="{FF2B5EF4-FFF2-40B4-BE49-F238E27FC236}">
                    <a16:creationId xmlns:a16="http://schemas.microsoft.com/office/drawing/2014/main" id="{445E074D-05EC-4BD1-8CA5-9EC857CD0973}"/>
                  </a:ext>
                </a:extLst>
              </p:cNvPr>
              <p:cNvSpPr>
                <a:spLocks noChangeShapeType="1"/>
              </p:cNvSpPr>
              <p:nvPr/>
            </p:nvSpPr>
            <p:spPr bwMode="auto">
              <a:xfrm>
                <a:off x="5529480" y="3552299"/>
                <a:ext cx="311036" cy="0"/>
              </a:xfrm>
              <a:prstGeom prst="line">
                <a:avLst/>
              </a:prstGeom>
              <a:noFill/>
              <a:ln w="28575">
                <a:solidFill>
                  <a:srgbClr val="CC0000"/>
                </a:solidFill>
                <a:round/>
                <a:headEnd type="oval" w="med" len="med"/>
                <a:tailEnd type="triangle" w="med" len="lg"/>
              </a:ln>
              <a:extLst>
                <a:ext uri="{909E8E84-426E-40DD-AFC4-6F175D3DCCD1}">
                  <a14:hiddenFill xmlns:a14="http://schemas.microsoft.com/office/drawing/2010/main">
                    <a:noFill/>
                  </a14:hiddenFill>
                </a:ext>
              </a:extLst>
            </p:spPr>
            <p:txBody>
              <a:bodyPr lIns="0" tIns="0" rIns="36000" bIns="0"/>
              <a:lstStyle/>
              <a:p>
                <a:endParaRPr lang="zh-CN" altLang="en-US" sz="2400" b="1"/>
              </a:p>
            </p:txBody>
          </p:sp>
          <p:sp>
            <p:nvSpPr>
              <p:cNvPr id="123" name="矩形 133136">
                <a:extLst>
                  <a:ext uri="{FF2B5EF4-FFF2-40B4-BE49-F238E27FC236}">
                    <a16:creationId xmlns:a16="http://schemas.microsoft.com/office/drawing/2014/main" id="{FE9A932D-BB10-41A1-9924-5FDF141D3E25}"/>
                  </a:ext>
                </a:extLst>
              </p:cNvPr>
              <p:cNvSpPr>
                <a:spLocks noChangeArrowheads="1"/>
              </p:cNvSpPr>
              <p:nvPr/>
            </p:nvSpPr>
            <p:spPr bwMode="auto">
              <a:xfrm>
                <a:off x="5257456" y="3353336"/>
                <a:ext cx="219306" cy="368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36000" bIns="0">
                <a:spAutoFit/>
              </a:bodyPr>
              <a:lstStyle/>
              <a:p>
                <a:r>
                  <a:rPr lang="en-US" altLang="zh-CN" sz="2400" b="1" u="none" dirty="0">
                    <a:solidFill>
                      <a:srgbClr val="CC0000"/>
                    </a:solidFill>
                    <a:effectLst>
                      <a:outerShdw blurRad="38100" dist="38100" dir="2700000" algn="tl">
                        <a:srgbClr val="000000">
                          <a:alpha val="43137"/>
                        </a:srgbClr>
                      </a:outerShdw>
                    </a:effectLst>
                    <a:ea typeface="楷体_GB2312" pitchFamily="49" charset="-122"/>
                  </a:rPr>
                  <a:t>C</a:t>
                </a:r>
              </a:p>
            </p:txBody>
          </p:sp>
        </p:grpSp>
      </p:grpSp>
      <p:sp>
        <p:nvSpPr>
          <p:cNvPr id="124" name="矩形: 圆角 123">
            <a:extLst>
              <a:ext uri="{FF2B5EF4-FFF2-40B4-BE49-F238E27FC236}">
                <a16:creationId xmlns:a16="http://schemas.microsoft.com/office/drawing/2014/main" id="{1EADE0CE-89CE-488C-A7E4-AA276A710005}"/>
              </a:ext>
            </a:extLst>
          </p:cNvPr>
          <p:cNvSpPr/>
          <p:nvPr/>
        </p:nvSpPr>
        <p:spPr>
          <a:xfrm>
            <a:off x="8361520" y="2503611"/>
            <a:ext cx="475152" cy="397661"/>
          </a:xfrm>
          <a:prstGeom prst="round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 name="组合 8">
            <a:extLst>
              <a:ext uri="{FF2B5EF4-FFF2-40B4-BE49-F238E27FC236}">
                <a16:creationId xmlns:a16="http://schemas.microsoft.com/office/drawing/2014/main" id="{65E18808-8D02-4748-A781-2C91FFF979FD}"/>
              </a:ext>
            </a:extLst>
          </p:cNvPr>
          <p:cNvGrpSpPr/>
          <p:nvPr/>
        </p:nvGrpSpPr>
        <p:grpSpPr>
          <a:xfrm>
            <a:off x="7675038" y="1795189"/>
            <a:ext cx="1223783" cy="631366"/>
            <a:chOff x="7482141" y="1291767"/>
            <a:chExt cx="1223783" cy="631366"/>
          </a:xfrm>
        </p:grpSpPr>
        <p:sp>
          <p:nvSpPr>
            <p:cNvPr id="60" name="文本框 59">
              <a:extLst>
                <a:ext uri="{FF2B5EF4-FFF2-40B4-BE49-F238E27FC236}">
                  <a16:creationId xmlns:a16="http://schemas.microsoft.com/office/drawing/2014/main" id="{5EB62667-270F-4CBE-8FF0-5FA23B884889}"/>
                </a:ext>
              </a:extLst>
            </p:cNvPr>
            <p:cNvSpPr txBox="1"/>
            <p:nvPr/>
          </p:nvSpPr>
          <p:spPr>
            <a:xfrm>
              <a:off x="7482141" y="1291767"/>
              <a:ext cx="1223783" cy="424732"/>
            </a:xfrm>
            <a:prstGeom prst="rect">
              <a:avLst/>
            </a:prstGeom>
            <a:solidFill>
              <a:schemeClr val="accent5">
                <a:lumMod val="75000"/>
              </a:schemeClr>
            </a:solidFill>
          </p:spPr>
          <p:txBody>
            <a:bodyPr wrap="square">
              <a:spAutoFit/>
            </a:bodyPr>
            <a:lstStyle/>
            <a:p>
              <a:pPr>
                <a:lnSpc>
                  <a:spcPct val="90000"/>
                </a:lnSpc>
              </a:pPr>
              <a:r>
                <a:rPr lang="en-US" altLang="zh-CN" sz="2400" b="1" dirty="0">
                  <a:solidFill>
                    <a:schemeClr val="bg1">
                      <a:lumMod val="95000"/>
                    </a:schemeClr>
                  </a:solidFill>
                  <a:effectLst>
                    <a:outerShdw blurRad="38100" dist="38100" dir="2700000" algn="tl">
                      <a:srgbClr val="000000">
                        <a:alpha val="43137"/>
                      </a:srgbClr>
                    </a:outerShdw>
                  </a:effectLst>
                </a:rPr>
                <a:t>((</a:t>
              </a:r>
              <a:r>
                <a:rPr lang="en-US" altLang="zh-CN" sz="2400" b="1" dirty="0" err="1">
                  <a:solidFill>
                    <a:schemeClr val="bg1">
                      <a:lumMod val="95000"/>
                    </a:schemeClr>
                  </a:solidFill>
                  <a:effectLst>
                    <a:outerShdw blurRad="38100" dist="38100" dir="2700000" algn="tl">
                      <a:srgbClr val="000000">
                        <a:alpha val="43137"/>
                      </a:srgbClr>
                    </a:outerShdw>
                  </a:effectLst>
                </a:rPr>
                <a:t>b,c,d</a:t>
              </a:r>
              <a:r>
                <a:rPr lang="en-US" altLang="zh-CN" sz="2400" b="1" dirty="0">
                  <a:solidFill>
                    <a:schemeClr val="bg1">
                      <a:lumMod val="95000"/>
                    </a:schemeClr>
                  </a:solidFill>
                  <a:effectLst>
                    <a:outerShdw blurRad="38100" dist="38100" dir="2700000" algn="tl">
                      <a:srgbClr val="000000">
                        <a:alpha val="43137"/>
                      </a:srgbClr>
                    </a:outerShdw>
                  </a:effectLst>
                </a:rPr>
                <a:t>))</a:t>
              </a:r>
              <a:endParaRPr lang="zh-CN" altLang="en-US" sz="2400" b="1" dirty="0">
                <a:solidFill>
                  <a:schemeClr val="bg1">
                    <a:lumMod val="95000"/>
                  </a:schemeClr>
                </a:solidFill>
                <a:effectLst>
                  <a:outerShdw blurRad="38100" dist="38100" dir="2700000" algn="tl">
                    <a:srgbClr val="000000">
                      <a:alpha val="43137"/>
                    </a:srgbClr>
                  </a:outerShdw>
                </a:effectLst>
              </a:endParaRPr>
            </a:p>
          </p:txBody>
        </p:sp>
        <p:cxnSp>
          <p:nvCxnSpPr>
            <p:cNvPr id="5" name="直接连接符 4">
              <a:extLst>
                <a:ext uri="{FF2B5EF4-FFF2-40B4-BE49-F238E27FC236}">
                  <a16:creationId xmlns:a16="http://schemas.microsoft.com/office/drawing/2014/main" id="{DC0C8D48-CB6F-4608-A85C-0C98518F0365}"/>
                </a:ext>
              </a:extLst>
            </p:cNvPr>
            <p:cNvCxnSpPr>
              <a:cxnSpLocks/>
              <a:stCxn id="60" idx="2"/>
            </p:cNvCxnSpPr>
            <p:nvPr/>
          </p:nvCxnSpPr>
          <p:spPr>
            <a:xfrm flipH="1">
              <a:off x="8094032" y="1716499"/>
              <a:ext cx="1" cy="206634"/>
            </a:xfrm>
            <a:prstGeom prst="line">
              <a:avLst/>
            </a:prstGeom>
            <a:ln w="57150"/>
          </p:spPr>
          <p:style>
            <a:lnRef idx="1">
              <a:schemeClr val="accent1"/>
            </a:lnRef>
            <a:fillRef idx="0">
              <a:schemeClr val="accent1"/>
            </a:fillRef>
            <a:effectRef idx="0">
              <a:schemeClr val="accent1"/>
            </a:effectRef>
            <a:fontRef idx="minor">
              <a:schemeClr val="tx1"/>
            </a:fontRef>
          </p:style>
        </p:cxnSp>
      </p:grpSp>
      <p:grpSp>
        <p:nvGrpSpPr>
          <p:cNvPr id="126" name="组合 125">
            <a:extLst>
              <a:ext uri="{FF2B5EF4-FFF2-40B4-BE49-F238E27FC236}">
                <a16:creationId xmlns:a16="http://schemas.microsoft.com/office/drawing/2014/main" id="{6582F86B-FF02-4159-B788-D90B3CC25E5D}"/>
              </a:ext>
            </a:extLst>
          </p:cNvPr>
          <p:cNvGrpSpPr/>
          <p:nvPr/>
        </p:nvGrpSpPr>
        <p:grpSpPr>
          <a:xfrm>
            <a:off x="6691416" y="3608792"/>
            <a:ext cx="436286" cy="624859"/>
            <a:chOff x="7994228" y="1091640"/>
            <a:chExt cx="436286" cy="624859"/>
          </a:xfrm>
        </p:grpSpPr>
        <p:sp>
          <p:nvSpPr>
            <p:cNvPr id="127" name="文本框 126">
              <a:extLst>
                <a:ext uri="{FF2B5EF4-FFF2-40B4-BE49-F238E27FC236}">
                  <a16:creationId xmlns:a16="http://schemas.microsoft.com/office/drawing/2014/main" id="{6F0EB437-8F46-4962-A8EA-00240970605F}"/>
                </a:ext>
              </a:extLst>
            </p:cNvPr>
            <p:cNvSpPr txBox="1"/>
            <p:nvPr/>
          </p:nvSpPr>
          <p:spPr>
            <a:xfrm>
              <a:off x="7994228" y="1291767"/>
              <a:ext cx="436286" cy="424732"/>
            </a:xfrm>
            <a:prstGeom prst="rect">
              <a:avLst/>
            </a:prstGeom>
            <a:solidFill>
              <a:schemeClr val="accent5">
                <a:lumMod val="75000"/>
              </a:schemeClr>
            </a:solidFill>
          </p:spPr>
          <p:txBody>
            <a:bodyPr wrap="square">
              <a:spAutoFit/>
            </a:bodyPr>
            <a:lstStyle/>
            <a:p>
              <a:pPr algn="ctr">
                <a:lnSpc>
                  <a:spcPct val="90000"/>
                </a:lnSpc>
              </a:pPr>
              <a:r>
                <a:rPr lang="en-US" altLang="zh-CN" sz="2400" b="1" dirty="0">
                  <a:solidFill>
                    <a:schemeClr val="bg1">
                      <a:lumMod val="95000"/>
                    </a:schemeClr>
                  </a:solidFill>
                  <a:effectLst>
                    <a:outerShdw blurRad="38100" dist="38100" dir="2700000" algn="tl">
                      <a:srgbClr val="000000">
                        <a:alpha val="43137"/>
                      </a:srgbClr>
                    </a:outerShdw>
                  </a:effectLst>
                </a:rPr>
                <a:t>a</a:t>
              </a:r>
              <a:endParaRPr lang="zh-CN" altLang="en-US" sz="2400" b="1" dirty="0">
                <a:solidFill>
                  <a:schemeClr val="bg1">
                    <a:lumMod val="95000"/>
                  </a:schemeClr>
                </a:solidFill>
                <a:effectLst>
                  <a:outerShdw blurRad="38100" dist="38100" dir="2700000" algn="tl">
                    <a:srgbClr val="000000">
                      <a:alpha val="43137"/>
                    </a:srgbClr>
                  </a:outerShdw>
                </a:effectLst>
              </a:endParaRPr>
            </a:p>
          </p:txBody>
        </p:sp>
        <p:cxnSp>
          <p:nvCxnSpPr>
            <p:cNvPr id="128" name="直接连接符 127">
              <a:extLst>
                <a:ext uri="{FF2B5EF4-FFF2-40B4-BE49-F238E27FC236}">
                  <a16:creationId xmlns:a16="http://schemas.microsoft.com/office/drawing/2014/main" id="{99162DE1-0698-4F6E-9D35-7A51EFB68CA0}"/>
                </a:ext>
              </a:extLst>
            </p:cNvPr>
            <p:cNvCxnSpPr>
              <a:cxnSpLocks/>
            </p:cNvCxnSpPr>
            <p:nvPr/>
          </p:nvCxnSpPr>
          <p:spPr>
            <a:xfrm flipH="1">
              <a:off x="8244841" y="1091640"/>
              <a:ext cx="1" cy="206634"/>
            </a:xfrm>
            <a:prstGeom prst="line">
              <a:avLst/>
            </a:prstGeom>
            <a:ln w="57150"/>
          </p:spPr>
          <p:style>
            <a:lnRef idx="1">
              <a:schemeClr val="accent1"/>
            </a:lnRef>
            <a:fillRef idx="0">
              <a:schemeClr val="accent1"/>
            </a:fillRef>
            <a:effectRef idx="0">
              <a:schemeClr val="accent1"/>
            </a:effectRef>
            <a:fontRef idx="minor">
              <a:schemeClr val="tx1"/>
            </a:fontRef>
          </p:style>
        </p:cxnSp>
      </p:grpSp>
      <p:grpSp>
        <p:nvGrpSpPr>
          <p:cNvPr id="129" name="组合 128">
            <a:extLst>
              <a:ext uri="{FF2B5EF4-FFF2-40B4-BE49-F238E27FC236}">
                <a16:creationId xmlns:a16="http://schemas.microsoft.com/office/drawing/2014/main" id="{12444405-FF34-40E6-85BC-7DE80A594579}"/>
              </a:ext>
            </a:extLst>
          </p:cNvPr>
          <p:cNvGrpSpPr/>
          <p:nvPr/>
        </p:nvGrpSpPr>
        <p:grpSpPr>
          <a:xfrm>
            <a:off x="9862585" y="1801024"/>
            <a:ext cx="1111233" cy="1169607"/>
            <a:chOff x="7482141" y="1291767"/>
            <a:chExt cx="1111233" cy="1169607"/>
          </a:xfrm>
          <a:solidFill>
            <a:schemeClr val="accent5">
              <a:lumMod val="60000"/>
              <a:lumOff val="40000"/>
            </a:schemeClr>
          </a:solidFill>
        </p:grpSpPr>
        <p:sp>
          <p:nvSpPr>
            <p:cNvPr id="130" name="文本框 129">
              <a:extLst>
                <a:ext uri="{FF2B5EF4-FFF2-40B4-BE49-F238E27FC236}">
                  <a16:creationId xmlns:a16="http://schemas.microsoft.com/office/drawing/2014/main" id="{2D6B807B-0888-4F37-9B15-93AB8DFD6076}"/>
                </a:ext>
              </a:extLst>
            </p:cNvPr>
            <p:cNvSpPr txBox="1"/>
            <p:nvPr/>
          </p:nvSpPr>
          <p:spPr>
            <a:xfrm>
              <a:off x="7482141" y="1291767"/>
              <a:ext cx="1111233" cy="424732"/>
            </a:xfrm>
            <a:prstGeom prst="rect">
              <a:avLst/>
            </a:prstGeom>
            <a:grpFill/>
          </p:spPr>
          <p:txBody>
            <a:bodyPr wrap="square">
              <a:spAutoFit/>
            </a:bodyPr>
            <a:lstStyle/>
            <a:p>
              <a:pPr>
                <a:lnSpc>
                  <a:spcPct val="90000"/>
                </a:lnSpc>
              </a:pPr>
              <a:r>
                <a:rPr lang="en-US" altLang="zh-CN" sz="2400" b="1" dirty="0">
                  <a:solidFill>
                    <a:schemeClr val="accent2"/>
                  </a:solidFill>
                  <a:effectLst>
                    <a:outerShdw blurRad="38100" dist="38100" dir="2700000" algn="tl">
                      <a:srgbClr val="000000">
                        <a:alpha val="43137"/>
                      </a:srgbClr>
                    </a:outerShdw>
                  </a:effectLst>
                </a:rPr>
                <a:t>(</a:t>
              </a:r>
              <a:r>
                <a:rPr lang="en-US" altLang="zh-CN" sz="2400" b="1" dirty="0" err="1">
                  <a:solidFill>
                    <a:schemeClr val="accent2"/>
                  </a:solidFill>
                  <a:effectLst>
                    <a:outerShdw blurRad="38100" dist="38100" dir="2700000" algn="tl">
                      <a:srgbClr val="000000">
                        <a:alpha val="43137"/>
                      </a:srgbClr>
                    </a:outerShdw>
                  </a:effectLst>
                </a:rPr>
                <a:t>b,c,d</a:t>
              </a:r>
              <a:r>
                <a:rPr lang="en-US" altLang="zh-CN" sz="2400" b="1" dirty="0">
                  <a:solidFill>
                    <a:schemeClr val="accent2"/>
                  </a:solidFill>
                  <a:effectLst>
                    <a:outerShdw blurRad="38100" dist="38100" dir="2700000" algn="tl">
                      <a:srgbClr val="000000">
                        <a:alpha val="43137"/>
                      </a:srgbClr>
                    </a:outerShdw>
                  </a:effectLst>
                </a:rPr>
                <a:t>)</a:t>
              </a:r>
              <a:endParaRPr lang="zh-CN" altLang="en-US" sz="2400" b="1" dirty="0">
                <a:solidFill>
                  <a:schemeClr val="accent2"/>
                </a:solidFill>
                <a:effectLst>
                  <a:outerShdw blurRad="38100" dist="38100" dir="2700000" algn="tl">
                    <a:srgbClr val="000000">
                      <a:alpha val="43137"/>
                    </a:srgbClr>
                  </a:outerShdw>
                </a:effectLst>
              </a:endParaRPr>
            </a:p>
          </p:txBody>
        </p:sp>
        <p:cxnSp>
          <p:nvCxnSpPr>
            <p:cNvPr id="131" name="直接连接符 130">
              <a:extLst>
                <a:ext uri="{FF2B5EF4-FFF2-40B4-BE49-F238E27FC236}">
                  <a16:creationId xmlns:a16="http://schemas.microsoft.com/office/drawing/2014/main" id="{6083B408-6B58-4114-A868-379501AE9A4C}"/>
                </a:ext>
              </a:extLst>
            </p:cNvPr>
            <p:cNvCxnSpPr>
              <a:cxnSpLocks/>
              <a:stCxn id="130" idx="2"/>
            </p:cNvCxnSpPr>
            <p:nvPr/>
          </p:nvCxnSpPr>
          <p:spPr>
            <a:xfrm>
              <a:off x="8037758" y="1716499"/>
              <a:ext cx="0" cy="744875"/>
            </a:xfrm>
            <a:prstGeom prst="line">
              <a:avLst/>
            </a:prstGeom>
            <a:grpFill/>
            <a:ln w="5715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grpSp>
      <p:grpSp>
        <p:nvGrpSpPr>
          <p:cNvPr id="132" name="组合 131">
            <a:extLst>
              <a:ext uri="{FF2B5EF4-FFF2-40B4-BE49-F238E27FC236}">
                <a16:creationId xmlns:a16="http://schemas.microsoft.com/office/drawing/2014/main" id="{0AEE2734-8114-4C7E-BC76-0DF41544E105}"/>
              </a:ext>
            </a:extLst>
          </p:cNvPr>
          <p:cNvGrpSpPr/>
          <p:nvPr/>
        </p:nvGrpSpPr>
        <p:grpSpPr>
          <a:xfrm>
            <a:off x="8772597" y="1784413"/>
            <a:ext cx="812971" cy="785391"/>
            <a:chOff x="7397778" y="1291767"/>
            <a:chExt cx="812971" cy="785391"/>
          </a:xfrm>
          <a:solidFill>
            <a:schemeClr val="accent5">
              <a:lumMod val="60000"/>
              <a:lumOff val="40000"/>
            </a:schemeClr>
          </a:solidFill>
        </p:grpSpPr>
        <p:sp>
          <p:nvSpPr>
            <p:cNvPr id="133" name="文本框 132">
              <a:extLst>
                <a:ext uri="{FF2B5EF4-FFF2-40B4-BE49-F238E27FC236}">
                  <a16:creationId xmlns:a16="http://schemas.microsoft.com/office/drawing/2014/main" id="{F1B22D10-E3BB-48A9-92DB-44C79764A665}"/>
                </a:ext>
              </a:extLst>
            </p:cNvPr>
            <p:cNvSpPr txBox="1"/>
            <p:nvPr/>
          </p:nvSpPr>
          <p:spPr>
            <a:xfrm>
              <a:off x="7823750" y="1291767"/>
              <a:ext cx="386999" cy="424732"/>
            </a:xfrm>
            <a:prstGeom prst="rect">
              <a:avLst/>
            </a:prstGeom>
            <a:grpFill/>
          </p:spPr>
          <p:txBody>
            <a:bodyPr wrap="square">
              <a:spAutoFit/>
            </a:bodyPr>
            <a:lstStyle/>
            <a:p>
              <a:pPr>
                <a:lnSpc>
                  <a:spcPct val="90000"/>
                </a:lnSpc>
              </a:pPr>
              <a:r>
                <a:rPr lang="en-US" altLang="zh-CN" sz="2400" b="1" dirty="0">
                  <a:solidFill>
                    <a:schemeClr val="accent2"/>
                  </a:solidFill>
                  <a:effectLst>
                    <a:outerShdw blurRad="38100" dist="38100" dir="2700000" algn="tl">
                      <a:srgbClr val="000000">
                        <a:alpha val="43137"/>
                      </a:srgbClr>
                    </a:outerShdw>
                  </a:effectLst>
                </a:rPr>
                <a:t>()</a:t>
              </a:r>
              <a:endParaRPr lang="zh-CN" altLang="en-US" sz="2400" b="1" dirty="0">
                <a:solidFill>
                  <a:schemeClr val="accent2"/>
                </a:solidFill>
                <a:effectLst>
                  <a:outerShdw blurRad="38100" dist="38100" dir="2700000" algn="tl">
                    <a:srgbClr val="000000">
                      <a:alpha val="43137"/>
                    </a:srgbClr>
                  </a:outerShdw>
                </a:effectLst>
              </a:endParaRPr>
            </a:p>
          </p:txBody>
        </p:sp>
        <p:cxnSp>
          <p:nvCxnSpPr>
            <p:cNvPr id="134" name="直接连接符 133">
              <a:extLst>
                <a:ext uri="{FF2B5EF4-FFF2-40B4-BE49-F238E27FC236}">
                  <a16:creationId xmlns:a16="http://schemas.microsoft.com/office/drawing/2014/main" id="{069F6737-2328-463A-BDA2-C71DD76CA9AB}"/>
                </a:ext>
              </a:extLst>
            </p:cNvPr>
            <p:cNvCxnSpPr>
              <a:cxnSpLocks/>
            </p:cNvCxnSpPr>
            <p:nvPr/>
          </p:nvCxnSpPr>
          <p:spPr>
            <a:xfrm flipH="1">
              <a:off x="7397778" y="1679497"/>
              <a:ext cx="475152" cy="397661"/>
            </a:xfrm>
            <a:prstGeom prst="line">
              <a:avLst/>
            </a:prstGeom>
            <a:grpFill/>
            <a:ln w="5715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grpSp>
      <p:grpSp>
        <p:nvGrpSpPr>
          <p:cNvPr id="135" name="组合 134">
            <a:extLst>
              <a:ext uri="{FF2B5EF4-FFF2-40B4-BE49-F238E27FC236}">
                <a16:creationId xmlns:a16="http://schemas.microsoft.com/office/drawing/2014/main" id="{BB1DD5B8-DDB0-4C35-8A9E-8CA2E6DFC989}"/>
              </a:ext>
            </a:extLst>
          </p:cNvPr>
          <p:cNvGrpSpPr/>
          <p:nvPr/>
        </p:nvGrpSpPr>
        <p:grpSpPr>
          <a:xfrm>
            <a:off x="8202409" y="4249297"/>
            <a:ext cx="819661" cy="927426"/>
            <a:chOff x="7573460" y="867035"/>
            <a:chExt cx="849089" cy="849464"/>
          </a:xfrm>
          <a:solidFill>
            <a:schemeClr val="accent6">
              <a:lumMod val="60000"/>
              <a:lumOff val="40000"/>
            </a:schemeClr>
          </a:solidFill>
        </p:grpSpPr>
        <p:sp>
          <p:nvSpPr>
            <p:cNvPr id="136" name="文本框 135">
              <a:extLst>
                <a:ext uri="{FF2B5EF4-FFF2-40B4-BE49-F238E27FC236}">
                  <a16:creationId xmlns:a16="http://schemas.microsoft.com/office/drawing/2014/main" id="{8C2B3083-9879-4B57-8E07-A7E7F23EAD9F}"/>
                </a:ext>
              </a:extLst>
            </p:cNvPr>
            <p:cNvSpPr txBox="1"/>
            <p:nvPr/>
          </p:nvSpPr>
          <p:spPr>
            <a:xfrm>
              <a:off x="7573460" y="1291767"/>
              <a:ext cx="849089" cy="424732"/>
            </a:xfrm>
            <a:prstGeom prst="rect">
              <a:avLst/>
            </a:prstGeom>
            <a:grpFill/>
          </p:spPr>
          <p:txBody>
            <a:bodyPr wrap="square">
              <a:spAutoFit/>
            </a:bodyPr>
            <a:lstStyle/>
            <a:p>
              <a:pPr algn="ctr">
                <a:lnSpc>
                  <a:spcPct val="90000"/>
                </a:lnSpc>
              </a:pPr>
              <a:r>
                <a:rPr lang="en-US" altLang="zh-CN" sz="2400" b="1" dirty="0">
                  <a:solidFill>
                    <a:srgbClr val="C00000"/>
                  </a:solidFill>
                  <a:effectLst>
                    <a:outerShdw blurRad="38100" dist="38100" dir="2700000" algn="tl">
                      <a:srgbClr val="000000">
                        <a:alpha val="43137"/>
                      </a:srgbClr>
                    </a:outerShdw>
                  </a:effectLst>
                </a:rPr>
                <a:t>(</a:t>
              </a:r>
              <a:r>
                <a:rPr lang="en-US" altLang="zh-CN" sz="2400" b="1" dirty="0" err="1">
                  <a:solidFill>
                    <a:srgbClr val="C00000"/>
                  </a:solidFill>
                  <a:effectLst>
                    <a:outerShdw blurRad="38100" dist="38100" dir="2700000" algn="tl">
                      <a:srgbClr val="000000">
                        <a:alpha val="43137"/>
                      </a:srgbClr>
                    </a:outerShdw>
                  </a:effectLst>
                </a:rPr>
                <a:t>c,d</a:t>
              </a:r>
              <a:r>
                <a:rPr lang="en-US" altLang="zh-CN" sz="2400" b="1" dirty="0">
                  <a:solidFill>
                    <a:srgbClr val="C00000"/>
                  </a:solidFill>
                  <a:effectLst>
                    <a:outerShdw blurRad="38100" dist="38100" dir="2700000" algn="tl">
                      <a:srgbClr val="000000">
                        <a:alpha val="43137"/>
                      </a:srgbClr>
                    </a:outerShdw>
                  </a:effectLst>
                </a:rPr>
                <a:t>)</a:t>
              </a:r>
              <a:endParaRPr lang="zh-CN" altLang="en-US" sz="2400" b="1" dirty="0">
                <a:solidFill>
                  <a:srgbClr val="C00000"/>
                </a:solidFill>
                <a:effectLst>
                  <a:outerShdw blurRad="38100" dist="38100" dir="2700000" algn="tl">
                    <a:srgbClr val="000000">
                      <a:alpha val="43137"/>
                    </a:srgbClr>
                  </a:outerShdw>
                </a:effectLst>
              </a:endParaRPr>
            </a:p>
          </p:txBody>
        </p:sp>
        <p:cxnSp>
          <p:nvCxnSpPr>
            <p:cNvPr id="137" name="直接连接符 136">
              <a:extLst>
                <a:ext uri="{FF2B5EF4-FFF2-40B4-BE49-F238E27FC236}">
                  <a16:creationId xmlns:a16="http://schemas.microsoft.com/office/drawing/2014/main" id="{D36A1981-30DC-4C45-95BE-CDF6369DB60F}"/>
                </a:ext>
              </a:extLst>
            </p:cNvPr>
            <p:cNvCxnSpPr>
              <a:cxnSpLocks/>
              <a:endCxn id="136" idx="0"/>
            </p:cNvCxnSpPr>
            <p:nvPr/>
          </p:nvCxnSpPr>
          <p:spPr>
            <a:xfrm>
              <a:off x="7998005" y="867035"/>
              <a:ext cx="0" cy="424732"/>
            </a:xfrm>
            <a:prstGeom prst="line">
              <a:avLst/>
            </a:prstGeom>
            <a:grpFill/>
            <a:ln w="571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grpSp>
      <p:grpSp>
        <p:nvGrpSpPr>
          <p:cNvPr id="138" name="组合 137">
            <a:extLst>
              <a:ext uri="{FF2B5EF4-FFF2-40B4-BE49-F238E27FC236}">
                <a16:creationId xmlns:a16="http://schemas.microsoft.com/office/drawing/2014/main" id="{D4342DC2-7239-4A20-A7C3-8C4B7B5CAB25}"/>
              </a:ext>
            </a:extLst>
          </p:cNvPr>
          <p:cNvGrpSpPr/>
          <p:nvPr/>
        </p:nvGrpSpPr>
        <p:grpSpPr>
          <a:xfrm>
            <a:off x="7636047" y="4139595"/>
            <a:ext cx="447355" cy="1033743"/>
            <a:chOff x="7728240" y="693772"/>
            <a:chExt cx="447355" cy="1021367"/>
          </a:xfrm>
          <a:solidFill>
            <a:schemeClr val="accent6">
              <a:lumMod val="60000"/>
              <a:lumOff val="40000"/>
            </a:schemeClr>
          </a:solidFill>
        </p:grpSpPr>
        <p:sp>
          <p:nvSpPr>
            <p:cNvPr id="139" name="文本框 138">
              <a:extLst>
                <a:ext uri="{FF2B5EF4-FFF2-40B4-BE49-F238E27FC236}">
                  <a16:creationId xmlns:a16="http://schemas.microsoft.com/office/drawing/2014/main" id="{30CCC44B-67E6-46C4-AD21-E1BC6E15DBC2}"/>
                </a:ext>
              </a:extLst>
            </p:cNvPr>
            <p:cNvSpPr txBox="1"/>
            <p:nvPr/>
          </p:nvSpPr>
          <p:spPr>
            <a:xfrm>
              <a:off x="7728240" y="1290407"/>
              <a:ext cx="447355" cy="424732"/>
            </a:xfrm>
            <a:prstGeom prst="rect">
              <a:avLst/>
            </a:prstGeom>
            <a:grpFill/>
          </p:spPr>
          <p:txBody>
            <a:bodyPr wrap="square">
              <a:spAutoFit/>
            </a:bodyPr>
            <a:lstStyle/>
            <a:p>
              <a:pPr algn="ctr">
                <a:lnSpc>
                  <a:spcPct val="90000"/>
                </a:lnSpc>
              </a:pPr>
              <a:r>
                <a:rPr lang="en-US" altLang="zh-CN" sz="2400" b="1" dirty="0">
                  <a:solidFill>
                    <a:srgbClr val="C00000"/>
                  </a:solidFill>
                  <a:effectLst>
                    <a:outerShdw blurRad="38100" dist="38100" dir="2700000" algn="tl">
                      <a:srgbClr val="000000">
                        <a:alpha val="43137"/>
                      </a:srgbClr>
                    </a:outerShdw>
                  </a:effectLst>
                </a:rPr>
                <a:t>b</a:t>
              </a:r>
              <a:endParaRPr lang="zh-CN" altLang="en-US" sz="2400" b="1" dirty="0">
                <a:solidFill>
                  <a:srgbClr val="C00000"/>
                </a:solidFill>
                <a:effectLst>
                  <a:outerShdw blurRad="38100" dist="38100" dir="2700000" algn="tl">
                    <a:srgbClr val="000000">
                      <a:alpha val="43137"/>
                    </a:srgbClr>
                  </a:outerShdw>
                </a:effectLst>
              </a:endParaRPr>
            </a:p>
          </p:txBody>
        </p:sp>
        <p:cxnSp>
          <p:nvCxnSpPr>
            <p:cNvPr id="140" name="直接连接符 139">
              <a:extLst>
                <a:ext uri="{FF2B5EF4-FFF2-40B4-BE49-F238E27FC236}">
                  <a16:creationId xmlns:a16="http://schemas.microsoft.com/office/drawing/2014/main" id="{F63A100B-84A8-4D06-8CAE-743BD0AEFF48}"/>
                </a:ext>
              </a:extLst>
            </p:cNvPr>
            <p:cNvCxnSpPr>
              <a:cxnSpLocks/>
              <a:endCxn id="139" idx="0"/>
            </p:cNvCxnSpPr>
            <p:nvPr/>
          </p:nvCxnSpPr>
          <p:spPr>
            <a:xfrm>
              <a:off x="7930319" y="693772"/>
              <a:ext cx="21599" cy="596635"/>
            </a:xfrm>
            <a:prstGeom prst="line">
              <a:avLst/>
            </a:prstGeom>
            <a:grpFill/>
            <a:ln w="57150">
              <a:solidFill>
                <a:schemeClr val="accent6">
                  <a:lumMod val="60000"/>
                  <a:lumOff val="40000"/>
                </a:schemeClr>
              </a:solidFill>
            </a:ln>
          </p:spPr>
          <p:style>
            <a:lnRef idx="1">
              <a:schemeClr val="accent1"/>
            </a:lnRef>
            <a:fillRef idx="0">
              <a:schemeClr val="accent1"/>
            </a:fillRef>
            <a:effectRef idx="0">
              <a:schemeClr val="accent1"/>
            </a:effectRef>
            <a:fontRef idx="minor">
              <a:schemeClr val="tx1"/>
            </a:fontRef>
          </p:style>
        </p:cxnSp>
      </p:grpSp>
      <p:grpSp>
        <p:nvGrpSpPr>
          <p:cNvPr id="151" name="组合 150">
            <a:extLst>
              <a:ext uri="{FF2B5EF4-FFF2-40B4-BE49-F238E27FC236}">
                <a16:creationId xmlns:a16="http://schemas.microsoft.com/office/drawing/2014/main" id="{A1642215-9537-44D0-B4FA-51C0B8826197}"/>
              </a:ext>
            </a:extLst>
          </p:cNvPr>
          <p:cNvGrpSpPr/>
          <p:nvPr/>
        </p:nvGrpSpPr>
        <p:grpSpPr>
          <a:xfrm>
            <a:off x="9181836" y="4126438"/>
            <a:ext cx="421340" cy="1002879"/>
            <a:chOff x="7899153" y="727807"/>
            <a:chExt cx="436467" cy="918574"/>
          </a:xfrm>
          <a:solidFill>
            <a:schemeClr val="accent4">
              <a:lumMod val="75000"/>
            </a:schemeClr>
          </a:solidFill>
        </p:grpSpPr>
        <p:sp>
          <p:nvSpPr>
            <p:cNvPr id="152" name="文本框 151">
              <a:extLst>
                <a:ext uri="{FF2B5EF4-FFF2-40B4-BE49-F238E27FC236}">
                  <a16:creationId xmlns:a16="http://schemas.microsoft.com/office/drawing/2014/main" id="{5FB6D8D1-8BB3-49E8-8F28-12A5BB1D4848}"/>
                </a:ext>
              </a:extLst>
            </p:cNvPr>
            <p:cNvSpPr txBox="1"/>
            <p:nvPr/>
          </p:nvSpPr>
          <p:spPr>
            <a:xfrm>
              <a:off x="7899153" y="1257353"/>
              <a:ext cx="436467" cy="389028"/>
            </a:xfrm>
            <a:prstGeom prst="rect">
              <a:avLst/>
            </a:prstGeom>
            <a:solidFill>
              <a:schemeClr val="accent4">
                <a:lumMod val="75000"/>
              </a:schemeClr>
            </a:solidFill>
          </p:spPr>
          <p:txBody>
            <a:bodyPr wrap="square">
              <a:spAutoFit/>
            </a:bodyPr>
            <a:lstStyle/>
            <a:p>
              <a:pPr algn="ctr">
                <a:lnSpc>
                  <a:spcPct val="90000"/>
                </a:lnSpc>
              </a:pPr>
              <a:r>
                <a:rPr lang="en-US" altLang="zh-CN" sz="2400" b="1" dirty="0">
                  <a:solidFill>
                    <a:schemeClr val="accent4">
                      <a:lumMod val="40000"/>
                      <a:lumOff val="60000"/>
                    </a:schemeClr>
                  </a:solidFill>
                  <a:effectLst>
                    <a:outerShdw blurRad="38100" dist="38100" dir="2700000" algn="tl">
                      <a:srgbClr val="000000">
                        <a:alpha val="43137"/>
                      </a:srgbClr>
                    </a:outerShdw>
                  </a:effectLst>
                </a:rPr>
                <a:t>c</a:t>
              </a:r>
              <a:endParaRPr lang="zh-CN" altLang="en-US" sz="2400" b="1" dirty="0">
                <a:solidFill>
                  <a:schemeClr val="accent4">
                    <a:lumMod val="40000"/>
                    <a:lumOff val="60000"/>
                  </a:schemeClr>
                </a:solidFill>
                <a:effectLst>
                  <a:outerShdw blurRad="38100" dist="38100" dir="2700000" algn="tl">
                    <a:srgbClr val="000000">
                      <a:alpha val="43137"/>
                    </a:srgbClr>
                  </a:outerShdw>
                </a:effectLst>
              </a:endParaRPr>
            </a:p>
          </p:txBody>
        </p:sp>
        <p:cxnSp>
          <p:nvCxnSpPr>
            <p:cNvPr id="153" name="直接连接符 152">
              <a:extLst>
                <a:ext uri="{FF2B5EF4-FFF2-40B4-BE49-F238E27FC236}">
                  <a16:creationId xmlns:a16="http://schemas.microsoft.com/office/drawing/2014/main" id="{D584C698-2477-4D41-B300-7C77FC29B98A}"/>
                </a:ext>
              </a:extLst>
            </p:cNvPr>
            <p:cNvCxnSpPr>
              <a:cxnSpLocks/>
              <a:endCxn id="152" idx="0"/>
            </p:cNvCxnSpPr>
            <p:nvPr/>
          </p:nvCxnSpPr>
          <p:spPr>
            <a:xfrm>
              <a:off x="7967432" y="727807"/>
              <a:ext cx="149954" cy="529546"/>
            </a:xfrm>
            <a:prstGeom prst="line">
              <a:avLst/>
            </a:prstGeom>
            <a:grpFill/>
            <a:ln w="5715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157" name="组合 156">
            <a:extLst>
              <a:ext uri="{FF2B5EF4-FFF2-40B4-BE49-F238E27FC236}">
                <a16:creationId xmlns:a16="http://schemas.microsoft.com/office/drawing/2014/main" id="{CEB768F8-C1A8-4EE4-926A-BAC426DA675D}"/>
              </a:ext>
            </a:extLst>
          </p:cNvPr>
          <p:cNvGrpSpPr/>
          <p:nvPr/>
        </p:nvGrpSpPr>
        <p:grpSpPr>
          <a:xfrm>
            <a:off x="10215607" y="3676409"/>
            <a:ext cx="1390150" cy="424732"/>
            <a:chOff x="6833538" y="1291767"/>
            <a:chExt cx="1440063" cy="389028"/>
          </a:xfrm>
          <a:solidFill>
            <a:schemeClr val="accent4">
              <a:lumMod val="60000"/>
              <a:lumOff val="40000"/>
            </a:schemeClr>
          </a:solidFill>
        </p:grpSpPr>
        <p:sp>
          <p:nvSpPr>
            <p:cNvPr id="158" name="文本框 157">
              <a:extLst>
                <a:ext uri="{FF2B5EF4-FFF2-40B4-BE49-F238E27FC236}">
                  <a16:creationId xmlns:a16="http://schemas.microsoft.com/office/drawing/2014/main" id="{3CABE120-871F-4CAE-A199-C41BD4B8CA6E}"/>
                </a:ext>
              </a:extLst>
            </p:cNvPr>
            <p:cNvSpPr txBox="1"/>
            <p:nvPr/>
          </p:nvSpPr>
          <p:spPr>
            <a:xfrm>
              <a:off x="7811336" y="1291767"/>
              <a:ext cx="462265" cy="389028"/>
            </a:xfrm>
            <a:prstGeom prst="rect">
              <a:avLst/>
            </a:prstGeom>
            <a:grpFill/>
          </p:spPr>
          <p:txBody>
            <a:bodyPr wrap="square">
              <a:spAutoFit/>
            </a:bodyPr>
            <a:lstStyle/>
            <a:p>
              <a:pPr algn="ctr">
                <a:lnSpc>
                  <a:spcPct val="90000"/>
                </a:lnSpc>
              </a:pPr>
              <a:r>
                <a:rPr lang="en-US" altLang="zh-CN" sz="2400" b="1" dirty="0">
                  <a:solidFill>
                    <a:srgbClr val="0070C0"/>
                  </a:solidFill>
                  <a:effectLst>
                    <a:outerShdw blurRad="38100" dist="38100" dir="2700000" algn="tl">
                      <a:srgbClr val="000000">
                        <a:alpha val="43137"/>
                      </a:srgbClr>
                    </a:outerShdw>
                  </a:effectLst>
                </a:rPr>
                <a:t>d</a:t>
              </a:r>
              <a:endParaRPr lang="zh-CN" altLang="en-US" sz="2400" b="1" dirty="0">
                <a:solidFill>
                  <a:srgbClr val="0070C0"/>
                </a:solidFill>
                <a:effectLst>
                  <a:outerShdw blurRad="38100" dist="38100" dir="2700000" algn="tl">
                    <a:srgbClr val="000000">
                      <a:alpha val="43137"/>
                    </a:srgbClr>
                  </a:outerShdw>
                </a:effectLst>
              </a:endParaRPr>
            </a:p>
          </p:txBody>
        </p:sp>
        <p:cxnSp>
          <p:nvCxnSpPr>
            <p:cNvPr id="159" name="直接连接符 158">
              <a:extLst>
                <a:ext uri="{FF2B5EF4-FFF2-40B4-BE49-F238E27FC236}">
                  <a16:creationId xmlns:a16="http://schemas.microsoft.com/office/drawing/2014/main" id="{3111ADE3-839C-4E40-9B55-55F116A1084C}"/>
                </a:ext>
              </a:extLst>
            </p:cNvPr>
            <p:cNvCxnSpPr>
              <a:cxnSpLocks/>
            </p:cNvCxnSpPr>
            <p:nvPr/>
          </p:nvCxnSpPr>
          <p:spPr>
            <a:xfrm flipV="1">
              <a:off x="6833538" y="1499161"/>
              <a:ext cx="989149" cy="15468"/>
            </a:xfrm>
            <a:prstGeom prst="line">
              <a:avLst/>
            </a:prstGeom>
            <a:grpFill/>
            <a:ln w="5715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grpSp>
      <p:grpSp>
        <p:nvGrpSpPr>
          <p:cNvPr id="164" name="组合 163">
            <a:extLst>
              <a:ext uri="{FF2B5EF4-FFF2-40B4-BE49-F238E27FC236}">
                <a16:creationId xmlns:a16="http://schemas.microsoft.com/office/drawing/2014/main" id="{963D6141-62C6-4C70-A074-EB86358798C4}"/>
              </a:ext>
            </a:extLst>
          </p:cNvPr>
          <p:cNvGrpSpPr/>
          <p:nvPr/>
        </p:nvGrpSpPr>
        <p:grpSpPr>
          <a:xfrm>
            <a:off x="10608816" y="3121273"/>
            <a:ext cx="994245" cy="424732"/>
            <a:chOff x="7243659" y="1291767"/>
            <a:chExt cx="1029942" cy="389028"/>
          </a:xfrm>
          <a:solidFill>
            <a:schemeClr val="accent4">
              <a:lumMod val="60000"/>
              <a:lumOff val="40000"/>
            </a:schemeClr>
          </a:solidFill>
        </p:grpSpPr>
        <p:sp>
          <p:nvSpPr>
            <p:cNvPr id="165" name="文本框 164">
              <a:extLst>
                <a:ext uri="{FF2B5EF4-FFF2-40B4-BE49-F238E27FC236}">
                  <a16:creationId xmlns:a16="http://schemas.microsoft.com/office/drawing/2014/main" id="{DED8447A-7750-4FEB-B8CA-5EF06FD29FAB}"/>
                </a:ext>
              </a:extLst>
            </p:cNvPr>
            <p:cNvSpPr txBox="1"/>
            <p:nvPr/>
          </p:nvSpPr>
          <p:spPr>
            <a:xfrm>
              <a:off x="7811336" y="1291767"/>
              <a:ext cx="462265" cy="389028"/>
            </a:xfrm>
            <a:prstGeom prst="rect">
              <a:avLst/>
            </a:prstGeom>
            <a:grpFill/>
          </p:spPr>
          <p:txBody>
            <a:bodyPr wrap="square">
              <a:spAutoFit/>
            </a:bodyPr>
            <a:lstStyle/>
            <a:p>
              <a:pPr algn="ctr">
                <a:lnSpc>
                  <a:spcPct val="90000"/>
                </a:lnSpc>
              </a:pPr>
              <a:r>
                <a:rPr lang="en-US" altLang="zh-CN" sz="2400" b="1" dirty="0">
                  <a:solidFill>
                    <a:srgbClr val="0070C0"/>
                  </a:solidFill>
                  <a:effectLst>
                    <a:outerShdw blurRad="38100" dist="38100" dir="2700000" algn="tl">
                      <a:srgbClr val="000000">
                        <a:alpha val="43137"/>
                      </a:srgbClr>
                    </a:outerShdw>
                  </a:effectLst>
                </a:rPr>
                <a:t>()</a:t>
              </a:r>
              <a:endParaRPr lang="zh-CN" altLang="en-US" sz="2400" b="1" dirty="0">
                <a:solidFill>
                  <a:srgbClr val="0070C0"/>
                </a:solidFill>
                <a:effectLst>
                  <a:outerShdw blurRad="38100" dist="38100" dir="2700000" algn="tl">
                    <a:srgbClr val="000000">
                      <a:alpha val="43137"/>
                    </a:srgbClr>
                  </a:outerShdw>
                </a:effectLst>
              </a:endParaRPr>
            </a:p>
          </p:txBody>
        </p:sp>
        <p:cxnSp>
          <p:nvCxnSpPr>
            <p:cNvPr id="166" name="直接连接符 165">
              <a:extLst>
                <a:ext uri="{FF2B5EF4-FFF2-40B4-BE49-F238E27FC236}">
                  <a16:creationId xmlns:a16="http://schemas.microsoft.com/office/drawing/2014/main" id="{E6C50A1A-DF83-426C-BA5E-993A22850616}"/>
                </a:ext>
              </a:extLst>
            </p:cNvPr>
            <p:cNvCxnSpPr>
              <a:cxnSpLocks/>
            </p:cNvCxnSpPr>
            <p:nvPr/>
          </p:nvCxnSpPr>
          <p:spPr>
            <a:xfrm flipV="1">
              <a:off x="7243659" y="1498870"/>
              <a:ext cx="577153" cy="3946"/>
            </a:xfrm>
            <a:prstGeom prst="line">
              <a:avLst/>
            </a:prstGeom>
            <a:grpFill/>
            <a:ln w="57150">
              <a:solidFill>
                <a:schemeClr val="accent4">
                  <a:lumMod val="60000"/>
                  <a:lumOff val="40000"/>
                </a:schemeClr>
              </a:solidFill>
            </a:ln>
          </p:spPr>
          <p:style>
            <a:lnRef idx="1">
              <a:schemeClr val="accent1"/>
            </a:lnRef>
            <a:fillRef idx="0">
              <a:schemeClr val="accent1"/>
            </a:fillRef>
            <a:effectRef idx="0">
              <a:schemeClr val="accent1"/>
            </a:effectRef>
            <a:fontRef idx="minor">
              <a:schemeClr val="tx1"/>
            </a:fontRef>
          </p:style>
        </p:cxnSp>
      </p:grpSp>
      <p:grpSp>
        <p:nvGrpSpPr>
          <p:cNvPr id="146" name="组合 145">
            <a:extLst>
              <a:ext uri="{FF2B5EF4-FFF2-40B4-BE49-F238E27FC236}">
                <a16:creationId xmlns:a16="http://schemas.microsoft.com/office/drawing/2014/main" id="{0909A9C8-672F-45A2-9C48-EFC6C23E892D}"/>
              </a:ext>
            </a:extLst>
          </p:cNvPr>
          <p:cNvGrpSpPr/>
          <p:nvPr/>
        </p:nvGrpSpPr>
        <p:grpSpPr>
          <a:xfrm>
            <a:off x="9737086" y="4252989"/>
            <a:ext cx="590029" cy="873172"/>
            <a:chOff x="7811336" y="881024"/>
            <a:chExt cx="611213" cy="799771"/>
          </a:xfrm>
          <a:solidFill>
            <a:schemeClr val="accent4">
              <a:lumMod val="75000"/>
            </a:schemeClr>
          </a:solidFill>
        </p:grpSpPr>
        <p:sp>
          <p:nvSpPr>
            <p:cNvPr id="147" name="文本框 146">
              <a:extLst>
                <a:ext uri="{FF2B5EF4-FFF2-40B4-BE49-F238E27FC236}">
                  <a16:creationId xmlns:a16="http://schemas.microsoft.com/office/drawing/2014/main" id="{5551AA12-017C-4F3D-AD88-C8EA03B3B848}"/>
                </a:ext>
              </a:extLst>
            </p:cNvPr>
            <p:cNvSpPr txBox="1"/>
            <p:nvPr/>
          </p:nvSpPr>
          <p:spPr>
            <a:xfrm>
              <a:off x="7811336" y="1291767"/>
              <a:ext cx="611213" cy="389028"/>
            </a:xfrm>
            <a:prstGeom prst="rect">
              <a:avLst/>
            </a:prstGeom>
            <a:solidFill>
              <a:schemeClr val="accent4">
                <a:lumMod val="75000"/>
              </a:schemeClr>
            </a:solidFill>
          </p:spPr>
          <p:txBody>
            <a:bodyPr wrap="square">
              <a:spAutoFit/>
            </a:bodyPr>
            <a:lstStyle/>
            <a:p>
              <a:pPr algn="ctr">
                <a:lnSpc>
                  <a:spcPct val="90000"/>
                </a:lnSpc>
              </a:pPr>
              <a:r>
                <a:rPr lang="en-US" altLang="zh-CN" sz="2400" b="1" dirty="0">
                  <a:solidFill>
                    <a:schemeClr val="accent4">
                      <a:lumMod val="40000"/>
                      <a:lumOff val="60000"/>
                    </a:schemeClr>
                  </a:solidFill>
                  <a:effectLst>
                    <a:outerShdw blurRad="38100" dist="38100" dir="2700000" algn="tl">
                      <a:srgbClr val="000000">
                        <a:alpha val="43137"/>
                      </a:srgbClr>
                    </a:outerShdw>
                  </a:effectLst>
                </a:rPr>
                <a:t>(d)</a:t>
              </a:r>
              <a:endParaRPr lang="zh-CN" altLang="en-US" sz="2400" b="1" dirty="0">
                <a:solidFill>
                  <a:schemeClr val="accent4">
                    <a:lumMod val="40000"/>
                    <a:lumOff val="60000"/>
                  </a:schemeClr>
                </a:solidFill>
                <a:effectLst>
                  <a:outerShdw blurRad="38100" dist="38100" dir="2700000" algn="tl">
                    <a:srgbClr val="000000">
                      <a:alpha val="43137"/>
                    </a:srgbClr>
                  </a:outerShdw>
                </a:effectLst>
              </a:endParaRPr>
            </a:p>
          </p:txBody>
        </p:sp>
        <p:cxnSp>
          <p:nvCxnSpPr>
            <p:cNvPr id="148" name="直接连接符 147">
              <a:extLst>
                <a:ext uri="{FF2B5EF4-FFF2-40B4-BE49-F238E27FC236}">
                  <a16:creationId xmlns:a16="http://schemas.microsoft.com/office/drawing/2014/main" id="{30B13411-569C-4DEA-88BC-A62605A5BC8C}"/>
                </a:ext>
              </a:extLst>
            </p:cNvPr>
            <p:cNvCxnSpPr>
              <a:cxnSpLocks/>
              <a:endCxn id="147" idx="0"/>
            </p:cNvCxnSpPr>
            <p:nvPr/>
          </p:nvCxnSpPr>
          <p:spPr>
            <a:xfrm>
              <a:off x="8116942" y="881024"/>
              <a:ext cx="1" cy="410743"/>
            </a:xfrm>
            <a:prstGeom prst="line">
              <a:avLst/>
            </a:prstGeom>
            <a:grpFill/>
            <a:ln w="5715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2380323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up)">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wipe(up)">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wipe(up)">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wipe(up)">
                                      <p:cBhvr>
                                        <p:cTn id="22" dur="5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grpId="0"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wipe(up)">
                                      <p:cBhvr>
                                        <p:cTn id="27" dur="500"/>
                                        <p:tgtEl>
                                          <p:spTgt spid="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4">
                                            <p:txEl>
                                              <p:pRg st="5" end="5"/>
                                            </p:txEl>
                                          </p:spTgt>
                                        </p:tgtEl>
                                        <p:attrNameLst>
                                          <p:attrName>style.visibility</p:attrName>
                                        </p:attrNameLst>
                                      </p:cBhvr>
                                      <p:to>
                                        <p:strVal val="visible"/>
                                      </p:to>
                                    </p:set>
                                    <p:animEffect transition="in" filter="wipe(up)">
                                      <p:cBhvr>
                                        <p:cTn id="32" dur="500"/>
                                        <p:tgtEl>
                                          <p:spTgt spid="4">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4">
                                            <p:txEl>
                                              <p:pRg st="6" end="6"/>
                                            </p:txEl>
                                          </p:spTgt>
                                        </p:tgtEl>
                                        <p:attrNameLst>
                                          <p:attrName>style.visibility</p:attrName>
                                        </p:attrNameLst>
                                      </p:cBhvr>
                                      <p:to>
                                        <p:strVal val="visible"/>
                                      </p:to>
                                    </p:set>
                                    <p:animEffect transition="in" filter="wipe(up)">
                                      <p:cBhvr>
                                        <p:cTn id="37" dur="500"/>
                                        <p:tgtEl>
                                          <p:spTgt spid="4">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1" fill="hold" grpId="0" nodeType="clickEffect">
                                  <p:stCondLst>
                                    <p:cond delay="0"/>
                                  </p:stCondLst>
                                  <p:childTnLst>
                                    <p:set>
                                      <p:cBhvr>
                                        <p:cTn id="41" dur="1" fill="hold">
                                          <p:stCondLst>
                                            <p:cond delay="0"/>
                                          </p:stCondLst>
                                        </p:cTn>
                                        <p:tgtEl>
                                          <p:spTgt spid="4">
                                            <p:txEl>
                                              <p:pRg st="7" end="7"/>
                                            </p:txEl>
                                          </p:spTgt>
                                        </p:tgtEl>
                                        <p:attrNameLst>
                                          <p:attrName>style.visibility</p:attrName>
                                        </p:attrNameLst>
                                      </p:cBhvr>
                                      <p:to>
                                        <p:strVal val="visible"/>
                                      </p:to>
                                    </p:set>
                                    <p:animEffect transition="in" filter="wipe(up)">
                                      <p:cBhvr>
                                        <p:cTn id="42" dur="500"/>
                                        <p:tgtEl>
                                          <p:spTgt spid="4">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2"/>
                                        </p:tgtEl>
                                        <p:attrNameLst>
                                          <p:attrName>style.visibility</p:attrName>
                                        </p:attrNameLst>
                                      </p:cBhvr>
                                      <p:to>
                                        <p:strVal val="visible"/>
                                      </p:to>
                                    </p:set>
                                    <p:animEffect transition="in" filter="wipe(left)">
                                      <p:cBhvr>
                                        <p:cTn id="47" dur="500"/>
                                        <p:tgtEl>
                                          <p:spTgt spid="2"/>
                                        </p:tgtEl>
                                      </p:cBhvr>
                                    </p:animEffect>
                                  </p:childTnLst>
                                </p:cTn>
                              </p:par>
                            </p:childTnLst>
                          </p:cTn>
                        </p:par>
                      </p:childTnLst>
                    </p:cTn>
                  </p:par>
                  <p:par>
                    <p:cTn id="48" fill="hold">
                      <p:stCondLst>
                        <p:cond delay="indefinite"/>
                      </p:stCondLst>
                      <p:childTnLst>
                        <p:par>
                          <p:cTn id="49" fill="hold">
                            <p:stCondLst>
                              <p:cond delay="0"/>
                            </p:stCondLst>
                            <p:childTnLst>
                              <p:par>
                                <p:cTn id="50" presetID="16" presetClass="entr" presetSubtype="21" fill="hold" grpId="0" nodeType="clickEffect">
                                  <p:stCondLst>
                                    <p:cond delay="0"/>
                                  </p:stCondLst>
                                  <p:childTnLst>
                                    <p:set>
                                      <p:cBhvr>
                                        <p:cTn id="51" dur="1" fill="hold">
                                          <p:stCondLst>
                                            <p:cond delay="0"/>
                                          </p:stCondLst>
                                        </p:cTn>
                                        <p:tgtEl>
                                          <p:spTgt spid="71"/>
                                        </p:tgtEl>
                                        <p:attrNameLst>
                                          <p:attrName>style.visibility</p:attrName>
                                        </p:attrNameLst>
                                      </p:cBhvr>
                                      <p:to>
                                        <p:strVal val="visible"/>
                                      </p:to>
                                    </p:set>
                                    <p:animEffect transition="in" filter="barn(inVertical)">
                                      <p:cBhvr>
                                        <p:cTn id="52" dur="500"/>
                                        <p:tgtEl>
                                          <p:spTgt spid="71"/>
                                        </p:tgtEl>
                                      </p:cBhvr>
                                    </p:animEffect>
                                  </p:childTnLst>
                                </p:cTn>
                              </p:par>
                            </p:childTnLst>
                          </p:cTn>
                        </p:par>
                        <p:par>
                          <p:cTn id="53" fill="hold">
                            <p:stCondLst>
                              <p:cond delay="500"/>
                            </p:stCondLst>
                            <p:childTnLst>
                              <p:par>
                                <p:cTn id="54" presetID="22" presetClass="entr" presetSubtype="1" fill="hold" nodeType="afterEffect">
                                  <p:stCondLst>
                                    <p:cond delay="0"/>
                                  </p:stCondLst>
                                  <p:childTnLst>
                                    <p:set>
                                      <p:cBhvr>
                                        <p:cTn id="55" dur="1" fill="hold">
                                          <p:stCondLst>
                                            <p:cond delay="0"/>
                                          </p:stCondLst>
                                        </p:cTn>
                                        <p:tgtEl>
                                          <p:spTgt spid="126"/>
                                        </p:tgtEl>
                                        <p:attrNameLst>
                                          <p:attrName>style.visibility</p:attrName>
                                        </p:attrNameLst>
                                      </p:cBhvr>
                                      <p:to>
                                        <p:strVal val="visible"/>
                                      </p:to>
                                    </p:set>
                                    <p:animEffect transition="in" filter="wipe(up)">
                                      <p:cBhvr>
                                        <p:cTn id="56" dur="500"/>
                                        <p:tgtEl>
                                          <p:spTgt spid="126"/>
                                        </p:tgtEl>
                                      </p:cBhvr>
                                    </p:animEffect>
                                  </p:childTnLst>
                                </p:cTn>
                              </p:par>
                            </p:childTnLst>
                          </p:cTn>
                        </p:par>
                        <p:par>
                          <p:cTn id="57" fill="hold">
                            <p:stCondLst>
                              <p:cond delay="1000"/>
                            </p:stCondLst>
                            <p:childTnLst>
                              <p:par>
                                <p:cTn id="58" presetID="16" presetClass="entr" presetSubtype="21" fill="hold" grpId="0" nodeType="afterEffect">
                                  <p:stCondLst>
                                    <p:cond delay="0"/>
                                  </p:stCondLst>
                                  <p:childTnLst>
                                    <p:set>
                                      <p:cBhvr>
                                        <p:cTn id="59" dur="1" fill="hold">
                                          <p:stCondLst>
                                            <p:cond delay="0"/>
                                          </p:stCondLst>
                                        </p:cTn>
                                        <p:tgtEl>
                                          <p:spTgt spid="54"/>
                                        </p:tgtEl>
                                        <p:attrNameLst>
                                          <p:attrName>style.visibility</p:attrName>
                                        </p:attrNameLst>
                                      </p:cBhvr>
                                      <p:to>
                                        <p:strVal val="visible"/>
                                      </p:to>
                                    </p:set>
                                    <p:animEffect transition="in" filter="barn(inVertical)">
                                      <p:cBhvr>
                                        <p:cTn id="60" dur="500"/>
                                        <p:tgtEl>
                                          <p:spTgt spid="54"/>
                                        </p:tgtEl>
                                      </p:cBhvr>
                                    </p:animEffect>
                                  </p:childTnLst>
                                </p:cTn>
                              </p:par>
                            </p:childTnLst>
                          </p:cTn>
                        </p:par>
                        <p:par>
                          <p:cTn id="61" fill="hold">
                            <p:stCondLst>
                              <p:cond delay="1500"/>
                            </p:stCondLst>
                            <p:childTnLst>
                              <p:par>
                                <p:cTn id="62" presetID="22" presetClass="entr" presetSubtype="4" fill="hold" nodeType="afterEffect">
                                  <p:stCondLst>
                                    <p:cond delay="0"/>
                                  </p:stCondLst>
                                  <p:childTnLst>
                                    <p:set>
                                      <p:cBhvr>
                                        <p:cTn id="63" dur="1" fill="hold">
                                          <p:stCondLst>
                                            <p:cond delay="0"/>
                                          </p:stCondLst>
                                        </p:cTn>
                                        <p:tgtEl>
                                          <p:spTgt spid="9"/>
                                        </p:tgtEl>
                                        <p:attrNameLst>
                                          <p:attrName>style.visibility</p:attrName>
                                        </p:attrNameLst>
                                      </p:cBhvr>
                                      <p:to>
                                        <p:strVal val="visible"/>
                                      </p:to>
                                    </p:set>
                                    <p:animEffect transition="in" filter="wipe(down)">
                                      <p:cBhvr>
                                        <p:cTn id="64" dur="500"/>
                                        <p:tgtEl>
                                          <p:spTgt spid="9"/>
                                        </p:tgtEl>
                                      </p:cBhvr>
                                    </p:animEffect>
                                  </p:childTnLst>
                                </p:cTn>
                              </p:par>
                            </p:childTnLst>
                          </p:cTn>
                        </p:par>
                      </p:childTnLst>
                    </p:cTn>
                  </p:par>
                  <p:par>
                    <p:cTn id="65" fill="hold">
                      <p:stCondLst>
                        <p:cond delay="indefinite"/>
                      </p:stCondLst>
                      <p:childTnLst>
                        <p:par>
                          <p:cTn id="66" fill="hold">
                            <p:stCondLst>
                              <p:cond delay="0"/>
                            </p:stCondLst>
                            <p:childTnLst>
                              <p:par>
                                <p:cTn id="67" presetID="16" presetClass="entr" presetSubtype="21" fill="hold" grpId="0" nodeType="clickEffect">
                                  <p:stCondLst>
                                    <p:cond delay="0"/>
                                  </p:stCondLst>
                                  <p:childTnLst>
                                    <p:set>
                                      <p:cBhvr>
                                        <p:cTn id="68" dur="1" fill="hold">
                                          <p:stCondLst>
                                            <p:cond delay="0"/>
                                          </p:stCondLst>
                                        </p:cTn>
                                        <p:tgtEl>
                                          <p:spTgt spid="55"/>
                                        </p:tgtEl>
                                        <p:attrNameLst>
                                          <p:attrName>style.visibility</p:attrName>
                                        </p:attrNameLst>
                                      </p:cBhvr>
                                      <p:to>
                                        <p:strVal val="visible"/>
                                      </p:to>
                                    </p:set>
                                    <p:animEffect transition="in" filter="barn(inVertical)">
                                      <p:cBhvr>
                                        <p:cTn id="69" dur="500"/>
                                        <p:tgtEl>
                                          <p:spTgt spid="55"/>
                                        </p:tgtEl>
                                      </p:cBhvr>
                                    </p:animEffect>
                                  </p:childTnLst>
                                </p:cTn>
                              </p:par>
                            </p:childTnLst>
                          </p:cTn>
                        </p:par>
                        <p:par>
                          <p:cTn id="70" fill="hold">
                            <p:stCondLst>
                              <p:cond delay="500"/>
                            </p:stCondLst>
                            <p:childTnLst>
                              <p:par>
                                <p:cTn id="71" presetID="22" presetClass="entr" presetSubtype="4" fill="hold" nodeType="afterEffect">
                                  <p:stCondLst>
                                    <p:cond delay="0"/>
                                  </p:stCondLst>
                                  <p:childTnLst>
                                    <p:set>
                                      <p:cBhvr>
                                        <p:cTn id="72" dur="1" fill="hold">
                                          <p:stCondLst>
                                            <p:cond delay="0"/>
                                          </p:stCondLst>
                                        </p:cTn>
                                        <p:tgtEl>
                                          <p:spTgt spid="129"/>
                                        </p:tgtEl>
                                        <p:attrNameLst>
                                          <p:attrName>style.visibility</p:attrName>
                                        </p:attrNameLst>
                                      </p:cBhvr>
                                      <p:to>
                                        <p:strVal val="visible"/>
                                      </p:to>
                                    </p:set>
                                    <p:animEffect transition="in" filter="wipe(down)">
                                      <p:cBhvr>
                                        <p:cTn id="73" dur="500"/>
                                        <p:tgtEl>
                                          <p:spTgt spid="129"/>
                                        </p:tgtEl>
                                      </p:cBhvr>
                                    </p:animEffect>
                                  </p:childTnLst>
                                </p:cTn>
                              </p:par>
                            </p:childTnLst>
                          </p:cTn>
                        </p:par>
                        <p:par>
                          <p:cTn id="74" fill="hold">
                            <p:stCondLst>
                              <p:cond delay="1000"/>
                            </p:stCondLst>
                            <p:childTnLst>
                              <p:par>
                                <p:cTn id="75" presetID="16" presetClass="entr" presetSubtype="21" fill="hold" grpId="0" nodeType="afterEffect">
                                  <p:stCondLst>
                                    <p:cond delay="0"/>
                                  </p:stCondLst>
                                  <p:childTnLst>
                                    <p:set>
                                      <p:cBhvr>
                                        <p:cTn id="76" dur="1" fill="hold">
                                          <p:stCondLst>
                                            <p:cond delay="0"/>
                                          </p:stCondLst>
                                        </p:cTn>
                                        <p:tgtEl>
                                          <p:spTgt spid="124"/>
                                        </p:tgtEl>
                                        <p:attrNameLst>
                                          <p:attrName>style.visibility</p:attrName>
                                        </p:attrNameLst>
                                      </p:cBhvr>
                                      <p:to>
                                        <p:strVal val="visible"/>
                                      </p:to>
                                    </p:set>
                                    <p:animEffect transition="in" filter="barn(inVertical)">
                                      <p:cBhvr>
                                        <p:cTn id="77" dur="500"/>
                                        <p:tgtEl>
                                          <p:spTgt spid="124"/>
                                        </p:tgtEl>
                                      </p:cBhvr>
                                    </p:animEffect>
                                  </p:childTnLst>
                                </p:cTn>
                              </p:par>
                            </p:childTnLst>
                          </p:cTn>
                        </p:par>
                        <p:par>
                          <p:cTn id="78" fill="hold">
                            <p:stCondLst>
                              <p:cond delay="1500"/>
                            </p:stCondLst>
                            <p:childTnLst>
                              <p:par>
                                <p:cTn id="79" presetID="22" presetClass="entr" presetSubtype="4" fill="hold" nodeType="afterEffect">
                                  <p:stCondLst>
                                    <p:cond delay="0"/>
                                  </p:stCondLst>
                                  <p:childTnLst>
                                    <p:set>
                                      <p:cBhvr>
                                        <p:cTn id="80" dur="1" fill="hold">
                                          <p:stCondLst>
                                            <p:cond delay="0"/>
                                          </p:stCondLst>
                                        </p:cTn>
                                        <p:tgtEl>
                                          <p:spTgt spid="132"/>
                                        </p:tgtEl>
                                        <p:attrNameLst>
                                          <p:attrName>style.visibility</p:attrName>
                                        </p:attrNameLst>
                                      </p:cBhvr>
                                      <p:to>
                                        <p:strVal val="visible"/>
                                      </p:to>
                                    </p:set>
                                    <p:animEffect transition="in" filter="wipe(down)">
                                      <p:cBhvr>
                                        <p:cTn id="81" dur="500"/>
                                        <p:tgtEl>
                                          <p:spTgt spid="132"/>
                                        </p:tgtEl>
                                      </p:cBhvr>
                                    </p:animEffect>
                                  </p:childTnLst>
                                </p:cTn>
                              </p:par>
                            </p:childTnLst>
                          </p:cTn>
                        </p:par>
                      </p:childTnLst>
                    </p:cTn>
                  </p:par>
                  <p:par>
                    <p:cTn id="82" fill="hold">
                      <p:stCondLst>
                        <p:cond delay="indefinite"/>
                      </p:stCondLst>
                      <p:childTnLst>
                        <p:par>
                          <p:cTn id="83" fill="hold">
                            <p:stCondLst>
                              <p:cond delay="0"/>
                            </p:stCondLst>
                            <p:childTnLst>
                              <p:par>
                                <p:cTn id="84" presetID="16" presetClass="entr" presetSubtype="21" fill="hold" grpId="0" nodeType="clickEffect">
                                  <p:stCondLst>
                                    <p:cond delay="0"/>
                                  </p:stCondLst>
                                  <p:childTnLst>
                                    <p:set>
                                      <p:cBhvr>
                                        <p:cTn id="85" dur="1" fill="hold">
                                          <p:stCondLst>
                                            <p:cond delay="0"/>
                                          </p:stCondLst>
                                        </p:cTn>
                                        <p:tgtEl>
                                          <p:spTgt spid="69"/>
                                        </p:tgtEl>
                                        <p:attrNameLst>
                                          <p:attrName>style.visibility</p:attrName>
                                        </p:attrNameLst>
                                      </p:cBhvr>
                                      <p:to>
                                        <p:strVal val="visible"/>
                                      </p:to>
                                    </p:set>
                                    <p:animEffect transition="in" filter="barn(inVertical)">
                                      <p:cBhvr>
                                        <p:cTn id="86" dur="500"/>
                                        <p:tgtEl>
                                          <p:spTgt spid="69"/>
                                        </p:tgtEl>
                                      </p:cBhvr>
                                    </p:animEffect>
                                  </p:childTnLst>
                                </p:cTn>
                              </p:par>
                            </p:childTnLst>
                          </p:cTn>
                        </p:par>
                        <p:par>
                          <p:cTn id="87" fill="hold">
                            <p:stCondLst>
                              <p:cond delay="500"/>
                            </p:stCondLst>
                            <p:childTnLst>
                              <p:par>
                                <p:cTn id="88" presetID="22" presetClass="entr" presetSubtype="1" fill="hold" nodeType="afterEffect">
                                  <p:stCondLst>
                                    <p:cond delay="0"/>
                                  </p:stCondLst>
                                  <p:childTnLst>
                                    <p:set>
                                      <p:cBhvr>
                                        <p:cTn id="89" dur="1" fill="hold">
                                          <p:stCondLst>
                                            <p:cond delay="0"/>
                                          </p:stCondLst>
                                        </p:cTn>
                                        <p:tgtEl>
                                          <p:spTgt spid="138"/>
                                        </p:tgtEl>
                                        <p:attrNameLst>
                                          <p:attrName>style.visibility</p:attrName>
                                        </p:attrNameLst>
                                      </p:cBhvr>
                                      <p:to>
                                        <p:strVal val="visible"/>
                                      </p:to>
                                    </p:set>
                                    <p:animEffect transition="in" filter="wipe(up)">
                                      <p:cBhvr>
                                        <p:cTn id="90" dur="500"/>
                                        <p:tgtEl>
                                          <p:spTgt spid="138"/>
                                        </p:tgtEl>
                                      </p:cBhvr>
                                    </p:animEffect>
                                  </p:childTnLst>
                                </p:cTn>
                              </p:par>
                            </p:childTnLst>
                          </p:cTn>
                        </p:par>
                        <p:par>
                          <p:cTn id="91" fill="hold">
                            <p:stCondLst>
                              <p:cond delay="1000"/>
                            </p:stCondLst>
                            <p:childTnLst>
                              <p:par>
                                <p:cTn id="92" presetID="16" presetClass="entr" presetSubtype="21" fill="hold" grpId="0" nodeType="afterEffect">
                                  <p:stCondLst>
                                    <p:cond delay="0"/>
                                  </p:stCondLst>
                                  <p:childTnLst>
                                    <p:set>
                                      <p:cBhvr>
                                        <p:cTn id="93" dur="1" fill="hold">
                                          <p:stCondLst>
                                            <p:cond delay="0"/>
                                          </p:stCondLst>
                                        </p:cTn>
                                        <p:tgtEl>
                                          <p:spTgt spid="56"/>
                                        </p:tgtEl>
                                        <p:attrNameLst>
                                          <p:attrName>style.visibility</p:attrName>
                                        </p:attrNameLst>
                                      </p:cBhvr>
                                      <p:to>
                                        <p:strVal val="visible"/>
                                      </p:to>
                                    </p:set>
                                    <p:animEffect transition="in" filter="barn(inVertical)">
                                      <p:cBhvr>
                                        <p:cTn id="94" dur="500"/>
                                        <p:tgtEl>
                                          <p:spTgt spid="56"/>
                                        </p:tgtEl>
                                      </p:cBhvr>
                                    </p:animEffect>
                                  </p:childTnLst>
                                </p:cTn>
                              </p:par>
                            </p:childTnLst>
                          </p:cTn>
                        </p:par>
                        <p:par>
                          <p:cTn id="95" fill="hold">
                            <p:stCondLst>
                              <p:cond delay="1500"/>
                            </p:stCondLst>
                            <p:childTnLst>
                              <p:par>
                                <p:cTn id="96" presetID="22" presetClass="entr" presetSubtype="1" fill="hold" nodeType="afterEffect">
                                  <p:stCondLst>
                                    <p:cond delay="0"/>
                                  </p:stCondLst>
                                  <p:childTnLst>
                                    <p:set>
                                      <p:cBhvr>
                                        <p:cTn id="97" dur="1" fill="hold">
                                          <p:stCondLst>
                                            <p:cond delay="0"/>
                                          </p:stCondLst>
                                        </p:cTn>
                                        <p:tgtEl>
                                          <p:spTgt spid="135"/>
                                        </p:tgtEl>
                                        <p:attrNameLst>
                                          <p:attrName>style.visibility</p:attrName>
                                        </p:attrNameLst>
                                      </p:cBhvr>
                                      <p:to>
                                        <p:strVal val="visible"/>
                                      </p:to>
                                    </p:set>
                                    <p:animEffect transition="in" filter="wipe(up)">
                                      <p:cBhvr>
                                        <p:cTn id="98" dur="500"/>
                                        <p:tgtEl>
                                          <p:spTgt spid="135"/>
                                        </p:tgtEl>
                                      </p:cBhvr>
                                    </p:animEffect>
                                  </p:childTnLst>
                                </p:cTn>
                              </p:par>
                            </p:childTnLst>
                          </p:cTn>
                        </p:par>
                      </p:childTnLst>
                    </p:cTn>
                  </p:par>
                  <p:par>
                    <p:cTn id="99" fill="hold">
                      <p:stCondLst>
                        <p:cond delay="indefinite"/>
                      </p:stCondLst>
                      <p:childTnLst>
                        <p:par>
                          <p:cTn id="100" fill="hold">
                            <p:stCondLst>
                              <p:cond delay="0"/>
                            </p:stCondLst>
                            <p:childTnLst>
                              <p:par>
                                <p:cTn id="101" presetID="16" presetClass="entr" presetSubtype="21" fill="hold" grpId="0" nodeType="clickEffect">
                                  <p:stCondLst>
                                    <p:cond delay="0"/>
                                  </p:stCondLst>
                                  <p:childTnLst>
                                    <p:set>
                                      <p:cBhvr>
                                        <p:cTn id="102" dur="1" fill="hold">
                                          <p:stCondLst>
                                            <p:cond delay="0"/>
                                          </p:stCondLst>
                                        </p:cTn>
                                        <p:tgtEl>
                                          <p:spTgt spid="125"/>
                                        </p:tgtEl>
                                        <p:attrNameLst>
                                          <p:attrName>style.visibility</p:attrName>
                                        </p:attrNameLst>
                                      </p:cBhvr>
                                      <p:to>
                                        <p:strVal val="visible"/>
                                      </p:to>
                                    </p:set>
                                    <p:animEffect transition="in" filter="barn(inVertical)">
                                      <p:cBhvr>
                                        <p:cTn id="103" dur="500"/>
                                        <p:tgtEl>
                                          <p:spTgt spid="125"/>
                                        </p:tgtEl>
                                      </p:cBhvr>
                                    </p:animEffect>
                                  </p:childTnLst>
                                </p:cTn>
                              </p:par>
                            </p:childTnLst>
                          </p:cTn>
                        </p:par>
                        <p:par>
                          <p:cTn id="104" fill="hold">
                            <p:stCondLst>
                              <p:cond delay="500"/>
                            </p:stCondLst>
                            <p:childTnLst>
                              <p:par>
                                <p:cTn id="105" presetID="22" presetClass="entr" presetSubtype="1" fill="hold" nodeType="afterEffect">
                                  <p:stCondLst>
                                    <p:cond delay="0"/>
                                  </p:stCondLst>
                                  <p:childTnLst>
                                    <p:set>
                                      <p:cBhvr>
                                        <p:cTn id="106" dur="1" fill="hold">
                                          <p:stCondLst>
                                            <p:cond delay="0"/>
                                          </p:stCondLst>
                                        </p:cTn>
                                        <p:tgtEl>
                                          <p:spTgt spid="151"/>
                                        </p:tgtEl>
                                        <p:attrNameLst>
                                          <p:attrName>style.visibility</p:attrName>
                                        </p:attrNameLst>
                                      </p:cBhvr>
                                      <p:to>
                                        <p:strVal val="visible"/>
                                      </p:to>
                                    </p:set>
                                    <p:animEffect transition="in" filter="wipe(up)">
                                      <p:cBhvr>
                                        <p:cTn id="107" dur="500"/>
                                        <p:tgtEl>
                                          <p:spTgt spid="151"/>
                                        </p:tgtEl>
                                      </p:cBhvr>
                                    </p:animEffect>
                                  </p:childTnLst>
                                </p:cTn>
                              </p:par>
                            </p:childTnLst>
                          </p:cTn>
                        </p:par>
                        <p:par>
                          <p:cTn id="108" fill="hold">
                            <p:stCondLst>
                              <p:cond delay="1000"/>
                            </p:stCondLst>
                            <p:childTnLst>
                              <p:par>
                                <p:cTn id="109" presetID="16" presetClass="entr" presetSubtype="21" fill="hold" grpId="0" nodeType="afterEffect">
                                  <p:stCondLst>
                                    <p:cond delay="0"/>
                                  </p:stCondLst>
                                  <p:childTnLst>
                                    <p:set>
                                      <p:cBhvr>
                                        <p:cTn id="110" dur="1" fill="hold">
                                          <p:stCondLst>
                                            <p:cond delay="0"/>
                                          </p:stCondLst>
                                        </p:cTn>
                                        <p:tgtEl>
                                          <p:spTgt spid="58"/>
                                        </p:tgtEl>
                                        <p:attrNameLst>
                                          <p:attrName>style.visibility</p:attrName>
                                        </p:attrNameLst>
                                      </p:cBhvr>
                                      <p:to>
                                        <p:strVal val="visible"/>
                                      </p:to>
                                    </p:set>
                                    <p:animEffect transition="in" filter="barn(inVertical)">
                                      <p:cBhvr>
                                        <p:cTn id="111" dur="500"/>
                                        <p:tgtEl>
                                          <p:spTgt spid="58"/>
                                        </p:tgtEl>
                                      </p:cBhvr>
                                    </p:animEffect>
                                  </p:childTnLst>
                                </p:cTn>
                              </p:par>
                            </p:childTnLst>
                          </p:cTn>
                        </p:par>
                        <p:par>
                          <p:cTn id="112" fill="hold">
                            <p:stCondLst>
                              <p:cond delay="1500"/>
                            </p:stCondLst>
                            <p:childTnLst>
                              <p:par>
                                <p:cTn id="113" presetID="22" presetClass="entr" presetSubtype="1" fill="hold" nodeType="afterEffect">
                                  <p:stCondLst>
                                    <p:cond delay="0"/>
                                  </p:stCondLst>
                                  <p:childTnLst>
                                    <p:set>
                                      <p:cBhvr>
                                        <p:cTn id="114" dur="1" fill="hold">
                                          <p:stCondLst>
                                            <p:cond delay="0"/>
                                          </p:stCondLst>
                                        </p:cTn>
                                        <p:tgtEl>
                                          <p:spTgt spid="146"/>
                                        </p:tgtEl>
                                        <p:attrNameLst>
                                          <p:attrName>style.visibility</p:attrName>
                                        </p:attrNameLst>
                                      </p:cBhvr>
                                      <p:to>
                                        <p:strVal val="visible"/>
                                      </p:to>
                                    </p:set>
                                    <p:animEffect transition="in" filter="wipe(up)">
                                      <p:cBhvr>
                                        <p:cTn id="115" dur="500"/>
                                        <p:tgtEl>
                                          <p:spTgt spid="146"/>
                                        </p:tgtEl>
                                      </p:cBhvr>
                                    </p:animEffect>
                                  </p:childTnLst>
                                </p:cTn>
                              </p:par>
                            </p:childTnLst>
                          </p:cTn>
                        </p:par>
                      </p:childTnLst>
                    </p:cTn>
                  </p:par>
                  <p:par>
                    <p:cTn id="116" fill="hold">
                      <p:stCondLst>
                        <p:cond delay="indefinite"/>
                      </p:stCondLst>
                      <p:childTnLst>
                        <p:par>
                          <p:cTn id="117" fill="hold">
                            <p:stCondLst>
                              <p:cond delay="0"/>
                            </p:stCondLst>
                            <p:childTnLst>
                              <p:par>
                                <p:cTn id="118" presetID="16" presetClass="entr" presetSubtype="21" fill="hold" grpId="0" nodeType="clickEffect">
                                  <p:stCondLst>
                                    <p:cond delay="0"/>
                                  </p:stCondLst>
                                  <p:childTnLst>
                                    <p:set>
                                      <p:cBhvr>
                                        <p:cTn id="119" dur="1" fill="hold">
                                          <p:stCondLst>
                                            <p:cond delay="0"/>
                                          </p:stCondLst>
                                        </p:cTn>
                                        <p:tgtEl>
                                          <p:spTgt spid="67"/>
                                        </p:tgtEl>
                                        <p:attrNameLst>
                                          <p:attrName>style.visibility</p:attrName>
                                        </p:attrNameLst>
                                      </p:cBhvr>
                                      <p:to>
                                        <p:strVal val="visible"/>
                                      </p:to>
                                    </p:set>
                                    <p:animEffect transition="in" filter="barn(inVertical)">
                                      <p:cBhvr>
                                        <p:cTn id="120" dur="500"/>
                                        <p:tgtEl>
                                          <p:spTgt spid="67"/>
                                        </p:tgtEl>
                                      </p:cBhvr>
                                    </p:animEffect>
                                  </p:childTnLst>
                                </p:cTn>
                              </p:par>
                            </p:childTnLst>
                          </p:cTn>
                        </p:par>
                        <p:par>
                          <p:cTn id="121" fill="hold">
                            <p:stCondLst>
                              <p:cond delay="500"/>
                            </p:stCondLst>
                            <p:childTnLst>
                              <p:par>
                                <p:cTn id="122" presetID="22" presetClass="entr" presetSubtype="8" fill="hold" nodeType="afterEffect">
                                  <p:stCondLst>
                                    <p:cond delay="0"/>
                                  </p:stCondLst>
                                  <p:childTnLst>
                                    <p:set>
                                      <p:cBhvr>
                                        <p:cTn id="123" dur="1" fill="hold">
                                          <p:stCondLst>
                                            <p:cond delay="0"/>
                                          </p:stCondLst>
                                        </p:cTn>
                                        <p:tgtEl>
                                          <p:spTgt spid="157"/>
                                        </p:tgtEl>
                                        <p:attrNameLst>
                                          <p:attrName>style.visibility</p:attrName>
                                        </p:attrNameLst>
                                      </p:cBhvr>
                                      <p:to>
                                        <p:strVal val="visible"/>
                                      </p:to>
                                    </p:set>
                                    <p:animEffect transition="in" filter="wipe(left)">
                                      <p:cBhvr>
                                        <p:cTn id="124" dur="500"/>
                                        <p:tgtEl>
                                          <p:spTgt spid="157"/>
                                        </p:tgtEl>
                                      </p:cBhvr>
                                    </p:animEffect>
                                  </p:childTnLst>
                                </p:cTn>
                              </p:par>
                            </p:childTnLst>
                          </p:cTn>
                        </p:par>
                        <p:par>
                          <p:cTn id="125" fill="hold">
                            <p:stCondLst>
                              <p:cond delay="1000"/>
                            </p:stCondLst>
                            <p:childTnLst>
                              <p:par>
                                <p:cTn id="126" presetID="16" presetClass="entr" presetSubtype="21" fill="hold" grpId="0" nodeType="afterEffect">
                                  <p:stCondLst>
                                    <p:cond delay="0"/>
                                  </p:stCondLst>
                                  <p:childTnLst>
                                    <p:set>
                                      <p:cBhvr>
                                        <p:cTn id="127" dur="1" fill="hold">
                                          <p:stCondLst>
                                            <p:cond delay="0"/>
                                          </p:stCondLst>
                                        </p:cTn>
                                        <p:tgtEl>
                                          <p:spTgt spid="59"/>
                                        </p:tgtEl>
                                        <p:attrNameLst>
                                          <p:attrName>style.visibility</p:attrName>
                                        </p:attrNameLst>
                                      </p:cBhvr>
                                      <p:to>
                                        <p:strVal val="visible"/>
                                      </p:to>
                                    </p:set>
                                    <p:animEffect transition="in" filter="barn(inVertical)">
                                      <p:cBhvr>
                                        <p:cTn id="128" dur="500"/>
                                        <p:tgtEl>
                                          <p:spTgt spid="59"/>
                                        </p:tgtEl>
                                      </p:cBhvr>
                                    </p:animEffect>
                                  </p:childTnLst>
                                </p:cTn>
                              </p:par>
                            </p:childTnLst>
                          </p:cTn>
                        </p:par>
                        <p:par>
                          <p:cTn id="129" fill="hold">
                            <p:stCondLst>
                              <p:cond delay="1500"/>
                            </p:stCondLst>
                            <p:childTnLst>
                              <p:par>
                                <p:cTn id="130" presetID="22" presetClass="entr" presetSubtype="8" fill="hold" nodeType="afterEffect">
                                  <p:stCondLst>
                                    <p:cond delay="0"/>
                                  </p:stCondLst>
                                  <p:childTnLst>
                                    <p:set>
                                      <p:cBhvr>
                                        <p:cTn id="131" dur="1" fill="hold">
                                          <p:stCondLst>
                                            <p:cond delay="0"/>
                                          </p:stCondLst>
                                        </p:cTn>
                                        <p:tgtEl>
                                          <p:spTgt spid="164"/>
                                        </p:tgtEl>
                                        <p:attrNameLst>
                                          <p:attrName>style.visibility</p:attrName>
                                        </p:attrNameLst>
                                      </p:cBhvr>
                                      <p:to>
                                        <p:strVal val="visible"/>
                                      </p:to>
                                    </p:set>
                                    <p:animEffect transition="in" filter="wipe(left)">
                                      <p:cBhvr>
                                        <p:cTn id="132" dur="500"/>
                                        <p:tgtEl>
                                          <p:spTgt spid="1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animBg="1"/>
      <p:bldP spid="55" grpId="0" animBg="1"/>
      <p:bldP spid="56" grpId="0" animBg="1"/>
      <p:bldP spid="125" grpId="0" animBg="1"/>
      <p:bldP spid="4" grpId="0" uiExpand="1" build="p"/>
      <p:bldP spid="58" grpId="0" animBg="1"/>
      <p:bldP spid="59" grpId="0" animBg="1"/>
      <p:bldP spid="67" grpId="0" animBg="1"/>
      <p:bldP spid="69" grpId="0" animBg="1"/>
      <p:bldP spid="71" grpId="0" animBg="1"/>
      <p:bldP spid="124"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2DF1B734-12C1-44FD-A186-FC15AB7827E2}"/>
              </a:ext>
            </a:extLst>
          </p:cNvPr>
          <p:cNvSpPr txBox="1"/>
          <p:nvPr/>
        </p:nvSpPr>
        <p:spPr>
          <a:xfrm>
            <a:off x="252621" y="2593836"/>
            <a:ext cx="6859258" cy="4043030"/>
          </a:xfrm>
          <a:prstGeom prst="rect">
            <a:avLst/>
          </a:prstGeom>
          <a:solidFill>
            <a:schemeClr val="bg1"/>
          </a:solidFill>
          <a:ln w="12700">
            <a:solidFill>
              <a:srgbClr val="002060"/>
            </a:solidFill>
          </a:ln>
        </p:spPr>
        <p:txBody>
          <a:bodyPr wrap="square">
            <a:spAutoFit/>
          </a:bodyPr>
          <a:lstStyle/>
          <a:p>
            <a:pPr>
              <a:lnSpc>
                <a:spcPct val="95000"/>
              </a:lnSpc>
            </a:pPr>
            <a:r>
              <a:rPr lang="en-US" altLang="zh-CN" b="1" dirty="0">
                <a:solidFill>
                  <a:srgbClr val="002060"/>
                </a:solidFill>
                <a:latin typeface="Courier New" panose="02070309020205020404" pitchFamily="49" charset="0"/>
                <a:cs typeface="Courier New" panose="02070309020205020404" pitchFamily="49" charset="0"/>
              </a:rPr>
              <a:t>GList </a:t>
            </a:r>
            <a:r>
              <a:rPr lang="en-US" altLang="zh-CN" b="1" dirty="0" err="1">
                <a:solidFill>
                  <a:srgbClr val="002060"/>
                </a:solidFill>
                <a:latin typeface="Courier New" panose="02070309020205020404" pitchFamily="49" charset="0"/>
                <a:cs typeface="Courier New" panose="02070309020205020404" pitchFamily="49" charset="0"/>
              </a:rPr>
              <a:t>CopyGList</a:t>
            </a:r>
            <a:r>
              <a:rPr lang="en-US" altLang="zh-CN" b="1" dirty="0">
                <a:solidFill>
                  <a:srgbClr val="002060"/>
                </a:solidFill>
                <a:latin typeface="Courier New" panose="02070309020205020404" pitchFamily="49" charset="0"/>
                <a:cs typeface="Courier New" panose="02070309020205020404" pitchFamily="49" charset="0"/>
              </a:rPr>
              <a:t>(GList </a:t>
            </a:r>
            <a:r>
              <a:rPr lang="en-US" altLang="zh-CN" b="1" dirty="0">
                <a:solidFill>
                  <a:srgbClr val="0F14F1"/>
                </a:solidFill>
                <a:latin typeface="Courier New" panose="02070309020205020404" pitchFamily="49" charset="0"/>
                <a:cs typeface="Courier New" panose="02070309020205020404" pitchFamily="49" charset="0"/>
              </a:rPr>
              <a:t>L</a:t>
            </a:r>
            <a:r>
              <a:rPr lang="en-US" altLang="zh-CN" b="1" dirty="0">
                <a:solidFill>
                  <a:srgbClr val="002060"/>
                </a:solidFill>
                <a:latin typeface="Courier New" panose="02070309020205020404" pitchFamily="49" charset="0"/>
                <a:cs typeface="Courier New" panose="02070309020205020404" pitchFamily="49" charset="0"/>
              </a:rPr>
              <a:t>) </a:t>
            </a:r>
            <a:r>
              <a:rPr lang="en-US" altLang="zh-CN" b="1" dirty="0">
                <a:solidFill>
                  <a:srgbClr val="00206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en-US" altLang="zh-CN" b="1" dirty="0">
                <a:solidFill>
                  <a:schemeClr val="accent6">
                    <a:lumMod val="75000"/>
                  </a:schemeClr>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en-US" altLang="zh-CN" b="1" dirty="0">
                <a:solidFill>
                  <a:srgbClr val="0070C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zh-CN" altLang="en-US" b="1" dirty="0">
                <a:solidFill>
                  <a:srgbClr val="C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算法</a:t>
            </a:r>
            <a:r>
              <a:rPr lang="en-US" altLang="zh-CN" b="1" dirty="0">
                <a:solidFill>
                  <a:srgbClr val="C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5.9 </a:t>
            </a:r>
            <a:r>
              <a:rPr lang="zh-CN" altLang="en-US" b="1" dirty="0">
                <a:solidFill>
                  <a:schemeClr val="accent6">
                    <a:lumMod val="75000"/>
                  </a:schemeClr>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复制广义表</a:t>
            </a:r>
            <a:endParaRPr lang="en-US" altLang="zh-CN" b="1" dirty="0">
              <a:solidFill>
                <a:schemeClr val="accent6">
                  <a:lumMod val="75000"/>
                </a:schemeClr>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a:p>
            <a:pPr>
              <a:lnSpc>
                <a:spcPct val="95000"/>
              </a:lnSpc>
            </a:pPr>
            <a:r>
              <a:rPr lang="zh-CN" altLang="en-US" b="1" dirty="0">
                <a:latin typeface="Courier New" panose="02070309020205020404" pitchFamily="49" charset="0"/>
                <a:cs typeface="Courier New" panose="02070309020205020404" pitchFamily="49" charset="0"/>
              </a:rPr>
              <a:t>  </a:t>
            </a:r>
            <a:r>
              <a:rPr lang="en-US" altLang="zh-CN" b="1" dirty="0">
                <a:solidFill>
                  <a:srgbClr val="002060"/>
                </a:solidFill>
                <a:latin typeface="Courier New" panose="02070309020205020404" pitchFamily="49" charset="0"/>
                <a:cs typeface="Courier New" panose="02070309020205020404" pitchFamily="49" charset="0"/>
              </a:rPr>
              <a:t>Glist T;</a:t>
            </a:r>
            <a:endParaRPr lang="en-US" altLang="zh-CN" b="1" dirty="0">
              <a:latin typeface="Courier New" panose="02070309020205020404" pitchFamily="49" charset="0"/>
              <a:cs typeface="Courier New" panose="02070309020205020404" pitchFamily="49" charset="0"/>
            </a:endParaRPr>
          </a:p>
          <a:p>
            <a:pPr>
              <a:lnSpc>
                <a:spcPct val="95000"/>
              </a:lnSpc>
            </a:pPr>
            <a:r>
              <a:rPr lang="en-US" altLang="zh-CN" b="1" dirty="0">
                <a:solidFill>
                  <a:srgbClr val="00206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zh-CN" altLang="en-US" b="1" dirty="0">
                <a:solidFill>
                  <a:srgbClr val="00206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zh-CN" altLang="en-US" b="1" dirty="0">
                <a:solidFill>
                  <a:srgbClr val="002060"/>
                </a:solidFill>
                <a:latin typeface="Courier New" panose="02070309020205020404" pitchFamily="49" charset="0"/>
                <a:cs typeface="Courier New" panose="02070309020205020404" pitchFamily="49" charset="0"/>
              </a:rPr>
              <a:t> (</a:t>
            </a:r>
            <a:r>
              <a:rPr lang="en-US" altLang="zh-CN" b="1" dirty="0">
                <a:solidFill>
                  <a:srgbClr val="002060"/>
                </a:solidFill>
                <a:latin typeface="Courier New" panose="02070309020205020404" pitchFamily="49" charset="0"/>
                <a:cs typeface="Courier New" panose="02070309020205020404" pitchFamily="49" charset="0"/>
              </a:rPr>
              <a:t>!</a:t>
            </a:r>
            <a:r>
              <a:rPr lang="en-US" altLang="zh-CN" b="1" dirty="0">
                <a:solidFill>
                  <a:srgbClr val="0F14F1"/>
                </a:solidFill>
                <a:latin typeface="Courier New" panose="02070309020205020404" pitchFamily="49" charset="0"/>
                <a:cs typeface="Courier New" panose="02070309020205020404" pitchFamily="49" charset="0"/>
              </a:rPr>
              <a:t>L</a:t>
            </a:r>
            <a:r>
              <a:rPr lang="zh-CN" altLang="en-US" b="1" dirty="0">
                <a:solidFill>
                  <a:srgbClr val="002060"/>
                </a:solidFill>
                <a:latin typeface="Courier New" panose="02070309020205020404" pitchFamily="49" charset="0"/>
                <a:cs typeface="Courier New" panose="02070309020205020404" pitchFamily="49" charset="0"/>
              </a:rPr>
              <a:t>) </a:t>
            </a:r>
            <a:r>
              <a:rPr lang="en-US" altLang="zh-CN" b="1" dirty="0">
                <a:solidFill>
                  <a:srgbClr val="C00000"/>
                </a:solidFill>
                <a:latin typeface="Courier New" panose="02070309020205020404" pitchFamily="49" charset="0"/>
                <a:cs typeface="Courier New" panose="02070309020205020404" pitchFamily="49" charset="0"/>
              </a:rPr>
              <a:t>T</a:t>
            </a:r>
            <a:r>
              <a:rPr lang="zh-CN" altLang="en-US" b="1" dirty="0">
                <a:solidFill>
                  <a:srgbClr val="002060"/>
                </a:solidFill>
                <a:latin typeface="Courier New" panose="02070309020205020404" pitchFamily="49" charset="0"/>
                <a:cs typeface="Courier New" panose="02070309020205020404" pitchFamily="49" charset="0"/>
              </a:rPr>
              <a:t> = NULL;   </a:t>
            </a:r>
            <a:r>
              <a:rPr lang="zh-CN" altLang="en-US" b="1" dirty="0">
                <a:solidFill>
                  <a:schemeClr val="accent6">
                    <a:lumMod val="75000"/>
                  </a:schemeClr>
                </a:solidFill>
                <a:latin typeface="Courier New" panose="02070309020205020404" pitchFamily="49" charset="0"/>
                <a:cs typeface="Courier New" panose="02070309020205020404" pitchFamily="49" charset="0"/>
              </a:rPr>
              <a:t>// 复制空表（空指针）</a:t>
            </a:r>
          </a:p>
          <a:p>
            <a:pPr>
              <a:lnSpc>
                <a:spcPct val="95000"/>
              </a:lnSpc>
            </a:pPr>
            <a:r>
              <a:rPr lang="zh-CN" altLang="en-US" b="1" dirty="0">
                <a:solidFill>
                  <a:srgbClr val="002060"/>
                </a:solidFill>
                <a:latin typeface="Courier New" panose="02070309020205020404" pitchFamily="49" charset="0"/>
                <a:cs typeface="Courier New" panose="02070309020205020404" pitchFamily="49" charset="0"/>
              </a:rPr>
              <a:t>  </a:t>
            </a:r>
            <a:r>
              <a:rPr lang="zh-CN" altLang="en-US" b="1" dirty="0">
                <a:solidFill>
                  <a:srgbClr val="00206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else {  </a:t>
            </a:r>
            <a:endParaRPr lang="en-US" altLang="zh-CN" b="1" dirty="0">
              <a:solidFill>
                <a:srgbClr val="00206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a:p>
            <a:pPr>
              <a:lnSpc>
                <a:spcPct val="95000"/>
              </a:lnSpc>
            </a:pPr>
            <a:r>
              <a:rPr lang="en-US" altLang="zh-CN" b="1" dirty="0">
                <a:solidFill>
                  <a:srgbClr val="00206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if </a:t>
            </a:r>
            <a:r>
              <a:rPr lang="en-US" altLang="zh-CN" b="1" dirty="0">
                <a:solidFill>
                  <a:srgbClr val="002060"/>
                </a:solidFill>
                <a:latin typeface="Courier New" panose="02070309020205020404" pitchFamily="49" charset="0"/>
                <a:cs typeface="Courier New" panose="02070309020205020404" pitchFamily="49" charset="0"/>
              </a:rPr>
              <a:t>(</a:t>
            </a:r>
            <a:r>
              <a:rPr lang="en-US" altLang="zh-CN" b="1" dirty="0">
                <a:solidFill>
                  <a:srgbClr val="00206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en-US" altLang="zh-CN" b="1" dirty="0">
                <a:solidFill>
                  <a:srgbClr val="002060"/>
                </a:solidFill>
                <a:latin typeface="Courier New" panose="02070309020205020404" pitchFamily="49" charset="0"/>
                <a:cs typeface="Courier New" panose="02070309020205020404" pitchFamily="49" charset="0"/>
              </a:rPr>
              <a:t>(</a:t>
            </a:r>
            <a:r>
              <a:rPr lang="en-US" altLang="zh-CN" b="1" dirty="0">
                <a:solidFill>
                  <a:srgbClr val="C00000"/>
                </a:solidFill>
                <a:latin typeface="Courier New" panose="02070309020205020404" pitchFamily="49" charset="0"/>
                <a:cs typeface="Courier New" panose="02070309020205020404" pitchFamily="49" charset="0"/>
              </a:rPr>
              <a:t>T</a:t>
            </a:r>
            <a:r>
              <a:rPr lang="en-US" altLang="zh-CN" b="1" dirty="0">
                <a:solidFill>
                  <a:srgbClr val="002060"/>
                </a:solidFill>
                <a:latin typeface="Courier New" panose="02070309020205020404" pitchFamily="49" charset="0"/>
                <a:cs typeface="Courier New" panose="02070309020205020404" pitchFamily="49" charset="0"/>
              </a:rPr>
              <a:t>=(GList)</a:t>
            </a:r>
            <a:r>
              <a:rPr lang="en-US" altLang="zh-CN" b="1" dirty="0">
                <a:solidFill>
                  <a:srgbClr val="00206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malloc</a:t>
            </a:r>
            <a:r>
              <a:rPr lang="en-US" altLang="zh-CN" b="1" dirty="0">
                <a:solidFill>
                  <a:srgbClr val="002060"/>
                </a:solidFill>
                <a:latin typeface="Courier New" panose="02070309020205020404" pitchFamily="49" charset="0"/>
                <a:cs typeface="Courier New" panose="02070309020205020404" pitchFamily="49" charset="0"/>
              </a:rPr>
              <a:t>(</a:t>
            </a:r>
            <a:r>
              <a:rPr lang="en-US" altLang="zh-CN" b="1" dirty="0" err="1">
                <a:solidFill>
                  <a:srgbClr val="00206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sizeof</a:t>
            </a:r>
            <a:r>
              <a:rPr lang="en-US" altLang="zh-CN" b="1" dirty="0">
                <a:solidFill>
                  <a:srgbClr val="002060"/>
                </a:solidFill>
                <a:latin typeface="Courier New" panose="02070309020205020404" pitchFamily="49" charset="0"/>
                <a:cs typeface="Courier New" panose="02070309020205020404" pitchFamily="49" charset="0"/>
              </a:rPr>
              <a:t>(</a:t>
            </a:r>
            <a:r>
              <a:rPr lang="en-US" altLang="zh-CN" b="1" dirty="0" err="1">
                <a:solidFill>
                  <a:srgbClr val="002060"/>
                </a:solidFill>
                <a:latin typeface="Courier New" panose="02070309020205020404" pitchFamily="49" charset="0"/>
                <a:cs typeface="Courier New" panose="02070309020205020404" pitchFamily="49" charset="0"/>
              </a:rPr>
              <a:t>GLNode</a:t>
            </a:r>
            <a:r>
              <a:rPr lang="en-US" altLang="zh-CN" b="1" dirty="0">
                <a:solidFill>
                  <a:srgbClr val="002060"/>
                </a:solidFill>
                <a:latin typeface="Courier New" panose="02070309020205020404" pitchFamily="49" charset="0"/>
                <a:cs typeface="Courier New" panose="02070309020205020404" pitchFamily="49" charset="0"/>
              </a:rPr>
              <a:t>)))) </a:t>
            </a:r>
          </a:p>
          <a:p>
            <a:pPr>
              <a:lnSpc>
                <a:spcPct val="95000"/>
              </a:lnSpc>
            </a:pPr>
            <a:r>
              <a:rPr lang="en-US" altLang="zh-CN" b="1" dirty="0">
                <a:solidFill>
                  <a:srgbClr val="00206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exit</a:t>
            </a:r>
            <a:r>
              <a:rPr lang="en-US" altLang="zh-CN" b="1" dirty="0">
                <a:solidFill>
                  <a:srgbClr val="002060"/>
                </a:solidFill>
                <a:latin typeface="Courier New" panose="02070309020205020404" pitchFamily="49" charset="0"/>
                <a:cs typeface="Courier New" panose="02070309020205020404" pitchFamily="49" charset="0"/>
              </a:rPr>
              <a:t>(OVERFLOW);</a:t>
            </a:r>
          </a:p>
          <a:p>
            <a:pPr>
              <a:lnSpc>
                <a:spcPct val="95000"/>
              </a:lnSpc>
            </a:pPr>
            <a:r>
              <a:rPr lang="zh-CN" altLang="en-US" b="1" dirty="0">
                <a:solidFill>
                  <a:srgbClr val="002060"/>
                </a:solidFill>
                <a:latin typeface="Courier New" panose="02070309020205020404" pitchFamily="49" charset="0"/>
                <a:cs typeface="Courier New" panose="02070309020205020404" pitchFamily="49" charset="0"/>
              </a:rPr>
              <a:t>    </a:t>
            </a:r>
            <a:r>
              <a:rPr lang="en-US" altLang="zh-CN" b="1" dirty="0">
                <a:solidFill>
                  <a:srgbClr val="C00000"/>
                </a:solidFill>
                <a:latin typeface="Courier New" panose="02070309020205020404" pitchFamily="49" charset="0"/>
                <a:cs typeface="Courier New" panose="02070309020205020404" pitchFamily="49" charset="0"/>
              </a:rPr>
              <a:t>T</a:t>
            </a:r>
            <a:r>
              <a:rPr lang="en-US" altLang="zh-CN" b="1" dirty="0">
                <a:solidFill>
                  <a:srgbClr val="002060"/>
                </a:solidFill>
                <a:latin typeface="Courier New" panose="02070309020205020404" pitchFamily="49" charset="0"/>
                <a:cs typeface="Courier New" panose="02070309020205020404" pitchFamily="49" charset="0"/>
              </a:rPr>
              <a:t>-&gt;tag = </a:t>
            </a:r>
            <a:r>
              <a:rPr lang="en-US" altLang="zh-CN" b="1" dirty="0">
                <a:solidFill>
                  <a:srgbClr val="0F14F1"/>
                </a:solidFill>
                <a:latin typeface="Courier New" panose="02070309020205020404" pitchFamily="49" charset="0"/>
                <a:cs typeface="Courier New" panose="02070309020205020404" pitchFamily="49" charset="0"/>
              </a:rPr>
              <a:t>L</a:t>
            </a:r>
            <a:r>
              <a:rPr lang="en-US" altLang="zh-CN" b="1" dirty="0">
                <a:solidFill>
                  <a:srgbClr val="002060"/>
                </a:solidFill>
                <a:latin typeface="Courier New" panose="02070309020205020404" pitchFamily="49" charset="0"/>
                <a:cs typeface="Courier New" panose="02070309020205020404" pitchFamily="49" charset="0"/>
              </a:rPr>
              <a:t>-&gt;tag;</a:t>
            </a:r>
            <a:endParaRPr lang="zh-CN" altLang="en-US" b="1" dirty="0">
              <a:solidFill>
                <a:srgbClr val="002060"/>
              </a:solidFill>
              <a:latin typeface="Courier New" panose="02070309020205020404" pitchFamily="49" charset="0"/>
              <a:cs typeface="Courier New" panose="02070309020205020404" pitchFamily="49" charset="0"/>
            </a:endParaRPr>
          </a:p>
          <a:p>
            <a:pPr>
              <a:lnSpc>
                <a:spcPct val="95000"/>
              </a:lnSpc>
            </a:pPr>
            <a:r>
              <a:rPr lang="zh-CN" altLang="en-US" b="1" dirty="0">
                <a:solidFill>
                  <a:srgbClr val="002060"/>
                </a:solidFill>
                <a:latin typeface="Courier New" panose="02070309020205020404" pitchFamily="49" charset="0"/>
                <a:cs typeface="Courier New" panose="02070309020205020404" pitchFamily="49" charset="0"/>
              </a:rPr>
              <a:t>    </a:t>
            </a:r>
            <a:r>
              <a:rPr lang="zh-CN" altLang="en-US" b="1" dirty="0">
                <a:solidFill>
                  <a:srgbClr val="00206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if</a:t>
            </a:r>
            <a:r>
              <a:rPr lang="zh-CN" altLang="en-US" b="1" dirty="0">
                <a:solidFill>
                  <a:srgbClr val="002060"/>
                </a:solidFill>
                <a:latin typeface="Courier New" panose="02070309020205020404" pitchFamily="49" charset="0"/>
                <a:cs typeface="Courier New" panose="02070309020205020404" pitchFamily="49" charset="0"/>
              </a:rPr>
              <a:t> (</a:t>
            </a:r>
            <a:r>
              <a:rPr lang="en-US" altLang="zh-CN" b="1" dirty="0">
                <a:solidFill>
                  <a:srgbClr val="0F14F1"/>
                </a:solidFill>
                <a:latin typeface="Courier New" panose="02070309020205020404" pitchFamily="49" charset="0"/>
                <a:cs typeface="Courier New" panose="02070309020205020404" pitchFamily="49" charset="0"/>
              </a:rPr>
              <a:t>L</a:t>
            </a:r>
            <a:r>
              <a:rPr lang="en-US" altLang="zh-CN" b="1" dirty="0">
                <a:solidFill>
                  <a:srgbClr val="002060"/>
                </a:solidFill>
                <a:latin typeface="Courier New" panose="02070309020205020404" pitchFamily="49" charset="0"/>
                <a:cs typeface="Courier New" panose="02070309020205020404" pitchFamily="49" charset="0"/>
              </a:rPr>
              <a:t>-&gt;tag==ATOM)</a:t>
            </a:r>
            <a:r>
              <a:rPr lang="en-US" altLang="zh-CN" b="1" dirty="0">
                <a:solidFill>
                  <a:srgbClr val="C00000"/>
                </a:solidFill>
                <a:latin typeface="Courier New" panose="02070309020205020404" pitchFamily="49" charset="0"/>
                <a:cs typeface="Courier New" panose="02070309020205020404" pitchFamily="49" charset="0"/>
              </a:rPr>
              <a:t>T</a:t>
            </a:r>
            <a:r>
              <a:rPr lang="en-US" altLang="zh-CN" b="1" dirty="0">
                <a:solidFill>
                  <a:srgbClr val="002060"/>
                </a:solidFill>
                <a:latin typeface="Courier New" panose="02070309020205020404" pitchFamily="49" charset="0"/>
                <a:cs typeface="Courier New" panose="02070309020205020404" pitchFamily="49" charset="0"/>
              </a:rPr>
              <a:t>-&gt;atom = </a:t>
            </a:r>
            <a:r>
              <a:rPr lang="en-US" altLang="zh-CN" b="1" dirty="0">
                <a:solidFill>
                  <a:srgbClr val="0F14F1"/>
                </a:solidFill>
                <a:latin typeface="Courier New" panose="02070309020205020404" pitchFamily="49" charset="0"/>
                <a:cs typeface="Courier New" panose="02070309020205020404" pitchFamily="49" charset="0"/>
              </a:rPr>
              <a:t>L</a:t>
            </a:r>
            <a:r>
              <a:rPr lang="en-US" altLang="zh-CN" b="1" dirty="0">
                <a:solidFill>
                  <a:srgbClr val="002060"/>
                </a:solidFill>
                <a:latin typeface="Courier New" panose="02070309020205020404" pitchFamily="49" charset="0"/>
                <a:cs typeface="Courier New" panose="02070309020205020404" pitchFamily="49" charset="0"/>
              </a:rPr>
              <a:t>-&gt;atom; </a:t>
            </a:r>
            <a:r>
              <a:rPr lang="en-US" altLang="zh-CN" b="1" dirty="0">
                <a:solidFill>
                  <a:schemeClr val="accent6">
                    <a:lumMod val="75000"/>
                  </a:schemeClr>
                </a:solidFill>
                <a:latin typeface="Courier New" panose="02070309020205020404" pitchFamily="49" charset="0"/>
                <a:cs typeface="Courier New" panose="02070309020205020404" pitchFamily="49" charset="0"/>
              </a:rPr>
              <a:t>//</a:t>
            </a:r>
            <a:r>
              <a:rPr lang="zh-CN" altLang="en-US" b="1" dirty="0">
                <a:solidFill>
                  <a:schemeClr val="accent6">
                    <a:lumMod val="75000"/>
                  </a:schemeClr>
                </a:solidFill>
                <a:latin typeface="Courier New" panose="02070309020205020404" pitchFamily="49" charset="0"/>
                <a:cs typeface="Courier New" panose="02070309020205020404" pitchFamily="49" charset="0"/>
              </a:rPr>
              <a:t>复制原子</a:t>
            </a:r>
            <a:endParaRPr lang="en-US" altLang="zh-CN" b="1" dirty="0">
              <a:solidFill>
                <a:schemeClr val="accent6">
                  <a:lumMod val="75000"/>
                </a:schemeClr>
              </a:solidFill>
              <a:latin typeface="Courier New" panose="02070309020205020404" pitchFamily="49" charset="0"/>
              <a:cs typeface="Courier New" panose="02070309020205020404" pitchFamily="49" charset="0"/>
            </a:endParaRPr>
          </a:p>
          <a:p>
            <a:pPr>
              <a:lnSpc>
                <a:spcPct val="95000"/>
              </a:lnSpc>
            </a:pPr>
            <a:r>
              <a:rPr lang="zh-CN" altLang="en-US" b="1" dirty="0">
                <a:latin typeface="Courier New" panose="02070309020205020404" pitchFamily="49" charset="0"/>
                <a:cs typeface="Courier New" panose="02070309020205020404" pitchFamily="49" charset="0"/>
              </a:rPr>
              <a:t>    </a:t>
            </a:r>
            <a:r>
              <a:rPr lang="zh-CN" altLang="en-US"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else {</a:t>
            </a:r>
            <a:endParaRPr lang="en-US" altLang="zh-CN"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a:p>
            <a:pPr>
              <a:lnSpc>
                <a:spcPct val="95000"/>
              </a:lnSpc>
            </a:pPr>
            <a:r>
              <a:rPr lang="en-US" altLang="zh-CN" b="1" dirty="0">
                <a:solidFill>
                  <a:srgbClr val="C0000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en-US" altLang="zh-CN" b="1" dirty="0">
                <a:solidFill>
                  <a:srgbClr val="C00000"/>
                </a:solidFill>
                <a:latin typeface="Courier New" panose="02070309020205020404" pitchFamily="49" charset="0"/>
                <a:cs typeface="Courier New" panose="02070309020205020404" pitchFamily="49" charset="0"/>
              </a:rPr>
              <a:t>T</a:t>
            </a:r>
            <a:r>
              <a:rPr lang="en-US" altLang="zh-CN" b="1" dirty="0">
                <a:solidFill>
                  <a:srgbClr val="002060"/>
                </a:solidFill>
                <a:latin typeface="Courier New" panose="02070309020205020404" pitchFamily="49" charset="0"/>
                <a:cs typeface="Courier New" panose="02070309020205020404" pitchFamily="49" charset="0"/>
              </a:rPr>
              <a:t>-&gt;</a:t>
            </a:r>
            <a:r>
              <a:rPr lang="en-US" altLang="zh-CN" b="1" dirty="0" err="1">
                <a:solidFill>
                  <a:srgbClr val="002060"/>
                </a:solidFill>
                <a:latin typeface="Courier New" panose="02070309020205020404" pitchFamily="49" charset="0"/>
                <a:cs typeface="Courier New" panose="02070309020205020404" pitchFamily="49" charset="0"/>
              </a:rPr>
              <a:t>ptr.</a:t>
            </a:r>
            <a:r>
              <a:rPr lang="en-US" altLang="zh-CN" b="1" dirty="0" err="1">
                <a:solidFill>
                  <a:srgbClr val="FF0000"/>
                </a:solidFill>
                <a:latin typeface="Courier New" panose="02070309020205020404" pitchFamily="49" charset="0"/>
                <a:cs typeface="Courier New" panose="02070309020205020404" pitchFamily="49" charset="0"/>
              </a:rPr>
              <a:t>h</a:t>
            </a:r>
            <a:r>
              <a:rPr lang="en-US" altLang="zh-CN" b="1" dirty="0" err="1">
                <a:solidFill>
                  <a:srgbClr val="002060"/>
                </a:solidFill>
                <a:latin typeface="Courier New" panose="02070309020205020404" pitchFamily="49" charset="0"/>
                <a:cs typeface="Courier New" panose="02070309020205020404" pitchFamily="49" charset="0"/>
              </a:rPr>
              <a:t>p</a:t>
            </a:r>
            <a:r>
              <a:rPr lang="en-US" altLang="zh-CN" b="1" dirty="0">
                <a:solidFill>
                  <a:srgbClr val="002060"/>
                </a:solidFill>
                <a:latin typeface="Courier New" panose="02070309020205020404" pitchFamily="49" charset="0"/>
                <a:cs typeface="Courier New" panose="02070309020205020404" pitchFamily="49" charset="0"/>
              </a:rPr>
              <a:t> = </a:t>
            </a:r>
            <a:r>
              <a:rPr lang="en-US" altLang="zh-CN" b="1" dirty="0" err="1">
                <a:solidFill>
                  <a:srgbClr val="002060"/>
                </a:solidFill>
                <a:latin typeface="Courier New" panose="02070309020205020404" pitchFamily="49" charset="0"/>
                <a:cs typeface="Courier New" panose="02070309020205020404" pitchFamily="49" charset="0"/>
              </a:rPr>
              <a:t>CopyGList</a:t>
            </a:r>
            <a:r>
              <a:rPr lang="en-US" altLang="zh-CN" b="1" dirty="0">
                <a:solidFill>
                  <a:srgbClr val="002060"/>
                </a:solidFill>
                <a:latin typeface="Courier New" panose="02070309020205020404" pitchFamily="49" charset="0"/>
                <a:cs typeface="Courier New" panose="02070309020205020404" pitchFamily="49" charset="0"/>
              </a:rPr>
              <a:t>(</a:t>
            </a:r>
            <a:r>
              <a:rPr lang="en-US" altLang="zh-CN" b="1" dirty="0">
                <a:solidFill>
                  <a:srgbClr val="0F14F1"/>
                </a:solidFill>
                <a:latin typeface="Courier New" panose="02070309020205020404" pitchFamily="49" charset="0"/>
                <a:cs typeface="Courier New" panose="02070309020205020404" pitchFamily="49" charset="0"/>
              </a:rPr>
              <a:t>L</a:t>
            </a:r>
            <a:r>
              <a:rPr lang="en-US" altLang="zh-CN" b="1" dirty="0">
                <a:solidFill>
                  <a:srgbClr val="002060"/>
                </a:solidFill>
                <a:latin typeface="Courier New" panose="02070309020205020404" pitchFamily="49" charset="0"/>
                <a:cs typeface="Courier New" panose="02070309020205020404" pitchFamily="49" charset="0"/>
              </a:rPr>
              <a:t>-&gt;</a:t>
            </a:r>
            <a:r>
              <a:rPr lang="en-US" altLang="zh-CN" b="1" dirty="0" err="1">
                <a:solidFill>
                  <a:srgbClr val="002060"/>
                </a:solidFill>
                <a:latin typeface="Courier New" panose="02070309020205020404" pitchFamily="49" charset="0"/>
                <a:cs typeface="Courier New" panose="02070309020205020404" pitchFamily="49" charset="0"/>
              </a:rPr>
              <a:t>ptr.</a:t>
            </a:r>
            <a:r>
              <a:rPr lang="en-US" altLang="zh-CN" b="1" dirty="0" err="1">
                <a:solidFill>
                  <a:srgbClr val="FF0000"/>
                </a:solidFill>
                <a:latin typeface="Courier New" panose="02070309020205020404" pitchFamily="49" charset="0"/>
                <a:cs typeface="Courier New" panose="02070309020205020404" pitchFamily="49" charset="0"/>
              </a:rPr>
              <a:t>h</a:t>
            </a:r>
            <a:r>
              <a:rPr lang="en-US" altLang="zh-CN" b="1" dirty="0" err="1">
                <a:solidFill>
                  <a:srgbClr val="002060"/>
                </a:solidFill>
                <a:latin typeface="Courier New" panose="02070309020205020404" pitchFamily="49" charset="0"/>
                <a:cs typeface="Courier New" panose="02070309020205020404" pitchFamily="49" charset="0"/>
              </a:rPr>
              <a:t>p</a:t>
            </a:r>
            <a:r>
              <a:rPr lang="en-US" altLang="zh-CN" b="1" dirty="0">
                <a:solidFill>
                  <a:srgbClr val="002060"/>
                </a:solidFill>
                <a:latin typeface="Courier New" panose="02070309020205020404" pitchFamily="49" charset="0"/>
                <a:cs typeface="Courier New" panose="02070309020205020404" pitchFamily="49" charset="0"/>
              </a:rPr>
              <a:t>); </a:t>
            </a:r>
            <a:r>
              <a:rPr lang="en-US" altLang="zh-CN" b="1" dirty="0">
                <a:solidFill>
                  <a:schemeClr val="accent6">
                    <a:lumMod val="75000"/>
                  </a:schemeClr>
                </a:solidFill>
                <a:latin typeface="Courier New" panose="02070309020205020404" pitchFamily="49" charset="0"/>
                <a:cs typeface="Courier New" panose="02070309020205020404" pitchFamily="49" charset="0"/>
              </a:rPr>
              <a:t>//</a:t>
            </a:r>
            <a:r>
              <a:rPr lang="zh-CN" altLang="en-US" b="1" dirty="0">
                <a:solidFill>
                  <a:schemeClr val="accent6">
                    <a:lumMod val="75000"/>
                  </a:schemeClr>
                </a:solidFill>
                <a:latin typeface="Courier New" panose="02070309020205020404" pitchFamily="49" charset="0"/>
                <a:cs typeface="Courier New" panose="02070309020205020404" pitchFamily="49" charset="0"/>
              </a:rPr>
              <a:t>复制表头</a:t>
            </a:r>
          </a:p>
          <a:p>
            <a:pPr>
              <a:lnSpc>
                <a:spcPct val="95000"/>
              </a:lnSpc>
            </a:pPr>
            <a:r>
              <a:rPr lang="en-US" altLang="zh-CN" b="1" dirty="0">
                <a:solidFill>
                  <a:srgbClr val="C00000"/>
                </a:solidFill>
                <a:latin typeface="Courier New" panose="02070309020205020404" pitchFamily="49" charset="0"/>
                <a:cs typeface="Courier New" panose="02070309020205020404" pitchFamily="49" charset="0"/>
              </a:rPr>
              <a:t>      T</a:t>
            </a:r>
            <a:r>
              <a:rPr lang="en-US" altLang="zh-CN" b="1" dirty="0">
                <a:solidFill>
                  <a:srgbClr val="002060"/>
                </a:solidFill>
                <a:latin typeface="Courier New" panose="02070309020205020404" pitchFamily="49" charset="0"/>
                <a:cs typeface="Courier New" panose="02070309020205020404" pitchFamily="49" charset="0"/>
              </a:rPr>
              <a:t>-&gt;</a:t>
            </a:r>
            <a:r>
              <a:rPr lang="en-US" altLang="zh-CN" b="1" dirty="0" err="1">
                <a:solidFill>
                  <a:srgbClr val="002060"/>
                </a:solidFill>
                <a:latin typeface="Courier New" panose="02070309020205020404" pitchFamily="49" charset="0"/>
                <a:cs typeface="Courier New" panose="02070309020205020404" pitchFamily="49" charset="0"/>
              </a:rPr>
              <a:t>ptr.</a:t>
            </a:r>
            <a:r>
              <a:rPr lang="en-US" altLang="zh-CN" b="1" dirty="0" err="1">
                <a:solidFill>
                  <a:srgbClr val="FF0000"/>
                </a:solidFill>
                <a:latin typeface="Courier New" panose="02070309020205020404" pitchFamily="49" charset="0"/>
                <a:cs typeface="Courier New" panose="02070309020205020404" pitchFamily="49" charset="0"/>
              </a:rPr>
              <a:t>t</a:t>
            </a:r>
            <a:r>
              <a:rPr lang="en-US" altLang="zh-CN" b="1" dirty="0" err="1">
                <a:solidFill>
                  <a:srgbClr val="002060"/>
                </a:solidFill>
                <a:latin typeface="Courier New" panose="02070309020205020404" pitchFamily="49" charset="0"/>
                <a:cs typeface="Courier New" panose="02070309020205020404" pitchFamily="49" charset="0"/>
              </a:rPr>
              <a:t>p</a:t>
            </a:r>
            <a:r>
              <a:rPr lang="en-US" altLang="zh-CN" b="1" dirty="0">
                <a:solidFill>
                  <a:srgbClr val="002060"/>
                </a:solidFill>
                <a:latin typeface="Courier New" panose="02070309020205020404" pitchFamily="49" charset="0"/>
                <a:cs typeface="Courier New" panose="02070309020205020404" pitchFamily="49" charset="0"/>
              </a:rPr>
              <a:t> = </a:t>
            </a:r>
            <a:r>
              <a:rPr lang="en-US" altLang="zh-CN" b="1" dirty="0" err="1">
                <a:solidFill>
                  <a:srgbClr val="002060"/>
                </a:solidFill>
                <a:latin typeface="Courier New" panose="02070309020205020404" pitchFamily="49" charset="0"/>
                <a:cs typeface="Courier New" panose="02070309020205020404" pitchFamily="49" charset="0"/>
              </a:rPr>
              <a:t>CopyGList</a:t>
            </a:r>
            <a:r>
              <a:rPr lang="en-US" altLang="zh-CN" b="1" dirty="0">
                <a:solidFill>
                  <a:srgbClr val="002060"/>
                </a:solidFill>
                <a:latin typeface="Courier New" panose="02070309020205020404" pitchFamily="49" charset="0"/>
                <a:cs typeface="Courier New" panose="02070309020205020404" pitchFamily="49" charset="0"/>
              </a:rPr>
              <a:t>(</a:t>
            </a:r>
            <a:r>
              <a:rPr lang="en-US" altLang="zh-CN" b="1" dirty="0">
                <a:solidFill>
                  <a:srgbClr val="0F14F1"/>
                </a:solidFill>
                <a:latin typeface="Courier New" panose="02070309020205020404" pitchFamily="49" charset="0"/>
                <a:cs typeface="Courier New" panose="02070309020205020404" pitchFamily="49" charset="0"/>
              </a:rPr>
              <a:t>L</a:t>
            </a:r>
            <a:r>
              <a:rPr lang="en-US" altLang="zh-CN" b="1" dirty="0">
                <a:solidFill>
                  <a:srgbClr val="002060"/>
                </a:solidFill>
                <a:latin typeface="Courier New" panose="02070309020205020404" pitchFamily="49" charset="0"/>
                <a:cs typeface="Courier New" panose="02070309020205020404" pitchFamily="49" charset="0"/>
              </a:rPr>
              <a:t>-&gt;</a:t>
            </a:r>
            <a:r>
              <a:rPr lang="en-US" altLang="zh-CN" b="1" dirty="0" err="1">
                <a:solidFill>
                  <a:srgbClr val="002060"/>
                </a:solidFill>
                <a:latin typeface="Courier New" panose="02070309020205020404" pitchFamily="49" charset="0"/>
                <a:cs typeface="Courier New" panose="02070309020205020404" pitchFamily="49" charset="0"/>
              </a:rPr>
              <a:t>ptr.</a:t>
            </a:r>
            <a:r>
              <a:rPr lang="en-US" altLang="zh-CN" b="1" dirty="0" err="1">
                <a:solidFill>
                  <a:srgbClr val="FF0000"/>
                </a:solidFill>
                <a:latin typeface="Courier New" panose="02070309020205020404" pitchFamily="49" charset="0"/>
                <a:cs typeface="Courier New" panose="02070309020205020404" pitchFamily="49" charset="0"/>
              </a:rPr>
              <a:t>t</a:t>
            </a:r>
            <a:r>
              <a:rPr lang="en-US" altLang="zh-CN" b="1" dirty="0" err="1">
                <a:solidFill>
                  <a:srgbClr val="002060"/>
                </a:solidFill>
                <a:latin typeface="Courier New" panose="02070309020205020404" pitchFamily="49" charset="0"/>
                <a:cs typeface="Courier New" panose="02070309020205020404" pitchFamily="49" charset="0"/>
              </a:rPr>
              <a:t>p</a:t>
            </a:r>
            <a:r>
              <a:rPr lang="en-US" altLang="zh-CN" b="1" dirty="0">
                <a:solidFill>
                  <a:srgbClr val="002060"/>
                </a:solidFill>
                <a:latin typeface="Courier New" panose="02070309020205020404" pitchFamily="49" charset="0"/>
                <a:cs typeface="Courier New" panose="02070309020205020404" pitchFamily="49" charset="0"/>
              </a:rPr>
              <a:t>);</a:t>
            </a:r>
            <a:r>
              <a:rPr lang="zh-CN" altLang="en-US" b="1" dirty="0">
                <a:solidFill>
                  <a:srgbClr val="002060"/>
                </a:solidFill>
                <a:latin typeface="Courier New" panose="02070309020205020404" pitchFamily="49" charset="0"/>
                <a:cs typeface="Courier New" panose="02070309020205020404" pitchFamily="49" charset="0"/>
              </a:rPr>
              <a:t> </a:t>
            </a:r>
            <a:r>
              <a:rPr lang="en-US" altLang="zh-CN" b="1" dirty="0">
                <a:solidFill>
                  <a:schemeClr val="accent6">
                    <a:lumMod val="75000"/>
                  </a:schemeClr>
                </a:solidFill>
                <a:latin typeface="Courier New" panose="02070309020205020404" pitchFamily="49" charset="0"/>
                <a:cs typeface="Courier New" panose="02070309020205020404" pitchFamily="49" charset="0"/>
              </a:rPr>
              <a:t>//</a:t>
            </a:r>
            <a:r>
              <a:rPr lang="zh-CN" altLang="en-US" b="1" dirty="0">
                <a:solidFill>
                  <a:schemeClr val="accent6">
                    <a:lumMod val="75000"/>
                  </a:schemeClr>
                </a:solidFill>
                <a:latin typeface="Courier New" panose="02070309020205020404" pitchFamily="49" charset="0"/>
                <a:cs typeface="Courier New" panose="02070309020205020404" pitchFamily="49" charset="0"/>
              </a:rPr>
              <a:t>复制表尾</a:t>
            </a:r>
            <a:endParaRPr lang="en-US" altLang="zh-CN" b="1" dirty="0">
              <a:solidFill>
                <a:schemeClr val="accent6">
                  <a:lumMod val="75000"/>
                </a:schemeClr>
              </a:solidFill>
              <a:latin typeface="Courier New" panose="02070309020205020404" pitchFamily="49" charset="0"/>
              <a:cs typeface="Courier New" panose="02070309020205020404" pitchFamily="49" charset="0"/>
            </a:endParaRPr>
          </a:p>
          <a:p>
            <a:pPr>
              <a:lnSpc>
                <a:spcPct val="95000"/>
              </a:lnSpc>
            </a:pPr>
            <a:r>
              <a:rPr lang="en-US" altLang="zh-CN"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r>
              <a:rPr lang="zh-CN" altLang="en-US" b="1" dirty="0">
                <a:solidFill>
                  <a:srgbClr val="00206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 </a:t>
            </a:r>
            <a:endParaRPr lang="zh-CN" altLang="en-US" b="1" dirty="0">
              <a:solidFill>
                <a:srgbClr val="0070C0"/>
              </a:solidFill>
              <a:latin typeface="Courier New" panose="02070309020205020404" pitchFamily="49" charset="0"/>
              <a:cs typeface="Courier New" panose="02070309020205020404" pitchFamily="49" charset="0"/>
            </a:endParaRPr>
          </a:p>
          <a:p>
            <a:pPr>
              <a:lnSpc>
                <a:spcPct val="95000"/>
              </a:lnSpc>
            </a:pPr>
            <a:r>
              <a:rPr lang="zh-CN" altLang="en-US" b="1" dirty="0">
                <a:latin typeface="Courier New" panose="02070309020205020404" pitchFamily="49" charset="0"/>
                <a:cs typeface="Courier New" panose="02070309020205020404" pitchFamily="49" charset="0"/>
              </a:rPr>
              <a:t>  </a:t>
            </a:r>
            <a:r>
              <a:rPr lang="zh-CN" altLang="en-US" b="1" dirty="0">
                <a:solidFill>
                  <a:srgbClr val="00206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r>
              <a:rPr lang="zh-CN" altLang="en-US" b="1" dirty="0">
                <a:solidFill>
                  <a:srgbClr val="002060"/>
                </a:solidFill>
                <a:latin typeface="Courier New" panose="02070309020205020404" pitchFamily="49" charset="0"/>
                <a:cs typeface="Courier New" panose="02070309020205020404" pitchFamily="49" charset="0"/>
              </a:rPr>
              <a:t> </a:t>
            </a:r>
            <a:endParaRPr lang="en-US" altLang="zh-CN" b="1" dirty="0">
              <a:solidFill>
                <a:srgbClr val="0070C0"/>
              </a:solidFill>
              <a:latin typeface="Courier New" panose="02070309020205020404" pitchFamily="49" charset="0"/>
              <a:cs typeface="Courier New" panose="02070309020205020404" pitchFamily="49" charset="0"/>
            </a:endParaRPr>
          </a:p>
          <a:p>
            <a:pPr>
              <a:lnSpc>
                <a:spcPct val="95000"/>
              </a:lnSpc>
            </a:pPr>
            <a:r>
              <a:rPr lang="en-US" altLang="zh-CN" b="1" dirty="0">
                <a:solidFill>
                  <a:srgbClr val="0070C0"/>
                </a:solidFill>
                <a:latin typeface="Courier New" panose="02070309020205020404" pitchFamily="49" charset="0"/>
                <a:cs typeface="Courier New" panose="02070309020205020404" pitchFamily="49" charset="0"/>
              </a:rPr>
              <a:t>  </a:t>
            </a:r>
            <a:r>
              <a:rPr lang="en-US" altLang="zh-CN" b="1" dirty="0" err="1">
                <a:solidFill>
                  <a:srgbClr val="00206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reruen</a:t>
            </a:r>
            <a:r>
              <a:rPr lang="en-US" altLang="zh-CN" b="1" dirty="0">
                <a:solidFill>
                  <a:srgbClr val="002060"/>
                </a:solidFill>
                <a:latin typeface="Courier New" panose="02070309020205020404" pitchFamily="49" charset="0"/>
                <a:cs typeface="Courier New" panose="02070309020205020404" pitchFamily="49" charset="0"/>
              </a:rPr>
              <a:t> T;</a:t>
            </a:r>
          </a:p>
          <a:p>
            <a:pPr>
              <a:lnSpc>
                <a:spcPct val="95000"/>
              </a:lnSpc>
            </a:pPr>
            <a:r>
              <a:rPr lang="en-US" altLang="zh-CN" b="1" dirty="0">
                <a:solidFill>
                  <a:srgbClr val="00206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a:t>
            </a:r>
            <a:endParaRPr lang="zh-CN" altLang="en-US" b="1" dirty="0">
              <a:solidFill>
                <a:srgbClr val="002060"/>
              </a:solidFill>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endParaRPr>
          </a:p>
        </p:txBody>
      </p:sp>
      <p:sp>
        <p:nvSpPr>
          <p:cNvPr id="97" name="文本框 96">
            <a:extLst>
              <a:ext uri="{FF2B5EF4-FFF2-40B4-BE49-F238E27FC236}">
                <a16:creationId xmlns:a16="http://schemas.microsoft.com/office/drawing/2014/main" id="{259E8C7C-AEB6-44E0-BDF5-C7F3DADC92A3}"/>
              </a:ext>
            </a:extLst>
          </p:cNvPr>
          <p:cNvSpPr txBox="1"/>
          <p:nvPr/>
        </p:nvSpPr>
        <p:spPr>
          <a:xfrm>
            <a:off x="252621" y="350325"/>
            <a:ext cx="6484934" cy="2031325"/>
          </a:xfrm>
          <a:prstGeom prst="rect">
            <a:avLst/>
          </a:prstGeom>
          <a:solidFill>
            <a:schemeClr val="tx2">
              <a:lumMod val="10000"/>
              <a:lumOff val="90000"/>
            </a:schemeClr>
          </a:solidFill>
        </p:spPr>
        <p:txBody>
          <a:bodyPr wrap="square" rtlCol="0">
            <a:spAutoFit/>
          </a:bodyPr>
          <a:lstStyle/>
          <a:p>
            <a:r>
              <a:rPr lang="zh-CN" altLang="en-US" b="1" dirty="0">
                <a:solidFill>
                  <a:srgbClr val="202678"/>
                </a:solidFill>
              </a:rPr>
              <a:t>假设算法外部定义了两个广义表变量：</a:t>
            </a:r>
            <a:endParaRPr lang="en-US" altLang="zh-CN" b="1" dirty="0">
              <a:solidFill>
                <a:srgbClr val="202678"/>
              </a:solidFill>
            </a:endParaRPr>
          </a:p>
          <a:p>
            <a:r>
              <a:rPr lang="en-US" altLang="zh-CN" b="1" dirty="0">
                <a:solidFill>
                  <a:srgbClr val="202678"/>
                </a:solidFill>
              </a:rPr>
              <a:t>         </a:t>
            </a:r>
            <a:r>
              <a:rPr lang="en-US" altLang="zh-CN" b="1" dirty="0" err="1">
                <a:solidFill>
                  <a:srgbClr val="C00000"/>
                </a:solidFill>
              </a:rPr>
              <a:t>GList</a:t>
            </a:r>
            <a:r>
              <a:rPr lang="en-US" altLang="zh-CN" b="1" dirty="0">
                <a:solidFill>
                  <a:srgbClr val="C00000"/>
                </a:solidFill>
              </a:rPr>
              <a:t>  C, S;</a:t>
            </a:r>
          </a:p>
          <a:p>
            <a:r>
              <a:rPr lang="zh-CN" altLang="en-US" b="1" dirty="0">
                <a:solidFill>
                  <a:srgbClr val="202678"/>
                </a:solidFill>
              </a:rPr>
              <a:t>且</a:t>
            </a:r>
            <a:r>
              <a:rPr lang="en-US" altLang="zh-CN" b="1" dirty="0">
                <a:solidFill>
                  <a:srgbClr val="C00000"/>
                </a:solidFill>
              </a:rPr>
              <a:t>C</a:t>
            </a:r>
            <a:r>
              <a:rPr lang="zh-CN" altLang="en-US" b="1" dirty="0">
                <a:solidFill>
                  <a:srgbClr val="202678"/>
                </a:solidFill>
              </a:rPr>
              <a:t>已构建。现要由</a:t>
            </a:r>
            <a:r>
              <a:rPr lang="en-US" altLang="zh-CN" b="1" dirty="0">
                <a:solidFill>
                  <a:srgbClr val="C00000"/>
                </a:solidFill>
              </a:rPr>
              <a:t>C</a:t>
            </a:r>
            <a:r>
              <a:rPr lang="zh-CN" altLang="en-US" b="1" dirty="0">
                <a:solidFill>
                  <a:srgbClr val="202678"/>
                </a:solidFill>
              </a:rPr>
              <a:t>复制一个与</a:t>
            </a:r>
            <a:r>
              <a:rPr lang="en-US" altLang="zh-CN" b="1" dirty="0">
                <a:solidFill>
                  <a:srgbClr val="C00000"/>
                </a:solidFill>
              </a:rPr>
              <a:t>C</a:t>
            </a:r>
            <a:r>
              <a:rPr lang="zh-CN" altLang="en-US" b="1" dirty="0">
                <a:solidFill>
                  <a:srgbClr val="202678"/>
                </a:solidFill>
              </a:rPr>
              <a:t>相同的广义表</a:t>
            </a:r>
            <a:r>
              <a:rPr lang="en-US" altLang="zh-CN" b="1" dirty="0">
                <a:solidFill>
                  <a:srgbClr val="C00000"/>
                </a:solidFill>
              </a:rPr>
              <a:t>S</a:t>
            </a:r>
            <a:r>
              <a:rPr lang="zh-CN" altLang="en-US" b="1" dirty="0">
                <a:solidFill>
                  <a:srgbClr val="202678"/>
                </a:solidFill>
              </a:rPr>
              <a:t>。</a:t>
            </a:r>
            <a:endParaRPr lang="en-US" altLang="zh-CN" b="1" dirty="0">
              <a:solidFill>
                <a:srgbClr val="202678"/>
              </a:solidFill>
            </a:endParaRPr>
          </a:p>
          <a:p>
            <a:r>
              <a:rPr lang="zh-CN" altLang="en-US" b="1" dirty="0">
                <a:solidFill>
                  <a:srgbClr val="202678"/>
                </a:solidFill>
              </a:rPr>
              <a:t>要区分</a:t>
            </a:r>
            <a:r>
              <a:rPr lang="zh-CN" altLang="en-US" b="1" dirty="0">
                <a:solidFill>
                  <a:srgbClr val="0F14F1"/>
                </a:solidFill>
              </a:rPr>
              <a:t>复制</a:t>
            </a:r>
            <a:r>
              <a:rPr lang="zh-CN" altLang="en-US" b="1" dirty="0">
                <a:solidFill>
                  <a:srgbClr val="202678"/>
                </a:solidFill>
              </a:rPr>
              <a:t>与</a:t>
            </a:r>
            <a:r>
              <a:rPr lang="zh-CN" altLang="en-US" b="1" dirty="0">
                <a:solidFill>
                  <a:srgbClr val="0F14F1"/>
                </a:solidFill>
              </a:rPr>
              <a:t>赋值</a:t>
            </a:r>
            <a:r>
              <a:rPr lang="zh-CN" altLang="en-US" b="1" dirty="0">
                <a:solidFill>
                  <a:srgbClr val="202678"/>
                </a:solidFill>
              </a:rPr>
              <a:t>的不同：</a:t>
            </a:r>
            <a:endParaRPr lang="en-US" altLang="zh-CN" b="1" dirty="0">
              <a:solidFill>
                <a:srgbClr val="202678"/>
              </a:solidFill>
            </a:endParaRPr>
          </a:p>
          <a:p>
            <a:r>
              <a:rPr lang="zh-CN" altLang="en-US" b="1" dirty="0">
                <a:solidFill>
                  <a:srgbClr val="0F14F1"/>
                </a:solidFill>
              </a:rPr>
              <a:t>赋值：   </a:t>
            </a:r>
            <a:r>
              <a:rPr lang="en-US" altLang="zh-CN" b="1" dirty="0">
                <a:solidFill>
                  <a:srgbClr val="C00000"/>
                </a:solidFill>
              </a:rPr>
              <a:t>S = C</a:t>
            </a:r>
            <a:r>
              <a:rPr lang="zh-CN" altLang="en-US" b="1" dirty="0">
                <a:solidFill>
                  <a:srgbClr val="C00000"/>
                </a:solidFill>
              </a:rPr>
              <a:t>；  </a:t>
            </a:r>
            <a:r>
              <a:rPr lang="zh-CN" altLang="en-US" b="1" dirty="0">
                <a:solidFill>
                  <a:srgbClr val="202678"/>
                </a:solidFill>
              </a:rPr>
              <a:t>这令</a:t>
            </a:r>
            <a:r>
              <a:rPr lang="en-US" altLang="zh-CN" b="1" dirty="0">
                <a:solidFill>
                  <a:srgbClr val="C00000"/>
                </a:solidFill>
              </a:rPr>
              <a:t>S</a:t>
            </a:r>
            <a:r>
              <a:rPr lang="zh-CN" altLang="en-US" b="1" dirty="0">
                <a:solidFill>
                  <a:srgbClr val="202678"/>
                </a:solidFill>
              </a:rPr>
              <a:t>也指向</a:t>
            </a:r>
            <a:r>
              <a:rPr lang="en-US" altLang="zh-CN" b="1" dirty="0">
                <a:solidFill>
                  <a:srgbClr val="C00000"/>
                </a:solidFill>
              </a:rPr>
              <a:t>C</a:t>
            </a:r>
            <a:r>
              <a:rPr lang="zh-CN" altLang="en-US" b="1" dirty="0">
                <a:solidFill>
                  <a:srgbClr val="202678"/>
                </a:solidFill>
              </a:rPr>
              <a:t>的头结点，共享</a:t>
            </a:r>
            <a:r>
              <a:rPr lang="en-US" altLang="zh-CN" b="1" dirty="0">
                <a:solidFill>
                  <a:srgbClr val="C00000"/>
                </a:solidFill>
              </a:rPr>
              <a:t>C</a:t>
            </a:r>
            <a:r>
              <a:rPr lang="zh-CN" altLang="en-US" b="1" dirty="0">
                <a:solidFill>
                  <a:srgbClr val="202678"/>
                </a:solidFill>
              </a:rPr>
              <a:t>的存储结构</a:t>
            </a:r>
            <a:r>
              <a:rPr lang="zh-CN" altLang="en-US" b="1" dirty="0">
                <a:solidFill>
                  <a:schemeClr val="accent5">
                    <a:lumMod val="50000"/>
                  </a:schemeClr>
                </a:solidFill>
              </a:rPr>
              <a:t>。</a:t>
            </a:r>
            <a:endParaRPr lang="en-US" altLang="zh-CN" b="1" dirty="0">
              <a:solidFill>
                <a:schemeClr val="accent5">
                  <a:lumMod val="50000"/>
                </a:schemeClr>
              </a:solidFill>
            </a:endParaRPr>
          </a:p>
          <a:p>
            <a:r>
              <a:rPr lang="zh-CN" altLang="en-US" b="1" dirty="0">
                <a:solidFill>
                  <a:srgbClr val="0F14F1"/>
                </a:solidFill>
              </a:rPr>
              <a:t>复制：   </a:t>
            </a:r>
            <a:r>
              <a:rPr lang="en-US" altLang="zh-CN" b="1" dirty="0" err="1">
                <a:solidFill>
                  <a:srgbClr val="C00000"/>
                </a:solidFill>
              </a:rPr>
              <a:t>CopyGList</a:t>
            </a:r>
            <a:r>
              <a:rPr lang="en-US" altLang="zh-CN" b="1" dirty="0">
                <a:solidFill>
                  <a:srgbClr val="C00000"/>
                </a:solidFill>
              </a:rPr>
              <a:t>( C);</a:t>
            </a:r>
          </a:p>
          <a:p>
            <a:r>
              <a:rPr lang="zh-CN" altLang="en-US" b="1" dirty="0">
                <a:solidFill>
                  <a:srgbClr val="202678"/>
                </a:solidFill>
              </a:rPr>
              <a:t>则是构建并返回与</a:t>
            </a:r>
            <a:r>
              <a:rPr lang="en-US" altLang="zh-CN" b="1" dirty="0">
                <a:solidFill>
                  <a:srgbClr val="202678"/>
                </a:solidFill>
              </a:rPr>
              <a:t>C</a:t>
            </a:r>
            <a:r>
              <a:rPr lang="zh-CN" altLang="en-US" b="1" dirty="0">
                <a:solidFill>
                  <a:srgbClr val="202678"/>
                </a:solidFill>
              </a:rPr>
              <a:t>相同的存储结构</a:t>
            </a:r>
            <a:r>
              <a:rPr lang="en-US" altLang="zh-CN" b="1" dirty="0">
                <a:solidFill>
                  <a:srgbClr val="202678"/>
                </a:solidFill>
              </a:rPr>
              <a:t>T</a:t>
            </a:r>
            <a:r>
              <a:rPr lang="zh-CN" altLang="en-US" b="1" dirty="0">
                <a:solidFill>
                  <a:srgbClr val="202678"/>
                </a:solidFill>
              </a:rPr>
              <a:t>，</a:t>
            </a:r>
            <a:r>
              <a:rPr lang="en-US" altLang="zh-CN" b="1" dirty="0">
                <a:solidFill>
                  <a:srgbClr val="202678"/>
                </a:solidFill>
              </a:rPr>
              <a:t>T</a:t>
            </a:r>
            <a:r>
              <a:rPr lang="zh-CN" altLang="en-US" b="1" dirty="0">
                <a:solidFill>
                  <a:srgbClr val="202678"/>
                </a:solidFill>
              </a:rPr>
              <a:t>是独立的广义表。</a:t>
            </a:r>
          </a:p>
        </p:txBody>
      </p:sp>
      <p:grpSp>
        <p:nvGrpSpPr>
          <p:cNvPr id="2" name="组合 1">
            <a:extLst>
              <a:ext uri="{FF2B5EF4-FFF2-40B4-BE49-F238E27FC236}">
                <a16:creationId xmlns:a16="http://schemas.microsoft.com/office/drawing/2014/main" id="{75C4B487-431B-4826-9B13-EE20DC4DE5DA}"/>
              </a:ext>
            </a:extLst>
          </p:cNvPr>
          <p:cNvGrpSpPr/>
          <p:nvPr/>
        </p:nvGrpSpPr>
        <p:grpSpPr>
          <a:xfrm>
            <a:off x="7594876" y="3014019"/>
            <a:ext cx="4136949" cy="1481283"/>
            <a:chOff x="7349033" y="3648250"/>
            <a:chExt cx="4136949" cy="1481283"/>
          </a:xfrm>
        </p:grpSpPr>
        <p:grpSp>
          <p:nvGrpSpPr>
            <p:cNvPr id="96" name="组合 95">
              <a:extLst>
                <a:ext uri="{FF2B5EF4-FFF2-40B4-BE49-F238E27FC236}">
                  <a16:creationId xmlns:a16="http://schemas.microsoft.com/office/drawing/2014/main" id="{7C840F5A-2720-4BBB-A61B-8701AC640EBC}"/>
                </a:ext>
              </a:extLst>
            </p:cNvPr>
            <p:cNvGrpSpPr>
              <a:grpSpLocks/>
            </p:cNvGrpSpPr>
            <p:nvPr/>
          </p:nvGrpSpPr>
          <p:grpSpPr bwMode="auto">
            <a:xfrm>
              <a:off x="7932093" y="3685219"/>
              <a:ext cx="585261" cy="307259"/>
              <a:chOff x="2285" y="1173"/>
              <a:chExt cx="812" cy="244"/>
            </a:xfrm>
          </p:grpSpPr>
          <p:sp>
            <p:nvSpPr>
              <p:cNvPr id="98" name="矩形 133126">
                <a:extLst>
                  <a:ext uri="{FF2B5EF4-FFF2-40B4-BE49-F238E27FC236}">
                    <a16:creationId xmlns:a16="http://schemas.microsoft.com/office/drawing/2014/main" id="{F103D9C9-87C3-4D5F-9F35-0B4BF8EB40E4}"/>
                  </a:ext>
                </a:extLst>
              </p:cNvPr>
              <p:cNvSpPr>
                <a:spLocks noChangeArrowheads="1"/>
              </p:cNvSpPr>
              <p:nvPr/>
            </p:nvSpPr>
            <p:spPr bwMode="auto">
              <a:xfrm>
                <a:off x="2285" y="1173"/>
                <a:ext cx="812" cy="244"/>
              </a:xfrm>
              <a:prstGeom prst="rect">
                <a:avLst/>
              </a:prstGeom>
              <a:solidFill>
                <a:schemeClr val="accent6">
                  <a:lumMod val="20000"/>
                  <a:lumOff val="80000"/>
                </a:schemeClr>
              </a:solidFill>
              <a:ln w="28575">
                <a:solidFill>
                  <a:schemeClr val="accent6">
                    <a:lumMod val="50000"/>
                  </a:schemeClr>
                </a:solidFill>
                <a:miter lim="800000"/>
                <a:headEnd/>
                <a:tailEnd/>
              </a:ln>
            </p:spPr>
            <p:txBody>
              <a:bodyPr wrap="square" lIns="36000" tIns="0" rIns="36000" bIns="0">
                <a:spAutoFit/>
              </a:bodyPr>
              <a:lstStyle/>
              <a:p>
                <a:r>
                  <a:rPr lang="en-US" altLang="zh-CN" sz="2000" b="1" u="none" dirty="0">
                    <a:solidFill>
                      <a:srgbClr val="0000FF"/>
                    </a:solidFill>
                    <a:ea typeface="楷体_GB2312" pitchFamily="49" charset="-122"/>
                  </a:rPr>
                  <a:t>1           </a:t>
                </a:r>
                <a:endParaRPr lang="en-US" altLang="zh-CN" sz="2000" u="none" dirty="0">
                  <a:ea typeface="楷体_GB2312" pitchFamily="49" charset="-122"/>
                </a:endParaRPr>
              </a:p>
            </p:txBody>
          </p:sp>
          <p:sp>
            <p:nvSpPr>
              <p:cNvPr id="99" name="直接连接符 133127">
                <a:extLst>
                  <a:ext uri="{FF2B5EF4-FFF2-40B4-BE49-F238E27FC236}">
                    <a16:creationId xmlns:a16="http://schemas.microsoft.com/office/drawing/2014/main" id="{F8F78C7C-A9ED-4C21-B9BA-84C94655C0AB}"/>
                  </a:ext>
                </a:extLst>
              </p:cNvPr>
              <p:cNvSpPr>
                <a:spLocks noChangeShapeType="1"/>
              </p:cNvSpPr>
              <p:nvPr/>
            </p:nvSpPr>
            <p:spPr bwMode="auto">
              <a:xfrm flipH="1">
                <a:off x="2568" y="1178"/>
                <a:ext cx="0" cy="230"/>
              </a:xfrm>
              <a:prstGeom prst="line">
                <a:avLst/>
              </a:prstGeom>
              <a:noFill/>
              <a:ln w="12700">
                <a:solidFill>
                  <a:schemeClr val="accent6">
                    <a:lumMod val="50000"/>
                  </a:schemeClr>
                </a:solidFill>
                <a:round/>
                <a:headEnd/>
                <a:tailEnd/>
              </a:ln>
              <a:extLst>
                <a:ext uri="{909E8E84-426E-40DD-AFC4-6F175D3DCCD1}">
                  <a14:hiddenFill xmlns:a14="http://schemas.microsoft.com/office/drawing/2010/main">
                    <a:noFill/>
                  </a14:hiddenFill>
                </a:ext>
              </a:extLst>
            </p:spPr>
            <p:txBody>
              <a:bodyPr lIns="0" tIns="0" rIns="36000" bIns="0"/>
              <a:lstStyle/>
              <a:p>
                <a:endParaRPr lang="zh-CN" altLang="en-US" sz="2000"/>
              </a:p>
            </p:txBody>
          </p:sp>
          <p:sp>
            <p:nvSpPr>
              <p:cNvPr id="100" name="直接连接符 133128">
                <a:extLst>
                  <a:ext uri="{FF2B5EF4-FFF2-40B4-BE49-F238E27FC236}">
                    <a16:creationId xmlns:a16="http://schemas.microsoft.com/office/drawing/2014/main" id="{B513FC4B-9785-44C0-9493-65252F488067}"/>
                  </a:ext>
                </a:extLst>
              </p:cNvPr>
              <p:cNvSpPr>
                <a:spLocks noChangeShapeType="1"/>
              </p:cNvSpPr>
              <p:nvPr/>
            </p:nvSpPr>
            <p:spPr bwMode="auto">
              <a:xfrm flipH="1">
                <a:off x="2842" y="1176"/>
                <a:ext cx="0" cy="233"/>
              </a:xfrm>
              <a:prstGeom prst="line">
                <a:avLst/>
              </a:prstGeom>
              <a:noFill/>
              <a:ln w="12700">
                <a:solidFill>
                  <a:schemeClr val="accent6">
                    <a:lumMod val="50000"/>
                  </a:schemeClr>
                </a:solidFill>
                <a:round/>
                <a:headEnd/>
                <a:tailEnd/>
              </a:ln>
              <a:extLst>
                <a:ext uri="{909E8E84-426E-40DD-AFC4-6F175D3DCCD1}">
                  <a14:hiddenFill xmlns:a14="http://schemas.microsoft.com/office/drawing/2010/main">
                    <a:noFill/>
                  </a14:hiddenFill>
                </a:ext>
              </a:extLst>
            </p:spPr>
            <p:txBody>
              <a:bodyPr lIns="0" tIns="0" rIns="36000" bIns="0"/>
              <a:lstStyle/>
              <a:p>
                <a:endParaRPr lang="zh-CN" altLang="en-US" sz="2000"/>
              </a:p>
            </p:txBody>
          </p:sp>
        </p:grpSp>
        <p:sp>
          <p:nvSpPr>
            <p:cNvPr id="101" name="直接连接符 100">
              <a:extLst>
                <a:ext uri="{FF2B5EF4-FFF2-40B4-BE49-F238E27FC236}">
                  <a16:creationId xmlns:a16="http://schemas.microsoft.com/office/drawing/2014/main" id="{86AC7D03-101C-4634-A9CA-FFB53D3274B8}"/>
                </a:ext>
              </a:extLst>
            </p:cNvPr>
            <p:cNvSpPr>
              <a:spLocks noChangeShapeType="1"/>
            </p:cNvSpPr>
            <p:nvPr/>
          </p:nvSpPr>
          <p:spPr bwMode="auto">
            <a:xfrm>
              <a:off x="8237543" y="3836099"/>
              <a:ext cx="2" cy="416106"/>
            </a:xfrm>
            <a:prstGeom prst="line">
              <a:avLst/>
            </a:prstGeom>
            <a:noFill/>
            <a:ln w="28575">
              <a:solidFill>
                <a:srgbClr val="C00000"/>
              </a:solidFill>
              <a:round/>
              <a:headEnd type="oval" w="med" len="med"/>
              <a:tailEnd type="triangle" w="med" len="lg"/>
            </a:ln>
            <a:extLst>
              <a:ext uri="{909E8E84-426E-40DD-AFC4-6F175D3DCCD1}">
                <a14:hiddenFill xmlns:a14="http://schemas.microsoft.com/office/drawing/2010/main">
                  <a:noFill/>
                </a14:hiddenFill>
              </a:ext>
            </a:extLst>
          </p:spPr>
          <p:txBody>
            <a:bodyPr lIns="0" tIns="0" rIns="36000" bIns="0"/>
            <a:lstStyle/>
            <a:p>
              <a:endParaRPr lang="zh-CN" altLang="en-US" sz="2000"/>
            </a:p>
          </p:txBody>
        </p:sp>
        <p:sp>
          <p:nvSpPr>
            <p:cNvPr id="102" name="直接连接符 101">
              <a:extLst>
                <a:ext uri="{FF2B5EF4-FFF2-40B4-BE49-F238E27FC236}">
                  <a16:creationId xmlns:a16="http://schemas.microsoft.com/office/drawing/2014/main" id="{D22E2133-91E9-4E49-8206-82793D38BCEA}"/>
                </a:ext>
              </a:extLst>
            </p:cNvPr>
            <p:cNvSpPr>
              <a:spLocks noChangeShapeType="1"/>
            </p:cNvSpPr>
            <p:nvPr/>
          </p:nvSpPr>
          <p:spPr bwMode="auto">
            <a:xfrm flipV="1">
              <a:off x="8439191" y="3844616"/>
              <a:ext cx="487374" cy="3683"/>
            </a:xfrm>
            <a:prstGeom prst="line">
              <a:avLst/>
            </a:prstGeom>
            <a:noFill/>
            <a:ln w="28575">
              <a:solidFill>
                <a:srgbClr val="0000FF"/>
              </a:solidFill>
              <a:round/>
              <a:headEnd type="oval" w="med" len="med"/>
              <a:tailEnd type="triangle" w="med" len="lg"/>
            </a:ln>
            <a:extLst>
              <a:ext uri="{909E8E84-426E-40DD-AFC4-6F175D3DCCD1}">
                <a14:hiddenFill xmlns:a14="http://schemas.microsoft.com/office/drawing/2010/main">
                  <a:noFill/>
                </a14:hiddenFill>
              </a:ext>
            </a:extLst>
          </p:spPr>
          <p:txBody>
            <a:bodyPr lIns="0" tIns="0" rIns="36000" bIns="0"/>
            <a:lstStyle/>
            <a:p>
              <a:endParaRPr lang="zh-CN" altLang="en-US" sz="2000"/>
            </a:p>
          </p:txBody>
        </p:sp>
        <p:grpSp>
          <p:nvGrpSpPr>
            <p:cNvPr id="103" name="组合 102">
              <a:extLst>
                <a:ext uri="{FF2B5EF4-FFF2-40B4-BE49-F238E27FC236}">
                  <a16:creationId xmlns:a16="http://schemas.microsoft.com/office/drawing/2014/main" id="{FE2A5059-A046-42DB-A967-3E4E0208358A}"/>
                </a:ext>
              </a:extLst>
            </p:cNvPr>
            <p:cNvGrpSpPr>
              <a:grpSpLocks/>
            </p:cNvGrpSpPr>
            <p:nvPr/>
          </p:nvGrpSpPr>
          <p:grpSpPr bwMode="auto">
            <a:xfrm>
              <a:off x="8926565" y="3679101"/>
              <a:ext cx="585261" cy="307259"/>
              <a:chOff x="2304" y="1172"/>
              <a:chExt cx="812" cy="244"/>
            </a:xfrm>
          </p:grpSpPr>
          <p:sp>
            <p:nvSpPr>
              <p:cNvPr id="104" name="矩形 133126">
                <a:extLst>
                  <a:ext uri="{FF2B5EF4-FFF2-40B4-BE49-F238E27FC236}">
                    <a16:creationId xmlns:a16="http://schemas.microsoft.com/office/drawing/2014/main" id="{4304CD2C-2898-4E1D-86CC-D1A4C50ECEDD}"/>
                  </a:ext>
                </a:extLst>
              </p:cNvPr>
              <p:cNvSpPr>
                <a:spLocks noChangeArrowheads="1"/>
              </p:cNvSpPr>
              <p:nvPr/>
            </p:nvSpPr>
            <p:spPr bwMode="auto">
              <a:xfrm>
                <a:off x="2304" y="1172"/>
                <a:ext cx="812" cy="244"/>
              </a:xfrm>
              <a:prstGeom prst="rect">
                <a:avLst/>
              </a:prstGeom>
              <a:solidFill>
                <a:schemeClr val="accent6">
                  <a:lumMod val="20000"/>
                  <a:lumOff val="80000"/>
                </a:schemeClr>
              </a:solidFill>
              <a:ln w="28575">
                <a:solidFill>
                  <a:schemeClr val="accent6">
                    <a:lumMod val="50000"/>
                  </a:schemeClr>
                </a:solidFill>
                <a:miter lim="800000"/>
                <a:headEnd/>
                <a:tailEnd/>
              </a:ln>
            </p:spPr>
            <p:txBody>
              <a:bodyPr wrap="square" lIns="36000" tIns="0" rIns="36000" bIns="0">
                <a:spAutoFit/>
              </a:bodyPr>
              <a:lstStyle/>
              <a:p>
                <a:r>
                  <a:rPr lang="en-US" altLang="zh-CN" sz="2000" b="1" u="none" dirty="0">
                    <a:solidFill>
                      <a:srgbClr val="0000FF"/>
                    </a:solidFill>
                    <a:ea typeface="楷体_GB2312" pitchFamily="49" charset="-122"/>
                  </a:rPr>
                  <a:t>1           </a:t>
                </a:r>
                <a:endParaRPr lang="en-US" altLang="zh-CN" sz="2000" u="none" dirty="0">
                  <a:ea typeface="楷体_GB2312" pitchFamily="49" charset="-122"/>
                </a:endParaRPr>
              </a:p>
            </p:txBody>
          </p:sp>
          <p:sp>
            <p:nvSpPr>
              <p:cNvPr id="105" name="直接连接符 133127">
                <a:extLst>
                  <a:ext uri="{FF2B5EF4-FFF2-40B4-BE49-F238E27FC236}">
                    <a16:creationId xmlns:a16="http://schemas.microsoft.com/office/drawing/2014/main" id="{F7A786D1-2D87-44D4-B5C2-F4AD8C50B2F2}"/>
                  </a:ext>
                </a:extLst>
              </p:cNvPr>
              <p:cNvSpPr>
                <a:spLocks noChangeShapeType="1"/>
              </p:cNvSpPr>
              <p:nvPr/>
            </p:nvSpPr>
            <p:spPr bwMode="auto">
              <a:xfrm>
                <a:off x="2579" y="1181"/>
                <a:ext cx="0" cy="233"/>
              </a:xfrm>
              <a:prstGeom prst="line">
                <a:avLst/>
              </a:prstGeom>
              <a:noFill/>
              <a:ln w="12700">
                <a:solidFill>
                  <a:schemeClr val="accent6">
                    <a:lumMod val="50000"/>
                  </a:schemeClr>
                </a:solidFill>
                <a:round/>
                <a:headEnd/>
                <a:tailEnd/>
              </a:ln>
              <a:extLst>
                <a:ext uri="{909E8E84-426E-40DD-AFC4-6F175D3DCCD1}">
                  <a14:hiddenFill xmlns:a14="http://schemas.microsoft.com/office/drawing/2010/main">
                    <a:noFill/>
                  </a14:hiddenFill>
                </a:ext>
              </a:extLst>
            </p:spPr>
            <p:txBody>
              <a:bodyPr lIns="0" tIns="0" rIns="36000" bIns="0"/>
              <a:lstStyle/>
              <a:p>
                <a:endParaRPr lang="zh-CN" altLang="en-US" sz="2000"/>
              </a:p>
            </p:txBody>
          </p:sp>
          <p:sp>
            <p:nvSpPr>
              <p:cNvPr id="106" name="直接连接符 133128">
                <a:extLst>
                  <a:ext uri="{FF2B5EF4-FFF2-40B4-BE49-F238E27FC236}">
                    <a16:creationId xmlns:a16="http://schemas.microsoft.com/office/drawing/2014/main" id="{CB2C114B-6E3E-40BB-ABFC-457F1FB1C8FE}"/>
                  </a:ext>
                </a:extLst>
              </p:cNvPr>
              <p:cNvSpPr>
                <a:spLocks noChangeShapeType="1"/>
              </p:cNvSpPr>
              <p:nvPr/>
            </p:nvSpPr>
            <p:spPr bwMode="auto">
              <a:xfrm flipH="1">
                <a:off x="2842" y="1176"/>
                <a:ext cx="0" cy="233"/>
              </a:xfrm>
              <a:prstGeom prst="line">
                <a:avLst/>
              </a:prstGeom>
              <a:noFill/>
              <a:ln w="12700">
                <a:solidFill>
                  <a:schemeClr val="accent6">
                    <a:lumMod val="50000"/>
                  </a:schemeClr>
                </a:solidFill>
                <a:round/>
                <a:headEnd/>
                <a:tailEnd/>
              </a:ln>
              <a:extLst>
                <a:ext uri="{909E8E84-426E-40DD-AFC4-6F175D3DCCD1}">
                  <a14:hiddenFill xmlns:a14="http://schemas.microsoft.com/office/drawing/2010/main">
                    <a:noFill/>
                  </a14:hiddenFill>
                </a:ext>
              </a:extLst>
            </p:spPr>
            <p:txBody>
              <a:bodyPr lIns="0" tIns="0" rIns="36000" bIns="0"/>
              <a:lstStyle/>
              <a:p>
                <a:endParaRPr lang="zh-CN" altLang="en-US" sz="2000"/>
              </a:p>
            </p:txBody>
          </p:sp>
        </p:grpSp>
        <p:sp>
          <p:nvSpPr>
            <p:cNvPr id="107" name="直接连接符 106">
              <a:extLst>
                <a:ext uri="{FF2B5EF4-FFF2-40B4-BE49-F238E27FC236}">
                  <a16:creationId xmlns:a16="http://schemas.microsoft.com/office/drawing/2014/main" id="{70F38982-DA39-4FC0-918B-83BF9CA4DEA7}"/>
                </a:ext>
              </a:extLst>
            </p:cNvPr>
            <p:cNvSpPr>
              <a:spLocks noChangeShapeType="1"/>
            </p:cNvSpPr>
            <p:nvPr/>
          </p:nvSpPr>
          <p:spPr bwMode="auto">
            <a:xfrm>
              <a:off x="9221898" y="3844617"/>
              <a:ext cx="2" cy="416106"/>
            </a:xfrm>
            <a:prstGeom prst="line">
              <a:avLst/>
            </a:prstGeom>
            <a:noFill/>
            <a:ln w="28575">
              <a:solidFill>
                <a:srgbClr val="C00000"/>
              </a:solidFill>
              <a:round/>
              <a:headEnd type="oval" w="med" len="med"/>
              <a:tailEnd type="triangle" w="med" len="lg"/>
            </a:ln>
            <a:extLst>
              <a:ext uri="{909E8E84-426E-40DD-AFC4-6F175D3DCCD1}">
                <a14:hiddenFill xmlns:a14="http://schemas.microsoft.com/office/drawing/2010/main">
                  <a:noFill/>
                </a14:hiddenFill>
              </a:ext>
            </a:extLst>
          </p:spPr>
          <p:txBody>
            <a:bodyPr lIns="0" tIns="0" rIns="36000" bIns="0"/>
            <a:lstStyle/>
            <a:p>
              <a:endParaRPr lang="zh-CN" altLang="en-US" sz="2000"/>
            </a:p>
          </p:txBody>
        </p:sp>
        <p:grpSp>
          <p:nvGrpSpPr>
            <p:cNvPr id="108" name="组合 107">
              <a:extLst>
                <a:ext uri="{FF2B5EF4-FFF2-40B4-BE49-F238E27FC236}">
                  <a16:creationId xmlns:a16="http://schemas.microsoft.com/office/drawing/2014/main" id="{C226D351-9514-4B1E-9F59-68F9139BA036}"/>
                </a:ext>
              </a:extLst>
            </p:cNvPr>
            <p:cNvGrpSpPr>
              <a:grpSpLocks/>
            </p:cNvGrpSpPr>
            <p:nvPr/>
          </p:nvGrpSpPr>
          <p:grpSpPr bwMode="auto">
            <a:xfrm>
              <a:off x="9902270" y="4265819"/>
              <a:ext cx="585261" cy="307259"/>
              <a:chOff x="2285" y="1173"/>
              <a:chExt cx="812" cy="244"/>
            </a:xfrm>
          </p:grpSpPr>
          <p:sp>
            <p:nvSpPr>
              <p:cNvPr id="109" name="矩形 133126">
                <a:extLst>
                  <a:ext uri="{FF2B5EF4-FFF2-40B4-BE49-F238E27FC236}">
                    <a16:creationId xmlns:a16="http://schemas.microsoft.com/office/drawing/2014/main" id="{461A4B08-2652-47F3-80B6-0E2624D36927}"/>
                  </a:ext>
                </a:extLst>
              </p:cNvPr>
              <p:cNvSpPr>
                <a:spLocks noChangeArrowheads="1"/>
              </p:cNvSpPr>
              <p:nvPr/>
            </p:nvSpPr>
            <p:spPr bwMode="auto">
              <a:xfrm>
                <a:off x="2285" y="1173"/>
                <a:ext cx="812" cy="244"/>
              </a:xfrm>
              <a:prstGeom prst="rect">
                <a:avLst/>
              </a:prstGeom>
              <a:solidFill>
                <a:schemeClr val="accent6">
                  <a:lumMod val="20000"/>
                  <a:lumOff val="80000"/>
                </a:schemeClr>
              </a:solidFill>
              <a:ln w="28575">
                <a:solidFill>
                  <a:schemeClr val="accent6">
                    <a:lumMod val="50000"/>
                  </a:schemeClr>
                </a:solidFill>
                <a:miter lim="800000"/>
                <a:headEnd/>
                <a:tailEnd/>
              </a:ln>
            </p:spPr>
            <p:txBody>
              <a:bodyPr wrap="square" lIns="36000" tIns="0" rIns="36000" bIns="0">
                <a:spAutoFit/>
              </a:bodyPr>
              <a:lstStyle/>
              <a:p>
                <a:r>
                  <a:rPr lang="en-US" altLang="zh-CN" sz="2000" b="1" u="none" dirty="0">
                    <a:solidFill>
                      <a:srgbClr val="0000FF"/>
                    </a:solidFill>
                    <a:ea typeface="楷体_GB2312" pitchFamily="49" charset="-122"/>
                  </a:rPr>
                  <a:t>1           </a:t>
                </a:r>
                <a:endParaRPr lang="en-US" altLang="zh-CN" sz="2000" u="none" dirty="0">
                  <a:ea typeface="楷体_GB2312" pitchFamily="49" charset="-122"/>
                </a:endParaRPr>
              </a:p>
            </p:txBody>
          </p:sp>
          <p:sp>
            <p:nvSpPr>
              <p:cNvPr id="110" name="直接连接符 133127">
                <a:extLst>
                  <a:ext uri="{FF2B5EF4-FFF2-40B4-BE49-F238E27FC236}">
                    <a16:creationId xmlns:a16="http://schemas.microsoft.com/office/drawing/2014/main" id="{85D57525-5ED4-45F8-BD00-53B6A5C3CCE2}"/>
                  </a:ext>
                </a:extLst>
              </p:cNvPr>
              <p:cNvSpPr>
                <a:spLocks noChangeShapeType="1"/>
              </p:cNvSpPr>
              <p:nvPr/>
            </p:nvSpPr>
            <p:spPr bwMode="auto">
              <a:xfrm flipH="1">
                <a:off x="2568" y="1178"/>
                <a:ext cx="0" cy="230"/>
              </a:xfrm>
              <a:prstGeom prst="line">
                <a:avLst/>
              </a:prstGeom>
              <a:noFill/>
              <a:ln w="12700">
                <a:solidFill>
                  <a:schemeClr val="accent6">
                    <a:lumMod val="50000"/>
                  </a:schemeClr>
                </a:solidFill>
                <a:round/>
                <a:headEnd/>
                <a:tailEnd/>
              </a:ln>
              <a:extLst>
                <a:ext uri="{909E8E84-426E-40DD-AFC4-6F175D3DCCD1}">
                  <a14:hiddenFill xmlns:a14="http://schemas.microsoft.com/office/drawing/2010/main">
                    <a:noFill/>
                  </a14:hiddenFill>
                </a:ext>
              </a:extLst>
            </p:spPr>
            <p:txBody>
              <a:bodyPr lIns="0" tIns="0" rIns="36000" bIns="0"/>
              <a:lstStyle/>
              <a:p>
                <a:endParaRPr lang="zh-CN" altLang="en-US" sz="2000"/>
              </a:p>
            </p:txBody>
          </p:sp>
          <p:sp>
            <p:nvSpPr>
              <p:cNvPr id="111" name="直接连接符 133128">
                <a:extLst>
                  <a:ext uri="{FF2B5EF4-FFF2-40B4-BE49-F238E27FC236}">
                    <a16:creationId xmlns:a16="http://schemas.microsoft.com/office/drawing/2014/main" id="{1D8A4DB0-06F8-4512-9909-D45A4B0A443D}"/>
                  </a:ext>
                </a:extLst>
              </p:cNvPr>
              <p:cNvSpPr>
                <a:spLocks noChangeShapeType="1"/>
              </p:cNvSpPr>
              <p:nvPr/>
            </p:nvSpPr>
            <p:spPr bwMode="auto">
              <a:xfrm flipH="1">
                <a:off x="2842" y="1176"/>
                <a:ext cx="0" cy="233"/>
              </a:xfrm>
              <a:prstGeom prst="line">
                <a:avLst/>
              </a:prstGeom>
              <a:noFill/>
              <a:ln w="12700">
                <a:solidFill>
                  <a:schemeClr val="accent6">
                    <a:lumMod val="50000"/>
                  </a:schemeClr>
                </a:solidFill>
                <a:round/>
                <a:headEnd/>
                <a:tailEnd/>
              </a:ln>
              <a:extLst>
                <a:ext uri="{909E8E84-426E-40DD-AFC4-6F175D3DCCD1}">
                  <a14:hiddenFill xmlns:a14="http://schemas.microsoft.com/office/drawing/2010/main">
                    <a:noFill/>
                  </a14:hiddenFill>
                </a:ext>
              </a:extLst>
            </p:spPr>
            <p:txBody>
              <a:bodyPr lIns="0" tIns="0" rIns="36000" bIns="0"/>
              <a:lstStyle/>
              <a:p>
                <a:endParaRPr lang="zh-CN" altLang="en-US" sz="2000"/>
              </a:p>
            </p:txBody>
          </p:sp>
        </p:grpSp>
        <p:sp>
          <p:nvSpPr>
            <p:cNvPr id="112" name="直接连接符 111">
              <a:extLst>
                <a:ext uri="{FF2B5EF4-FFF2-40B4-BE49-F238E27FC236}">
                  <a16:creationId xmlns:a16="http://schemas.microsoft.com/office/drawing/2014/main" id="{2FCA6612-EDEF-4253-B011-B6B5B97FE45B}"/>
                </a:ext>
              </a:extLst>
            </p:cNvPr>
            <p:cNvSpPr>
              <a:spLocks noChangeShapeType="1"/>
            </p:cNvSpPr>
            <p:nvPr/>
          </p:nvSpPr>
          <p:spPr bwMode="auto">
            <a:xfrm>
              <a:off x="10198645" y="4432492"/>
              <a:ext cx="2" cy="416106"/>
            </a:xfrm>
            <a:prstGeom prst="line">
              <a:avLst/>
            </a:prstGeom>
            <a:noFill/>
            <a:ln w="28575">
              <a:solidFill>
                <a:srgbClr val="C00000"/>
              </a:solidFill>
              <a:round/>
              <a:headEnd type="oval" w="med" len="med"/>
              <a:tailEnd type="triangle" w="med" len="lg"/>
            </a:ln>
            <a:extLst>
              <a:ext uri="{909E8E84-426E-40DD-AFC4-6F175D3DCCD1}">
                <a14:hiddenFill xmlns:a14="http://schemas.microsoft.com/office/drawing/2010/main">
                  <a:noFill/>
                </a14:hiddenFill>
              </a:ext>
            </a:extLst>
          </p:spPr>
          <p:txBody>
            <a:bodyPr lIns="0" tIns="0" rIns="36000" bIns="0"/>
            <a:lstStyle/>
            <a:p>
              <a:endParaRPr lang="zh-CN" altLang="en-US" sz="2000"/>
            </a:p>
          </p:txBody>
        </p:sp>
        <p:sp>
          <p:nvSpPr>
            <p:cNvPr id="113" name="直接连接符 112">
              <a:extLst>
                <a:ext uri="{FF2B5EF4-FFF2-40B4-BE49-F238E27FC236}">
                  <a16:creationId xmlns:a16="http://schemas.microsoft.com/office/drawing/2014/main" id="{141D3B78-EADE-4B85-B25C-6EFDA3F33CAF}"/>
                </a:ext>
              </a:extLst>
            </p:cNvPr>
            <p:cNvSpPr>
              <a:spLocks noChangeShapeType="1"/>
            </p:cNvSpPr>
            <p:nvPr/>
          </p:nvSpPr>
          <p:spPr bwMode="auto">
            <a:xfrm flipV="1">
              <a:off x="10396537" y="4415793"/>
              <a:ext cx="478760" cy="6868"/>
            </a:xfrm>
            <a:prstGeom prst="line">
              <a:avLst/>
            </a:prstGeom>
            <a:noFill/>
            <a:ln w="28575">
              <a:solidFill>
                <a:srgbClr val="0000FF"/>
              </a:solidFill>
              <a:round/>
              <a:headEnd type="oval" w="med" len="med"/>
              <a:tailEnd type="triangle" w="med" len="lg"/>
            </a:ln>
            <a:extLst>
              <a:ext uri="{909E8E84-426E-40DD-AFC4-6F175D3DCCD1}">
                <a14:hiddenFill xmlns:a14="http://schemas.microsoft.com/office/drawing/2010/main">
                  <a:noFill/>
                </a14:hiddenFill>
              </a:ext>
            </a:extLst>
          </p:spPr>
          <p:txBody>
            <a:bodyPr lIns="0" tIns="0" rIns="36000" bIns="0"/>
            <a:lstStyle/>
            <a:p>
              <a:endParaRPr lang="zh-CN" altLang="en-US" sz="2000"/>
            </a:p>
          </p:txBody>
        </p:sp>
        <p:grpSp>
          <p:nvGrpSpPr>
            <p:cNvPr id="114" name="组合 113">
              <a:extLst>
                <a:ext uri="{FF2B5EF4-FFF2-40B4-BE49-F238E27FC236}">
                  <a16:creationId xmlns:a16="http://schemas.microsoft.com/office/drawing/2014/main" id="{CF57C87A-9E9C-4794-B974-648CA4971EF0}"/>
                </a:ext>
              </a:extLst>
            </p:cNvPr>
            <p:cNvGrpSpPr>
              <a:grpSpLocks/>
            </p:cNvGrpSpPr>
            <p:nvPr/>
          </p:nvGrpSpPr>
          <p:grpSpPr bwMode="auto">
            <a:xfrm>
              <a:off x="10888009" y="4269597"/>
              <a:ext cx="585261" cy="307259"/>
              <a:chOff x="2304" y="1172"/>
              <a:chExt cx="812" cy="244"/>
            </a:xfrm>
          </p:grpSpPr>
          <p:sp>
            <p:nvSpPr>
              <p:cNvPr id="115" name="矩形 133126">
                <a:extLst>
                  <a:ext uri="{FF2B5EF4-FFF2-40B4-BE49-F238E27FC236}">
                    <a16:creationId xmlns:a16="http://schemas.microsoft.com/office/drawing/2014/main" id="{3B829C9E-3A05-4F98-A14D-6BEC56C90322}"/>
                  </a:ext>
                </a:extLst>
              </p:cNvPr>
              <p:cNvSpPr>
                <a:spLocks noChangeArrowheads="1"/>
              </p:cNvSpPr>
              <p:nvPr/>
            </p:nvSpPr>
            <p:spPr bwMode="auto">
              <a:xfrm>
                <a:off x="2304" y="1172"/>
                <a:ext cx="812" cy="244"/>
              </a:xfrm>
              <a:prstGeom prst="rect">
                <a:avLst/>
              </a:prstGeom>
              <a:solidFill>
                <a:schemeClr val="accent6">
                  <a:lumMod val="20000"/>
                  <a:lumOff val="80000"/>
                </a:schemeClr>
              </a:solidFill>
              <a:ln w="28575">
                <a:solidFill>
                  <a:schemeClr val="accent6">
                    <a:lumMod val="50000"/>
                  </a:schemeClr>
                </a:solidFill>
                <a:miter lim="800000"/>
                <a:headEnd/>
                <a:tailEnd/>
              </a:ln>
            </p:spPr>
            <p:txBody>
              <a:bodyPr wrap="square" lIns="36000" tIns="0" rIns="36000" bIns="0">
                <a:spAutoFit/>
              </a:bodyPr>
              <a:lstStyle/>
              <a:p>
                <a:r>
                  <a:rPr lang="en-US" altLang="zh-CN" sz="2000" b="1" u="none" dirty="0">
                    <a:solidFill>
                      <a:srgbClr val="0000FF"/>
                    </a:solidFill>
                    <a:ea typeface="楷体_GB2312" pitchFamily="49" charset="-122"/>
                  </a:rPr>
                  <a:t>1           </a:t>
                </a:r>
                <a:endParaRPr lang="en-US" altLang="zh-CN" sz="2000" u="none" dirty="0">
                  <a:ea typeface="楷体_GB2312" pitchFamily="49" charset="-122"/>
                </a:endParaRPr>
              </a:p>
            </p:txBody>
          </p:sp>
          <p:sp>
            <p:nvSpPr>
              <p:cNvPr id="116" name="直接连接符 133127">
                <a:extLst>
                  <a:ext uri="{FF2B5EF4-FFF2-40B4-BE49-F238E27FC236}">
                    <a16:creationId xmlns:a16="http://schemas.microsoft.com/office/drawing/2014/main" id="{9C732FCC-EC24-40B8-B572-1D0DFDD340C1}"/>
                  </a:ext>
                </a:extLst>
              </p:cNvPr>
              <p:cNvSpPr>
                <a:spLocks noChangeShapeType="1"/>
              </p:cNvSpPr>
              <p:nvPr/>
            </p:nvSpPr>
            <p:spPr bwMode="auto">
              <a:xfrm>
                <a:off x="2579" y="1181"/>
                <a:ext cx="0" cy="233"/>
              </a:xfrm>
              <a:prstGeom prst="line">
                <a:avLst/>
              </a:prstGeom>
              <a:noFill/>
              <a:ln w="12700">
                <a:solidFill>
                  <a:schemeClr val="accent6">
                    <a:lumMod val="50000"/>
                  </a:schemeClr>
                </a:solidFill>
                <a:round/>
                <a:headEnd/>
                <a:tailEnd/>
              </a:ln>
              <a:extLst>
                <a:ext uri="{909E8E84-426E-40DD-AFC4-6F175D3DCCD1}">
                  <a14:hiddenFill xmlns:a14="http://schemas.microsoft.com/office/drawing/2010/main">
                    <a:noFill/>
                  </a14:hiddenFill>
                </a:ext>
              </a:extLst>
            </p:spPr>
            <p:txBody>
              <a:bodyPr lIns="0" tIns="0" rIns="36000" bIns="0"/>
              <a:lstStyle/>
              <a:p>
                <a:endParaRPr lang="zh-CN" altLang="en-US" sz="2000"/>
              </a:p>
            </p:txBody>
          </p:sp>
          <p:sp>
            <p:nvSpPr>
              <p:cNvPr id="117" name="直接连接符 133128">
                <a:extLst>
                  <a:ext uri="{FF2B5EF4-FFF2-40B4-BE49-F238E27FC236}">
                    <a16:creationId xmlns:a16="http://schemas.microsoft.com/office/drawing/2014/main" id="{C81D792A-9102-47FE-A2AF-1EC9C219C019}"/>
                  </a:ext>
                </a:extLst>
              </p:cNvPr>
              <p:cNvSpPr>
                <a:spLocks noChangeShapeType="1"/>
              </p:cNvSpPr>
              <p:nvPr/>
            </p:nvSpPr>
            <p:spPr bwMode="auto">
              <a:xfrm flipH="1">
                <a:off x="2842" y="1176"/>
                <a:ext cx="0" cy="233"/>
              </a:xfrm>
              <a:prstGeom prst="line">
                <a:avLst/>
              </a:prstGeom>
              <a:noFill/>
              <a:ln w="12700">
                <a:solidFill>
                  <a:schemeClr val="accent6">
                    <a:lumMod val="50000"/>
                  </a:schemeClr>
                </a:solidFill>
                <a:round/>
                <a:headEnd/>
                <a:tailEnd/>
              </a:ln>
              <a:extLst>
                <a:ext uri="{909E8E84-426E-40DD-AFC4-6F175D3DCCD1}">
                  <a14:hiddenFill xmlns:a14="http://schemas.microsoft.com/office/drawing/2010/main">
                    <a:noFill/>
                  </a14:hiddenFill>
                </a:ext>
              </a:extLst>
            </p:spPr>
            <p:txBody>
              <a:bodyPr lIns="0" tIns="0" rIns="36000" bIns="0"/>
              <a:lstStyle/>
              <a:p>
                <a:endParaRPr lang="zh-CN" altLang="en-US" sz="2000"/>
              </a:p>
            </p:txBody>
          </p:sp>
        </p:grpSp>
        <p:grpSp>
          <p:nvGrpSpPr>
            <p:cNvPr id="118" name="组合 117">
              <a:extLst>
                <a:ext uri="{FF2B5EF4-FFF2-40B4-BE49-F238E27FC236}">
                  <a16:creationId xmlns:a16="http://schemas.microsoft.com/office/drawing/2014/main" id="{7DAAAC6B-F6A7-4880-9D8B-F6E04DD95D45}"/>
                </a:ext>
              </a:extLst>
            </p:cNvPr>
            <p:cNvGrpSpPr>
              <a:grpSpLocks/>
            </p:cNvGrpSpPr>
            <p:nvPr/>
          </p:nvGrpSpPr>
          <p:grpSpPr bwMode="auto">
            <a:xfrm>
              <a:off x="8926565" y="4270856"/>
              <a:ext cx="585261" cy="307259"/>
              <a:chOff x="2285" y="1173"/>
              <a:chExt cx="812" cy="244"/>
            </a:xfrm>
          </p:grpSpPr>
          <p:sp>
            <p:nvSpPr>
              <p:cNvPr id="119" name="矩形 133126">
                <a:extLst>
                  <a:ext uri="{FF2B5EF4-FFF2-40B4-BE49-F238E27FC236}">
                    <a16:creationId xmlns:a16="http://schemas.microsoft.com/office/drawing/2014/main" id="{A6056332-5C4B-404C-8F6C-A70D03834216}"/>
                  </a:ext>
                </a:extLst>
              </p:cNvPr>
              <p:cNvSpPr>
                <a:spLocks noChangeArrowheads="1"/>
              </p:cNvSpPr>
              <p:nvPr/>
            </p:nvSpPr>
            <p:spPr bwMode="auto">
              <a:xfrm>
                <a:off x="2285" y="1173"/>
                <a:ext cx="812" cy="244"/>
              </a:xfrm>
              <a:prstGeom prst="rect">
                <a:avLst/>
              </a:prstGeom>
              <a:solidFill>
                <a:schemeClr val="accent6">
                  <a:lumMod val="20000"/>
                  <a:lumOff val="80000"/>
                </a:schemeClr>
              </a:solidFill>
              <a:ln w="28575">
                <a:solidFill>
                  <a:schemeClr val="accent6">
                    <a:lumMod val="50000"/>
                  </a:schemeClr>
                </a:solidFill>
                <a:miter lim="800000"/>
                <a:headEnd/>
                <a:tailEnd/>
              </a:ln>
            </p:spPr>
            <p:txBody>
              <a:bodyPr wrap="square" lIns="36000" tIns="0" rIns="36000" bIns="0">
                <a:spAutoFit/>
              </a:bodyPr>
              <a:lstStyle/>
              <a:p>
                <a:r>
                  <a:rPr lang="en-US" altLang="zh-CN" sz="2000" b="1" u="none" dirty="0">
                    <a:solidFill>
                      <a:srgbClr val="0000FF"/>
                    </a:solidFill>
                    <a:ea typeface="楷体_GB2312" pitchFamily="49" charset="-122"/>
                  </a:rPr>
                  <a:t>1           </a:t>
                </a:r>
                <a:endParaRPr lang="en-US" altLang="zh-CN" sz="2000" u="none" dirty="0">
                  <a:ea typeface="楷体_GB2312" pitchFamily="49" charset="-122"/>
                </a:endParaRPr>
              </a:p>
            </p:txBody>
          </p:sp>
          <p:sp>
            <p:nvSpPr>
              <p:cNvPr id="120" name="直接连接符 133127">
                <a:extLst>
                  <a:ext uri="{FF2B5EF4-FFF2-40B4-BE49-F238E27FC236}">
                    <a16:creationId xmlns:a16="http://schemas.microsoft.com/office/drawing/2014/main" id="{C90623D0-FC47-4E3B-BFB4-F321174E96E4}"/>
                  </a:ext>
                </a:extLst>
              </p:cNvPr>
              <p:cNvSpPr>
                <a:spLocks noChangeShapeType="1"/>
              </p:cNvSpPr>
              <p:nvPr/>
            </p:nvSpPr>
            <p:spPr bwMode="auto">
              <a:xfrm flipH="1">
                <a:off x="2568" y="1178"/>
                <a:ext cx="0" cy="230"/>
              </a:xfrm>
              <a:prstGeom prst="line">
                <a:avLst/>
              </a:prstGeom>
              <a:noFill/>
              <a:ln w="12700">
                <a:solidFill>
                  <a:schemeClr val="accent6">
                    <a:lumMod val="50000"/>
                  </a:schemeClr>
                </a:solidFill>
                <a:round/>
                <a:headEnd/>
                <a:tailEnd/>
              </a:ln>
              <a:extLst>
                <a:ext uri="{909E8E84-426E-40DD-AFC4-6F175D3DCCD1}">
                  <a14:hiddenFill xmlns:a14="http://schemas.microsoft.com/office/drawing/2010/main">
                    <a:noFill/>
                  </a14:hiddenFill>
                </a:ext>
              </a:extLst>
            </p:spPr>
            <p:txBody>
              <a:bodyPr lIns="0" tIns="0" rIns="36000" bIns="0"/>
              <a:lstStyle/>
              <a:p>
                <a:endParaRPr lang="zh-CN" altLang="en-US" sz="2000"/>
              </a:p>
            </p:txBody>
          </p:sp>
          <p:sp>
            <p:nvSpPr>
              <p:cNvPr id="121" name="直接连接符 133128">
                <a:extLst>
                  <a:ext uri="{FF2B5EF4-FFF2-40B4-BE49-F238E27FC236}">
                    <a16:creationId xmlns:a16="http://schemas.microsoft.com/office/drawing/2014/main" id="{EE9F7E0A-6ECB-4156-ADC3-59838EF0F1CA}"/>
                  </a:ext>
                </a:extLst>
              </p:cNvPr>
              <p:cNvSpPr>
                <a:spLocks noChangeShapeType="1"/>
              </p:cNvSpPr>
              <p:nvPr/>
            </p:nvSpPr>
            <p:spPr bwMode="auto">
              <a:xfrm flipH="1">
                <a:off x="2842" y="1176"/>
                <a:ext cx="0" cy="233"/>
              </a:xfrm>
              <a:prstGeom prst="line">
                <a:avLst/>
              </a:prstGeom>
              <a:noFill/>
              <a:ln w="12700">
                <a:solidFill>
                  <a:schemeClr val="accent6">
                    <a:lumMod val="50000"/>
                  </a:schemeClr>
                </a:solidFill>
                <a:round/>
                <a:headEnd/>
                <a:tailEnd/>
              </a:ln>
              <a:extLst>
                <a:ext uri="{909E8E84-426E-40DD-AFC4-6F175D3DCCD1}">
                  <a14:hiddenFill xmlns:a14="http://schemas.microsoft.com/office/drawing/2010/main">
                    <a:noFill/>
                  </a14:hiddenFill>
                </a:ext>
              </a:extLst>
            </p:spPr>
            <p:txBody>
              <a:bodyPr lIns="0" tIns="0" rIns="36000" bIns="0"/>
              <a:lstStyle/>
              <a:p>
                <a:endParaRPr lang="zh-CN" altLang="en-US" sz="2000"/>
              </a:p>
            </p:txBody>
          </p:sp>
        </p:grpSp>
        <p:sp>
          <p:nvSpPr>
            <p:cNvPr id="122" name="直接连接符 121">
              <a:extLst>
                <a:ext uri="{FF2B5EF4-FFF2-40B4-BE49-F238E27FC236}">
                  <a16:creationId xmlns:a16="http://schemas.microsoft.com/office/drawing/2014/main" id="{3B7886B7-17F9-4F68-B6DB-D734964E44F7}"/>
                </a:ext>
              </a:extLst>
            </p:cNvPr>
            <p:cNvSpPr>
              <a:spLocks noChangeShapeType="1"/>
            </p:cNvSpPr>
            <p:nvPr/>
          </p:nvSpPr>
          <p:spPr bwMode="auto">
            <a:xfrm>
              <a:off x="9231910" y="4435311"/>
              <a:ext cx="2" cy="416106"/>
            </a:xfrm>
            <a:prstGeom prst="line">
              <a:avLst/>
            </a:prstGeom>
            <a:noFill/>
            <a:ln w="28575">
              <a:solidFill>
                <a:srgbClr val="C00000"/>
              </a:solidFill>
              <a:round/>
              <a:headEnd type="oval" w="med" len="med"/>
              <a:tailEnd type="triangle" w="med" len="lg"/>
            </a:ln>
            <a:extLst>
              <a:ext uri="{909E8E84-426E-40DD-AFC4-6F175D3DCCD1}">
                <a14:hiddenFill xmlns:a14="http://schemas.microsoft.com/office/drawing/2010/main">
                  <a:noFill/>
                </a14:hiddenFill>
              </a:ext>
            </a:extLst>
          </p:spPr>
          <p:txBody>
            <a:bodyPr lIns="0" tIns="0" rIns="36000" bIns="0"/>
            <a:lstStyle/>
            <a:p>
              <a:endParaRPr lang="zh-CN" altLang="en-US" sz="2000"/>
            </a:p>
          </p:txBody>
        </p:sp>
        <p:sp>
          <p:nvSpPr>
            <p:cNvPr id="123" name="直接连接符 122">
              <a:extLst>
                <a:ext uri="{FF2B5EF4-FFF2-40B4-BE49-F238E27FC236}">
                  <a16:creationId xmlns:a16="http://schemas.microsoft.com/office/drawing/2014/main" id="{E60AA99E-979C-45D2-914C-986BC4158957}"/>
                </a:ext>
              </a:extLst>
            </p:cNvPr>
            <p:cNvSpPr>
              <a:spLocks noChangeShapeType="1"/>
            </p:cNvSpPr>
            <p:nvPr/>
          </p:nvSpPr>
          <p:spPr bwMode="auto">
            <a:xfrm>
              <a:off x="11177657" y="4432492"/>
              <a:ext cx="2" cy="416106"/>
            </a:xfrm>
            <a:prstGeom prst="line">
              <a:avLst/>
            </a:prstGeom>
            <a:noFill/>
            <a:ln w="28575">
              <a:solidFill>
                <a:srgbClr val="C00000"/>
              </a:solidFill>
              <a:round/>
              <a:headEnd type="oval" w="med" len="med"/>
              <a:tailEnd type="triangle" w="med" len="lg"/>
            </a:ln>
            <a:extLst>
              <a:ext uri="{909E8E84-426E-40DD-AFC4-6F175D3DCCD1}">
                <a14:hiddenFill xmlns:a14="http://schemas.microsoft.com/office/drawing/2010/main">
                  <a:noFill/>
                </a14:hiddenFill>
              </a:ext>
            </a:extLst>
          </p:spPr>
          <p:txBody>
            <a:bodyPr lIns="0" tIns="0" rIns="36000" bIns="0"/>
            <a:lstStyle/>
            <a:p>
              <a:endParaRPr lang="zh-CN" altLang="en-US" sz="2000"/>
            </a:p>
          </p:txBody>
        </p:sp>
        <p:grpSp>
          <p:nvGrpSpPr>
            <p:cNvPr id="124" name="组合 123">
              <a:extLst>
                <a:ext uri="{FF2B5EF4-FFF2-40B4-BE49-F238E27FC236}">
                  <a16:creationId xmlns:a16="http://schemas.microsoft.com/office/drawing/2014/main" id="{55963B49-4810-441E-9BD6-08C0E699BEDF}"/>
                </a:ext>
              </a:extLst>
            </p:cNvPr>
            <p:cNvGrpSpPr>
              <a:grpSpLocks/>
            </p:cNvGrpSpPr>
            <p:nvPr/>
          </p:nvGrpSpPr>
          <p:grpSpPr bwMode="auto">
            <a:xfrm>
              <a:off x="8015200" y="4261617"/>
              <a:ext cx="425972" cy="277037"/>
              <a:chOff x="2285" y="1173"/>
              <a:chExt cx="591" cy="220"/>
            </a:xfrm>
          </p:grpSpPr>
          <p:sp>
            <p:nvSpPr>
              <p:cNvPr id="125" name="矩形 133126">
                <a:extLst>
                  <a:ext uri="{FF2B5EF4-FFF2-40B4-BE49-F238E27FC236}">
                    <a16:creationId xmlns:a16="http://schemas.microsoft.com/office/drawing/2014/main" id="{C5FEC942-3E90-4187-8E82-D065F86DD335}"/>
                  </a:ext>
                </a:extLst>
              </p:cNvPr>
              <p:cNvSpPr>
                <a:spLocks noChangeArrowheads="1"/>
              </p:cNvSpPr>
              <p:nvPr/>
            </p:nvSpPr>
            <p:spPr bwMode="auto">
              <a:xfrm>
                <a:off x="2285" y="1173"/>
                <a:ext cx="591" cy="220"/>
              </a:xfrm>
              <a:prstGeom prst="rect">
                <a:avLst/>
              </a:prstGeom>
              <a:solidFill>
                <a:schemeClr val="accent5">
                  <a:lumMod val="20000"/>
                  <a:lumOff val="80000"/>
                </a:schemeClr>
              </a:solidFill>
              <a:ln w="28575">
                <a:solidFill>
                  <a:schemeClr val="accent6">
                    <a:lumMod val="50000"/>
                  </a:schemeClr>
                </a:solidFill>
                <a:miter lim="800000"/>
                <a:headEnd/>
                <a:tailEnd/>
              </a:ln>
            </p:spPr>
            <p:txBody>
              <a:bodyPr wrap="square" lIns="36000" tIns="0" rIns="36000" bIns="0">
                <a:spAutoFit/>
              </a:bodyPr>
              <a:lstStyle/>
              <a:p>
                <a:pPr>
                  <a:lnSpc>
                    <a:spcPct val="90000"/>
                  </a:lnSpc>
                </a:pPr>
                <a:r>
                  <a:rPr lang="en-US" altLang="zh-CN" sz="2000" b="1" dirty="0">
                    <a:solidFill>
                      <a:srgbClr val="0000FF"/>
                    </a:solidFill>
                    <a:ea typeface="楷体_GB2312" pitchFamily="49" charset="-122"/>
                  </a:rPr>
                  <a:t>0</a:t>
                </a:r>
                <a:r>
                  <a:rPr lang="en-US" altLang="zh-CN" sz="2000" b="1" u="none" dirty="0">
                    <a:solidFill>
                      <a:srgbClr val="0000FF"/>
                    </a:solidFill>
                    <a:ea typeface="楷体_GB2312" pitchFamily="49" charset="-122"/>
                  </a:rPr>
                  <a:t> </a:t>
                </a:r>
                <a:r>
                  <a:rPr lang="en-US" altLang="zh-CN" sz="2000" b="1" dirty="0">
                    <a:solidFill>
                      <a:srgbClr val="0000FF"/>
                    </a:solidFill>
                    <a:ea typeface="楷体_GB2312" pitchFamily="49" charset="-122"/>
                  </a:rPr>
                  <a:t>a</a:t>
                </a:r>
                <a:r>
                  <a:rPr lang="en-US" altLang="zh-CN" sz="2000" b="1" u="none" dirty="0">
                    <a:solidFill>
                      <a:srgbClr val="0000FF"/>
                    </a:solidFill>
                    <a:ea typeface="楷体_GB2312" pitchFamily="49" charset="-122"/>
                  </a:rPr>
                  <a:t>         </a:t>
                </a:r>
                <a:endParaRPr lang="en-US" altLang="zh-CN" sz="2000" b="1" u="none" dirty="0">
                  <a:ea typeface="楷体_GB2312" pitchFamily="49" charset="-122"/>
                </a:endParaRPr>
              </a:p>
            </p:txBody>
          </p:sp>
          <p:sp>
            <p:nvSpPr>
              <p:cNvPr id="126" name="直接连接符 133127">
                <a:extLst>
                  <a:ext uri="{FF2B5EF4-FFF2-40B4-BE49-F238E27FC236}">
                    <a16:creationId xmlns:a16="http://schemas.microsoft.com/office/drawing/2014/main" id="{A5A6B610-500F-4DDD-B20E-F5ED17DDED60}"/>
                  </a:ext>
                </a:extLst>
              </p:cNvPr>
              <p:cNvSpPr>
                <a:spLocks noChangeShapeType="1"/>
              </p:cNvSpPr>
              <p:nvPr/>
            </p:nvSpPr>
            <p:spPr bwMode="auto">
              <a:xfrm flipH="1">
                <a:off x="2567" y="1178"/>
                <a:ext cx="1" cy="210"/>
              </a:xfrm>
              <a:prstGeom prst="line">
                <a:avLst/>
              </a:prstGeom>
              <a:noFill/>
              <a:ln w="12700">
                <a:solidFill>
                  <a:schemeClr val="accent6">
                    <a:lumMod val="50000"/>
                  </a:schemeClr>
                </a:solidFill>
                <a:round/>
                <a:headEnd/>
                <a:tailEnd/>
              </a:ln>
              <a:extLst>
                <a:ext uri="{909E8E84-426E-40DD-AFC4-6F175D3DCCD1}">
                  <a14:hiddenFill xmlns:a14="http://schemas.microsoft.com/office/drawing/2010/main">
                    <a:noFill/>
                  </a14:hiddenFill>
                </a:ext>
              </a:extLst>
            </p:spPr>
            <p:txBody>
              <a:bodyPr lIns="0" tIns="0" rIns="36000" bIns="0"/>
              <a:lstStyle/>
              <a:p>
                <a:endParaRPr lang="zh-CN" altLang="en-US" sz="2000"/>
              </a:p>
            </p:txBody>
          </p:sp>
        </p:grpSp>
        <p:grpSp>
          <p:nvGrpSpPr>
            <p:cNvPr id="127" name="组合 126">
              <a:extLst>
                <a:ext uri="{FF2B5EF4-FFF2-40B4-BE49-F238E27FC236}">
                  <a16:creationId xmlns:a16="http://schemas.microsoft.com/office/drawing/2014/main" id="{6B3EE1BF-E91A-4821-ABC2-1BD7D40B9323}"/>
                </a:ext>
              </a:extLst>
            </p:cNvPr>
            <p:cNvGrpSpPr>
              <a:grpSpLocks/>
            </p:cNvGrpSpPr>
            <p:nvPr/>
          </p:nvGrpSpPr>
          <p:grpSpPr bwMode="auto">
            <a:xfrm>
              <a:off x="8997047" y="4851248"/>
              <a:ext cx="425972" cy="277037"/>
              <a:chOff x="2285" y="1173"/>
              <a:chExt cx="591" cy="220"/>
            </a:xfrm>
          </p:grpSpPr>
          <p:sp>
            <p:nvSpPr>
              <p:cNvPr id="128" name="矩形 133126">
                <a:extLst>
                  <a:ext uri="{FF2B5EF4-FFF2-40B4-BE49-F238E27FC236}">
                    <a16:creationId xmlns:a16="http://schemas.microsoft.com/office/drawing/2014/main" id="{0E946D7E-270C-40F9-A568-B1FE0E15BF2A}"/>
                  </a:ext>
                </a:extLst>
              </p:cNvPr>
              <p:cNvSpPr>
                <a:spLocks noChangeArrowheads="1"/>
              </p:cNvSpPr>
              <p:nvPr/>
            </p:nvSpPr>
            <p:spPr bwMode="auto">
              <a:xfrm>
                <a:off x="2285" y="1173"/>
                <a:ext cx="591" cy="220"/>
              </a:xfrm>
              <a:prstGeom prst="rect">
                <a:avLst/>
              </a:prstGeom>
              <a:solidFill>
                <a:schemeClr val="accent5">
                  <a:lumMod val="20000"/>
                  <a:lumOff val="80000"/>
                </a:schemeClr>
              </a:solidFill>
              <a:ln w="28575">
                <a:solidFill>
                  <a:schemeClr val="accent6">
                    <a:lumMod val="50000"/>
                  </a:schemeClr>
                </a:solidFill>
                <a:miter lim="800000"/>
                <a:headEnd/>
                <a:tailEnd/>
              </a:ln>
            </p:spPr>
            <p:txBody>
              <a:bodyPr wrap="square" lIns="0" tIns="0" rIns="0" bIns="0">
                <a:spAutoFit/>
              </a:bodyPr>
              <a:lstStyle/>
              <a:p>
                <a:pPr algn="ctr">
                  <a:lnSpc>
                    <a:spcPct val="90000"/>
                  </a:lnSpc>
                </a:pPr>
                <a:r>
                  <a:rPr lang="en-US" altLang="zh-CN" sz="2000" b="1" dirty="0">
                    <a:solidFill>
                      <a:srgbClr val="0000FF"/>
                    </a:solidFill>
                    <a:ea typeface="楷体_GB2312" pitchFamily="49" charset="-122"/>
                  </a:rPr>
                  <a:t>0</a:t>
                </a:r>
                <a:r>
                  <a:rPr lang="en-US" altLang="zh-CN" sz="2000" b="1" u="none" dirty="0">
                    <a:solidFill>
                      <a:srgbClr val="0000FF"/>
                    </a:solidFill>
                    <a:ea typeface="楷体_GB2312" pitchFamily="49" charset="-122"/>
                  </a:rPr>
                  <a:t> b </a:t>
                </a:r>
                <a:endParaRPr lang="en-US" altLang="zh-CN" sz="2000" u="none" dirty="0">
                  <a:ea typeface="楷体_GB2312" pitchFamily="49" charset="-122"/>
                </a:endParaRPr>
              </a:p>
            </p:txBody>
          </p:sp>
          <p:sp>
            <p:nvSpPr>
              <p:cNvPr id="129" name="直接连接符 133127">
                <a:extLst>
                  <a:ext uri="{FF2B5EF4-FFF2-40B4-BE49-F238E27FC236}">
                    <a16:creationId xmlns:a16="http://schemas.microsoft.com/office/drawing/2014/main" id="{613AB582-4E39-47E5-9B6B-7CF9523DB52D}"/>
                  </a:ext>
                </a:extLst>
              </p:cNvPr>
              <p:cNvSpPr>
                <a:spLocks noChangeShapeType="1"/>
              </p:cNvSpPr>
              <p:nvPr/>
            </p:nvSpPr>
            <p:spPr bwMode="auto">
              <a:xfrm flipH="1">
                <a:off x="2567" y="1178"/>
                <a:ext cx="1" cy="208"/>
              </a:xfrm>
              <a:prstGeom prst="line">
                <a:avLst/>
              </a:prstGeom>
              <a:noFill/>
              <a:ln w="12700">
                <a:solidFill>
                  <a:schemeClr val="accent6">
                    <a:lumMod val="50000"/>
                  </a:schemeClr>
                </a:solidFill>
                <a:round/>
                <a:headEnd/>
                <a:tailEnd/>
              </a:ln>
              <a:extLst>
                <a:ext uri="{909E8E84-426E-40DD-AFC4-6F175D3DCCD1}">
                  <a14:hiddenFill xmlns:a14="http://schemas.microsoft.com/office/drawing/2010/main">
                    <a:noFill/>
                  </a14:hiddenFill>
                </a:ext>
              </a:extLst>
            </p:spPr>
            <p:txBody>
              <a:bodyPr lIns="0" tIns="0" rIns="36000" bIns="0"/>
              <a:lstStyle/>
              <a:p>
                <a:endParaRPr lang="zh-CN" altLang="en-US" sz="2000"/>
              </a:p>
            </p:txBody>
          </p:sp>
        </p:grpSp>
        <p:grpSp>
          <p:nvGrpSpPr>
            <p:cNvPr id="130" name="组合 129">
              <a:extLst>
                <a:ext uri="{FF2B5EF4-FFF2-40B4-BE49-F238E27FC236}">
                  <a16:creationId xmlns:a16="http://schemas.microsoft.com/office/drawing/2014/main" id="{5C5EC085-C1F3-461B-975B-7B0DC631300F}"/>
                </a:ext>
              </a:extLst>
            </p:cNvPr>
            <p:cNvGrpSpPr>
              <a:grpSpLocks/>
            </p:cNvGrpSpPr>
            <p:nvPr/>
          </p:nvGrpSpPr>
          <p:grpSpPr bwMode="auto">
            <a:xfrm>
              <a:off x="9978455" y="4846354"/>
              <a:ext cx="425972" cy="277037"/>
              <a:chOff x="2285" y="1173"/>
              <a:chExt cx="591" cy="220"/>
            </a:xfrm>
          </p:grpSpPr>
          <p:sp>
            <p:nvSpPr>
              <p:cNvPr id="131" name="矩形 133126">
                <a:extLst>
                  <a:ext uri="{FF2B5EF4-FFF2-40B4-BE49-F238E27FC236}">
                    <a16:creationId xmlns:a16="http://schemas.microsoft.com/office/drawing/2014/main" id="{CB6AC040-0647-4A5C-A85D-B31FDB347223}"/>
                  </a:ext>
                </a:extLst>
              </p:cNvPr>
              <p:cNvSpPr>
                <a:spLocks noChangeArrowheads="1"/>
              </p:cNvSpPr>
              <p:nvPr/>
            </p:nvSpPr>
            <p:spPr bwMode="auto">
              <a:xfrm>
                <a:off x="2285" y="1173"/>
                <a:ext cx="591" cy="220"/>
              </a:xfrm>
              <a:prstGeom prst="rect">
                <a:avLst/>
              </a:prstGeom>
              <a:solidFill>
                <a:schemeClr val="accent5">
                  <a:lumMod val="20000"/>
                  <a:lumOff val="80000"/>
                </a:schemeClr>
              </a:solidFill>
              <a:ln w="28575">
                <a:solidFill>
                  <a:schemeClr val="accent6">
                    <a:lumMod val="50000"/>
                  </a:schemeClr>
                </a:solidFill>
                <a:miter lim="800000"/>
                <a:headEnd/>
                <a:tailEnd/>
              </a:ln>
            </p:spPr>
            <p:txBody>
              <a:bodyPr wrap="square" lIns="36000" tIns="0" rIns="36000" bIns="0">
                <a:spAutoFit/>
              </a:bodyPr>
              <a:lstStyle/>
              <a:p>
                <a:pPr>
                  <a:lnSpc>
                    <a:spcPct val="90000"/>
                  </a:lnSpc>
                </a:pPr>
                <a:r>
                  <a:rPr lang="en-US" altLang="zh-CN" sz="2000" b="1" dirty="0">
                    <a:solidFill>
                      <a:srgbClr val="0000FF"/>
                    </a:solidFill>
                    <a:ea typeface="楷体_GB2312" pitchFamily="49" charset="-122"/>
                  </a:rPr>
                  <a:t>0</a:t>
                </a:r>
                <a:r>
                  <a:rPr lang="en-US" altLang="zh-CN" sz="2000" b="1" u="none" dirty="0">
                    <a:solidFill>
                      <a:srgbClr val="0000FF"/>
                    </a:solidFill>
                    <a:ea typeface="楷体_GB2312" pitchFamily="49" charset="-122"/>
                  </a:rPr>
                  <a:t> </a:t>
                </a:r>
                <a:r>
                  <a:rPr lang="en-US" altLang="zh-CN" sz="2000" b="1" dirty="0">
                    <a:solidFill>
                      <a:srgbClr val="0000FF"/>
                    </a:solidFill>
                    <a:ea typeface="楷体_GB2312" pitchFamily="49" charset="-122"/>
                  </a:rPr>
                  <a:t>c</a:t>
                </a:r>
                <a:r>
                  <a:rPr lang="en-US" altLang="zh-CN" sz="2000" b="1" u="none" dirty="0">
                    <a:solidFill>
                      <a:srgbClr val="0000FF"/>
                    </a:solidFill>
                    <a:ea typeface="楷体_GB2312" pitchFamily="49" charset="-122"/>
                  </a:rPr>
                  <a:t>         </a:t>
                </a:r>
                <a:endParaRPr lang="en-US" altLang="zh-CN" sz="2000" u="none" dirty="0">
                  <a:ea typeface="楷体_GB2312" pitchFamily="49" charset="-122"/>
                </a:endParaRPr>
              </a:p>
            </p:txBody>
          </p:sp>
          <p:sp>
            <p:nvSpPr>
              <p:cNvPr id="132" name="直接连接符 133127">
                <a:extLst>
                  <a:ext uri="{FF2B5EF4-FFF2-40B4-BE49-F238E27FC236}">
                    <a16:creationId xmlns:a16="http://schemas.microsoft.com/office/drawing/2014/main" id="{AA426485-E33B-4121-B8FB-8CE9BDC41929}"/>
                  </a:ext>
                </a:extLst>
              </p:cNvPr>
              <p:cNvSpPr>
                <a:spLocks noChangeShapeType="1"/>
              </p:cNvSpPr>
              <p:nvPr/>
            </p:nvSpPr>
            <p:spPr bwMode="auto">
              <a:xfrm flipH="1">
                <a:off x="2562" y="1178"/>
                <a:ext cx="6" cy="211"/>
              </a:xfrm>
              <a:prstGeom prst="line">
                <a:avLst/>
              </a:prstGeom>
              <a:noFill/>
              <a:ln w="12700">
                <a:solidFill>
                  <a:schemeClr val="accent6">
                    <a:lumMod val="50000"/>
                  </a:schemeClr>
                </a:solidFill>
                <a:round/>
                <a:headEnd/>
                <a:tailEnd/>
              </a:ln>
              <a:extLst>
                <a:ext uri="{909E8E84-426E-40DD-AFC4-6F175D3DCCD1}">
                  <a14:hiddenFill xmlns:a14="http://schemas.microsoft.com/office/drawing/2010/main">
                    <a:noFill/>
                  </a14:hiddenFill>
                </a:ext>
              </a:extLst>
            </p:spPr>
            <p:txBody>
              <a:bodyPr lIns="0" tIns="0" rIns="36000" bIns="0"/>
              <a:lstStyle/>
              <a:p>
                <a:endParaRPr lang="zh-CN" altLang="en-US" sz="2000"/>
              </a:p>
            </p:txBody>
          </p:sp>
        </p:grpSp>
        <p:grpSp>
          <p:nvGrpSpPr>
            <p:cNvPr id="133" name="组合 132">
              <a:extLst>
                <a:ext uri="{FF2B5EF4-FFF2-40B4-BE49-F238E27FC236}">
                  <a16:creationId xmlns:a16="http://schemas.microsoft.com/office/drawing/2014/main" id="{9356D479-7E5F-4EA2-94CA-236C8BEB19FE}"/>
                </a:ext>
              </a:extLst>
            </p:cNvPr>
            <p:cNvGrpSpPr>
              <a:grpSpLocks/>
            </p:cNvGrpSpPr>
            <p:nvPr/>
          </p:nvGrpSpPr>
          <p:grpSpPr bwMode="auto">
            <a:xfrm>
              <a:off x="10930549" y="4841887"/>
              <a:ext cx="425972" cy="287646"/>
              <a:chOff x="2285" y="1173"/>
              <a:chExt cx="591" cy="220"/>
            </a:xfrm>
          </p:grpSpPr>
          <p:sp>
            <p:nvSpPr>
              <p:cNvPr id="134" name="矩形 133126">
                <a:extLst>
                  <a:ext uri="{FF2B5EF4-FFF2-40B4-BE49-F238E27FC236}">
                    <a16:creationId xmlns:a16="http://schemas.microsoft.com/office/drawing/2014/main" id="{90535786-C7C9-4F7A-A4A4-BB999F27A214}"/>
                  </a:ext>
                </a:extLst>
              </p:cNvPr>
              <p:cNvSpPr>
                <a:spLocks noChangeArrowheads="1"/>
              </p:cNvSpPr>
              <p:nvPr/>
            </p:nvSpPr>
            <p:spPr bwMode="auto">
              <a:xfrm>
                <a:off x="2285" y="1173"/>
                <a:ext cx="591" cy="220"/>
              </a:xfrm>
              <a:prstGeom prst="rect">
                <a:avLst/>
              </a:prstGeom>
              <a:solidFill>
                <a:schemeClr val="accent5">
                  <a:lumMod val="20000"/>
                  <a:lumOff val="80000"/>
                </a:schemeClr>
              </a:solidFill>
              <a:ln w="28575">
                <a:solidFill>
                  <a:schemeClr val="accent6">
                    <a:lumMod val="50000"/>
                  </a:schemeClr>
                </a:solidFill>
                <a:miter lim="800000"/>
                <a:headEnd/>
                <a:tailEnd/>
              </a:ln>
            </p:spPr>
            <p:txBody>
              <a:bodyPr wrap="square" lIns="0" tIns="0" rIns="0" bIns="0">
                <a:spAutoFit/>
              </a:bodyPr>
              <a:lstStyle/>
              <a:p>
                <a:pPr algn="ctr">
                  <a:lnSpc>
                    <a:spcPct val="90000"/>
                  </a:lnSpc>
                </a:pPr>
                <a:r>
                  <a:rPr lang="en-US" altLang="zh-CN" sz="2000" b="1" u="none" dirty="0">
                    <a:solidFill>
                      <a:srgbClr val="0000FF"/>
                    </a:solidFill>
                    <a:ea typeface="楷体_GB2312" pitchFamily="49" charset="-122"/>
                  </a:rPr>
                  <a:t>0 </a:t>
                </a:r>
                <a:r>
                  <a:rPr lang="en-US" altLang="zh-CN" sz="2000" b="1" dirty="0">
                    <a:solidFill>
                      <a:srgbClr val="0000FF"/>
                    </a:solidFill>
                    <a:ea typeface="楷体_GB2312" pitchFamily="49" charset="-122"/>
                  </a:rPr>
                  <a:t>d</a:t>
                </a:r>
                <a:r>
                  <a:rPr lang="en-US" altLang="zh-CN" sz="2000" b="1" u="none" dirty="0">
                    <a:solidFill>
                      <a:srgbClr val="0000FF"/>
                    </a:solidFill>
                    <a:ea typeface="楷体_GB2312" pitchFamily="49" charset="-122"/>
                  </a:rPr>
                  <a:t>         </a:t>
                </a:r>
                <a:endParaRPr lang="en-US" altLang="zh-CN" sz="2000" u="none" dirty="0">
                  <a:ea typeface="楷体_GB2312" pitchFamily="49" charset="-122"/>
                </a:endParaRPr>
              </a:p>
            </p:txBody>
          </p:sp>
          <p:sp>
            <p:nvSpPr>
              <p:cNvPr id="135" name="直接连接符 133127">
                <a:extLst>
                  <a:ext uri="{FF2B5EF4-FFF2-40B4-BE49-F238E27FC236}">
                    <a16:creationId xmlns:a16="http://schemas.microsoft.com/office/drawing/2014/main" id="{1C6D6D8F-26DF-438C-BD5E-5BBB771AA28D}"/>
                  </a:ext>
                </a:extLst>
              </p:cNvPr>
              <p:cNvSpPr>
                <a:spLocks noChangeShapeType="1"/>
              </p:cNvSpPr>
              <p:nvPr/>
            </p:nvSpPr>
            <p:spPr bwMode="auto">
              <a:xfrm>
                <a:off x="2568" y="1178"/>
                <a:ext cx="0" cy="214"/>
              </a:xfrm>
              <a:prstGeom prst="line">
                <a:avLst/>
              </a:prstGeom>
              <a:noFill/>
              <a:ln w="12700">
                <a:solidFill>
                  <a:schemeClr val="accent6">
                    <a:lumMod val="50000"/>
                  </a:schemeClr>
                </a:solidFill>
                <a:round/>
                <a:headEnd/>
                <a:tailEnd/>
              </a:ln>
              <a:extLst>
                <a:ext uri="{909E8E84-426E-40DD-AFC4-6F175D3DCCD1}">
                  <a14:hiddenFill xmlns:a14="http://schemas.microsoft.com/office/drawing/2010/main">
                    <a:noFill/>
                  </a14:hiddenFill>
                </a:ext>
              </a:extLst>
            </p:spPr>
            <p:txBody>
              <a:bodyPr lIns="0" tIns="0" rIns="36000" bIns="0"/>
              <a:lstStyle/>
              <a:p>
                <a:endParaRPr lang="zh-CN" altLang="en-US" sz="2000"/>
              </a:p>
            </p:txBody>
          </p:sp>
        </p:grpSp>
        <p:sp>
          <p:nvSpPr>
            <p:cNvPr id="136" name="直接连接符 135">
              <a:extLst>
                <a:ext uri="{FF2B5EF4-FFF2-40B4-BE49-F238E27FC236}">
                  <a16:creationId xmlns:a16="http://schemas.microsoft.com/office/drawing/2014/main" id="{799D0105-507F-4F9A-9F25-0A1CE3969E2A}"/>
                </a:ext>
              </a:extLst>
            </p:cNvPr>
            <p:cNvSpPr>
              <a:spLocks noChangeShapeType="1"/>
            </p:cNvSpPr>
            <p:nvPr/>
          </p:nvSpPr>
          <p:spPr bwMode="auto">
            <a:xfrm flipV="1">
              <a:off x="9415689" y="4415793"/>
              <a:ext cx="483907" cy="8693"/>
            </a:xfrm>
            <a:prstGeom prst="line">
              <a:avLst/>
            </a:prstGeom>
            <a:noFill/>
            <a:ln w="28575">
              <a:solidFill>
                <a:srgbClr val="0000FF"/>
              </a:solidFill>
              <a:round/>
              <a:headEnd type="oval" w="med" len="med"/>
              <a:tailEnd type="triangle" w="med" len="lg"/>
            </a:ln>
            <a:extLst>
              <a:ext uri="{909E8E84-426E-40DD-AFC4-6F175D3DCCD1}">
                <a14:hiddenFill xmlns:a14="http://schemas.microsoft.com/office/drawing/2010/main">
                  <a:noFill/>
                </a14:hiddenFill>
              </a:ext>
            </a:extLst>
          </p:spPr>
          <p:txBody>
            <a:bodyPr lIns="0" tIns="0" rIns="36000" bIns="0"/>
            <a:lstStyle/>
            <a:p>
              <a:endParaRPr lang="zh-CN" altLang="en-US" sz="2000"/>
            </a:p>
          </p:txBody>
        </p:sp>
        <p:sp>
          <p:nvSpPr>
            <p:cNvPr id="137" name="文本框 136">
              <a:extLst>
                <a:ext uri="{FF2B5EF4-FFF2-40B4-BE49-F238E27FC236}">
                  <a16:creationId xmlns:a16="http://schemas.microsoft.com/office/drawing/2014/main" id="{0BC462F6-2514-4C8D-916D-2AAD6849E452}"/>
                </a:ext>
              </a:extLst>
            </p:cNvPr>
            <p:cNvSpPr txBox="1"/>
            <p:nvPr/>
          </p:nvSpPr>
          <p:spPr>
            <a:xfrm>
              <a:off x="9304837" y="3687337"/>
              <a:ext cx="219075" cy="276999"/>
            </a:xfrm>
            <a:prstGeom prst="rect">
              <a:avLst/>
            </a:prstGeom>
            <a:noFill/>
          </p:spPr>
          <p:txBody>
            <a:bodyPr wrap="square" lIns="0" tIns="0" rIns="0" bIns="0" rtlCol="0">
              <a:spAutoFit/>
            </a:bodyPr>
            <a:lstStyle/>
            <a:p>
              <a:pPr algn="ctr"/>
              <a:r>
                <a:rPr lang="zh-CN" altLang="en-US" b="1" dirty="0">
                  <a:solidFill>
                    <a:srgbClr val="0F14F1"/>
                  </a:solidFill>
                  <a:latin typeface="Arial Rounded MT Bold" panose="020F0704030504030204" pitchFamily="34" charset="0"/>
                </a:rPr>
                <a:t>∧</a:t>
              </a:r>
            </a:p>
          </p:txBody>
        </p:sp>
        <p:sp>
          <p:nvSpPr>
            <p:cNvPr id="138" name="文本框 137">
              <a:extLst>
                <a:ext uri="{FF2B5EF4-FFF2-40B4-BE49-F238E27FC236}">
                  <a16:creationId xmlns:a16="http://schemas.microsoft.com/office/drawing/2014/main" id="{4B081E34-837F-42BA-AACB-D8D1B27DD11A}"/>
                </a:ext>
              </a:extLst>
            </p:cNvPr>
            <p:cNvSpPr txBox="1"/>
            <p:nvPr/>
          </p:nvSpPr>
          <p:spPr>
            <a:xfrm>
              <a:off x="11268408" y="4282969"/>
              <a:ext cx="217574" cy="276999"/>
            </a:xfrm>
            <a:prstGeom prst="rect">
              <a:avLst/>
            </a:prstGeom>
            <a:noFill/>
          </p:spPr>
          <p:txBody>
            <a:bodyPr wrap="square" lIns="0" tIns="0" rIns="0" bIns="0" rtlCol="0">
              <a:spAutoFit/>
            </a:bodyPr>
            <a:lstStyle/>
            <a:p>
              <a:pPr algn="ctr"/>
              <a:r>
                <a:rPr lang="zh-CN" altLang="en-US" b="1" dirty="0">
                  <a:solidFill>
                    <a:srgbClr val="0F14F1"/>
                  </a:solidFill>
                  <a:latin typeface="Arial Rounded MT Bold" panose="020F0704030504030204" pitchFamily="34" charset="0"/>
                </a:rPr>
                <a:t>∧</a:t>
              </a:r>
            </a:p>
          </p:txBody>
        </p:sp>
        <p:grpSp>
          <p:nvGrpSpPr>
            <p:cNvPr id="139" name="组合 138">
              <a:extLst>
                <a:ext uri="{FF2B5EF4-FFF2-40B4-BE49-F238E27FC236}">
                  <a16:creationId xmlns:a16="http://schemas.microsoft.com/office/drawing/2014/main" id="{263017C4-E0E6-4377-B2F1-CC67CC5A668F}"/>
                </a:ext>
              </a:extLst>
            </p:cNvPr>
            <p:cNvGrpSpPr/>
            <p:nvPr/>
          </p:nvGrpSpPr>
          <p:grpSpPr>
            <a:xfrm>
              <a:off x="7349033" y="3648250"/>
              <a:ext cx="583060" cy="368963"/>
              <a:chOff x="5257456" y="3353336"/>
              <a:chExt cx="583060" cy="368963"/>
            </a:xfrm>
          </p:grpSpPr>
          <p:sp>
            <p:nvSpPr>
              <p:cNvPr id="140" name="直接连接符 133121">
                <a:extLst>
                  <a:ext uri="{FF2B5EF4-FFF2-40B4-BE49-F238E27FC236}">
                    <a16:creationId xmlns:a16="http://schemas.microsoft.com/office/drawing/2014/main" id="{9EE290D0-B33E-4196-B6EE-D1742BE2D709}"/>
                  </a:ext>
                </a:extLst>
              </p:cNvPr>
              <p:cNvSpPr>
                <a:spLocks noChangeShapeType="1"/>
              </p:cNvSpPr>
              <p:nvPr/>
            </p:nvSpPr>
            <p:spPr bwMode="auto">
              <a:xfrm>
                <a:off x="5529480" y="3552299"/>
                <a:ext cx="311036" cy="0"/>
              </a:xfrm>
              <a:prstGeom prst="line">
                <a:avLst/>
              </a:prstGeom>
              <a:noFill/>
              <a:ln w="28575">
                <a:solidFill>
                  <a:srgbClr val="CC0000"/>
                </a:solidFill>
                <a:round/>
                <a:headEnd type="oval" w="med" len="med"/>
                <a:tailEnd type="triangle" w="med" len="lg"/>
              </a:ln>
              <a:extLst>
                <a:ext uri="{909E8E84-426E-40DD-AFC4-6F175D3DCCD1}">
                  <a14:hiddenFill xmlns:a14="http://schemas.microsoft.com/office/drawing/2010/main">
                    <a:noFill/>
                  </a14:hiddenFill>
                </a:ext>
              </a:extLst>
            </p:spPr>
            <p:txBody>
              <a:bodyPr lIns="0" tIns="0" rIns="36000" bIns="0"/>
              <a:lstStyle/>
              <a:p>
                <a:endParaRPr lang="zh-CN" altLang="en-US" sz="2400" b="1"/>
              </a:p>
            </p:txBody>
          </p:sp>
          <p:sp>
            <p:nvSpPr>
              <p:cNvPr id="141" name="矩形 133136">
                <a:extLst>
                  <a:ext uri="{FF2B5EF4-FFF2-40B4-BE49-F238E27FC236}">
                    <a16:creationId xmlns:a16="http://schemas.microsoft.com/office/drawing/2014/main" id="{9AC436C9-CF61-41F9-BAB1-98451C462C97}"/>
                  </a:ext>
                </a:extLst>
              </p:cNvPr>
              <p:cNvSpPr>
                <a:spLocks noChangeArrowheads="1"/>
              </p:cNvSpPr>
              <p:nvPr/>
            </p:nvSpPr>
            <p:spPr bwMode="auto">
              <a:xfrm>
                <a:off x="5257456" y="3353336"/>
                <a:ext cx="219306" cy="368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36000" bIns="0">
                <a:spAutoFit/>
              </a:bodyPr>
              <a:lstStyle/>
              <a:p>
                <a:r>
                  <a:rPr lang="en-US" altLang="zh-CN" sz="2400" b="1" u="none" dirty="0">
                    <a:solidFill>
                      <a:srgbClr val="CC0000"/>
                    </a:solidFill>
                    <a:effectLst>
                      <a:outerShdw blurRad="38100" dist="38100" dir="2700000" algn="tl">
                        <a:srgbClr val="000000">
                          <a:alpha val="43137"/>
                        </a:srgbClr>
                      </a:outerShdw>
                    </a:effectLst>
                    <a:ea typeface="楷体_GB2312" pitchFamily="49" charset="-122"/>
                  </a:rPr>
                  <a:t>C</a:t>
                </a:r>
              </a:p>
            </p:txBody>
          </p:sp>
        </p:grpSp>
      </p:grpSp>
      <p:grpSp>
        <p:nvGrpSpPr>
          <p:cNvPr id="142" name="组合 141">
            <a:extLst>
              <a:ext uri="{FF2B5EF4-FFF2-40B4-BE49-F238E27FC236}">
                <a16:creationId xmlns:a16="http://schemas.microsoft.com/office/drawing/2014/main" id="{AC948EDD-1743-4C43-848A-9225211E543F}"/>
              </a:ext>
            </a:extLst>
          </p:cNvPr>
          <p:cNvGrpSpPr>
            <a:grpSpLocks/>
          </p:cNvGrpSpPr>
          <p:nvPr/>
        </p:nvGrpSpPr>
        <p:grpSpPr bwMode="auto">
          <a:xfrm>
            <a:off x="8181680" y="3059803"/>
            <a:ext cx="585261" cy="307259"/>
            <a:chOff x="2285" y="1173"/>
            <a:chExt cx="812" cy="244"/>
          </a:xfrm>
        </p:grpSpPr>
        <p:sp>
          <p:nvSpPr>
            <p:cNvPr id="143" name="矩形 133126">
              <a:extLst>
                <a:ext uri="{FF2B5EF4-FFF2-40B4-BE49-F238E27FC236}">
                  <a16:creationId xmlns:a16="http://schemas.microsoft.com/office/drawing/2014/main" id="{366D863C-D6F1-4D99-A571-557C23CB412B}"/>
                </a:ext>
              </a:extLst>
            </p:cNvPr>
            <p:cNvSpPr>
              <a:spLocks noChangeArrowheads="1"/>
            </p:cNvSpPr>
            <p:nvPr/>
          </p:nvSpPr>
          <p:spPr bwMode="auto">
            <a:xfrm>
              <a:off x="2285" y="1173"/>
              <a:ext cx="812" cy="244"/>
            </a:xfrm>
            <a:prstGeom prst="rect">
              <a:avLst/>
            </a:prstGeom>
            <a:solidFill>
              <a:schemeClr val="accent6">
                <a:lumMod val="20000"/>
                <a:lumOff val="80000"/>
              </a:schemeClr>
            </a:solidFill>
            <a:ln w="28575">
              <a:solidFill>
                <a:schemeClr val="accent6">
                  <a:lumMod val="50000"/>
                </a:schemeClr>
              </a:solidFill>
              <a:miter lim="800000"/>
              <a:headEnd/>
              <a:tailEnd/>
            </a:ln>
          </p:spPr>
          <p:txBody>
            <a:bodyPr wrap="square" lIns="36000" tIns="0" rIns="36000" bIns="0">
              <a:spAutoFit/>
            </a:bodyPr>
            <a:lstStyle/>
            <a:p>
              <a:r>
                <a:rPr lang="en-US" altLang="zh-CN" sz="2000" b="1" u="none" dirty="0">
                  <a:solidFill>
                    <a:srgbClr val="0000FF"/>
                  </a:solidFill>
                  <a:ea typeface="楷体_GB2312" pitchFamily="49" charset="-122"/>
                </a:rPr>
                <a:t>1           </a:t>
              </a:r>
              <a:endParaRPr lang="en-US" altLang="zh-CN" sz="2000" u="none" dirty="0">
                <a:ea typeface="楷体_GB2312" pitchFamily="49" charset="-122"/>
              </a:endParaRPr>
            </a:p>
          </p:txBody>
        </p:sp>
        <p:sp>
          <p:nvSpPr>
            <p:cNvPr id="144" name="直接连接符 133127">
              <a:extLst>
                <a:ext uri="{FF2B5EF4-FFF2-40B4-BE49-F238E27FC236}">
                  <a16:creationId xmlns:a16="http://schemas.microsoft.com/office/drawing/2014/main" id="{A87A34AB-567D-4E01-AE9D-0A15186A44E6}"/>
                </a:ext>
              </a:extLst>
            </p:cNvPr>
            <p:cNvSpPr>
              <a:spLocks noChangeShapeType="1"/>
            </p:cNvSpPr>
            <p:nvPr/>
          </p:nvSpPr>
          <p:spPr bwMode="auto">
            <a:xfrm flipH="1">
              <a:off x="2568" y="1178"/>
              <a:ext cx="0" cy="230"/>
            </a:xfrm>
            <a:prstGeom prst="line">
              <a:avLst/>
            </a:prstGeom>
            <a:noFill/>
            <a:ln w="12700">
              <a:solidFill>
                <a:schemeClr val="accent6">
                  <a:lumMod val="50000"/>
                </a:schemeClr>
              </a:solidFill>
              <a:round/>
              <a:headEnd/>
              <a:tailEnd/>
            </a:ln>
            <a:extLst>
              <a:ext uri="{909E8E84-426E-40DD-AFC4-6F175D3DCCD1}">
                <a14:hiddenFill xmlns:a14="http://schemas.microsoft.com/office/drawing/2010/main">
                  <a:noFill/>
                </a14:hiddenFill>
              </a:ext>
            </a:extLst>
          </p:spPr>
          <p:txBody>
            <a:bodyPr lIns="0" tIns="0" rIns="36000" bIns="0"/>
            <a:lstStyle/>
            <a:p>
              <a:endParaRPr lang="zh-CN" altLang="en-US" sz="2000"/>
            </a:p>
          </p:txBody>
        </p:sp>
        <p:sp>
          <p:nvSpPr>
            <p:cNvPr id="145" name="直接连接符 133128">
              <a:extLst>
                <a:ext uri="{FF2B5EF4-FFF2-40B4-BE49-F238E27FC236}">
                  <a16:creationId xmlns:a16="http://schemas.microsoft.com/office/drawing/2014/main" id="{48FC18A3-8DBC-4C90-9F75-F312F4F73023}"/>
                </a:ext>
              </a:extLst>
            </p:cNvPr>
            <p:cNvSpPr>
              <a:spLocks noChangeShapeType="1"/>
            </p:cNvSpPr>
            <p:nvPr/>
          </p:nvSpPr>
          <p:spPr bwMode="auto">
            <a:xfrm flipH="1">
              <a:off x="2842" y="1176"/>
              <a:ext cx="0" cy="233"/>
            </a:xfrm>
            <a:prstGeom prst="line">
              <a:avLst/>
            </a:prstGeom>
            <a:noFill/>
            <a:ln w="12700">
              <a:solidFill>
                <a:schemeClr val="accent6">
                  <a:lumMod val="50000"/>
                </a:schemeClr>
              </a:solidFill>
              <a:round/>
              <a:headEnd/>
              <a:tailEnd/>
            </a:ln>
            <a:extLst>
              <a:ext uri="{909E8E84-426E-40DD-AFC4-6F175D3DCCD1}">
                <a14:hiddenFill xmlns:a14="http://schemas.microsoft.com/office/drawing/2010/main">
                  <a:noFill/>
                </a14:hiddenFill>
              </a:ext>
            </a:extLst>
          </p:spPr>
          <p:txBody>
            <a:bodyPr lIns="0" tIns="0" rIns="36000" bIns="0"/>
            <a:lstStyle/>
            <a:p>
              <a:endParaRPr lang="zh-CN" altLang="en-US" sz="2000"/>
            </a:p>
          </p:txBody>
        </p:sp>
      </p:grpSp>
      <p:sp>
        <p:nvSpPr>
          <p:cNvPr id="146" name="直接连接符 145">
            <a:extLst>
              <a:ext uri="{FF2B5EF4-FFF2-40B4-BE49-F238E27FC236}">
                <a16:creationId xmlns:a16="http://schemas.microsoft.com/office/drawing/2014/main" id="{4BBFDCAB-0EA7-45C4-B06C-208C97DB2A29}"/>
              </a:ext>
            </a:extLst>
          </p:cNvPr>
          <p:cNvSpPr>
            <a:spLocks noChangeShapeType="1"/>
          </p:cNvSpPr>
          <p:nvPr/>
        </p:nvSpPr>
        <p:spPr bwMode="auto">
          <a:xfrm>
            <a:off x="8480691" y="3210683"/>
            <a:ext cx="2" cy="416106"/>
          </a:xfrm>
          <a:prstGeom prst="line">
            <a:avLst/>
          </a:prstGeom>
          <a:noFill/>
          <a:ln w="28575">
            <a:solidFill>
              <a:schemeClr val="accent2"/>
            </a:solidFill>
            <a:round/>
            <a:headEnd type="oval" w="med" len="med"/>
            <a:tailEnd type="triangle" w="med" len="lg"/>
          </a:ln>
          <a:extLst>
            <a:ext uri="{909E8E84-426E-40DD-AFC4-6F175D3DCCD1}">
              <a14:hiddenFill xmlns:a14="http://schemas.microsoft.com/office/drawing/2010/main">
                <a:noFill/>
              </a14:hiddenFill>
            </a:ext>
          </a:extLst>
        </p:spPr>
        <p:txBody>
          <a:bodyPr lIns="0" tIns="0" rIns="36000" bIns="0"/>
          <a:lstStyle/>
          <a:p>
            <a:endParaRPr lang="zh-CN" altLang="en-US" sz="2000"/>
          </a:p>
        </p:txBody>
      </p:sp>
      <p:sp>
        <p:nvSpPr>
          <p:cNvPr id="147" name="直接连接符 146">
            <a:extLst>
              <a:ext uri="{FF2B5EF4-FFF2-40B4-BE49-F238E27FC236}">
                <a16:creationId xmlns:a16="http://schemas.microsoft.com/office/drawing/2014/main" id="{292083CA-ABBB-42E5-A5C0-85B1A80A9567}"/>
              </a:ext>
            </a:extLst>
          </p:cNvPr>
          <p:cNvSpPr>
            <a:spLocks noChangeShapeType="1"/>
          </p:cNvSpPr>
          <p:nvPr/>
        </p:nvSpPr>
        <p:spPr bwMode="auto">
          <a:xfrm flipV="1">
            <a:off x="8688778" y="3212622"/>
            <a:ext cx="487374" cy="3683"/>
          </a:xfrm>
          <a:prstGeom prst="line">
            <a:avLst/>
          </a:prstGeom>
          <a:noFill/>
          <a:ln w="28575">
            <a:solidFill>
              <a:schemeClr val="accent5">
                <a:lumMod val="60000"/>
                <a:lumOff val="40000"/>
              </a:schemeClr>
            </a:solidFill>
            <a:round/>
            <a:headEnd type="oval" w="med" len="med"/>
            <a:tailEnd type="triangle" w="med" len="lg"/>
          </a:ln>
          <a:extLst>
            <a:ext uri="{909E8E84-426E-40DD-AFC4-6F175D3DCCD1}">
              <a14:hiddenFill xmlns:a14="http://schemas.microsoft.com/office/drawing/2010/main">
                <a:noFill/>
              </a14:hiddenFill>
            </a:ext>
          </a:extLst>
        </p:spPr>
        <p:txBody>
          <a:bodyPr lIns="0" tIns="0" rIns="36000" bIns="0"/>
          <a:lstStyle/>
          <a:p>
            <a:endParaRPr lang="zh-CN" altLang="en-US" sz="2000"/>
          </a:p>
        </p:txBody>
      </p:sp>
      <p:grpSp>
        <p:nvGrpSpPr>
          <p:cNvPr id="148" name="组合 147">
            <a:extLst>
              <a:ext uri="{FF2B5EF4-FFF2-40B4-BE49-F238E27FC236}">
                <a16:creationId xmlns:a16="http://schemas.microsoft.com/office/drawing/2014/main" id="{EBE88995-23C5-4375-8A4D-351DA0E23B00}"/>
              </a:ext>
            </a:extLst>
          </p:cNvPr>
          <p:cNvGrpSpPr>
            <a:grpSpLocks/>
          </p:cNvGrpSpPr>
          <p:nvPr/>
        </p:nvGrpSpPr>
        <p:grpSpPr bwMode="auto">
          <a:xfrm>
            <a:off x="9176152" y="3053685"/>
            <a:ext cx="585261" cy="307259"/>
            <a:chOff x="2304" y="1172"/>
            <a:chExt cx="812" cy="244"/>
          </a:xfrm>
        </p:grpSpPr>
        <p:sp>
          <p:nvSpPr>
            <p:cNvPr id="149" name="矩形 133126">
              <a:extLst>
                <a:ext uri="{FF2B5EF4-FFF2-40B4-BE49-F238E27FC236}">
                  <a16:creationId xmlns:a16="http://schemas.microsoft.com/office/drawing/2014/main" id="{15059612-B06C-4A70-8BA0-1C2C7829E947}"/>
                </a:ext>
              </a:extLst>
            </p:cNvPr>
            <p:cNvSpPr>
              <a:spLocks noChangeArrowheads="1"/>
            </p:cNvSpPr>
            <p:nvPr/>
          </p:nvSpPr>
          <p:spPr bwMode="auto">
            <a:xfrm>
              <a:off x="2304" y="1172"/>
              <a:ext cx="812" cy="244"/>
            </a:xfrm>
            <a:prstGeom prst="rect">
              <a:avLst/>
            </a:prstGeom>
            <a:solidFill>
              <a:schemeClr val="accent6">
                <a:lumMod val="20000"/>
                <a:lumOff val="80000"/>
              </a:schemeClr>
            </a:solidFill>
            <a:ln w="28575">
              <a:solidFill>
                <a:schemeClr val="accent6">
                  <a:lumMod val="50000"/>
                </a:schemeClr>
              </a:solidFill>
              <a:miter lim="800000"/>
              <a:headEnd/>
              <a:tailEnd/>
            </a:ln>
          </p:spPr>
          <p:txBody>
            <a:bodyPr wrap="square" lIns="36000" tIns="0" rIns="36000" bIns="0">
              <a:spAutoFit/>
            </a:bodyPr>
            <a:lstStyle/>
            <a:p>
              <a:r>
                <a:rPr lang="en-US" altLang="zh-CN" sz="2000" b="1" u="none" dirty="0">
                  <a:solidFill>
                    <a:srgbClr val="0000FF"/>
                  </a:solidFill>
                  <a:ea typeface="楷体_GB2312" pitchFamily="49" charset="-122"/>
                </a:rPr>
                <a:t>1           </a:t>
              </a:r>
              <a:endParaRPr lang="en-US" altLang="zh-CN" sz="2000" u="none" dirty="0">
                <a:ea typeface="楷体_GB2312" pitchFamily="49" charset="-122"/>
              </a:endParaRPr>
            </a:p>
          </p:txBody>
        </p:sp>
        <p:sp>
          <p:nvSpPr>
            <p:cNvPr id="150" name="直接连接符 133127">
              <a:extLst>
                <a:ext uri="{FF2B5EF4-FFF2-40B4-BE49-F238E27FC236}">
                  <a16:creationId xmlns:a16="http://schemas.microsoft.com/office/drawing/2014/main" id="{EF4E92C8-3A54-4F82-AAFF-472DA4451ABC}"/>
                </a:ext>
              </a:extLst>
            </p:cNvPr>
            <p:cNvSpPr>
              <a:spLocks noChangeShapeType="1"/>
            </p:cNvSpPr>
            <p:nvPr/>
          </p:nvSpPr>
          <p:spPr bwMode="auto">
            <a:xfrm>
              <a:off x="2579" y="1181"/>
              <a:ext cx="0" cy="233"/>
            </a:xfrm>
            <a:prstGeom prst="line">
              <a:avLst/>
            </a:prstGeom>
            <a:noFill/>
            <a:ln w="12700">
              <a:solidFill>
                <a:schemeClr val="accent6">
                  <a:lumMod val="50000"/>
                </a:schemeClr>
              </a:solidFill>
              <a:round/>
              <a:headEnd/>
              <a:tailEnd/>
            </a:ln>
            <a:extLst>
              <a:ext uri="{909E8E84-426E-40DD-AFC4-6F175D3DCCD1}">
                <a14:hiddenFill xmlns:a14="http://schemas.microsoft.com/office/drawing/2010/main">
                  <a:noFill/>
                </a14:hiddenFill>
              </a:ext>
            </a:extLst>
          </p:spPr>
          <p:txBody>
            <a:bodyPr lIns="0" tIns="0" rIns="36000" bIns="0"/>
            <a:lstStyle/>
            <a:p>
              <a:endParaRPr lang="zh-CN" altLang="en-US" sz="2000"/>
            </a:p>
          </p:txBody>
        </p:sp>
        <p:sp>
          <p:nvSpPr>
            <p:cNvPr id="151" name="直接连接符 133128">
              <a:extLst>
                <a:ext uri="{FF2B5EF4-FFF2-40B4-BE49-F238E27FC236}">
                  <a16:creationId xmlns:a16="http://schemas.microsoft.com/office/drawing/2014/main" id="{51950FA4-8A89-4632-9B9C-183BCCEC9091}"/>
                </a:ext>
              </a:extLst>
            </p:cNvPr>
            <p:cNvSpPr>
              <a:spLocks noChangeShapeType="1"/>
            </p:cNvSpPr>
            <p:nvPr/>
          </p:nvSpPr>
          <p:spPr bwMode="auto">
            <a:xfrm flipH="1">
              <a:off x="2842" y="1176"/>
              <a:ext cx="0" cy="233"/>
            </a:xfrm>
            <a:prstGeom prst="line">
              <a:avLst/>
            </a:prstGeom>
            <a:noFill/>
            <a:ln w="12700">
              <a:solidFill>
                <a:schemeClr val="accent6">
                  <a:lumMod val="50000"/>
                </a:schemeClr>
              </a:solidFill>
              <a:round/>
              <a:headEnd/>
              <a:tailEnd/>
            </a:ln>
            <a:extLst>
              <a:ext uri="{909E8E84-426E-40DD-AFC4-6F175D3DCCD1}">
                <a14:hiddenFill xmlns:a14="http://schemas.microsoft.com/office/drawing/2010/main">
                  <a:noFill/>
                </a14:hiddenFill>
              </a:ext>
            </a:extLst>
          </p:spPr>
          <p:txBody>
            <a:bodyPr lIns="0" tIns="0" rIns="36000" bIns="0"/>
            <a:lstStyle/>
            <a:p>
              <a:endParaRPr lang="zh-CN" altLang="en-US" sz="2000"/>
            </a:p>
          </p:txBody>
        </p:sp>
      </p:grpSp>
      <p:sp>
        <p:nvSpPr>
          <p:cNvPr id="152" name="直接连接符 151">
            <a:extLst>
              <a:ext uri="{FF2B5EF4-FFF2-40B4-BE49-F238E27FC236}">
                <a16:creationId xmlns:a16="http://schemas.microsoft.com/office/drawing/2014/main" id="{2CAE0C9D-73F0-43A9-A503-4DA0FC9ED104}"/>
              </a:ext>
            </a:extLst>
          </p:cNvPr>
          <p:cNvSpPr>
            <a:spLocks noChangeShapeType="1"/>
          </p:cNvSpPr>
          <p:nvPr/>
        </p:nvSpPr>
        <p:spPr bwMode="auto">
          <a:xfrm>
            <a:off x="9471485" y="3219201"/>
            <a:ext cx="2" cy="416106"/>
          </a:xfrm>
          <a:prstGeom prst="line">
            <a:avLst/>
          </a:prstGeom>
          <a:noFill/>
          <a:ln w="28575">
            <a:solidFill>
              <a:schemeClr val="accent2"/>
            </a:solidFill>
            <a:round/>
            <a:headEnd type="oval" w="med" len="med"/>
            <a:tailEnd type="triangle" w="med" len="lg"/>
          </a:ln>
          <a:extLst>
            <a:ext uri="{909E8E84-426E-40DD-AFC4-6F175D3DCCD1}">
              <a14:hiddenFill xmlns:a14="http://schemas.microsoft.com/office/drawing/2010/main">
                <a:noFill/>
              </a14:hiddenFill>
            </a:ext>
          </a:extLst>
        </p:spPr>
        <p:txBody>
          <a:bodyPr lIns="0" tIns="0" rIns="36000" bIns="0"/>
          <a:lstStyle/>
          <a:p>
            <a:endParaRPr lang="zh-CN" altLang="en-US" sz="2000"/>
          </a:p>
        </p:txBody>
      </p:sp>
      <p:grpSp>
        <p:nvGrpSpPr>
          <p:cNvPr id="153" name="组合 152">
            <a:extLst>
              <a:ext uri="{FF2B5EF4-FFF2-40B4-BE49-F238E27FC236}">
                <a16:creationId xmlns:a16="http://schemas.microsoft.com/office/drawing/2014/main" id="{153FB5B6-2AB4-44FF-813B-B89063520CA2}"/>
              </a:ext>
            </a:extLst>
          </p:cNvPr>
          <p:cNvGrpSpPr>
            <a:grpSpLocks/>
          </p:cNvGrpSpPr>
          <p:nvPr/>
        </p:nvGrpSpPr>
        <p:grpSpPr bwMode="auto">
          <a:xfrm>
            <a:off x="10151857" y="3640403"/>
            <a:ext cx="585261" cy="307259"/>
            <a:chOff x="2285" y="1173"/>
            <a:chExt cx="812" cy="244"/>
          </a:xfrm>
        </p:grpSpPr>
        <p:sp>
          <p:nvSpPr>
            <p:cNvPr id="154" name="矩形 133126">
              <a:extLst>
                <a:ext uri="{FF2B5EF4-FFF2-40B4-BE49-F238E27FC236}">
                  <a16:creationId xmlns:a16="http://schemas.microsoft.com/office/drawing/2014/main" id="{47E944C2-975A-43B9-8DD8-9D09B8792CF3}"/>
                </a:ext>
              </a:extLst>
            </p:cNvPr>
            <p:cNvSpPr>
              <a:spLocks noChangeArrowheads="1"/>
            </p:cNvSpPr>
            <p:nvPr/>
          </p:nvSpPr>
          <p:spPr bwMode="auto">
            <a:xfrm>
              <a:off x="2285" y="1173"/>
              <a:ext cx="812" cy="244"/>
            </a:xfrm>
            <a:prstGeom prst="rect">
              <a:avLst/>
            </a:prstGeom>
            <a:solidFill>
              <a:schemeClr val="accent6">
                <a:lumMod val="20000"/>
                <a:lumOff val="80000"/>
              </a:schemeClr>
            </a:solidFill>
            <a:ln w="28575">
              <a:solidFill>
                <a:schemeClr val="accent6">
                  <a:lumMod val="50000"/>
                </a:schemeClr>
              </a:solidFill>
              <a:miter lim="800000"/>
              <a:headEnd/>
              <a:tailEnd/>
            </a:ln>
          </p:spPr>
          <p:txBody>
            <a:bodyPr wrap="square" lIns="36000" tIns="0" rIns="36000" bIns="0">
              <a:spAutoFit/>
            </a:bodyPr>
            <a:lstStyle/>
            <a:p>
              <a:r>
                <a:rPr lang="en-US" altLang="zh-CN" sz="2000" b="1" u="none" dirty="0">
                  <a:solidFill>
                    <a:srgbClr val="0000FF"/>
                  </a:solidFill>
                  <a:ea typeface="楷体_GB2312" pitchFamily="49" charset="-122"/>
                </a:rPr>
                <a:t>1           </a:t>
              </a:r>
              <a:endParaRPr lang="en-US" altLang="zh-CN" sz="2000" u="none" dirty="0">
                <a:ea typeface="楷体_GB2312" pitchFamily="49" charset="-122"/>
              </a:endParaRPr>
            </a:p>
          </p:txBody>
        </p:sp>
        <p:sp>
          <p:nvSpPr>
            <p:cNvPr id="155" name="直接连接符 133127">
              <a:extLst>
                <a:ext uri="{FF2B5EF4-FFF2-40B4-BE49-F238E27FC236}">
                  <a16:creationId xmlns:a16="http://schemas.microsoft.com/office/drawing/2014/main" id="{B5F41BCF-35D2-492F-87EA-C3C4F40377DF}"/>
                </a:ext>
              </a:extLst>
            </p:cNvPr>
            <p:cNvSpPr>
              <a:spLocks noChangeShapeType="1"/>
            </p:cNvSpPr>
            <p:nvPr/>
          </p:nvSpPr>
          <p:spPr bwMode="auto">
            <a:xfrm flipH="1">
              <a:off x="2568" y="1178"/>
              <a:ext cx="0" cy="230"/>
            </a:xfrm>
            <a:prstGeom prst="line">
              <a:avLst/>
            </a:prstGeom>
            <a:noFill/>
            <a:ln w="12700">
              <a:solidFill>
                <a:schemeClr val="accent6">
                  <a:lumMod val="50000"/>
                </a:schemeClr>
              </a:solidFill>
              <a:round/>
              <a:headEnd/>
              <a:tailEnd/>
            </a:ln>
            <a:extLst>
              <a:ext uri="{909E8E84-426E-40DD-AFC4-6F175D3DCCD1}">
                <a14:hiddenFill xmlns:a14="http://schemas.microsoft.com/office/drawing/2010/main">
                  <a:noFill/>
                </a14:hiddenFill>
              </a:ext>
            </a:extLst>
          </p:spPr>
          <p:txBody>
            <a:bodyPr lIns="0" tIns="0" rIns="36000" bIns="0"/>
            <a:lstStyle/>
            <a:p>
              <a:endParaRPr lang="zh-CN" altLang="en-US" sz="2000"/>
            </a:p>
          </p:txBody>
        </p:sp>
        <p:sp>
          <p:nvSpPr>
            <p:cNvPr id="156" name="直接连接符 133128">
              <a:extLst>
                <a:ext uri="{FF2B5EF4-FFF2-40B4-BE49-F238E27FC236}">
                  <a16:creationId xmlns:a16="http://schemas.microsoft.com/office/drawing/2014/main" id="{E2561C63-3FE2-4FA1-AF50-56D0DF5145BD}"/>
                </a:ext>
              </a:extLst>
            </p:cNvPr>
            <p:cNvSpPr>
              <a:spLocks noChangeShapeType="1"/>
            </p:cNvSpPr>
            <p:nvPr/>
          </p:nvSpPr>
          <p:spPr bwMode="auto">
            <a:xfrm flipH="1">
              <a:off x="2842" y="1176"/>
              <a:ext cx="0" cy="233"/>
            </a:xfrm>
            <a:prstGeom prst="line">
              <a:avLst/>
            </a:prstGeom>
            <a:noFill/>
            <a:ln w="12700">
              <a:solidFill>
                <a:schemeClr val="accent6">
                  <a:lumMod val="50000"/>
                </a:schemeClr>
              </a:solidFill>
              <a:round/>
              <a:headEnd/>
              <a:tailEnd/>
            </a:ln>
            <a:extLst>
              <a:ext uri="{909E8E84-426E-40DD-AFC4-6F175D3DCCD1}">
                <a14:hiddenFill xmlns:a14="http://schemas.microsoft.com/office/drawing/2010/main">
                  <a:noFill/>
                </a14:hiddenFill>
              </a:ext>
            </a:extLst>
          </p:spPr>
          <p:txBody>
            <a:bodyPr lIns="0" tIns="0" rIns="36000" bIns="0"/>
            <a:lstStyle/>
            <a:p>
              <a:endParaRPr lang="zh-CN" altLang="en-US" sz="2000"/>
            </a:p>
          </p:txBody>
        </p:sp>
      </p:grpSp>
      <p:sp>
        <p:nvSpPr>
          <p:cNvPr id="157" name="直接连接符 156">
            <a:extLst>
              <a:ext uri="{FF2B5EF4-FFF2-40B4-BE49-F238E27FC236}">
                <a16:creationId xmlns:a16="http://schemas.microsoft.com/office/drawing/2014/main" id="{DF57AB78-B3BD-4CFC-B17E-796506BA9E5D}"/>
              </a:ext>
            </a:extLst>
          </p:cNvPr>
          <p:cNvSpPr>
            <a:spLocks noChangeShapeType="1"/>
          </p:cNvSpPr>
          <p:nvPr/>
        </p:nvSpPr>
        <p:spPr bwMode="auto">
          <a:xfrm>
            <a:off x="10448232" y="3807076"/>
            <a:ext cx="2" cy="416106"/>
          </a:xfrm>
          <a:prstGeom prst="line">
            <a:avLst/>
          </a:prstGeom>
          <a:noFill/>
          <a:ln w="28575">
            <a:solidFill>
              <a:schemeClr val="accent2"/>
            </a:solidFill>
            <a:round/>
            <a:headEnd type="oval" w="med" len="med"/>
            <a:tailEnd type="triangle" w="med" len="lg"/>
          </a:ln>
          <a:extLst>
            <a:ext uri="{909E8E84-426E-40DD-AFC4-6F175D3DCCD1}">
              <a14:hiddenFill xmlns:a14="http://schemas.microsoft.com/office/drawing/2010/main">
                <a:noFill/>
              </a14:hiddenFill>
            </a:ext>
          </a:extLst>
        </p:spPr>
        <p:txBody>
          <a:bodyPr lIns="0" tIns="0" rIns="36000" bIns="0"/>
          <a:lstStyle/>
          <a:p>
            <a:endParaRPr lang="zh-CN" altLang="en-US" sz="2000"/>
          </a:p>
        </p:txBody>
      </p:sp>
      <p:sp>
        <p:nvSpPr>
          <p:cNvPr id="158" name="直接连接符 157">
            <a:extLst>
              <a:ext uri="{FF2B5EF4-FFF2-40B4-BE49-F238E27FC236}">
                <a16:creationId xmlns:a16="http://schemas.microsoft.com/office/drawing/2014/main" id="{510A6436-8AB2-4B49-A6EE-1B378726BFBE}"/>
              </a:ext>
            </a:extLst>
          </p:cNvPr>
          <p:cNvSpPr>
            <a:spLocks noChangeShapeType="1"/>
          </p:cNvSpPr>
          <p:nvPr/>
        </p:nvSpPr>
        <p:spPr bwMode="auto">
          <a:xfrm flipV="1">
            <a:off x="10646124" y="3790377"/>
            <a:ext cx="478760" cy="6868"/>
          </a:xfrm>
          <a:prstGeom prst="line">
            <a:avLst/>
          </a:prstGeom>
          <a:noFill/>
          <a:ln w="28575">
            <a:solidFill>
              <a:schemeClr val="accent5">
                <a:lumMod val="60000"/>
                <a:lumOff val="40000"/>
              </a:schemeClr>
            </a:solidFill>
            <a:round/>
            <a:headEnd type="oval" w="med" len="med"/>
            <a:tailEnd type="triangle" w="med" len="lg"/>
          </a:ln>
          <a:extLst>
            <a:ext uri="{909E8E84-426E-40DD-AFC4-6F175D3DCCD1}">
              <a14:hiddenFill xmlns:a14="http://schemas.microsoft.com/office/drawing/2010/main">
                <a:noFill/>
              </a14:hiddenFill>
            </a:ext>
          </a:extLst>
        </p:spPr>
        <p:txBody>
          <a:bodyPr lIns="0" tIns="0" rIns="36000" bIns="0"/>
          <a:lstStyle/>
          <a:p>
            <a:endParaRPr lang="zh-CN" altLang="en-US" sz="2000"/>
          </a:p>
        </p:txBody>
      </p:sp>
      <p:grpSp>
        <p:nvGrpSpPr>
          <p:cNvPr id="159" name="组合 158">
            <a:extLst>
              <a:ext uri="{FF2B5EF4-FFF2-40B4-BE49-F238E27FC236}">
                <a16:creationId xmlns:a16="http://schemas.microsoft.com/office/drawing/2014/main" id="{C1EBA54E-CF6B-41FC-85A2-2F7B47DE0E57}"/>
              </a:ext>
            </a:extLst>
          </p:cNvPr>
          <p:cNvGrpSpPr>
            <a:grpSpLocks/>
          </p:cNvGrpSpPr>
          <p:nvPr/>
        </p:nvGrpSpPr>
        <p:grpSpPr bwMode="auto">
          <a:xfrm>
            <a:off x="11137596" y="3644181"/>
            <a:ext cx="585261" cy="307259"/>
            <a:chOff x="2304" y="1172"/>
            <a:chExt cx="812" cy="244"/>
          </a:xfrm>
        </p:grpSpPr>
        <p:sp>
          <p:nvSpPr>
            <p:cNvPr id="160" name="矩形 133126">
              <a:extLst>
                <a:ext uri="{FF2B5EF4-FFF2-40B4-BE49-F238E27FC236}">
                  <a16:creationId xmlns:a16="http://schemas.microsoft.com/office/drawing/2014/main" id="{C927C55E-C164-420E-B530-8A03985E1EEE}"/>
                </a:ext>
              </a:extLst>
            </p:cNvPr>
            <p:cNvSpPr>
              <a:spLocks noChangeArrowheads="1"/>
            </p:cNvSpPr>
            <p:nvPr/>
          </p:nvSpPr>
          <p:spPr bwMode="auto">
            <a:xfrm>
              <a:off x="2304" y="1172"/>
              <a:ext cx="812" cy="244"/>
            </a:xfrm>
            <a:prstGeom prst="rect">
              <a:avLst/>
            </a:prstGeom>
            <a:solidFill>
              <a:schemeClr val="accent6">
                <a:lumMod val="20000"/>
                <a:lumOff val="80000"/>
              </a:schemeClr>
            </a:solidFill>
            <a:ln w="28575">
              <a:solidFill>
                <a:schemeClr val="accent6">
                  <a:lumMod val="50000"/>
                </a:schemeClr>
              </a:solidFill>
              <a:miter lim="800000"/>
              <a:headEnd/>
              <a:tailEnd/>
            </a:ln>
          </p:spPr>
          <p:txBody>
            <a:bodyPr wrap="square" lIns="36000" tIns="0" rIns="36000" bIns="0">
              <a:spAutoFit/>
            </a:bodyPr>
            <a:lstStyle/>
            <a:p>
              <a:r>
                <a:rPr lang="en-US" altLang="zh-CN" sz="2000" b="1" u="none" dirty="0">
                  <a:solidFill>
                    <a:srgbClr val="0000FF"/>
                  </a:solidFill>
                  <a:ea typeface="楷体_GB2312" pitchFamily="49" charset="-122"/>
                </a:rPr>
                <a:t>1           </a:t>
              </a:r>
              <a:endParaRPr lang="en-US" altLang="zh-CN" sz="2000" u="none" dirty="0">
                <a:ea typeface="楷体_GB2312" pitchFamily="49" charset="-122"/>
              </a:endParaRPr>
            </a:p>
          </p:txBody>
        </p:sp>
        <p:sp>
          <p:nvSpPr>
            <p:cNvPr id="161" name="直接连接符 133127">
              <a:extLst>
                <a:ext uri="{FF2B5EF4-FFF2-40B4-BE49-F238E27FC236}">
                  <a16:creationId xmlns:a16="http://schemas.microsoft.com/office/drawing/2014/main" id="{C40D1AD1-692A-44F5-9A6E-312D71540792}"/>
                </a:ext>
              </a:extLst>
            </p:cNvPr>
            <p:cNvSpPr>
              <a:spLocks noChangeShapeType="1"/>
            </p:cNvSpPr>
            <p:nvPr/>
          </p:nvSpPr>
          <p:spPr bwMode="auto">
            <a:xfrm>
              <a:off x="2579" y="1181"/>
              <a:ext cx="0" cy="233"/>
            </a:xfrm>
            <a:prstGeom prst="line">
              <a:avLst/>
            </a:prstGeom>
            <a:noFill/>
            <a:ln w="12700">
              <a:solidFill>
                <a:schemeClr val="accent6">
                  <a:lumMod val="50000"/>
                </a:schemeClr>
              </a:solidFill>
              <a:round/>
              <a:headEnd/>
              <a:tailEnd/>
            </a:ln>
            <a:extLst>
              <a:ext uri="{909E8E84-426E-40DD-AFC4-6F175D3DCCD1}">
                <a14:hiddenFill xmlns:a14="http://schemas.microsoft.com/office/drawing/2010/main">
                  <a:noFill/>
                </a14:hiddenFill>
              </a:ext>
            </a:extLst>
          </p:spPr>
          <p:txBody>
            <a:bodyPr lIns="0" tIns="0" rIns="36000" bIns="0"/>
            <a:lstStyle/>
            <a:p>
              <a:endParaRPr lang="zh-CN" altLang="en-US" sz="2000"/>
            </a:p>
          </p:txBody>
        </p:sp>
        <p:sp>
          <p:nvSpPr>
            <p:cNvPr id="162" name="直接连接符 133128">
              <a:extLst>
                <a:ext uri="{FF2B5EF4-FFF2-40B4-BE49-F238E27FC236}">
                  <a16:creationId xmlns:a16="http://schemas.microsoft.com/office/drawing/2014/main" id="{BD3994FD-B643-40C8-BA50-634E12E8649D}"/>
                </a:ext>
              </a:extLst>
            </p:cNvPr>
            <p:cNvSpPr>
              <a:spLocks noChangeShapeType="1"/>
            </p:cNvSpPr>
            <p:nvPr/>
          </p:nvSpPr>
          <p:spPr bwMode="auto">
            <a:xfrm flipH="1">
              <a:off x="2842" y="1176"/>
              <a:ext cx="0" cy="233"/>
            </a:xfrm>
            <a:prstGeom prst="line">
              <a:avLst/>
            </a:prstGeom>
            <a:noFill/>
            <a:ln w="12700">
              <a:solidFill>
                <a:schemeClr val="accent6">
                  <a:lumMod val="50000"/>
                </a:schemeClr>
              </a:solidFill>
              <a:round/>
              <a:headEnd/>
              <a:tailEnd/>
            </a:ln>
            <a:extLst>
              <a:ext uri="{909E8E84-426E-40DD-AFC4-6F175D3DCCD1}">
                <a14:hiddenFill xmlns:a14="http://schemas.microsoft.com/office/drawing/2010/main">
                  <a:noFill/>
                </a14:hiddenFill>
              </a:ext>
            </a:extLst>
          </p:spPr>
          <p:txBody>
            <a:bodyPr lIns="0" tIns="0" rIns="36000" bIns="0"/>
            <a:lstStyle/>
            <a:p>
              <a:endParaRPr lang="zh-CN" altLang="en-US" sz="2000"/>
            </a:p>
          </p:txBody>
        </p:sp>
      </p:grpSp>
      <p:grpSp>
        <p:nvGrpSpPr>
          <p:cNvPr id="163" name="组合 162">
            <a:extLst>
              <a:ext uri="{FF2B5EF4-FFF2-40B4-BE49-F238E27FC236}">
                <a16:creationId xmlns:a16="http://schemas.microsoft.com/office/drawing/2014/main" id="{ADDC36F3-A813-47BD-94DA-2917CCC2F86E}"/>
              </a:ext>
            </a:extLst>
          </p:cNvPr>
          <p:cNvGrpSpPr>
            <a:grpSpLocks/>
          </p:cNvGrpSpPr>
          <p:nvPr/>
        </p:nvGrpSpPr>
        <p:grpSpPr bwMode="auto">
          <a:xfrm>
            <a:off x="9176152" y="3645440"/>
            <a:ext cx="585261" cy="307259"/>
            <a:chOff x="2285" y="1173"/>
            <a:chExt cx="812" cy="244"/>
          </a:xfrm>
        </p:grpSpPr>
        <p:sp>
          <p:nvSpPr>
            <p:cNvPr id="164" name="矩形 133126">
              <a:extLst>
                <a:ext uri="{FF2B5EF4-FFF2-40B4-BE49-F238E27FC236}">
                  <a16:creationId xmlns:a16="http://schemas.microsoft.com/office/drawing/2014/main" id="{7FE018E8-2CE3-4496-95E7-F4AFEAB5A4EA}"/>
                </a:ext>
              </a:extLst>
            </p:cNvPr>
            <p:cNvSpPr>
              <a:spLocks noChangeArrowheads="1"/>
            </p:cNvSpPr>
            <p:nvPr/>
          </p:nvSpPr>
          <p:spPr bwMode="auto">
            <a:xfrm>
              <a:off x="2285" y="1173"/>
              <a:ext cx="812" cy="244"/>
            </a:xfrm>
            <a:prstGeom prst="rect">
              <a:avLst/>
            </a:prstGeom>
            <a:solidFill>
              <a:schemeClr val="accent6">
                <a:lumMod val="20000"/>
                <a:lumOff val="80000"/>
              </a:schemeClr>
            </a:solidFill>
            <a:ln w="28575">
              <a:solidFill>
                <a:schemeClr val="accent6">
                  <a:lumMod val="50000"/>
                </a:schemeClr>
              </a:solidFill>
              <a:miter lim="800000"/>
              <a:headEnd/>
              <a:tailEnd/>
            </a:ln>
          </p:spPr>
          <p:txBody>
            <a:bodyPr wrap="square" lIns="36000" tIns="0" rIns="36000" bIns="0">
              <a:spAutoFit/>
            </a:bodyPr>
            <a:lstStyle/>
            <a:p>
              <a:r>
                <a:rPr lang="en-US" altLang="zh-CN" sz="2000" b="1" u="none" dirty="0">
                  <a:solidFill>
                    <a:srgbClr val="0000FF"/>
                  </a:solidFill>
                  <a:ea typeface="楷体_GB2312" pitchFamily="49" charset="-122"/>
                </a:rPr>
                <a:t>1           </a:t>
              </a:r>
              <a:endParaRPr lang="en-US" altLang="zh-CN" sz="2000" u="none" dirty="0">
                <a:ea typeface="楷体_GB2312" pitchFamily="49" charset="-122"/>
              </a:endParaRPr>
            </a:p>
          </p:txBody>
        </p:sp>
        <p:sp>
          <p:nvSpPr>
            <p:cNvPr id="165" name="直接连接符 133127">
              <a:extLst>
                <a:ext uri="{FF2B5EF4-FFF2-40B4-BE49-F238E27FC236}">
                  <a16:creationId xmlns:a16="http://schemas.microsoft.com/office/drawing/2014/main" id="{7B2E051F-28B4-469B-80C1-8D2F63F7B958}"/>
                </a:ext>
              </a:extLst>
            </p:cNvPr>
            <p:cNvSpPr>
              <a:spLocks noChangeShapeType="1"/>
            </p:cNvSpPr>
            <p:nvPr/>
          </p:nvSpPr>
          <p:spPr bwMode="auto">
            <a:xfrm flipH="1">
              <a:off x="2568" y="1178"/>
              <a:ext cx="0" cy="230"/>
            </a:xfrm>
            <a:prstGeom prst="line">
              <a:avLst/>
            </a:prstGeom>
            <a:noFill/>
            <a:ln w="12700">
              <a:solidFill>
                <a:schemeClr val="accent6">
                  <a:lumMod val="50000"/>
                </a:schemeClr>
              </a:solidFill>
              <a:round/>
              <a:headEnd/>
              <a:tailEnd/>
            </a:ln>
            <a:extLst>
              <a:ext uri="{909E8E84-426E-40DD-AFC4-6F175D3DCCD1}">
                <a14:hiddenFill xmlns:a14="http://schemas.microsoft.com/office/drawing/2010/main">
                  <a:noFill/>
                </a14:hiddenFill>
              </a:ext>
            </a:extLst>
          </p:spPr>
          <p:txBody>
            <a:bodyPr lIns="0" tIns="0" rIns="36000" bIns="0"/>
            <a:lstStyle/>
            <a:p>
              <a:endParaRPr lang="zh-CN" altLang="en-US" sz="2000"/>
            </a:p>
          </p:txBody>
        </p:sp>
        <p:sp>
          <p:nvSpPr>
            <p:cNvPr id="166" name="直接连接符 133128">
              <a:extLst>
                <a:ext uri="{FF2B5EF4-FFF2-40B4-BE49-F238E27FC236}">
                  <a16:creationId xmlns:a16="http://schemas.microsoft.com/office/drawing/2014/main" id="{88AFF6F0-7010-4A7F-9368-F82734FA82BD}"/>
                </a:ext>
              </a:extLst>
            </p:cNvPr>
            <p:cNvSpPr>
              <a:spLocks noChangeShapeType="1"/>
            </p:cNvSpPr>
            <p:nvPr/>
          </p:nvSpPr>
          <p:spPr bwMode="auto">
            <a:xfrm flipH="1">
              <a:off x="2842" y="1176"/>
              <a:ext cx="0" cy="233"/>
            </a:xfrm>
            <a:prstGeom prst="line">
              <a:avLst/>
            </a:prstGeom>
            <a:noFill/>
            <a:ln w="12700">
              <a:solidFill>
                <a:schemeClr val="accent6">
                  <a:lumMod val="50000"/>
                </a:schemeClr>
              </a:solidFill>
              <a:round/>
              <a:headEnd/>
              <a:tailEnd/>
            </a:ln>
            <a:extLst>
              <a:ext uri="{909E8E84-426E-40DD-AFC4-6F175D3DCCD1}">
                <a14:hiddenFill xmlns:a14="http://schemas.microsoft.com/office/drawing/2010/main">
                  <a:noFill/>
                </a14:hiddenFill>
              </a:ext>
            </a:extLst>
          </p:spPr>
          <p:txBody>
            <a:bodyPr lIns="0" tIns="0" rIns="36000" bIns="0"/>
            <a:lstStyle/>
            <a:p>
              <a:endParaRPr lang="zh-CN" altLang="en-US" sz="2000"/>
            </a:p>
          </p:txBody>
        </p:sp>
      </p:grpSp>
      <p:sp>
        <p:nvSpPr>
          <p:cNvPr id="167" name="直接连接符 166">
            <a:extLst>
              <a:ext uri="{FF2B5EF4-FFF2-40B4-BE49-F238E27FC236}">
                <a16:creationId xmlns:a16="http://schemas.microsoft.com/office/drawing/2014/main" id="{A1DCE801-4CEF-4A66-8964-D50F379633ED}"/>
              </a:ext>
            </a:extLst>
          </p:cNvPr>
          <p:cNvSpPr>
            <a:spLocks noChangeShapeType="1"/>
          </p:cNvSpPr>
          <p:nvPr/>
        </p:nvSpPr>
        <p:spPr bwMode="auto">
          <a:xfrm>
            <a:off x="9481497" y="3809895"/>
            <a:ext cx="2" cy="416106"/>
          </a:xfrm>
          <a:prstGeom prst="line">
            <a:avLst/>
          </a:prstGeom>
          <a:noFill/>
          <a:ln w="28575">
            <a:solidFill>
              <a:schemeClr val="accent2"/>
            </a:solidFill>
            <a:round/>
            <a:headEnd type="oval" w="med" len="med"/>
            <a:tailEnd type="triangle" w="med" len="lg"/>
          </a:ln>
          <a:extLst>
            <a:ext uri="{909E8E84-426E-40DD-AFC4-6F175D3DCCD1}">
              <a14:hiddenFill xmlns:a14="http://schemas.microsoft.com/office/drawing/2010/main">
                <a:noFill/>
              </a14:hiddenFill>
            </a:ext>
          </a:extLst>
        </p:spPr>
        <p:txBody>
          <a:bodyPr lIns="0" tIns="0" rIns="36000" bIns="0"/>
          <a:lstStyle/>
          <a:p>
            <a:endParaRPr lang="zh-CN" altLang="en-US" sz="2000"/>
          </a:p>
        </p:txBody>
      </p:sp>
      <p:sp>
        <p:nvSpPr>
          <p:cNvPr id="168" name="直接连接符 167">
            <a:extLst>
              <a:ext uri="{FF2B5EF4-FFF2-40B4-BE49-F238E27FC236}">
                <a16:creationId xmlns:a16="http://schemas.microsoft.com/office/drawing/2014/main" id="{A8053B24-55A9-45AC-A528-732BC875FA52}"/>
              </a:ext>
            </a:extLst>
          </p:cNvPr>
          <p:cNvSpPr>
            <a:spLocks noChangeShapeType="1"/>
          </p:cNvSpPr>
          <p:nvPr/>
        </p:nvSpPr>
        <p:spPr bwMode="auto">
          <a:xfrm>
            <a:off x="11427244" y="3807076"/>
            <a:ext cx="2" cy="416106"/>
          </a:xfrm>
          <a:prstGeom prst="line">
            <a:avLst/>
          </a:prstGeom>
          <a:noFill/>
          <a:ln w="28575">
            <a:solidFill>
              <a:schemeClr val="accent2"/>
            </a:solidFill>
            <a:round/>
            <a:headEnd type="oval" w="med" len="med"/>
            <a:tailEnd type="triangle" w="med" len="lg"/>
          </a:ln>
          <a:extLst>
            <a:ext uri="{909E8E84-426E-40DD-AFC4-6F175D3DCCD1}">
              <a14:hiddenFill xmlns:a14="http://schemas.microsoft.com/office/drawing/2010/main">
                <a:noFill/>
              </a14:hiddenFill>
            </a:ext>
          </a:extLst>
        </p:spPr>
        <p:txBody>
          <a:bodyPr lIns="0" tIns="0" rIns="36000" bIns="0"/>
          <a:lstStyle/>
          <a:p>
            <a:endParaRPr lang="zh-CN" altLang="en-US" sz="2000"/>
          </a:p>
        </p:txBody>
      </p:sp>
      <p:grpSp>
        <p:nvGrpSpPr>
          <p:cNvPr id="169" name="组合 168">
            <a:extLst>
              <a:ext uri="{FF2B5EF4-FFF2-40B4-BE49-F238E27FC236}">
                <a16:creationId xmlns:a16="http://schemas.microsoft.com/office/drawing/2014/main" id="{30CDE180-4616-4042-9EF4-EBD85A7F3462}"/>
              </a:ext>
            </a:extLst>
          </p:cNvPr>
          <p:cNvGrpSpPr>
            <a:grpSpLocks/>
          </p:cNvGrpSpPr>
          <p:nvPr/>
        </p:nvGrpSpPr>
        <p:grpSpPr bwMode="auto">
          <a:xfrm>
            <a:off x="8264787" y="3636201"/>
            <a:ext cx="425972" cy="277037"/>
            <a:chOff x="2285" y="1173"/>
            <a:chExt cx="591" cy="220"/>
          </a:xfrm>
        </p:grpSpPr>
        <p:sp>
          <p:nvSpPr>
            <p:cNvPr id="170" name="矩形 133126">
              <a:extLst>
                <a:ext uri="{FF2B5EF4-FFF2-40B4-BE49-F238E27FC236}">
                  <a16:creationId xmlns:a16="http://schemas.microsoft.com/office/drawing/2014/main" id="{2B0F11B2-4156-44E7-9370-E5E47662C3C1}"/>
                </a:ext>
              </a:extLst>
            </p:cNvPr>
            <p:cNvSpPr>
              <a:spLocks noChangeArrowheads="1"/>
            </p:cNvSpPr>
            <p:nvPr/>
          </p:nvSpPr>
          <p:spPr bwMode="auto">
            <a:xfrm>
              <a:off x="2285" y="1173"/>
              <a:ext cx="591" cy="220"/>
            </a:xfrm>
            <a:prstGeom prst="rect">
              <a:avLst/>
            </a:prstGeom>
            <a:solidFill>
              <a:schemeClr val="accent5">
                <a:lumMod val="20000"/>
                <a:lumOff val="80000"/>
              </a:schemeClr>
            </a:solidFill>
            <a:ln w="28575">
              <a:solidFill>
                <a:schemeClr val="accent6">
                  <a:lumMod val="50000"/>
                </a:schemeClr>
              </a:solidFill>
              <a:miter lim="800000"/>
              <a:headEnd/>
              <a:tailEnd/>
            </a:ln>
          </p:spPr>
          <p:txBody>
            <a:bodyPr wrap="square" lIns="36000" tIns="0" rIns="36000" bIns="0">
              <a:spAutoFit/>
            </a:bodyPr>
            <a:lstStyle/>
            <a:p>
              <a:pPr>
                <a:lnSpc>
                  <a:spcPct val="90000"/>
                </a:lnSpc>
              </a:pPr>
              <a:r>
                <a:rPr lang="en-US" altLang="zh-CN" sz="2000" b="1" dirty="0">
                  <a:solidFill>
                    <a:srgbClr val="0000FF"/>
                  </a:solidFill>
                  <a:ea typeface="楷体_GB2312" pitchFamily="49" charset="-122"/>
                </a:rPr>
                <a:t>0</a:t>
              </a:r>
              <a:r>
                <a:rPr lang="en-US" altLang="zh-CN" sz="2000" b="1" u="none" dirty="0">
                  <a:solidFill>
                    <a:srgbClr val="0000FF"/>
                  </a:solidFill>
                  <a:ea typeface="楷体_GB2312" pitchFamily="49" charset="-122"/>
                </a:rPr>
                <a:t> </a:t>
              </a:r>
              <a:r>
                <a:rPr lang="en-US" altLang="zh-CN" sz="2000" b="1" dirty="0">
                  <a:solidFill>
                    <a:srgbClr val="0000FF"/>
                  </a:solidFill>
                  <a:ea typeface="楷体_GB2312" pitchFamily="49" charset="-122"/>
                </a:rPr>
                <a:t>a</a:t>
              </a:r>
              <a:r>
                <a:rPr lang="en-US" altLang="zh-CN" sz="2000" b="1" u="none" dirty="0">
                  <a:solidFill>
                    <a:srgbClr val="0000FF"/>
                  </a:solidFill>
                  <a:ea typeface="楷体_GB2312" pitchFamily="49" charset="-122"/>
                </a:rPr>
                <a:t>         </a:t>
              </a:r>
              <a:endParaRPr lang="en-US" altLang="zh-CN" sz="2000" b="1" u="none" dirty="0">
                <a:ea typeface="楷体_GB2312" pitchFamily="49" charset="-122"/>
              </a:endParaRPr>
            </a:p>
          </p:txBody>
        </p:sp>
        <p:sp>
          <p:nvSpPr>
            <p:cNvPr id="171" name="直接连接符 133127">
              <a:extLst>
                <a:ext uri="{FF2B5EF4-FFF2-40B4-BE49-F238E27FC236}">
                  <a16:creationId xmlns:a16="http://schemas.microsoft.com/office/drawing/2014/main" id="{24EF228C-888F-411D-B2D2-E40348191A20}"/>
                </a:ext>
              </a:extLst>
            </p:cNvPr>
            <p:cNvSpPr>
              <a:spLocks noChangeShapeType="1"/>
            </p:cNvSpPr>
            <p:nvPr/>
          </p:nvSpPr>
          <p:spPr bwMode="auto">
            <a:xfrm flipH="1">
              <a:off x="2567" y="1178"/>
              <a:ext cx="1" cy="210"/>
            </a:xfrm>
            <a:prstGeom prst="line">
              <a:avLst/>
            </a:prstGeom>
            <a:noFill/>
            <a:ln w="12700">
              <a:solidFill>
                <a:schemeClr val="accent6">
                  <a:lumMod val="50000"/>
                </a:schemeClr>
              </a:solidFill>
              <a:round/>
              <a:headEnd/>
              <a:tailEnd/>
            </a:ln>
            <a:extLst>
              <a:ext uri="{909E8E84-426E-40DD-AFC4-6F175D3DCCD1}">
                <a14:hiddenFill xmlns:a14="http://schemas.microsoft.com/office/drawing/2010/main">
                  <a:noFill/>
                </a14:hiddenFill>
              </a:ext>
            </a:extLst>
          </p:spPr>
          <p:txBody>
            <a:bodyPr lIns="0" tIns="0" rIns="36000" bIns="0"/>
            <a:lstStyle/>
            <a:p>
              <a:endParaRPr lang="zh-CN" altLang="en-US" sz="2000"/>
            </a:p>
          </p:txBody>
        </p:sp>
      </p:grpSp>
      <p:grpSp>
        <p:nvGrpSpPr>
          <p:cNvPr id="172" name="组合 171">
            <a:extLst>
              <a:ext uri="{FF2B5EF4-FFF2-40B4-BE49-F238E27FC236}">
                <a16:creationId xmlns:a16="http://schemas.microsoft.com/office/drawing/2014/main" id="{7C8FAD5C-A581-47D2-A8F8-7F1E7B59BFDD}"/>
              </a:ext>
            </a:extLst>
          </p:cNvPr>
          <p:cNvGrpSpPr>
            <a:grpSpLocks/>
          </p:cNvGrpSpPr>
          <p:nvPr/>
        </p:nvGrpSpPr>
        <p:grpSpPr bwMode="auto">
          <a:xfrm>
            <a:off x="9246634" y="4225832"/>
            <a:ext cx="425972" cy="277037"/>
            <a:chOff x="2285" y="1173"/>
            <a:chExt cx="591" cy="220"/>
          </a:xfrm>
        </p:grpSpPr>
        <p:sp>
          <p:nvSpPr>
            <p:cNvPr id="173" name="矩形 133126">
              <a:extLst>
                <a:ext uri="{FF2B5EF4-FFF2-40B4-BE49-F238E27FC236}">
                  <a16:creationId xmlns:a16="http://schemas.microsoft.com/office/drawing/2014/main" id="{A0AB4DD1-45F4-410D-8D4B-A59740BD1F20}"/>
                </a:ext>
              </a:extLst>
            </p:cNvPr>
            <p:cNvSpPr>
              <a:spLocks noChangeArrowheads="1"/>
            </p:cNvSpPr>
            <p:nvPr/>
          </p:nvSpPr>
          <p:spPr bwMode="auto">
            <a:xfrm>
              <a:off x="2285" y="1173"/>
              <a:ext cx="591" cy="220"/>
            </a:xfrm>
            <a:prstGeom prst="rect">
              <a:avLst/>
            </a:prstGeom>
            <a:solidFill>
              <a:schemeClr val="accent5">
                <a:lumMod val="20000"/>
                <a:lumOff val="80000"/>
              </a:schemeClr>
            </a:solidFill>
            <a:ln w="28575">
              <a:solidFill>
                <a:schemeClr val="accent6">
                  <a:lumMod val="50000"/>
                </a:schemeClr>
              </a:solidFill>
              <a:miter lim="800000"/>
              <a:headEnd/>
              <a:tailEnd/>
            </a:ln>
          </p:spPr>
          <p:txBody>
            <a:bodyPr wrap="square" lIns="0" tIns="0" rIns="0" bIns="0">
              <a:spAutoFit/>
            </a:bodyPr>
            <a:lstStyle/>
            <a:p>
              <a:pPr algn="ctr">
                <a:lnSpc>
                  <a:spcPct val="90000"/>
                </a:lnSpc>
              </a:pPr>
              <a:r>
                <a:rPr lang="en-US" altLang="zh-CN" sz="2000" b="1" dirty="0">
                  <a:solidFill>
                    <a:srgbClr val="0000FF"/>
                  </a:solidFill>
                  <a:ea typeface="楷体_GB2312" pitchFamily="49" charset="-122"/>
                </a:rPr>
                <a:t>0</a:t>
              </a:r>
              <a:r>
                <a:rPr lang="en-US" altLang="zh-CN" sz="2000" b="1" u="none" dirty="0">
                  <a:solidFill>
                    <a:srgbClr val="0000FF"/>
                  </a:solidFill>
                  <a:ea typeface="楷体_GB2312" pitchFamily="49" charset="-122"/>
                </a:rPr>
                <a:t> b </a:t>
              </a:r>
              <a:endParaRPr lang="en-US" altLang="zh-CN" sz="2000" u="none" dirty="0">
                <a:ea typeface="楷体_GB2312" pitchFamily="49" charset="-122"/>
              </a:endParaRPr>
            </a:p>
          </p:txBody>
        </p:sp>
        <p:sp>
          <p:nvSpPr>
            <p:cNvPr id="174" name="直接连接符 133127">
              <a:extLst>
                <a:ext uri="{FF2B5EF4-FFF2-40B4-BE49-F238E27FC236}">
                  <a16:creationId xmlns:a16="http://schemas.microsoft.com/office/drawing/2014/main" id="{AB663CBD-29F3-47D0-9D37-927151BE64D9}"/>
                </a:ext>
              </a:extLst>
            </p:cNvPr>
            <p:cNvSpPr>
              <a:spLocks noChangeShapeType="1"/>
            </p:cNvSpPr>
            <p:nvPr/>
          </p:nvSpPr>
          <p:spPr bwMode="auto">
            <a:xfrm flipH="1">
              <a:off x="2567" y="1178"/>
              <a:ext cx="1" cy="208"/>
            </a:xfrm>
            <a:prstGeom prst="line">
              <a:avLst/>
            </a:prstGeom>
            <a:noFill/>
            <a:ln w="12700">
              <a:solidFill>
                <a:schemeClr val="accent6">
                  <a:lumMod val="50000"/>
                </a:schemeClr>
              </a:solidFill>
              <a:round/>
              <a:headEnd/>
              <a:tailEnd/>
            </a:ln>
            <a:extLst>
              <a:ext uri="{909E8E84-426E-40DD-AFC4-6F175D3DCCD1}">
                <a14:hiddenFill xmlns:a14="http://schemas.microsoft.com/office/drawing/2010/main">
                  <a:noFill/>
                </a14:hiddenFill>
              </a:ext>
            </a:extLst>
          </p:spPr>
          <p:txBody>
            <a:bodyPr lIns="0" tIns="0" rIns="36000" bIns="0"/>
            <a:lstStyle/>
            <a:p>
              <a:endParaRPr lang="zh-CN" altLang="en-US" sz="2000"/>
            </a:p>
          </p:txBody>
        </p:sp>
      </p:grpSp>
      <p:grpSp>
        <p:nvGrpSpPr>
          <p:cNvPr id="175" name="组合 174">
            <a:extLst>
              <a:ext uri="{FF2B5EF4-FFF2-40B4-BE49-F238E27FC236}">
                <a16:creationId xmlns:a16="http://schemas.microsoft.com/office/drawing/2014/main" id="{4564C4AB-F961-4409-8D92-0424FBD127FE}"/>
              </a:ext>
            </a:extLst>
          </p:cNvPr>
          <p:cNvGrpSpPr>
            <a:grpSpLocks/>
          </p:cNvGrpSpPr>
          <p:nvPr/>
        </p:nvGrpSpPr>
        <p:grpSpPr bwMode="auto">
          <a:xfrm>
            <a:off x="10228042" y="4220938"/>
            <a:ext cx="425972" cy="277037"/>
            <a:chOff x="2285" y="1173"/>
            <a:chExt cx="591" cy="220"/>
          </a:xfrm>
        </p:grpSpPr>
        <p:sp>
          <p:nvSpPr>
            <p:cNvPr id="176" name="矩形 133126">
              <a:extLst>
                <a:ext uri="{FF2B5EF4-FFF2-40B4-BE49-F238E27FC236}">
                  <a16:creationId xmlns:a16="http://schemas.microsoft.com/office/drawing/2014/main" id="{03CDDB03-3818-4A1A-B2F8-A15B698E847C}"/>
                </a:ext>
              </a:extLst>
            </p:cNvPr>
            <p:cNvSpPr>
              <a:spLocks noChangeArrowheads="1"/>
            </p:cNvSpPr>
            <p:nvPr/>
          </p:nvSpPr>
          <p:spPr bwMode="auto">
            <a:xfrm>
              <a:off x="2285" y="1173"/>
              <a:ext cx="591" cy="220"/>
            </a:xfrm>
            <a:prstGeom prst="rect">
              <a:avLst/>
            </a:prstGeom>
            <a:solidFill>
              <a:schemeClr val="accent5">
                <a:lumMod val="20000"/>
                <a:lumOff val="80000"/>
              </a:schemeClr>
            </a:solidFill>
            <a:ln w="28575">
              <a:solidFill>
                <a:schemeClr val="accent6">
                  <a:lumMod val="50000"/>
                </a:schemeClr>
              </a:solidFill>
              <a:miter lim="800000"/>
              <a:headEnd/>
              <a:tailEnd/>
            </a:ln>
          </p:spPr>
          <p:txBody>
            <a:bodyPr wrap="square" lIns="36000" tIns="0" rIns="36000" bIns="0">
              <a:spAutoFit/>
            </a:bodyPr>
            <a:lstStyle/>
            <a:p>
              <a:pPr>
                <a:lnSpc>
                  <a:spcPct val="90000"/>
                </a:lnSpc>
              </a:pPr>
              <a:r>
                <a:rPr lang="en-US" altLang="zh-CN" sz="2000" b="1" dirty="0">
                  <a:solidFill>
                    <a:srgbClr val="0000FF"/>
                  </a:solidFill>
                  <a:ea typeface="楷体_GB2312" pitchFamily="49" charset="-122"/>
                </a:rPr>
                <a:t>0</a:t>
              </a:r>
              <a:r>
                <a:rPr lang="en-US" altLang="zh-CN" sz="2000" b="1" u="none" dirty="0">
                  <a:solidFill>
                    <a:srgbClr val="0000FF"/>
                  </a:solidFill>
                  <a:ea typeface="楷体_GB2312" pitchFamily="49" charset="-122"/>
                </a:rPr>
                <a:t> </a:t>
              </a:r>
              <a:r>
                <a:rPr lang="en-US" altLang="zh-CN" sz="2000" b="1" dirty="0">
                  <a:solidFill>
                    <a:srgbClr val="0000FF"/>
                  </a:solidFill>
                  <a:ea typeface="楷体_GB2312" pitchFamily="49" charset="-122"/>
                </a:rPr>
                <a:t>c</a:t>
              </a:r>
              <a:r>
                <a:rPr lang="en-US" altLang="zh-CN" sz="2000" b="1" u="none" dirty="0">
                  <a:solidFill>
                    <a:srgbClr val="0000FF"/>
                  </a:solidFill>
                  <a:ea typeface="楷体_GB2312" pitchFamily="49" charset="-122"/>
                </a:rPr>
                <a:t>         </a:t>
              </a:r>
              <a:endParaRPr lang="en-US" altLang="zh-CN" sz="2000" u="none" dirty="0">
                <a:ea typeface="楷体_GB2312" pitchFamily="49" charset="-122"/>
              </a:endParaRPr>
            </a:p>
          </p:txBody>
        </p:sp>
        <p:sp>
          <p:nvSpPr>
            <p:cNvPr id="177" name="直接连接符 133127">
              <a:extLst>
                <a:ext uri="{FF2B5EF4-FFF2-40B4-BE49-F238E27FC236}">
                  <a16:creationId xmlns:a16="http://schemas.microsoft.com/office/drawing/2014/main" id="{F152C0B8-E411-4239-9DA1-634C5161C357}"/>
                </a:ext>
              </a:extLst>
            </p:cNvPr>
            <p:cNvSpPr>
              <a:spLocks noChangeShapeType="1"/>
            </p:cNvSpPr>
            <p:nvPr/>
          </p:nvSpPr>
          <p:spPr bwMode="auto">
            <a:xfrm flipH="1">
              <a:off x="2562" y="1178"/>
              <a:ext cx="6" cy="211"/>
            </a:xfrm>
            <a:prstGeom prst="line">
              <a:avLst/>
            </a:prstGeom>
            <a:noFill/>
            <a:ln w="12700">
              <a:solidFill>
                <a:schemeClr val="accent6">
                  <a:lumMod val="50000"/>
                </a:schemeClr>
              </a:solidFill>
              <a:round/>
              <a:headEnd/>
              <a:tailEnd/>
            </a:ln>
            <a:extLst>
              <a:ext uri="{909E8E84-426E-40DD-AFC4-6F175D3DCCD1}">
                <a14:hiddenFill xmlns:a14="http://schemas.microsoft.com/office/drawing/2010/main">
                  <a:noFill/>
                </a14:hiddenFill>
              </a:ext>
            </a:extLst>
          </p:spPr>
          <p:txBody>
            <a:bodyPr lIns="0" tIns="0" rIns="36000" bIns="0"/>
            <a:lstStyle/>
            <a:p>
              <a:endParaRPr lang="zh-CN" altLang="en-US" sz="2000"/>
            </a:p>
          </p:txBody>
        </p:sp>
      </p:grpSp>
      <p:grpSp>
        <p:nvGrpSpPr>
          <p:cNvPr id="178" name="组合 177">
            <a:extLst>
              <a:ext uri="{FF2B5EF4-FFF2-40B4-BE49-F238E27FC236}">
                <a16:creationId xmlns:a16="http://schemas.microsoft.com/office/drawing/2014/main" id="{9CDC96AB-9608-4D2F-A1F2-19F6FBCEA7DC}"/>
              </a:ext>
            </a:extLst>
          </p:cNvPr>
          <p:cNvGrpSpPr>
            <a:grpSpLocks/>
          </p:cNvGrpSpPr>
          <p:nvPr/>
        </p:nvGrpSpPr>
        <p:grpSpPr bwMode="auto">
          <a:xfrm>
            <a:off x="11180136" y="4216471"/>
            <a:ext cx="425972" cy="287646"/>
            <a:chOff x="2285" y="1173"/>
            <a:chExt cx="591" cy="220"/>
          </a:xfrm>
        </p:grpSpPr>
        <p:sp>
          <p:nvSpPr>
            <p:cNvPr id="179" name="矩形 133126">
              <a:extLst>
                <a:ext uri="{FF2B5EF4-FFF2-40B4-BE49-F238E27FC236}">
                  <a16:creationId xmlns:a16="http://schemas.microsoft.com/office/drawing/2014/main" id="{A33EABAC-0C83-433D-96ED-7A0A8499B399}"/>
                </a:ext>
              </a:extLst>
            </p:cNvPr>
            <p:cNvSpPr>
              <a:spLocks noChangeArrowheads="1"/>
            </p:cNvSpPr>
            <p:nvPr/>
          </p:nvSpPr>
          <p:spPr bwMode="auto">
            <a:xfrm>
              <a:off x="2285" y="1173"/>
              <a:ext cx="591" cy="220"/>
            </a:xfrm>
            <a:prstGeom prst="rect">
              <a:avLst/>
            </a:prstGeom>
            <a:solidFill>
              <a:schemeClr val="accent5">
                <a:lumMod val="20000"/>
                <a:lumOff val="80000"/>
              </a:schemeClr>
            </a:solidFill>
            <a:ln w="28575">
              <a:solidFill>
                <a:schemeClr val="accent6">
                  <a:lumMod val="50000"/>
                </a:schemeClr>
              </a:solidFill>
              <a:miter lim="800000"/>
              <a:headEnd/>
              <a:tailEnd/>
            </a:ln>
          </p:spPr>
          <p:txBody>
            <a:bodyPr wrap="square" lIns="0" tIns="0" rIns="0" bIns="0">
              <a:spAutoFit/>
            </a:bodyPr>
            <a:lstStyle/>
            <a:p>
              <a:pPr algn="ctr">
                <a:lnSpc>
                  <a:spcPct val="90000"/>
                </a:lnSpc>
              </a:pPr>
              <a:r>
                <a:rPr lang="en-US" altLang="zh-CN" sz="2000" b="1" u="none" dirty="0">
                  <a:solidFill>
                    <a:srgbClr val="0000FF"/>
                  </a:solidFill>
                  <a:ea typeface="楷体_GB2312" pitchFamily="49" charset="-122"/>
                </a:rPr>
                <a:t>0 </a:t>
              </a:r>
              <a:r>
                <a:rPr lang="en-US" altLang="zh-CN" sz="2000" b="1" dirty="0">
                  <a:solidFill>
                    <a:srgbClr val="0000FF"/>
                  </a:solidFill>
                  <a:ea typeface="楷体_GB2312" pitchFamily="49" charset="-122"/>
                </a:rPr>
                <a:t>d</a:t>
              </a:r>
              <a:r>
                <a:rPr lang="en-US" altLang="zh-CN" sz="2000" b="1" u="none" dirty="0">
                  <a:solidFill>
                    <a:srgbClr val="0000FF"/>
                  </a:solidFill>
                  <a:ea typeface="楷体_GB2312" pitchFamily="49" charset="-122"/>
                </a:rPr>
                <a:t>         </a:t>
              </a:r>
              <a:endParaRPr lang="en-US" altLang="zh-CN" sz="2000" u="none" dirty="0">
                <a:ea typeface="楷体_GB2312" pitchFamily="49" charset="-122"/>
              </a:endParaRPr>
            </a:p>
          </p:txBody>
        </p:sp>
        <p:sp>
          <p:nvSpPr>
            <p:cNvPr id="180" name="直接连接符 133127">
              <a:extLst>
                <a:ext uri="{FF2B5EF4-FFF2-40B4-BE49-F238E27FC236}">
                  <a16:creationId xmlns:a16="http://schemas.microsoft.com/office/drawing/2014/main" id="{17BAE9F7-2122-456B-A493-02A046A193CB}"/>
                </a:ext>
              </a:extLst>
            </p:cNvPr>
            <p:cNvSpPr>
              <a:spLocks noChangeShapeType="1"/>
            </p:cNvSpPr>
            <p:nvPr/>
          </p:nvSpPr>
          <p:spPr bwMode="auto">
            <a:xfrm>
              <a:off x="2568" y="1178"/>
              <a:ext cx="0" cy="214"/>
            </a:xfrm>
            <a:prstGeom prst="line">
              <a:avLst/>
            </a:prstGeom>
            <a:noFill/>
            <a:ln w="12700">
              <a:solidFill>
                <a:schemeClr val="accent6">
                  <a:lumMod val="50000"/>
                </a:schemeClr>
              </a:solidFill>
              <a:round/>
              <a:headEnd/>
              <a:tailEnd/>
            </a:ln>
            <a:extLst>
              <a:ext uri="{909E8E84-426E-40DD-AFC4-6F175D3DCCD1}">
                <a14:hiddenFill xmlns:a14="http://schemas.microsoft.com/office/drawing/2010/main">
                  <a:noFill/>
                </a14:hiddenFill>
              </a:ext>
            </a:extLst>
          </p:spPr>
          <p:txBody>
            <a:bodyPr lIns="0" tIns="0" rIns="36000" bIns="0"/>
            <a:lstStyle/>
            <a:p>
              <a:endParaRPr lang="zh-CN" altLang="en-US" sz="2000"/>
            </a:p>
          </p:txBody>
        </p:sp>
      </p:grpSp>
      <p:sp>
        <p:nvSpPr>
          <p:cNvPr id="181" name="直接连接符 180">
            <a:extLst>
              <a:ext uri="{FF2B5EF4-FFF2-40B4-BE49-F238E27FC236}">
                <a16:creationId xmlns:a16="http://schemas.microsoft.com/office/drawing/2014/main" id="{F714E8FE-A339-4092-8436-47A48AE9A392}"/>
              </a:ext>
            </a:extLst>
          </p:cNvPr>
          <p:cNvSpPr>
            <a:spLocks noChangeShapeType="1"/>
          </p:cNvSpPr>
          <p:nvPr/>
        </p:nvSpPr>
        <p:spPr bwMode="auto">
          <a:xfrm flipV="1">
            <a:off x="9665276" y="3790377"/>
            <a:ext cx="483907" cy="8693"/>
          </a:xfrm>
          <a:prstGeom prst="line">
            <a:avLst/>
          </a:prstGeom>
          <a:noFill/>
          <a:ln w="28575">
            <a:solidFill>
              <a:schemeClr val="accent5">
                <a:lumMod val="60000"/>
                <a:lumOff val="40000"/>
              </a:schemeClr>
            </a:solidFill>
            <a:round/>
            <a:headEnd type="oval" w="med" len="med"/>
            <a:tailEnd type="triangle" w="med" len="lg"/>
          </a:ln>
          <a:extLst>
            <a:ext uri="{909E8E84-426E-40DD-AFC4-6F175D3DCCD1}">
              <a14:hiddenFill xmlns:a14="http://schemas.microsoft.com/office/drawing/2010/main">
                <a:noFill/>
              </a14:hiddenFill>
            </a:ext>
          </a:extLst>
        </p:spPr>
        <p:txBody>
          <a:bodyPr lIns="0" tIns="0" rIns="36000" bIns="0"/>
          <a:lstStyle/>
          <a:p>
            <a:endParaRPr lang="zh-CN" altLang="en-US" sz="2000"/>
          </a:p>
        </p:txBody>
      </p:sp>
      <p:sp>
        <p:nvSpPr>
          <p:cNvPr id="182" name="文本框 181">
            <a:extLst>
              <a:ext uri="{FF2B5EF4-FFF2-40B4-BE49-F238E27FC236}">
                <a16:creationId xmlns:a16="http://schemas.microsoft.com/office/drawing/2014/main" id="{8AE4A8B9-CF9E-491D-8543-AEA3C1EFF8D2}"/>
              </a:ext>
            </a:extLst>
          </p:cNvPr>
          <p:cNvSpPr txBox="1"/>
          <p:nvPr/>
        </p:nvSpPr>
        <p:spPr>
          <a:xfrm>
            <a:off x="9554424" y="3061921"/>
            <a:ext cx="219075" cy="276999"/>
          </a:xfrm>
          <a:prstGeom prst="rect">
            <a:avLst/>
          </a:prstGeom>
          <a:noFill/>
        </p:spPr>
        <p:txBody>
          <a:bodyPr wrap="square" lIns="0" tIns="0" rIns="0" bIns="0" rtlCol="0">
            <a:spAutoFit/>
          </a:bodyPr>
          <a:lstStyle/>
          <a:p>
            <a:pPr algn="ctr"/>
            <a:r>
              <a:rPr lang="zh-CN" altLang="en-US" b="1" dirty="0">
                <a:solidFill>
                  <a:srgbClr val="0F14F1"/>
                </a:solidFill>
                <a:latin typeface="Arial Rounded MT Bold" panose="020F0704030504030204" pitchFamily="34" charset="0"/>
              </a:rPr>
              <a:t>∧</a:t>
            </a:r>
          </a:p>
        </p:txBody>
      </p:sp>
      <p:sp>
        <p:nvSpPr>
          <p:cNvPr id="183" name="文本框 182">
            <a:extLst>
              <a:ext uri="{FF2B5EF4-FFF2-40B4-BE49-F238E27FC236}">
                <a16:creationId xmlns:a16="http://schemas.microsoft.com/office/drawing/2014/main" id="{419F9759-2735-44E8-B02F-38329C30BEAB}"/>
              </a:ext>
            </a:extLst>
          </p:cNvPr>
          <p:cNvSpPr txBox="1"/>
          <p:nvPr/>
        </p:nvSpPr>
        <p:spPr>
          <a:xfrm>
            <a:off x="11517995" y="3657553"/>
            <a:ext cx="217574" cy="276999"/>
          </a:xfrm>
          <a:prstGeom prst="rect">
            <a:avLst/>
          </a:prstGeom>
          <a:noFill/>
        </p:spPr>
        <p:txBody>
          <a:bodyPr wrap="square" lIns="0" tIns="0" rIns="0" bIns="0" rtlCol="0">
            <a:spAutoFit/>
          </a:bodyPr>
          <a:lstStyle/>
          <a:p>
            <a:pPr algn="ctr"/>
            <a:r>
              <a:rPr lang="zh-CN" altLang="en-US" b="1" dirty="0">
                <a:solidFill>
                  <a:srgbClr val="0F14F1"/>
                </a:solidFill>
                <a:latin typeface="Arial Rounded MT Bold" panose="020F0704030504030204" pitchFamily="34" charset="0"/>
              </a:rPr>
              <a:t>∧</a:t>
            </a:r>
          </a:p>
        </p:txBody>
      </p:sp>
      <p:grpSp>
        <p:nvGrpSpPr>
          <p:cNvPr id="202" name="组合 201">
            <a:extLst>
              <a:ext uri="{FF2B5EF4-FFF2-40B4-BE49-F238E27FC236}">
                <a16:creationId xmlns:a16="http://schemas.microsoft.com/office/drawing/2014/main" id="{B89D3048-FAEB-422C-91A5-3087EF6A3064}"/>
              </a:ext>
            </a:extLst>
          </p:cNvPr>
          <p:cNvGrpSpPr/>
          <p:nvPr/>
        </p:nvGrpSpPr>
        <p:grpSpPr>
          <a:xfrm>
            <a:off x="7908913" y="4756503"/>
            <a:ext cx="266528" cy="358707"/>
            <a:chOff x="4307343" y="3599835"/>
            <a:chExt cx="266528" cy="358707"/>
          </a:xfrm>
        </p:grpSpPr>
        <p:sp>
          <p:nvSpPr>
            <p:cNvPr id="203" name="下箭头 133141">
              <a:extLst>
                <a:ext uri="{FF2B5EF4-FFF2-40B4-BE49-F238E27FC236}">
                  <a16:creationId xmlns:a16="http://schemas.microsoft.com/office/drawing/2014/main" id="{03497469-1D11-4BB1-A51E-6AC386067389}"/>
                </a:ext>
              </a:extLst>
            </p:cNvPr>
            <p:cNvSpPr>
              <a:spLocks noChangeArrowheads="1"/>
            </p:cNvSpPr>
            <p:nvPr/>
          </p:nvSpPr>
          <p:spPr bwMode="auto">
            <a:xfrm rot="19999021">
              <a:off x="4454872" y="3654784"/>
              <a:ext cx="118999" cy="303758"/>
            </a:xfrm>
            <a:prstGeom prst="downArrow">
              <a:avLst>
                <a:gd name="adj1" fmla="val 50000"/>
                <a:gd name="adj2" fmla="val 112500"/>
              </a:avLst>
            </a:prstGeom>
            <a:solidFill>
              <a:schemeClr val="accent1">
                <a:lumMod val="60000"/>
                <a:lumOff val="40000"/>
              </a:schemeClr>
            </a:solidFill>
            <a:ln w="12700">
              <a:solidFill>
                <a:schemeClr val="accent1">
                  <a:lumMod val="50000"/>
                </a:schemeClr>
              </a:solidFill>
              <a:miter lim="800000"/>
              <a:headEnd/>
              <a:tailEnd/>
            </a:ln>
          </p:spPr>
          <p:txBody>
            <a:bodyPr lIns="0" tIns="0" rIns="0" bIns="0"/>
            <a:lstStyle/>
            <a:p>
              <a:pPr>
                <a:lnSpc>
                  <a:spcPct val="80000"/>
                </a:lnSpc>
              </a:pPr>
              <a:endParaRPr lang="zh-CN" altLang="en-US" sz="2400"/>
            </a:p>
          </p:txBody>
        </p:sp>
        <p:sp>
          <p:nvSpPr>
            <p:cNvPr id="204" name="文本框 133142">
              <a:extLst>
                <a:ext uri="{FF2B5EF4-FFF2-40B4-BE49-F238E27FC236}">
                  <a16:creationId xmlns:a16="http://schemas.microsoft.com/office/drawing/2014/main" id="{DA42C3A6-388E-4DD6-93FD-0ECA31C29861}"/>
                </a:ext>
              </a:extLst>
            </p:cNvPr>
            <p:cNvSpPr txBox="1">
              <a:spLocks noChangeArrowheads="1"/>
            </p:cNvSpPr>
            <p:nvPr/>
          </p:nvSpPr>
          <p:spPr bwMode="auto">
            <a:xfrm>
              <a:off x="4307343" y="3599835"/>
              <a:ext cx="171325" cy="303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nSpc>
                  <a:spcPct val="80000"/>
                </a:lnSpc>
              </a:pPr>
              <a:r>
                <a:rPr lang="en-US" altLang="zh-CN" sz="2400" b="1" dirty="0">
                  <a:solidFill>
                    <a:srgbClr val="0070C0"/>
                  </a:solidFill>
                </a:rPr>
                <a:t>T</a:t>
              </a:r>
              <a:endParaRPr lang="en-US" altLang="zh-CN" sz="2400" u="none" dirty="0">
                <a:solidFill>
                  <a:srgbClr val="0070C0"/>
                </a:solidFill>
              </a:endParaRPr>
            </a:p>
          </p:txBody>
        </p:sp>
      </p:grpSp>
      <p:grpSp>
        <p:nvGrpSpPr>
          <p:cNvPr id="205" name="组合 204">
            <a:extLst>
              <a:ext uri="{FF2B5EF4-FFF2-40B4-BE49-F238E27FC236}">
                <a16:creationId xmlns:a16="http://schemas.microsoft.com/office/drawing/2014/main" id="{1CD2018E-B44C-4FC6-A610-6CD7E3E7DC41}"/>
              </a:ext>
            </a:extLst>
          </p:cNvPr>
          <p:cNvGrpSpPr/>
          <p:nvPr/>
        </p:nvGrpSpPr>
        <p:grpSpPr>
          <a:xfrm>
            <a:off x="7990443" y="5338377"/>
            <a:ext cx="266528" cy="358707"/>
            <a:chOff x="4307343" y="3599835"/>
            <a:chExt cx="266528" cy="358707"/>
          </a:xfrm>
        </p:grpSpPr>
        <p:sp>
          <p:nvSpPr>
            <p:cNvPr id="206" name="下箭头 133141">
              <a:extLst>
                <a:ext uri="{FF2B5EF4-FFF2-40B4-BE49-F238E27FC236}">
                  <a16:creationId xmlns:a16="http://schemas.microsoft.com/office/drawing/2014/main" id="{034C19CD-82E3-4365-A8B6-E0216281D3A5}"/>
                </a:ext>
              </a:extLst>
            </p:cNvPr>
            <p:cNvSpPr>
              <a:spLocks noChangeArrowheads="1"/>
            </p:cNvSpPr>
            <p:nvPr/>
          </p:nvSpPr>
          <p:spPr bwMode="auto">
            <a:xfrm rot="19999021">
              <a:off x="4454872" y="3654784"/>
              <a:ext cx="118999" cy="303758"/>
            </a:xfrm>
            <a:prstGeom prst="downArrow">
              <a:avLst>
                <a:gd name="adj1" fmla="val 50000"/>
                <a:gd name="adj2" fmla="val 112500"/>
              </a:avLst>
            </a:prstGeom>
            <a:solidFill>
              <a:schemeClr val="accent2"/>
            </a:solidFill>
            <a:ln w="12700">
              <a:solidFill>
                <a:schemeClr val="tx1"/>
              </a:solidFill>
              <a:miter lim="800000"/>
              <a:headEnd/>
              <a:tailEnd/>
            </a:ln>
          </p:spPr>
          <p:txBody>
            <a:bodyPr lIns="0" tIns="0" rIns="0" bIns="0"/>
            <a:lstStyle/>
            <a:p>
              <a:pPr>
                <a:lnSpc>
                  <a:spcPct val="80000"/>
                </a:lnSpc>
              </a:pPr>
              <a:endParaRPr lang="zh-CN" altLang="en-US" sz="2400"/>
            </a:p>
          </p:txBody>
        </p:sp>
        <p:sp>
          <p:nvSpPr>
            <p:cNvPr id="207" name="文本框 133142">
              <a:extLst>
                <a:ext uri="{FF2B5EF4-FFF2-40B4-BE49-F238E27FC236}">
                  <a16:creationId xmlns:a16="http://schemas.microsoft.com/office/drawing/2014/main" id="{9D6A0025-FBF7-4241-BDC8-2E715810FB91}"/>
                </a:ext>
              </a:extLst>
            </p:cNvPr>
            <p:cNvSpPr txBox="1">
              <a:spLocks noChangeArrowheads="1"/>
            </p:cNvSpPr>
            <p:nvPr/>
          </p:nvSpPr>
          <p:spPr bwMode="auto">
            <a:xfrm>
              <a:off x="4307343" y="3599835"/>
              <a:ext cx="171325" cy="303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nSpc>
                  <a:spcPct val="80000"/>
                </a:lnSpc>
              </a:pPr>
              <a:r>
                <a:rPr lang="en-US" altLang="zh-CN" sz="2400" b="1" dirty="0">
                  <a:solidFill>
                    <a:schemeClr val="accent2">
                      <a:lumMod val="75000"/>
                    </a:schemeClr>
                  </a:solidFill>
                </a:rPr>
                <a:t>T</a:t>
              </a:r>
              <a:endParaRPr lang="en-US" altLang="zh-CN" sz="2400" u="none" dirty="0">
                <a:solidFill>
                  <a:schemeClr val="accent2">
                    <a:lumMod val="75000"/>
                  </a:schemeClr>
                </a:solidFill>
              </a:endParaRPr>
            </a:p>
          </p:txBody>
        </p:sp>
      </p:grpSp>
      <p:grpSp>
        <p:nvGrpSpPr>
          <p:cNvPr id="208" name="组合 207">
            <a:extLst>
              <a:ext uri="{FF2B5EF4-FFF2-40B4-BE49-F238E27FC236}">
                <a16:creationId xmlns:a16="http://schemas.microsoft.com/office/drawing/2014/main" id="{B4D3642D-5DDC-455C-B88E-BF118AD8F7DB}"/>
              </a:ext>
            </a:extLst>
          </p:cNvPr>
          <p:cNvGrpSpPr/>
          <p:nvPr/>
        </p:nvGrpSpPr>
        <p:grpSpPr>
          <a:xfrm>
            <a:off x="8921038" y="5348003"/>
            <a:ext cx="266528" cy="358707"/>
            <a:chOff x="4307343" y="3599835"/>
            <a:chExt cx="266528" cy="358707"/>
          </a:xfrm>
        </p:grpSpPr>
        <p:sp>
          <p:nvSpPr>
            <p:cNvPr id="209" name="下箭头 133141">
              <a:extLst>
                <a:ext uri="{FF2B5EF4-FFF2-40B4-BE49-F238E27FC236}">
                  <a16:creationId xmlns:a16="http://schemas.microsoft.com/office/drawing/2014/main" id="{38B55348-E25F-4ABC-BF37-4F2793A79BAD}"/>
                </a:ext>
              </a:extLst>
            </p:cNvPr>
            <p:cNvSpPr>
              <a:spLocks noChangeArrowheads="1"/>
            </p:cNvSpPr>
            <p:nvPr/>
          </p:nvSpPr>
          <p:spPr bwMode="auto">
            <a:xfrm rot="19999021">
              <a:off x="4454872" y="3654784"/>
              <a:ext cx="118999" cy="303758"/>
            </a:xfrm>
            <a:prstGeom prst="downArrow">
              <a:avLst>
                <a:gd name="adj1" fmla="val 50000"/>
                <a:gd name="adj2" fmla="val 112500"/>
              </a:avLst>
            </a:prstGeom>
            <a:solidFill>
              <a:schemeClr val="accent4">
                <a:lumMod val="50000"/>
              </a:schemeClr>
            </a:solidFill>
            <a:ln w="12700">
              <a:solidFill>
                <a:schemeClr val="tx1"/>
              </a:solidFill>
              <a:miter lim="800000"/>
              <a:headEnd/>
              <a:tailEnd/>
            </a:ln>
          </p:spPr>
          <p:txBody>
            <a:bodyPr lIns="0" tIns="0" rIns="0" bIns="0"/>
            <a:lstStyle/>
            <a:p>
              <a:pPr>
                <a:lnSpc>
                  <a:spcPct val="80000"/>
                </a:lnSpc>
              </a:pPr>
              <a:endParaRPr lang="zh-CN" altLang="en-US" sz="2400"/>
            </a:p>
          </p:txBody>
        </p:sp>
        <p:sp>
          <p:nvSpPr>
            <p:cNvPr id="210" name="文本框 133142">
              <a:extLst>
                <a:ext uri="{FF2B5EF4-FFF2-40B4-BE49-F238E27FC236}">
                  <a16:creationId xmlns:a16="http://schemas.microsoft.com/office/drawing/2014/main" id="{D7504B5D-81D4-47B2-89EF-6FB12F487316}"/>
                </a:ext>
              </a:extLst>
            </p:cNvPr>
            <p:cNvSpPr txBox="1">
              <a:spLocks noChangeArrowheads="1"/>
            </p:cNvSpPr>
            <p:nvPr/>
          </p:nvSpPr>
          <p:spPr bwMode="auto">
            <a:xfrm>
              <a:off x="4307343" y="3599835"/>
              <a:ext cx="171325" cy="303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nSpc>
                  <a:spcPct val="80000"/>
                </a:lnSpc>
              </a:pPr>
              <a:r>
                <a:rPr lang="en-US" altLang="zh-CN" sz="2400" b="1" dirty="0">
                  <a:solidFill>
                    <a:srgbClr val="7030A0"/>
                  </a:solidFill>
                </a:rPr>
                <a:t>T</a:t>
              </a:r>
              <a:endParaRPr lang="en-US" altLang="zh-CN" sz="2400" u="none" dirty="0">
                <a:solidFill>
                  <a:srgbClr val="7030A0"/>
                </a:solidFill>
              </a:endParaRPr>
            </a:p>
          </p:txBody>
        </p:sp>
      </p:grpSp>
      <p:grpSp>
        <p:nvGrpSpPr>
          <p:cNvPr id="211" name="组合 210">
            <a:extLst>
              <a:ext uri="{FF2B5EF4-FFF2-40B4-BE49-F238E27FC236}">
                <a16:creationId xmlns:a16="http://schemas.microsoft.com/office/drawing/2014/main" id="{D1B50ED7-D909-4656-82E6-B28D8F8AB90E}"/>
              </a:ext>
            </a:extLst>
          </p:cNvPr>
          <p:cNvGrpSpPr/>
          <p:nvPr/>
        </p:nvGrpSpPr>
        <p:grpSpPr>
          <a:xfrm>
            <a:off x="8990543" y="5933606"/>
            <a:ext cx="266528" cy="358707"/>
            <a:chOff x="4307343" y="3599835"/>
            <a:chExt cx="266528" cy="358707"/>
          </a:xfrm>
        </p:grpSpPr>
        <p:sp>
          <p:nvSpPr>
            <p:cNvPr id="212" name="下箭头 133141">
              <a:extLst>
                <a:ext uri="{FF2B5EF4-FFF2-40B4-BE49-F238E27FC236}">
                  <a16:creationId xmlns:a16="http://schemas.microsoft.com/office/drawing/2014/main" id="{DE0B1D6A-5E07-4DE5-9221-0F7170AAA0E3}"/>
                </a:ext>
              </a:extLst>
            </p:cNvPr>
            <p:cNvSpPr>
              <a:spLocks noChangeArrowheads="1"/>
            </p:cNvSpPr>
            <p:nvPr/>
          </p:nvSpPr>
          <p:spPr bwMode="auto">
            <a:xfrm rot="19999021">
              <a:off x="4454872" y="3654784"/>
              <a:ext cx="118999" cy="303758"/>
            </a:xfrm>
            <a:prstGeom prst="downArrow">
              <a:avLst>
                <a:gd name="adj1" fmla="val 50000"/>
                <a:gd name="adj2" fmla="val 112500"/>
              </a:avLst>
            </a:prstGeom>
            <a:solidFill>
              <a:srgbClr val="EAF4E4"/>
            </a:solidFill>
            <a:ln w="12700">
              <a:solidFill>
                <a:schemeClr val="tx1"/>
              </a:solidFill>
              <a:miter lim="800000"/>
              <a:headEnd/>
              <a:tailEnd/>
            </a:ln>
          </p:spPr>
          <p:txBody>
            <a:bodyPr lIns="0" tIns="0" rIns="0" bIns="0"/>
            <a:lstStyle/>
            <a:p>
              <a:pPr>
                <a:lnSpc>
                  <a:spcPct val="80000"/>
                </a:lnSpc>
              </a:pPr>
              <a:endParaRPr lang="zh-CN" altLang="en-US" sz="2400">
                <a:solidFill>
                  <a:srgbClr val="7030A0"/>
                </a:solidFill>
              </a:endParaRPr>
            </a:p>
          </p:txBody>
        </p:sp>
        <p:sp>
          <p:nvSpPr>
            <p:cNvPr id="213" name="文本框 133142">
              <a:extLst>
                <a:ext uri="{FF2B5EF4-FFF2-40B4-BE49-F238E27FC236}">
                  <a16:creationId xmlns:a16="http://schemas.microsoft.com/office/drawing/2014/main" id="{DC8BA4F1-42DB-4926-A8FE-022F2F9AA169}"/>
                </a:ext>
              </a:extLst>
            </p:cNvPr>
            <p:cNvSpPr txBox="1">
              <a:spLocks noChangeArrowheads="1"/>
            </p:cNvSpPr>
            <p:nvPr/>
          </p:nvSpPr>
          <p:spPr bwMode="auto">
            <a:xfrm>
              <a:off x="4307343" y="3599835"/>
              <a:ext cx="171325" cy="303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nSpc>
                  <a:spcPct val="80000"/>
                </a:lnSpc>
              </a:pPr>
              <a:r>
                <a:rPr lang="en-US" altLang="zh-CN" sz="2400" b="1" dirty="0">
                  <a:solidFill>
                    <a:srgbClr val="00B050"/>
                  </a:solidFill>
                </a:rPr>
                <a:t>T</a:t>
              </a:r>
              <a:endParaRPr lang="en-US" altLang="zh-CN" sz="2400" u="none" dirty="0">
                <a:solidFill>
                  <a:srgbClr val="00B050"/>
                </a:solidFill>
              </a:endParaRPr>
            </a:p>
          </p:txBody>
        </p:sp>
      </p:grpSp>
      <p:grpSp>
        <p:nvGrpSpPr>
          <p:cNvPr id="214" name="组合 213">
            <a:extLst>
              <a:ext uri="{FF2B5EF4-FFF2-40B4-BE49-F238E27FC236}">
                <a16:creationId xmlns:a16="http://schemas.microsoft.com/office/drawing/2014/main" id="{87C7B4AA-6C92-475C-AB8B-D0048015C249}"/>
              </a:ext>
            </a:extLst>
          </p:cNvPr>
          <p:cNvGrpSpPr/>
          <p:nvPr/>
        </p:nvGrpSpPr>
        <p:grpSpPr>
          <a:xfrm>
            <a:off x="8913487" y="4749316"/>
            <a:ext cx="266528" cy="358707"/>
            <a:chOff x="4307343" y="3599835"/>
            <a:chExt cx="266528" cy="358707"/>
          </a:xfrm>
        </p:grpSpPr>
        <p:sp>
          <p:nvSpPr>
            <p:cNvPr id="215" name="下箭头 133141">
              <a:extLst>
                <a:ext uri="{FF2B5EF4-FFF2-40B4-BE49-F238E27FC236}">
                  <a16:creationId xmlns:a16="http://schemas.microsoft.com/office/drawing/2014/main" id="{C274009E-D876-42AB-AF6F-478085539A13}"/>
                </a:ext>
              </a:extLst>
            </p:cNvPr>
            <p:cNvSpPr>
              <a:spLocks noChangeArrowheads="1"/>
            </p:cNvSpPr>
            <p:nvPr/>
          </p:nvSpPr>
          <p:spPr bwMode="auto">
            <a:xfrm rot="19999021">
              <a:off x="4454872" y="3654784"/>
              <a:ext cx="118999" cy="303758"/>
            </a:xfrm>
            <a:prstGeom prst="downArrow">
              <a:avLst>
                <a:gd name="adj1" fmla="val 50000"/>
                <a:gd name="adj2" fmla="val 112500"/>
              </a:avLst>
            </a:prstGeom>
            <a:solidFill>
              <a:schemeClr val="accent2"/>
            </a:solidFill>
            <a:ln w="12700">
              <a:solidFill>
                <a:schemeClr val="tx1"/>
              </a:solidFill>
              <a:miter lim="800000"/>
              <a:headEnd/>
              <a:tailEnd/>
            </a:ln>
          </p:spPr>
          <p:txBody>
            <a:bodyPr lIns="0" tIns="0" rIns="0" bIns="0"/>
            <a:lstStyle/>
            <a:p>
              <a:pPr>
                <a:lnSpc>
                  <a:spcPct val="80000"/>
                </a:lnSpc>
              </a:pPr>
              <a:endParaRPr lang="zh-CN" altLang="en-US" sz="2400"/>
            </a:p>
          </p:txBody>
        </p:sp>
        <p:sp>
          <p:nvSpPr>
            <p:cNvPr id="216" name="文本框 133142">
              <a:extLst>
                <a:ext uri="{FF2B5EF4-FFF2-40B4-BE49-F238E27FC236}">
                  <a16:creationId xmlns:a16="http://schemas.microsoft.com/office/drawing/2014/main" id="{0B70737F-3517-4D1C-81FE-6B5CA089ACE5}"/>
                </a:ext>
              </a:extLst>
            </p:cNvPr>
            <p:cNvSpPr txBox="1">
              <a:spLocks noChangeArrowheads="1"/>
            </p:cNvSpPr>
            <p:nvPr/>
          </p:nvSpPr>
          <p:spPr bwMode="auto">
            <a:xfrm>
              <a:off x="4307343" y="3599835"/>
              <a:ext cx="171325" cy="303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nSpc>
                  <a:spcPct val="80000"/>
                </a:lnSpc>
              </a:pPr>
              <a:r>
                <a:rPr lang="en-US" altLang="zh-CN" sz="2400" b="1" u="none" dirty="0">
                  <a:solidFill>
                    <a:schemeClr val="accent2">
                      <a:lumMod val="75000"/>
                    </a:schemeClr>
                  </a:solidFill>
                </a:rPr>
                <a:t>T</a:t>
              </a:r>
              <a:endParaRPr lang="en-US" altLang="zh-CN" sz="2400" u="none" dirty="0">
                <a:solidFill>
                  <a:schemeClr val="accent2">
                    <a:lumMod val="75000"/>
                  </a:schemeClr>
                </a:solidFill>
              </a:endParaRPr>
            </a:p>
          </p:txBody>
        </p:sp>
      </p:grpSp>
      <p:grpSp>
        <p:nvGrpSpPr>
          <p:cNvPr id="217" name="组合 216">
            <a:extLst>
              <a:ext uri="{FF2B5EF4-FFF2-40B4-BE49-F238E27FC236}">
                <a16:creationId xmlns:a16="http://schemas.microsoft.com/office/drawing/2014/main" id="{5E6FFC6B-D5EF-403D-8EAB-E0709FBA2C58}"/>
              </a:ext>
            </a:extLst>
          </p:cNvPr>
          <p:cNvGrpSpPr/>
          <p:nvPr/>
        </p:nvGrpSpPr>
        <p:grpSpPr>
          <a:xfrm>
            <a:off x="9878682" y="5338377"/>
            <a:ext cx="266528" cy="358707"/>
            <a:chOff x="4307343" y="3599835"/>
            <a:chExt cx="266528" cy="358707"/>
          </a:xfrm>
        </p:grpSpPr>
        <p:sp>
          <p:nvSpPr>
            <p:cNvPr id="218" name="下箭头 133141">
              <a:extLst>
                <a:ext uri="{FF2B5EF4-FFF2-40B4-BE49-F238E27FC236}">
                  <a16:creationId xmlns:a16="http://schemas.microsoft.com/office/drawing/2014/main" id="{09592D82-4DDB-4F06-AFE0-4164830B1429}"/>
                </a:ext>
              </a:extLst>
            </p:cNvPr>
            <p:cNvSpPr>
              <a:spLocks noChangeArrowheads="1"/>
            </p:cNvSpPr>
            <p:nvPr/>
          </p:nvSpPr>
          <p:spPr bwMode="auto">
            <a:xfrm rot="19999021">
              <a:off x="4454872" y="3654784"/>
              <a:ext cx="118999" cy="303758"/>
            </a:xfrm>
            <a:prstGeom prst="downArrow">
              <a:avLst>
                <a:gd name="adj1" fmla="val 50000"/>
                <a:gd name="adj2" fmla="val 112500"/>
              </a:avLst>
            </a:prstGeom>
            <a:solidFill>
              <a:srgbClr val="EAF4E4"/>
            </a:solidFill>
            <a:ln w="12700">
              <a:solidFill>
                <a:schemeClr val="tx1"/>
              </a:solidFill>
              <a:miter lim="800000"/>
              <a:headEnd/>
              <a:tailEnd/>
            </a:ln>
          </p:spPr>
          <p:txBody>
            <a:bodyPr lIns="0" tIns="0" rIns="0" bIns="0"/>
            <a:lstStyle/>
            <a:p>
              <a:pPr>
                <a:lnSpc>
                  <a:spcPct val="80000"/>
                </a:lnSpc>
              </a:pPr>
              <a:endParaRPr lang="zh-CN" altLang="en-US" sz="2400">
                <a:solidFill>
                  <a:srgbClr val="7030A0"/>
                </a:solidFill>
              </a:endParaRPr>
            </a:p>
          </p:txBody>
        </p:sp>
        <p:sp>
          <p:nvSpPr>
            <p:cNvPr id="219" name="文本框 133142">
              <a:extLst>
                <a:ext uri="{FF2B5EF4-FFF2-40B4-BE49-F238E27FC236}">
                  <a16:creationId xmlns:a16="http://schemas.microsoft.com/office/drawing/2014/main" id="{ABF9760F-99ED-4240-93D4-60080517A255}"/>
                </a:ext>
              </a:extLst>
            </p:cNvPr>
            <p:cNvSpPr txBox="1">
              <a:spLocks noChangeArrowheads="1"/>
            </p:cNvSpPr>
            <p:nvPr/>
          </p:nvSpPr>
          <p:spPr bwMode="auto">
            <a:xfrm>
              <a:off x="4307343" y="3599835"/>
              <a:ext cx="171325" cy="303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nSpc>
                  <a:spcPct val="80000"/>
                </a:lnSpc>
              </a:pPr>
              <a:r>
                <a:rPr lang="en-US" altLang="zh-CN" sz="2400" b="1" dirty="0">
                  <a:solidFill>
                    <a:srgbClr val="00B050"/>
                  </a:solidFill>
                </a:rPr>
                <a:t>T</a:t>
              </a:r>
              <a:endParaRPr lang="en-US" altLang="zh-CN" sz="2400" u="none" dirty="0">
                <a:solidFill>
                  <a:srgbClr val="00B050"/>
                </a:solidFill>
              </a:endParaRPr>
            </a:p>
          </p:txBody>
        </p:sp>
      </p:grpSp>
      <p:grpSp>
        <p:nvGrpSpPr>
          <p:cNvPr id="220" name="组合 219">
            <a:extLst>
              <a:ext uri="{FF2B5EF4-FFF2-40B4-BE49-F238E27FC236}">
                <a16:creationId xmlns:a16="http://schemas.microsoft.com/office/drawing/2014/main" id="{B4D55F49-0FCE-4D45-ABB9-F342A4C157ED}"/>
              </a:ext>
            </a:extLst>
          </p:cNvPr>
          <p:cNvGrpSpPr/>
          <p:nvPr/>
        </p:nvGrpSpPr>
        <p:grpSpPr>
          <a:xfrm>
            <a:off x="9969617" y="5924003"/>
            <a:ext cx="266528" cy="358707"/>
            <a:chOff x="4307343" y="3599835"/>
            <a:chExt cx="266528" cy="358707"/>
          </a:xfrm>
        </p:grpSpPr>
        <p:sp>
          <p:nvSpPr>
            <p:cNvPr id="221" name="下箭头 133141">
              <a:extLst>
                <a:ext uri="{FF2B5EF4-FFF2-40B4-BE49-F238E27FC236}">
                  <a16:creationId xmlns:a16="http://schemas.microsoft.com/office/drawing/2014/main" id="{58DE93FB-5C30-4B50-B9E0-24B92B3579A8}"/>
                </a:ext>
              </a:extLst>
            </p:cNvPr>
            <p:cNvSpPr>
              <a:spLocks noChangeArrowheads="1"/>
            </p:cNvSpPr>
            <p:nvPr/>
          </p:nvSpPr>
          <p:spPr bwMode="auto">
            <a:xfrm rot="19999021">
              <a:off x="4454872" y="3654784"/>
              <a:ext cx="118999" cy="303758"/>
            </a:xfrm>
            <a:prstGeom prst="downArrow">
              <a:avLst>
                <a:gd name="adj1" fmla="val 50000"/>
                <a:gd name="adj2" fmla="val 112500"/>
              </a:avLst>
            </a:prstGeom>
            <a:solidFill>
              <a:schemeClr val="accent5">
                <a:lumMod val="60000"/>
                <a:lumOff val="40000"/>
              </a:schemeClr>
            </a:solidFill>
            <a:ln w="12700">
              <a:solidFill>
                <a:srgbClr val="002060"/>
              </a:solidFill>
              <a:miter lim="800000"/>
              <a:headEnd/>
              <a:tailEnd/>
            </a:ln>
          </p:spPr>
          <p:txBody>
            <a:bodyPr lIns="0" tIns="0" rIns="0" bIns="0"/>
            <a:lstStyle/>
            <a:p>
              <a:pPr>
                <a:lnSpc>
                  <a:spcPct val="80000"/>
                </a:lnSpc>
              </a:pPr>
              <a:endParaRPr lang="zh-CN" altLang="en-US" sz="2400">
                <a:solidFill>
                  <a:srgbClr val="7030A0"/>
                </a:solidFill>
              </a:endParaRPr>
            </a:p>
          </p:txBody>
        </p:sp>
        <p:sp>
          <p:nvSpPr>
            <p:cNvPr id="222" name="文本框 133142">
              <a:extLst>
                <a:ext uri="{FF2B5EF4-FFF2-40B4-BE49-F238E27FC236}">
                  <a16:creationId xmlns:a16="http://schemas.microsoft.com/office/drawing/2014/main" id="{73951041-9CCA-42BF-88A2-09D1CDC59387}"/>
                </a:ext>
              </a:extLst>
            </p:cNvPr>
            <p:cNvSpPr txBox="1">
              <a:spLocks noChangeArrowheads="1"/>
            </p:cNvSpPr>
            <p:nvPr/>
          </p:nvSpPr>
          <p:spPr bwMode="auto">
            <a:xfrm>
              <a:off x="4307343" y="3599835"/>
              <a:ext cx="171325" cy="303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nSpc>
                  <a:spcPct val="80000"/>
                </a:lnSpc>
              </a:pPr>
              <a:r>
                <a:rPr lang="en-US" altLang="zh-CN" sz="2400" b="1" dirty="0">
                  <a:solidFill>
                    <a:srgbClr val="0F14F1"/>
                  </a:solidFill>
                </a:rPr>
                <a:t>T</a:t>
              </a:r>
              <a:endParaRPr lang="en-US" altLang="zh-CN" sz="2400" u="none" dirty="0">
                <a:solidFill>
                  <a:srgbClr val="0F14F1"/>
                </a:solidFill>
              </a:endParaRPr>
            </a:p>
          </p:txBody>
        </p:sp>
      </p:grpSp>
      <p:grpSp>
        <p:nvGrpSpPr>
          <p:cNvPr id="223" name="组合 222">
            <a:extLst>
              <a:ext uri="{FF2B5EF4-FFF2-40B4-BE49-F238E27FC236}">
                <a16:creationId xmlns:a16="http://schemas.microsoft.com/office/drawing/2014/main" id="{8809CCBB-954E-4805-9CEF-6CBA5D4EF4C5}"/>
              </a:ext>
            </a:extLst>
          </p:cNvPr>
          <p:cNvGrpSpPr/>
          <p:nvPr/>
        </p:nvGrpSpPr>
        <p:grpSpPr>
          <a:xfrm>
            <a:off x="10877024" y="5340659"/>
            <a:ext cx="266528" cy="358707"/>
            <a:chOff x="4307343" y="3599835"/>
            <a:chExt cx="266528" cy="358707"/>
          </a:xfrm>
        </p:grpSpPr>
        <p:sp>
          <p:nvSpPr>
            <p:cNvPr id="224" name="下箭头 133141">
              <a:extLst>
                <a:ext uri="{FF2B5EF4-FFF2-40B4-BE49-F238E27FC236}">
                  <a16:creationId xmlns:a16="http://schemas.microsoft.com/office/drawing/2014/main" id="{49436762-D8FC-4523-9DC1-6F8AA226454E}"/>
                </a:ext>
              </a:extLst>
            </p:cNvPr>
            <p:cNvSpPr>
              <a:spLocks noChangeArrowheads="1"/>
            </p:cNvSpPr>
            <p:nvPr/>
          </p:nvSpPr>
          <p:spPr bwMode="auto">
            <a:xfrm rot="19999021">
              <a:off x="4454872" y="3654784"/>
              <a:ext cx="118999" cy="303758"/>
            </a:xfrm>
            <a:prstGeom prst="downArrow">
              <a:avLst>
                <a:gd name="adj1" fmla="val 50000"/>
                <a:gd name="adj2" fmla="val 112500"/>
              </a:avLst>
            </a:prstGeom>
            <a:solidFill>
              <a:schemeClr val="accent5">
                <a:lumMod val="60000"/>
                <a:lumOff val="40000"/>
              </a:schemeClr>
            </a:solidFill>
            <a:ln w="12700">
              <a:solidFill>
                <a:srgbClr val="002060"/>
              </a:solidFill>
              <a:miter lim="800000"/>
              <a:headEnd/>
              <a:tailEnd/>
            </a:ln>
          </p:spPr>
          <p:txBody>
            <a:bodyPr lIns="0" tIns="0" rIns="0" bIns="0"/>
            <a:lstStyle/>
            <a:p>
              <a:pPr>
                <a:lnSpc>
                  <a:spcPct val="80000"/>
                </a:lnSpc>
              </a:pPr>
              <a:endParaRPr lang="zh-CN" altLang="en-US" sz="2400">
                <a:solidFill>
                  <a:srgbClr val="7030A0"/>
                </a:solidFill>
              </a:endParaRPr>
            </a:p>
          </p:txBody>
        </p:sp>
        <p:sp>
          <p:nvSpPr>
            <p:cNvPr id="225" name="文本框 133142">
              <a:extLst>
                <a:ext uri="{FF2B5EF4-FFF2-40B4-BE49-F238E27FC236}">
                  <a16:creationId xmlns:a16="http://schemas.microsoft.com/office/drawing/2014/main" id="{6EF3BC7F-90ED-448E-92F9-DB89C99A8724}"/>
                </a:ext>
              </a:extLst>
            </p:cNvPr>
            <p:cNvSpPr txBox="1">
              <a:spLocks noChangeArrowheads="1"/>
            </p:cNvSpPr>
            <p:nvPr/>
          </p:nvSpPr>
          <p:spPr bwMode="auto">
            <a:xfrm>
              <a:off x="4307343" y="3599835"/>
              <a:ext cx="171325" cy="303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nSpc>
                  <a:spcPct val="80000"/>
                </a:lnSpc>
              </a:pPr>
              <a:r>
                <a:rPr lang="en-US" altLang="zh-CN" sz="2400" b="1" dirty="0">
                  <a:solidFill>
                    <a:srgbClr val="0F14F1"/>
                  </a:solidFill>
                </a:rPr>
                <a:t>T</a:t>
              </a:r>
              <a:endParaRPr lang="en-US" altLang="zh-CN" sz="2400" u="none" dirty="0">
                <a:solidFill>
                  <a:srgbClr val="0F14F1"/>
                </a:solidFill>
              </a:endParaRPr>
            </a:p>
          </p:txBody>
        </p:sp>
      </p:grpSp>
      <p:grpSp>
        <p:nvGrpSpPr>
          <p:cNvPr id="226" name="组合 225">
            <a:extLst>
              <a:ext uri="{FF2B5EF4-FFF2-40B4-BE49-F238E27FC236}">
                <a16:creationId xmlns:a16="http://schemas.microsoft.com/office/drawing/2014/main" id="{B7EB690E-E858-47D4-8D73-9AC714866B94}"/>
              </a:ext>
            </a:extLst>
          </p:cNvPr>
          <p:cNvGrpSpPr/>
          <p:nvPr/>
        </p:nvGrpSpPr>
        <p:grpSpPr>
          <a:xfrm>
            <a:off x="9682577" y="4746452"/>
            <a:ext cx="266528" cy="358707"/>
            <a:chOff x="4307343" y="3599835"/>
            <a:chExt cx="266528" cy="358707"/>
          </a:xfrm>
        </p:grpSpPr>
        <p:sp>
          <p:nvSpPr>
            <p:cNvPr id="227" name="下箭头 133141">
              <a:extLst>
                <a:ext uri="{FF2B5EF4-FFF2-40B4-BE49-F238E27FC236}">
                  <a16:creationId xmlns:a16="http://schemas.microsoft.com/office/drawing/2014/main" id="{DB9B1BA4-3AAC-409D-A47A-F868C2589C16}"/>
                </a:ext>
              </a:extLst>
            </p:cNvPr>
            <p:cNvSpPr>
              <a:spLocks noChangeArrowheads="1"/>
            </p:cNvSpPr>
            <p:nvPr/>
          </p:nvSpPr>
          <p:spPr bwMode="auto">
            <a:xfrm rot="19999021">
              <a:off x="4454872" y="3654784"/>
              <a:ext cx="118999" cy="303758"/>
            </a:xfrm>
            <a:prstGeom prst="downArrow">
              <a:avLst>
                <a:gd name="adj1" fmla="val 50000"/>
                <a:gd name="adj2" fmla="val 112500"/>
              </a:avLst>
            </a:prstGeom>
            <a:solidFill>
              <a:schemeClr val="accent4">
                <a:lumMod val="50000"/>
              </a:schemeClr>
            </a:solidFill>
            <a:ln w="12700">
              <a:solidFill>
                <a:schemeClr val="tx1"/>
              </a:solidFill>
              <a:miter lim="800000"/>
              <a:headEnd/>
              <a:tailEnd/>
            </a:ln>
          </p:spPr>
          <p:txBody>
            <a:bodyPr lIns="0" tIns="0" rIns="0" bIns="0"/>
            <a:lstStyle/>
            <a:p>
              <a:pPr>
                <a:lnSpc>
                  <a:spcPct val="80000"/>
                </a:lnSpc>
              </a:pPr>
              <a:endParaRPr lang="zh-CN" altLang="en-US" sz="2400"/>
            </a:p>
          </p:txBody>
        </p:sp>
        <p:sp>
          <p:nvSpPr>
            <p:cNvPr id="228" name="文本框 133142">
              <a:extLst>
                <a:ext uri="{FF2B5EF4-FFF2-40B4-BE49-F238E27FC236}">
                  <a16:creationId xmlns:a16="http://schemas.microsoft.com/office/drawing/2014/main" id="{AFC972AB-DD0A-4C07-B407-028CB0512ECA}"/>
                </a:ext>
              </a:extLst>
            </p:cNvPr>
            <p:cNvSpPr txBox="1">
              <a:spLocks noChangeArrowheads="1"/>
            </p:cNvSpPr>
            <p:nvPr/>
          </p:nvSpPr>
          <p:spPr bwMode="auto">
            <a:xfrm>
              <a:off x="4307343" y="3599835"/>
              <a:ext cx="171325" cy="303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nSpc>
                  <a:spcPct val="80000"/>
                </a:lnSpc>
              </a:pPr>
              <a:r>
                <a:rPr lang="en-US" altLang="zh-CN" sz="2400" b="1" dirty="0">
                  <a:solidFill>
                    <a:srgbClr val="7030A0"/>
                  </a:solidFill>
                </a:rPr>
                <a:t>T</a:t>
              </a:r>
              <a:endParaRPr lang="en-US" altLang="zh-CN" sz="2400" u="none" dirty="0">
                <a:solidFill>
                  <a:srgbClr val="7030A0"/>
                </a:solidFill>
              </a:endParaRPr>
            </a:p>
          </p:txBody>
        </p:sp>
      </p:grpSp>
      <p:grpSp>
        <p:nvGrpSpPr>
          <p:cNvPr id="229" name="组合 228">
            <a:extLst>
              <a:ext uri="{FF2B5EF4-FFF2-40B4-BE49-F238E27FC236}">
                <a16:creationId xmlns:a16="http://schemas.microsoft.com/office/drawing/2014/main" id="{02F14595-F85E-4532-89C3-2659D92CCD19}"/>
              </a:ext>
            </a:extLst>
          </p:cNvPr>
          <p:cNvGrpSpPr/>
          <p:nvPr/>
        </p:nvGrpSpPr>
        <p:grpSpPr>
          <a:xfrm>
            <a:off x="10907537" y="5923497"/>
            <a:ext cx="266528" cy="358707"/>
            <a:chOff x="4307343" y="3599835"/>
            <a:chExt cx="266528" cy="358707"/>
          </a:xfrm>
        </p:grpSpPr>
        <p:sp>
          <p:nvSpPr>
            <p:cNvPr id="230" name="下箭头 133141">
              <a:extLst>
                <a:ext uri="{FF2B5EF4-FFF2-40B4-BE49-F238E27FC236}">
                  <a16:creationId xmlns:a16="http://schemas.microsoft.com/office/drawing/2014/main" id="{130878E3-42B8-4DF2-B5F8-432C4F87B2D9}"/>
                </a:ext>
              </a:extLst>
            </p:cNvPr>
            <p:cNvSpPr>
              <a:spLocks noChangeArrowheads="1"/>
            </p:cNvSpPr>
            <p:nvPr/>
          </p:nvSpPr>
          <p:spPr bwMode="auto">
            <a:xfrm rot="19999021">
              <a:off x="4454872" y="3654784"/>
              <a:ext cx="118999" cy="303758"/>
            </a:xfrm>
            <a:prstGeom prst="downArrow">
              <a:avLst>
                <a:gd name="adj1" fmla="val 50000"/>
                <a:gd name="adj2" fmla="val 112500"/>
              </a:avLst>
            </a:prstGeom>
            <a:solidFill>
              <a:srgbClr val="F7C7A7"/>
            </a:solidFill>
            <a:ln w="12700">
              <a:solidFill>
                <a:schemeClr val="tx1"/>
              </a:solidFill>
              <a:miter lim="800000"/>
              <a:headEnd/>
              <a:tailEnd/>
            </a:ln>
          </p:spPr>
          <p:txBody>
            <a:bodyPr lIns="0" tIns="0" rIns="0" bIns="0"/>
            <a:lstStyle/>
            <a:p>
              <a:pPr>
                <a:lnSpc>
                  <a:spcPct val="80000"/>
                </a:lnSpc>
              </a:pPr>
              <a:endParaRPr lang="zh-CN" altLang="en-US" sz="2400"/>
            </a:p>
          </p:txBody>
        </p:sp>
        <p:sp>
          <p:nvSpPr>
            <p:cNvPr id="231" name="文本框 133142">
              <a:extLst>
                <a:ext uri="{FF2B5EF4-FFF2-40B4-BE49-F238E27FC236}">
                  <a16:creationId xmlns:a16="http://schemas.microsoft.com/office/drawing/2014/main" id="{C8514E92-8AF3-47EE-9AF8-F082B50FEFCA}"/>
                </a:ext>
              </a:extLst>
            </p:cNvPr>
            <p:cNvSpPr txBox="1">
              <a:spLocks noChangeArrowheads="1"/>
            </p:cNvSpPr>
            <p:nvPr/>
          </p:nvSpPr>
          <p:spPr bwMode="auto">
            <a:xfrm>
              <a:off x="4307343" y="3599835"/>
              <a:ext cx="171325" cy="303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nSpc>
                  <a:spcPct val="80000"/>
                </a:lnSpc>
              </a:pPr>
              <a:r>
                <a:rPr lang="en-US" altLang="zh-CN" sz="2400" b="1" dirty="0">
                  <a:solidFill>
                    <a:srgbClr val="FF0000"/>
                  </a:solidFill>
                </a:rPr>
                <a:t>T</a:t>
              </a:r>
              <a:endParaRPr lang="en-US" altLang="zh-CN" sz="2400" u="none" dirty="0">
                <a:solidFill>
                  <a:srgbClr val="FF0000"/>
                </a:solidFill>
              </a:endParaRPr>
            </a:p>
          </p:txBody>
        </p:sp>
      </p:grpSp>
      <p:grpSp>
        <p:nvGrpSpPr>
          <p:cNvPr id="232" name="组合 231">
            <a:extLst>
              <a:ext uri="{FF2B5EF4-FFF2-40B4-BE49-F238E27FC236}">
                <a16:creationId xmlns:a16="http://schemas.microsoft.com/office/drawing/2014/main" id="{A2B8C99C-0F10-4068-B56E-C82A6E0905E8}"/>
              </a:ext>
            </a:extLst>
          </p:cNvPr>
          <p:cNvGrpSpPr/>
          <p:nvPr/>
        </p:nvGrpSpPr>
        <p:grpSpPr>
          <a:xfrm>
            <a:off x="11671806" y="5322346"/>
            <a:ext cx="266528" cy="358707"/>
            <a:chOff x="4307343" y="3599835"/>
            <a:chExt cx="266528" cy="358707"/>
          </a:xfrm>
        </p:grpSpPr>
        <p:sp>
          <p:nvSpPr>
            <p:cNvPr id="233" name="下箭头 133141">
              <a:extLst>
                <a:ext uri="{FF2B5EF4-FFF2-40B4-BE49-F238E27FC236}">
                  <a16:creationId xmlns:a16="http://schemas.microsoft.com/office/drawing/2014/main" id="{3D36AF6F-4828-444C-8202-A2D4368C9E9D}"/>
                </a:ext>
              </a:extLst>
            </p:cNvPr>
            <p:cNvSpPr>
              <a:spLocks noChangeArrowheads="1"/>
            </p:cNvSpPr>
            <p:nvPr/>
          </p:nvSpPr>
          <p:spPr bwMode="auto">
            <a:xfrm rot="19999021">
              <a:off x="4454872" y="3654784"/>
              <a:ext cx="118999" cy="303758"/>
            </a:xfrm>
            <a:prstGeom prst="downArrow">
              <a:avLst>
                <a:gd name="adj1" fmla="val 50000"/>
                <a:gd name="adj2" fmla="val 112500"/>
              </a:avLst>
            </a:prstGeom>
            <a:solidFill>
              <a:srgbClr val="F7C7A7"/>
            </a:solidFill>
            <a:ln w="12700">
              <a:solidFill>
                <a:schemeClr val="tx1"/>
              </a:solidFill>
              <a:miter lim="800000"/>
              <a:headEnd/>
              <a:tailEnd/>
            </a:ln>
          </p:spPr>
          <p:txBody>
            <a:bodyPr lIns="0" tIns="0" rIns="0" bIns="0"/>
            <a:lstStyle/>
            <a:p>
              <a:pPr>
                <a:lnSpc>
                  <a:spcPct val="80000"/>
                </a:lnSpc>
              </a:pPr>
              <a:endParaRPr lang="zh-CN" altLang="en-US" sz="2400"/>
            </a:p>
          </p:txBody>
        </p:sp>
        <p:sp>
          <p:nvSpPr>
            <p:cNvPr id="234" name="文本框 133142">
              <a:extLst>
                <a:ext uri="{FF2B5EF4-FFF2-40B4-BE49-F238E27FC236}">
                  <a16:creationId xmlns:a16="http://schemas.microsoft.com/office/drawing/2014/main" id="{FA4AE76B-BF75-45BD-AA4F-D85E53DA2479}"/>
                </a:ext>
              </a:extLst>
            </p:cNvPr>
            <p:cNvSpPr txBox="1">
              <a:spLocks noChangeArrowheads="1"/>
            </p:cNvSpPr>
            <p:nvPr/>
          </p:nvSpPr>
          <p:spPr bwMode="auto">
            <a:xfrm>
              <a:off x="4307343" y="3599835"/>
              <a:ext cx="171325" cy="303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nSpc>
                  <a:spcPct val="80000"/>
                </a:lnSpc>
              </a:pPr>
              <a:r>
                <a:rPr lang="en-US" altLang="zh-CN" sz="2400" b="1" dirty="0">
                  <a:solidFill>
                    <a:srgbClr val="FF0000"/>
                  </a:solidFill>
                </a:rPr>
                <a:t>T</a:t>
              </a:r>
              <a:endParaRPr lang="en-US" altLang="zh-CN" sz="2400" u="none" dirty="0">
                <a:solidFill>
                  <a:srgbClr val="FF0000"/>
                </a:solidFill>
              </a:endParaRPr>
            </a:p>
          </p:txBody>
        </p:sp>
      </p:grpSp>
      <p:grpSp>
        <p:nvGrpSpPr>
          <p:cNvPr id="235" name="组合 234">
            <a:extLst>
              <a:ext uri="{FF2B5EF4-FFF2-40B4-BE49-F238E27FC236}">
                <a16:creationId xmlns:a16="http://schemas.microsoft.com/office/drawing/2014/main" id="{CFED84EB-8212-4AA6-BDC3-5A1B744CED11}"/>
              </a:ext>
            </a:extLst>
          </p:cNvPr>
          <p:cNvGrpSpPr/>
          <p:nvPr/>
        </p:nvGrpSpPr>
        <p:grpSpPr>
          <a:xfrm>
            <a:off x="7888646" y="2703241"/>
            <a:ext cx="266528" cy="358707"/>
            <a:chOff x="4307343" y="3599835"/>
            <a:chExt cx="266528" cy="358707"/>
          </a:xfrm>
        </p:grpSpPr>
        <p:sp>
          <p:nvSpPr>
            <p:cNvPr id="236" name="下箭头 133141">
              <a:extLst>
                <a:ext uri="{FF2B5EF4-FFF2-40B4-BE49-F238E27FC236}">
                  <a16:creationId xmlns:a16="http://schemas.microsoft.com/office/drawing/2014/main" id="{AC495EBF-B5FC-4502-B856-0BA37A8435FE}"/>
                </a:ext>
              </a:extLst>
            </p:cNvPr>
            <p:cNvSpPr>
              <a:spLocks noChangeArrowheads="1"/>
            </p:cNvSpPr>
            <p:nvPr/>
          </p:nvSpPr>
          <p:spPr bwMode="auto">
            <a:xfrm rot="19999021">
              <a:off x="4454872" y="3654784"/>
              <a:ext cx="118999" cy="303758"/>
            </a:xfrm>
            <a:prstGeom prst="downArrow">
              <a:avLst>
                <a:gd name="adj1" fmla="val 50000"/>
                <a:gd name="adj2" fmla="val 112500"/>
              </a:avLst>
            </a:prstGeom>
            <a:solidFill>
              <a:schemeClr val="accent1">
                <a:lumMod val="60000"/>
                <a:lumOff val="40000"/>
              </a:schemeClr>
            </a:solidFill>
            <a:ln w="12700">
              <a:solidFill>
                <a:schemeClr val="accent1">
                  <a:lumMod val="50000"/>
                </a:schemeClr>
              </a:solidFill>
              <a:miter lim="800000"/>
              <a:headEnd/>
              <a:tailEnd/>
            </a:ln>
          </p:spPr>
          <p:txBody>
            <a:bodyPr lIns="0" tIns="0" rIns="0" bIns="0"/>
            <a:lstStyle/>
            <a:p>
              <a:pPr>
                <a:lnSpc>
                  <a:spcPct val="80000"/>
                </a:lnSpc>
              </a:pPr>
              <a:endParaRPr lang="zh-CN" altLang="en-US" sz="2400"/>
            </a:p>
          </p:txBody>
        </p:sp>
        <p:sp>
          <p:nvSpPr>
            <p:cNvPr id="237" name="文本框 133142">
              <a:extLst>
                <a:ext uri="{FF2B5EF4-FFF2-40B4-BE49-F238E27FC236}">
                  <a16:creationId xmlns:a16="http://schemas.microsoft.com/office/drawing/2014/main" id="{A1616D25-F67E-4B67-922E-D209D7139505}"/>
                </a:ext>
              </a:extLst>
            </p:cNvPr>
            <p:cNvSpPr txBox="1">
              <a:spLocks noChangeArrowheads="1"/>
            </p:cNvSpPr>
            <p:nvPr/>
          </p:nvSpPr>
          <p:spPr bwMode="auto">
            <a:xfrm>
              <a:off x="4307343" y="3599835"/>
              <a:ext cx="171325" cy="303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nSpc>
                  <a:spcPct val="80000"/>
                </a:lnSpc>
              </a:pPr>
              <a:r>
                <a:rPr lang="en-US" altLang="zh-CN" sz="2400" b="1" u="none" dirty="0">
                  <a:solidFill>
                    <a:srgbClr val="0070C0"/>
                  </a:solidFill>
                </a:rPr>
                <a:t>L</a:t>
              </a:r>
              <a:endParaRPr lang="en-US" altLang="zh-CN" sz="2400" u="none" dirty="0">
                <a:solidFill>
                  <a:srgbClr val="0070C0"/>
                </a:solidFill>
              </a:endParaRPr>
            </a:p>
          </p:txBody>
        </p:sp>
      </p:grpSp>
      <p:grpSp>
        <p:nvGrpSpPr>
          <p:cNvPr id="238" name="组合 237">
            <a:extLst>
              <a:ext uri="{FF2B5EF4-FFF2-40B4-BE49-F238E27FC236}">
                <a16:creationId xmlns:a16="http://schemas.microsoft.com/office/drawing/2014/main" id="{61F79DB5-4F3E-4368-985A-0A2E625AB983}"/>
              </a:ext>
            </a:extLst>
          </p:cNvPr>
          <p:cNvGrpSpPr/>
          <p:nvPr/>
        </p:nvGrpSpPr>
        <p:grpSpPr>
          <a:xfrm>
            <a:off x="7970176" y="3285115"/>
            <a:ext cx="266528" cy="358707"/>
            <a:chOff x="4307343" y="3599835"/>
            <a:chExt cx="266528" cy="358707"/>
          </a:xfrm>
        </p:grpSpPr>
        <p:sp>
          <p:nvSpPr>
            <p:cNvPr id="239" name="下箭头 133141">
              <a:extLst>
                <a:ext uri="{FF2B5EF4-FFF2-40B4-BE49-F238E27FC236}">
                  <a16:creationId xmlns:a16="http://schemas.microsoft.com/office/drawing/2014/main" id="{BB153B6C-3935-457E-BB14-0C579D327B4E}"/>
                </a:ext>
              </a:extLst>
            </p:cNvPr>
            <p:cNvSpPr>
              <a:spLocks noChangeArrowheads="1"/>
            </p:cNvSpPr>
            <p:nvPr/>
          </p:nvSpPr>
          <p:spPr bwMode="auto">
            <a:xfrm rot="19999021">
              <a:off x="4454872" y="3654784"/>
              <a:ext cx="118999" cy="303758"/>
            </a:xfrm>
            <a:prstGeom prst="downArrow">
              <a:avLst>
                <a:gd name="adj1" fmla="val 50000"/>
                <a:gd name="adj2" fmla="val 112500"/>
              </a:avLst>
            </a:prstGeom>
            <a:solidFill>
              <a:schemeClr val="accent2"/>
            </a:solidFill>
            <a:ln w="12700">
              <a:solidFill>
                <a:schemeClr val="tx1"/>
              </a:solidFill>
              <a:miter lim="800000"/>
              <a:headEnd/>
              <a:tailEnd/>
            </a:ln>
          </p:spPr>
          <p:txBody>
            <a:bodyPr lIns="0" tIns="0" rIns="0" bIns="0"/>
            <a:lstStyle/>
            <a:p>
              <a:pPr>
                <a:lnSpc>
                  <a:spcPct val="80000"/>
                </a:lnSpc>
              </a:pPr>
              <a:endParaRPr lang="zh-CN" altLang="en-US" sz="2400"/>
            </a:p>
          </p:txBody>
        </p:sp>
        <p:sp>
          <p:nvSpPr>
            <p:cNvPr id="240" name="文本框 133142">
              <a:extLst>
                <a:ext uri="{FF2B5EF4-FFF2-40B4-BE49-F238E27FC236}">
                  <a16:creationId xmlns:a16="http://schemas.microsoft.com/office/drawing/2014/main" id="{01B00505-665F-4EFB-B361-08BC8387B1B5}"/>
                </a:ext>
              </a:extLst>
            </p:cNvPr>
            <p:cNvSpPr txBox="1">
              <a:spLocks noChangeArrowheads="1"/>
            </p:cNvSpPr>
            <p:nvPr/>
          </p:nvSpPr>
          <p:spPr bwMode="auto">
            <a:xfrm>
              <a:off x="4307343" y="3599835"/>
              <a:ext cx="171325" cy="303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nSpc>
                  <a:spcPct val="80000"/>
                </a:lnSpc>
              </a:pPr>
              <a:r>
                <a:rPr lang="en-US" altLang="zh-CN" sz="2400" b="1" u="none" dirty="0">
                  <a:solidFill>
                    <a:schemeClr val="accent2">
                      <a:lumMod val="75000"/>
                    </a:schemeClr>
                  </a:solidFill>
                </a:rPr>
                <a:t>L</a:t>
              </a:r>
              <a:endParaRPr lang="en-US" altLang="zh-CN" sz="2400" u="none" dirty="0">
                <a:solidFill>
                  <a:schemeClr val="accent2">
                    <a:lumMod val="75000"/>
                  </a:schemeClr>
                </a:solidFill>
              </a:endParaRPr>
            </a:p>
          </p:txBody>
        </p:sp>
      </p:grpSp>
      <p:grpSp>
        <p:nvGrpSpPr>
          <p:cNvPr id="241" name="组合 240">
            <a:extLst>
              <a:ext uri="{FF2B5EF4-FFF2-40B4-BE49-F238E27FC236}">
                <a16:creationId xmlns:a16="http://schemas.microsoft.com/office/drawing/2014/main" id="{48F18144-9837-4A4D-AC5E-5857E9261FDC}"/>
              </a:ext>
            </a:extLst>
          </p:cNvPr>
          <p:cNvGrpSpPr/>
          <p:nvPr/>
        </p:nvGrpSpPr>
        <p:grpSpPr>
          <a:xfrm>
            <a:off x="8900771" y="3294741"/>
            <a:ext cx="266528" cy="358707"/>
            <a:chOff x="4307343" y="3599835"/>
            <a:chExt cx="266528" cy="358707"/>
          </a:xfrm>
        </p:grpSpPr>
        <p:sp>
          <p:nvSpPr>
            <p:cNvPr id="242" name="下箭头 133141">
              <a:extLst>
                <a:ext uri="{FF2B5EF4-FFF2-40B4-BE49-F238E27FC236}">
                  <a16:creationId xmlns:a16="http://schemas.microsoft.com/office/drawing/2014/main" id="{3FD6D6F5-EF74-4479-ABBC-D807AB8AFD8A}"/>
                </a:ext>
              </a:extLst>
            </p:cNvPr>
            <p:cNvSpPr>
              <a:spLocks noChangeArrowheads="1"/>
            </p:cNvSpPr>
            <p:nvPr/>
          </p:nvSpPr>
          <p:spPr bwMode="auto">
            <a:xfrm rot="19999021">
              <a:off x="4454872" y="3654784"/>
              <a:ext cx="118999" cy="303758"/>
            </a:xfrm>
            <a:prstGeom prst="downArrow">
              <a:avLst>
                <a:gd name="adj1" fmla="val 50000"/>
                <a:gd name="adj2" fmla="val 112500"/>
              </a:avLst>
            </a:prstGeom>
            <a:solidFill>
              <a:schemeClr val="accent4">
                <a:lumMod val="50000"/>
              </a:schemeClr>
            </a:solidFill>
            <a:ln w="12700">
              <a:solidFill>
                <a:schemeClr val="tx1"/>
              </a:solidFill>
              <a:miter lim="800000"/>
              <a:headEnd/>
              <a:tailEnd/>
            </a:ln>
          </p:spPr>
          <p:txBody>
            <a:bodyPr lIns="0" tIns="0" rIns="0" bIns="0"/>
            <a:lstStyle/>
            <a:p>
              <a:pPr>
                <a:lnSpc>
                  <a:spcPct val="80000"/>
                </a:lnSpc>
              </a:pPr>
              <a:endParaRPr lang="zh-CN" altLang="en-US" sz="2400"/>
            </a:p>
          </p:txBody>
        </p:sp>
        <p:sp>
          <p:nvSpPr>
            <p:cNvPr id="243" name="文本框 133142">
              <a:extLst>
                <a:ext uri="{FF2B5EF4-FFF2-40B4-BE49-F238E27FC236}">
                  <a16:creationId xmlns:a16="http://schemas.microsoft.com/office/drawing/2014/main" id="{14933570-3B4E-4ED7-841D-A2337B57D2F7}"/>
                </a:ext>
              </a:extLst>
            </p:cNvPr>
            <p:cNvSpPr txBox="1">
              <a:spLocks noChangeArrowheads="1"/>
            </p:cNvSpPr>
            <p:nvPr/>
          </p:nvSpPr>
          <p:spPr bwMode="auto">
            <a:xfrm>
              <a:off x="4307343" y="3599835"/>
              <a:ext cx="171325" cy="303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nSpc>
                  <a:spcPct val="80000"/>
                </a:lnSpc>
              </a:pPr>
              <a:r>
                <a:rPr lang="en-US" altLang="zh-CN" sz="2400" b="1" u="none" dirty="0">
                  <a:solidFill>
                    <a:srgbClr val="7030A0"/>
                  </a:solidFill>
                </a:rPr>
                <a:t>L</a:t>
              </a:r>
              <a:endParaRPr lang="en-US" altLang="zh-CN" sz="2400" u="none" dirty="0">
                <a:solidFill>
                  <a:srgbClr val="7030A0"/>
                </a:solidFill>
              </a:endParaRPr>
            </a:p>
          </p:txBody>
        </p:sp>
      </p:grpSp>
      <p:grpSp>
        <p:nvGrpSpPr>
          <p:cNvPr id="244" name="组合 243">
            <a:extLst>
              <a:ext uri="{FF2B5EF4-FFF2-40B4-BE49-F238E27FC236}">
                <a16:creationId xmlns:a16="http://schemas.microsoft.com/office/drawing/2014/main" id="{6FAEE853-DCBD-48C7-B782-6849FB3ACBDF}"/>
              </a:ext>
            </a:extLst>
          </p:cNvPr>
          <p:cNvGrpSpPr/>
          <p:nvPr/>
        </p:nvGrpSpPr>
        <p:grpSpPr>
          <a:xfrm>
            <a:off x="8970276" y="3880344"/>
            <a:ext cx="266528" cy="358707"/>
            <a:chOff x="4307343" y="3599835"/>
            <a:chExt cx="266528" cy="358707"/>
          </a:xfrm>
        </p:grpSpPr>
        <p:sp>
          <p:nvSpPr>
            <p:cNvPr id="245" name="下箭头 133141">
              <a:extLst>
                <a:ext uri="{FF2B5EF4-FFF2-40B4-BE49-F238E27FC236}">
                  <a16:creationId xmlns:a16="http://schemas.microsoft.com/office/drawing/2014/main" id="{7559E5A4-0FED-41FC-B09C-8375E65351B4}"/>
                </a:ext>
              </a:extLst>
            </p:cNvPr>
            <p:cNvSpPr>
              <a:spLocks noChangeArrowheads="1"/>
            </p:cNvSpPr>
            <p:nvPr/>
          </p:nvSpPr>
          <p:spPr bwMode="auto">
            <a:xfrm rot="19999021">
              <a:off x="4454872" y="3654784"/>
              <a:ext cx="118999" cy="303758"/>
            </a:xfrm>
            <a:prstGeom prst="downArrow">
              <a:avLst>
                <a:gd name="adj1" fmla="val 50000"/>
                <a:gd name="adj2" fmla="val 112500"/>
              </a:avLst>
            </a:prstGeom>
            <a:solidFill>
              <a:srgbClr val="EAF4E4"/>
            </a:solidFill>
            <a:ln w="12700">
              <a:solidFill>
                <a:schemeClr val="tx1"/>
              </a:solidFill>
              <a:miter lim="800000"/>
              <a:headEnd/>
              <a:tailEnd/>
            </a:ln>
          </p:spPr>
          <p:txBody>
            <a:bodyPr lIns="0" tIns="0" rIns="0" bIns="0"/>
            <a:lstStyle/>
            <a:p>
              <a:pPr>
                <a:lnSpc>
                  <a:spcPct val="80000"/>
                </a:lnSpc>
              </a:pPr>
              <a:endParaRPr lang="zh-CN" altLang="en-US" sz="2400">
                <a:solidFill>
                  <a:srgbClr val="7030A0"/>
                </a:solidFill>
              </a:endParaRPr>
            </a:p>
          </p:txBody>
        </p:sp>
        <p:sp>
          <p:nvSpPr>
            <p:cNvPr id="246" name="文本框 133142">
              <a:extLst>
                <a:ext uri="{FF2B5EF4-FFF2-40B4-BE49-F238E27FC236}">
                  <a16:creationId xmlns:a16="http://schemas.microsoft.com/office/drawing/2014/main" id="{BED660BA-F133-4EE1-8B32-BE993009C779}"/>
                </a:ext>
              </a:extLst>
            </p:cNvPr>
            <p:cNvSpPr txBox="1">
              <a:spLocks noChangeArrowheads="1"/>
            </p:cNvSpPr>
            <p:nvPr/>
          </p:nvSpPr>
          <p:spPr bwMode="auto">
            <a:xfrm>
              <a:off x="4307343" y="3599835"/>
              <a:ext cx="171325" cy="303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nSpc>
                  <a:spcPct val="80000"/>
                </a:lnSpc>
              </a:pPr>
              <a:r>
                <a:rPr lang="en-US" altLang="zh-CN" sz="2400" b="1" u="none" dirty="0">
                  <a:solidFill>
                    <a:srgbClr val="00B050"/>
                  </a:solidFill>
                </a:rPr>
                <a:t>L</a:t>
              </a:r>
              <a:endParaRPr lang="en-US" altLang="zh-CN" sz="2400" u="none" dirty="0">
                <a:solidFill>
                  <a:srgbClr val="00B050"/>
                </a:solidFill>
              </a:endParaRPr>
            </a:p>
          </p:txBody>
        </p:sp>
      </p:grpSp>
      <p:grpSp>
        <p:nvGrpSpPr>
          <p:cNvPr id="247" name="组合 246">
            <a:extLst>
              <a:ext uri="{FF2B5EF4-FFF2-40B4-BE49-F238E27FC236}">
                <a16:creationId xmlns:a16="http://schemas.microsoft.com/office/drawing/2014/main" id="{8ECCEAA3-80DA-408A-90DD-329681D602C4}"/>
              </a:ext>
            </a:extLst>
          </p:cNvPr>
          <p:cNvGrpSpPr/>
          <p:nvPr/>
        </p:nvGrpSpPr>
        <p:grpSpPr>
          <a:xfrm>
            <a:off x="8893220" y="2696054"/>
            <a:ext cx="266528" cy="358707"/>
            <a:chOff x="4307343" y="3599835"/>
            <a:chExt cx="266528" cy="358707"/>
          </a:xfrm>
        </p:grpSpPr>
        <p:sp>
          <p:nvSpPr>
            <p:cNvPr id="248" name="下箭头 133141">
              <a:extLst>
                <a:ext uri="{FF2B5EF4-FFF2-40B4-BE49-F238E27FC236}">
                  <a16:creationId xmlns:a16="http://schemas.microsoft.com/office/drawing/2014/main" id="{D93A7E0D-7981-4E7A-9942-4FB5EF54978A}"/>
                </a:ext>
              </a:extLst>
            </p:cNvPr>
            <p:cNvSpPr>
              <a:spLocks noChangeArrowheads="1"/>
            </p:cNvSpPr>
            <p:nvPr/>
          </p:nvSpPr>
          <p:spPr bwMode="auto">
            <a:xfrm rot="19999021">
              <a:off x="4454872" y="3654784"/>
              <a:ext cx="118999" cy="303758"/>
            </a:xfrm>
            <a:prstGeom prst="downArrow">
              <a:avLst>
                <a:gd name="adj1" fmla="val 50000"/>
                <a:gd name="adj2" fmla="val 112500"/>
              </a:avLst>
            </a:prstGeom>
            <a:solidFill>
              <a:schemeClr val="accent2"/>
            </a:solidFill>
            <a:ln w="12700">
              <a:solidFill>
                <a:schemeClr val="tx1"/>
              </a:solidFill>
              <a:miter lim="800000"/>
              <a:headEnd/>
              <a:tailEnd/>
            </a:ln>
          </p:spPr>
          <p:txBody>
            <a:bodyPr lIns="0" tIns="0" rIns="0" bIns="0"/>
            <a:lstStyle/>
            <a:p>
              <a:pPr>
                <a:lnSpc>
                  <a:spcPct val="80000"/>
                </a:lnSpc>
              </a:pPr>
              <a:endParaRPr lang="zh-CN" altLang="en-US" sz="2400"/>
            </a:p>
          </p:txBody>
        </p:sp>
        <p:sp>
          <p:nvSpPr>
            <p:cNvPr id="249" name="文本框 133142">
              <a:extLst>
                <a:ext uri="{FF2B5EF4-FFF2-40B4-BE49-F238E27FC236}">
                  <a16:creationId xmlns:a16="http://schemas.microsoft.com/office/drawing/2014/main" id="{904A91B8-DED0-4876-B856-44516DB67F45}"/>
                </a:ext>
              </a:extLst>
            </p:cNvPr>
            <p:cNvSpPr txBox="1">
              <a:spLocks noChangeArrowheads="1"/>
            </p:cNvSpPr>
            <p:nvPr/>
          </p:nvSpPr>
          <p:spPr bwMode="auto">
            <a:xfrm>
              <a:off x="4307343" y="3599835"/>
              <a:ext cx="171325" cy="303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nSpc>
                  <a:spcPct val="80000"/>
                </a:lnSpc>
              </a:pPr>
              <a:r>
                <a:rPr lang="en-US" altLang="zh-CN" sz="2400" b="1" u="none" dirty="0">
                  <a:solidFill>
                    <a:schemeClr val="accent2">
                      <a:lumMod val="75000"/>
                    </a:schemeClr>
                  </a:solidFill>
                </a:rPr>
                <a:t>L</a:t>
              </a:r>
              <a:endParaRPr lang="en-US" altLang="zh-CN" sz="2400" u="none" dirty="0">
                <a:solidFill>
                  <a:schemeClr val="accent2">
                    <a:lumMod val="75000"/>
                  </a:schemeClr>
                </a:solidFill>
              </a:endParaRPr>
            </a:p>
          </p:txBody>
        </p:sp>
      </p:grpSp>
      <p:grpSp>
        <p:nvGrpSpPr>
          <p:cNvPr id="250" name="组合 249">
            <a:extLst>
              <a:ext uri="{FF2B5EF4-FFF2-40B4-BE49-F238E27FC236}">
                <a16:creationId xmlns:a16="http://schemas.microsoft.com/office/drawing/2014/main" id="{F89D70F5-6803-413C-AA6C-1C410F666042}"/>
              </a:ext>
            </a:extLst>
          </p:cNvPr>
          <p:cNvGrpSpPr/>
          <p:nvPr/>
        </p:nvGrpSpPr>
        <p:grpSpPr>
          <a:xfrm>
            <a:off x="9858415" y="3285115"/>
            <a:ext cx="266528" cy="358707"/>
            <a:chOff x="4307343" y="3599835"/>
            <a:chExt cx="266528" cy="358707"/>
          </a:xfrm>
        </p:grpSpPr>
        <p:sp>
          <p:nvSpPr>
            <p:cNvPr id="251" name="下箭头 133141">
              <a:extLst>
                <a:ext uri="{FF2B5EF4-FFF2-40B4-BE49-F238E27FC236}">
                  <a16:creationId xmlns:a16="http://schemas.microsoft.com/office/drawing/2014/main" id="{84A079FC-7351-48E5-B0DC-CE84619CDA49}"/>
                </a:ext>
              </a:extLst>
            </p:cNvPr>
            <p:cNvSpPr>
              <a:spLocks noChangeArrowheads="1"/>
            </p:cNvSpPr>
            <p:nvPr/>
          </p:nvSpPr>
          <p:spPr bwMode="auto">
            <a:xfrm rot="19999021">
              <a:off x="4454872" y="3654784"/>
              <a:ext cx="118999" cy="303758"/>
            </a:xfrm>
            <a:prstGeom prst="downArrow">
              <a:avLst>
                <a:gd name="adj1" fmla="val 50000"/>
                <a:gd name="adj2" fmla="val 112500"/>
              </a:avLst>
            </a:prstGeom>
            <a:solidFill>
              <a:srgbClr val="EAF4E4"/>
            </a:solidFill>
            <a:ln w="12700">
              <a:solidFill>
                <a:schemeClr val="tx1"/>
              </a:solidFill>
              <a:miter lim="800000"/>
              <a:headEnd/>
              <a:tailEnd/>
            </a:ln>
          </p:spPr>
          <p:txBody>
            <a:bodyPr lIns="0" tIns="0" rIns="0" bIns="0"/>
            <a:lstStyle/>
            <a:p>
              <a:pPr>
                <a:lnSpc>
                  <a:spcPct val="80000"/>
                </a:lnSpc>
              </a:pPr>
              <a:endParaRPr lang="zh-CN" altLang="en-US" sz="2400">
                <a:solidFill>
                  <a:srgbClr val="7030A0"/>
                </a:solidFill>
              </a:endParaRPr>
            </a:p>
          </p:txBody>
        </p:sp>
        <p:sp>
          <p:nvSpPr>
            <p:cNvPr id="252" name="文本框 133142">
              <a:extLst>
                <a:ext uri="{FF2B5EF4-FFF2-40B4-BE49-F238E27FC236}">
                  <a16:creationId xmlns:a16="http://schemas.microsoft.com/office/drawing/2014/main" id="{F09D94D8-2118-4D1D-BC12-A399E1A7AC0E}"/>
                </a:ext>
              </a:extLst>
            </p:cNvPr>
            <p:cNvSpPr txBox="1">
              <a:spLocks noChangeArrowheads="1"/>
            </p:cNvSpPr>
            <p:nvPr/>
          </p:nvSpPr>
          <p:spPr bwMode="auto">
            <a:xfrm>
              <a:off x="4307343" y="3599835"/>
              <a:ext cx="171325" cy="303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nSpc>
                  <a:spcPct val="80000"/>
                </a:lnSpc>
              </a:pPr>
              <a:r>
                <a:rPr lang="en-US" altLang="zh-CN" sz="2400" b="1" u="none" dirty="0">
                  <a:solidFill>
                    <a:srgbClr val="00B050"/>
                  </a:solidFill>
                </a:rPr>
                <a:t>L</a:t>
              </a:r>
              <a:endParaRPr lang="en-US" altLang="zh-CN" sz="2400" u="none" dirty="0">
                <a:solidFill>
                  <a:srgbClr val="00B050"/>
                </a:solidFill>
              </a:endParaRPr>
            </a:p>
          </p:txBody>
        </p:sp>
      </p:grpSp>
      <p:grpSp>
        <p:nvGrpSpPr>
          <p:cNvPr id="253" name="组合 252">
            <a:extLst>
              <a:ext uri="{FF2B5EF4-FFF2-40B4-BE49-F238E27FC236}">
                <a16:creationId xmlns:a16="http://schemas.microsoft.com/office/drawing/2014/main" id="{4E07B972-3DB5-415E-AF69-78A355A0DD25}"/>
              </a:ext>
            </a:extLst>
          </p:cNvPr>
          <p:cNvGrpSpPr/>
          <p:nvPr/>
        </p:nvGrpSpPr>
        <p:grpSpPr>
          <a:xfrm>
            <a:off x="9949350" y="3870741"/>
            <a:ext cx="266528" cy="358707"/>
            <a:chOff x="4307343" y="3599835"/>
            <a:chExt cx="266528" cy="358707"/>
          </a:xfrm>
        </p:grpSpPr>
        <p:sp>
          <p:nvSpPr>
            <p:cNvPr id="254" name="下箭头 133141">
              <a:extLst>
                <a:ext uri="{FF2B5EF4-FFF2-40B4-BE49-F238E27FC236}">
                  <a16:creationId xmlns:a16="http://schemas.microsoft.com/office/drawing/2014/main" id="{099F2528-398C-4E43-B6A6-85295D59016B}"/>
                </a:ext>
              </a:extLst>
            </p:cNvPr>
            <p:cNvSpPr>
              <a:spLocks noChangeArrowheads="1"/>
            </p:cNvSpPr>
            <p:nvPr/>
          </p:nvSpPr>
          <p:spPr bwMode="auto">
            <a:xfrm rot="19999021">
              <a:off x="4454872" y="3654784"/>
              <a:ext cx="118999" cy="303758"/>
            </a:xfrm>
            <a:prstGeom prst="downArrow">
              <a:avLst>
                <a:gd name="adj1" fmla="val 50000"/>
                <a:gd name="adj2" fmla="val 112500"/>
              </a:avLst>
            </a:prstGeom>
            <a:solidFill>
              <a:schemeClr val="accent5">
                <a:lumMod val="60000"/>
                <a:lumOff val="40000"/>
              </a:schemeClr>
            </a:solidFill>
            <a:ln w="12700">
              <a:solidFill>
                <a:srgbClr val="002060"/>
              </a:solidFill>
              <a:miter lim="800000"/>
              <a:headEnd/>
              <a:tailEnd/>
            </a:ln>
          </p:spPr>
          <p:txBody>
            <a:bodyPr lIns="0" tIns="0" rIns="0" bIns="0"/>
            <a:lstStyle/>
            <a:p>
              <a:pPr>
                <a:lnSpc>
                  <a:spcPct val="80000"/>
                </a:lnSpc>
              </a:pPr>
              <a:endParaRPr lang="zh-CN" altLang="en-US" sz="2400">
                <a:solidFill>
                  <a:srgbClr val="7030A0"/>
                </a:solidFill>
              </a:endParaRPr>
            </a:p>
          </p:txBody>
        </p:sp>
        <p:sp>
          <p:nvSpPr>
            <p:cNvPr id="255" name="文本框 133142">
              <a:extLst>
                <a:ext uri="{FF2B5EF4-FFF2-40B4-BE49-F238E27FC236}">
                  <a16:creationId xmlns:a16="http://schemas.microsoft.com/office/drawing/2014/main" id="{015EAA4D-BBC5-41A6-AB1B-CD7BFBA626EA}"/>
                </a:ext>
              </a:extLst>
            </p:cNvPr>
            <p:cNvSpPr txBox="1">
              <a:spLocks noChangeArrowheads="1"/>
            </p:cNvSpPr>
            <p:nvPr/>
          </p:nvSpPr>
          <p:spPr bwMode="auto">
            <a:xfrm>
              <a:off x="4307343" y="3599835"/>
              <a:ext cx="171325" cy="303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nSpc>
                  <a:spcPct val="80000"/>
                </a:lnSpc>
              </a:pPr>
              <a:r>
                <a:rPr lang="en-US" altLang="zh-CN" sz="2400" b="1" u="none" dirty="0">
                  <a:solidFill>
                    <a:srgbClr val="0F14F1"/>
                  </a:solidFill>
                </a:rPr>
                <a:t>L</a:t>
              </a:r>
              <a:endParaRPr lang="en-US" altLang="zh-CN" sz="2400" u="none" dirty="0">
                <a:solidFill>
                  <a:srgbClr val="0F14F1"/>
                </a:solidFill>
              </a:endParaRPr>
            </a:p>
          </p:txBody>
        </p:sp>
      </p:grpSp>
      <p:grpSp>
        <p:nvGrpSpPr>
          <p:cNvPr id="256" name="组合 255">
            <a:extLst>
              <a:ext uri="{FF2B5EF4-FFF2-40B4-BE49-F238E27FC236}">
                <a16:creationId xmlns:a16="http://schemas.microsoft.com/office/drawing/2014/main" id="{C9E91893-B312-40E9-9716-23B1CBAB5EF6}"/>
              </a:ext>
            </a:extLst>
          </p:cNvPr>
          <p:cNvGrpSpPr/>
          <p:nvPr/>
        </p:nvGrpSpPr>
        <p:grpSpPr>
          <a:xfrm>
            <a:off x="10856757" y="3287397"/>
            <a:ext cx="266528" cy="358707"/>
            <a:chOff x="4307343" y="3599835"/>
            <a:chExt cx="266528" cy="358707"/>
          </a:xfrm>
        </p:grpSpPr>
        <p:sp>
          <p:nvSpPr>
            <p:cNvPr id="257" name="下箭头 133141">
              <a:extLst>
                <a:ext uri="{FF2B5EF4-FFF2-40B4-BE49-F238E27FC236}">
                  <a16:creationId xmlns:a16="http://schemas.microsoft.com/office/drawing/2014/main" id="{499C8EDF-1869-4C23-8C31-D7E91B315A84}"/>
                </a:ext>
              </a:extLst>
            </p:cNvPr>
            <p:cNvSpPr>
              <a:spLocks noChangeArrowheads="1"/>
            </p:cNvSpPr>
            <p:nvPr/>
          </p:nvSpPr>
          <p:spPr bwMode="auto">
            <a:xfrm rot="19999021">
              <a:off x="4454872" y="3654784"/>
              <a:ext cx="118999" cy="303758"/>
            </a:xfrm>
            <a:prstGeom prst="downArrow">
              <a:avLst>
                <a:gd name="adj1" fmla="val 50000"/>
                <a:gd name="adj2" fmla="val 112500"/>
              </a:avLst>
            </a:prstGeom>
            <a:solidFill>
              <a:schemeClr val="accent5">
                <a:lumMod val="60000"/>
                <a:lumOff val="40000"/>
              </a:schemeClr>
            </a:solidFill>
            <a:ln w="12700">
              <a:solidFill>
                <a:srgbClr val="002060"/>
              </a:solidFill>
              <a:miter lim="800000"/>
              <a:headEnd/>
              <a:tailEnd/>
            </a:ln>
          </p:spPr>
          <p:txBody>
            <a:bodyPr lIns="0" tIns="0" rIns="0" bIns="0"/>
            <a:lstStyle/>
            <a:p>
              <a:pPr>
                <a:lnSpc>
                  <a:spcPct val="80000"/>
                </a:lnSpc>
              </a:pPr>
              <a:endParaRPr lang="zh-CN" altLang="en-US" sz="2400">
                <a:solidFill>
                  <a:srgbClr val="7030A0"/>
                </a:solidFill>
              </a:endParaRPr>
            </a:p>
          </p:txBody>
        </p:sp>
        <p:sp>
          <p:nvSpPr>
            <p:cNvPr id="258" name="文本框 133142">
              <a:extLst>
                <a:ext uri="{FF2B5EF4-FFF2-40B4-BE49-F238E27FC236}">
                  <a16:creationId xmlns:a16="http://schemas.microsoft.com/office/drawing/2014/main" id="{31B198BC-B059-44B2-B65C-18B8510BA51E}"/>
                </a:ext>
              </a:extLst>
            </p:cNvPr>
            <p:cNvSpPr txBox="1">
              <a:spLocks noChangeArrowheads="1"/>
            </p:cNvSpPr>
            <p:nvPr/>
          </p:nvSpPr>
          <p:spPr bwMode="auto">
            <a:xfrm>
              <a:off x="4307343" y="3599835"/>
              <a:ext cx="171325" cy="303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nSpc>
                  <a:spcPct val="80000"/>
                </a:lnSpc>
              </a:pPr>
              <a:r>
                <a:rPr lang="en-US" altLang="zh-CN" sz="2400" b="1" u="none" dirty="0">
                  <a:solidFill>
                    <a:srgbClr val="0F14F1"/>
                  </a:solidFill>
                </a:rPr>
                <a:t>L</a:t>
              </a:r>
              <a:endParaRPr lang="en-US" altLang="zh-CN" sz="2400" u="none" dirty="0">
                <a:solidFill>
                  <a:srgbClr val="0F14F1"/>
                </a:solidFill>
              </a:endParaRPr>
            </a:p>
          </p:txBody>
        </p:sp>
      </p:grpSp>
      <p:grpSp>
        <p:nvGrpSpPr>
          <p:cNvPr id="259" name="组合 258">
            <a:extLst>
              <a:ext uri="{FF2B5EF4-FFF2-40B4-BE49-F238E27FC236}">
                <a16:creationId xmlns:a16="http://schemas.microsoft.com/office/drawing/2014/main" id="{C413483B-64D1-4F12-8615-690183E3F2B8}"/>
              </a:ext>
            </a:extLst>
          </p:cNvPr>
          <p:cNvGrpSpPr/>
          <p:nvPr/>
        </p:nvGrpSpPr>
        <p:grpSpPr>
          <a:xfrm>
            <a:off x="9662310" y="2693190"/>
            <a:ext cx="266528" cy="358707"/>
            <a:chOff x="4307343" y="3599835"/>
            <a:chExt cx="266528" cy="358707"/>
          </a:xfrm>
        </p:grpSpPr>
        <p:sp>
          <p:nvSpPr>
            <p:cNvPr id="260" name="下箭头 133141">
              <a:extLst>
                <a:ext uri="{FF2B5EF4-FFF2-40B4-BE49-F238E27FC236}">
                  <a16:creationId xmlns:a16="http://schemas.microsoft.com/office/drawing/2014/main" id="{8EB79EC2-F6A6-4272-88A0-961A962A2DAC}"/>
                </a:ext>
              </a:extLst>
            </p:cNvPr>
            <p:cNvSpPr>
              <a:spLocks noChangeArrowheads="1"/>
            </p:cNvSpPr>
            <p:nvPr/>
          </p:nvSpPr>
          <p:spPr bwMode="auto">
            <a:xfrm rot="19999021">
              <a:off x="4454872" y="3654784"/>
              <a:ext cx="118999" cy="303758"/>
            </a:xfrm>
            <a:prstGeom prst="downArrow">
              <a:avLst>
                <a:gd name="adj1" fmla="val 50000"/>
                <a:gd name="adj2" fmla="val 112500"/>
              </a:avLst>
            </a:prstGeom>
            <a:solidFill>
              <a:schemeClr val="accent4">
                <a:lumMod val="50000"/>
              </a:schemeClr>
            </a:solidFill>
            <a:ln w="12700">
              <a:solidFill>
                <a:schemeClr val="tx1"/>
              </a:solidFill>
              <a:miter lim="800000"/>
              <a:headEnd/>
              <a:tailEnd/>
            </a:ln>
          </p:spPr>
          <p:txBody>
            <a:bodyPr lIns="0" tIns="0" rIns="0" bIns="0"/>
            <a:lstStyle/>
            <a:p>
              <a:pPr>
                <a:lnSpc>
                  <a:spcPct val="80000"/>
                </a:lnSpc>
              </a:pPr>
              <a:endParaRPr lang="zh-CN" altLang="en-US" sz="2400"/>
            </a:p>
          </p:txBody>
        </p:sp>
        <p:sp>
          <p:nvSpPr>
            <p:cNvPr id="261" name="文本框 133142">
              <a:extLst>
                <a:ext uri="{FF2B5EF4-FFF2-40B4-BE49-F238E27FC236}">
                  <a16:creationId xmlns:a16="http://schemas.microsoft.com/office/drawing/2014/main" id="{59FD0DDD-37FE-42B0-A66D-9BB40D8F78EB}"/>
                </a:ext>
              </a:extLst>
            </p:cNvPr>
            <p:cNvSpPr txBox="1">
              <a:spLocks noChangeArrowheads="1"/>
            </p:cNvSpPr>
            <p:nvPr/>
          </p:nvSpPr>
          <p:spPr bwMode="auto">
            <a:xfrm>
              <a:off x="4307343" y="3599835"/>
              <a:ext cx="171325" cy="303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nSpc>
                  <a:spcPct val="80000"/>
                </a:lnSpc>
              </a:pPr>
              <a:r>
                <a:rPr lang="en-US" altLang="zh-CN" sz="2400" b="1" u="none" dirty="0">
                  <a:solidFill>
                    <a:srgbClr val="7030A0"/>
                  </a:solidFill>
                </a:rPr>
                <a:t>L</a:t>
              </a:r>
              <a:endParaRPr lang="en-US" altLang="zh-CN" sz="2400" u="none" dirty="0">
                <a:solidFill>
                  <a:srgbClr val="7030A0"/>
                </a:solidFill>
              </a:endParaRPr>
            </a:p>
          </p:txBody>
        </p:sp>
      </p:grpSp>
      <p:grpSp>
        <p:nvGrpSpPr>
          <p:cNvPr id="262" name="组合 261">
            <a:extLst>
              <a:ext uri="{FF2B5EF4-FFF2-40B4-BE49-F238E27FC236}">
                <a16:creationId xmlns:a16="http://schemas.microsoft.com/office/drawing/2014/main" id="{AC40C3D6-D955-4E60-9415-8964BA04F043}"/>
              </a:ext>
            </a:extLst>
          </p:cNvPr>
          <p:cNvGrpSpPr/>
          <p:nvPr/>
        </p:nvGrpSpPr>
        <p:grpSpPr>
          <a:xfrm>
            <a:off x="10887270" y="3870235"/>
            <a:ext cx="266528" cy="358707"/>
            <a:chOff x="4307343" y="3599835"/>
            <a:chExt cx="266528" cy="358707"/>
          </a:xfrm>
        </p:grpSpPr>
        <p:sp>
          <p:nvSpPr>
            <p:cNvPr id="263" name="下箭头 133141">
              <a:extLst>
                <a:ext uri="{FF2B5EF4-FFF2-40B4-BE49-F238E27FC236}">
                  <a16:creationId xmlns:a16="http://schemas.microsoft.com/office/drawing/2014/main" id="{19EA1AEC-3A5C-4EAB-8BB8-3B5224107695}"/>
                </a:ext>
              </a:extLst>
            </p:cNvPr>
            <p:cNvSpPr>
              <a:spLocks noChangeArrowheads="1"/>
            </p:cNvSpPr>
            <p:nvPr/>
          </p:nvSpPr>
          <p:spPr bwMode="auto">
            <a:xfrm rot="19999021">
              <a:off x="4454872" y="3654784"/>
              <a:ext cx="118999" cy="303758"/>
            </a:xfrm>
            <a:prstGeom prst="downArrow">
              <a:avLst>
                <a:gd name="adj1" fmla="val 50000"/>
                <a:gd name="adj2" fmla="val 112500"/>
              </a:avLst>
            </a:prstGeom>
            <a:solidFill>
              <a:srgbClr val="F7C7A7"/>
            </a:solidFill>
            <a:ln w="12700">
              <a:solidFill>
                <a:schemeClr val="tx1"/>
              </a:solidFill>
              <a:miter lim="800000"/>
              <a:headEnd/>
              <a:tailEnd/>
            </a:ln>
          </p:spPr>
          <p:txBody>
            <a:bodyPr lIns="0" tIns="0" rIns="0" bIns="0"/>
            <a:lstStyle/>
            <a:p>
              <a:pPr>
                <a:lnSpc>
                  <a:spcPct val="80000"/>
                </a:lnSpc>
              </a:pPr>
              <a:endParaRPr lang="zh-CN" altLang="en-US" sz="2400"/>
            </a:p>
          </p:txBody>
        </p:sp>
        <p:sp>
          <p:nvSpPr>
            <p:cNvPr id="264" name="文本框 133142">
              <a:extLst>
                <a:ext uri="{FF2B5EF4-FFF2-40B4-BE49-F238E27FC236}">
                  <a16:creationId xmlns:a16="http://schemas.microsoft.com/office/drawing/2014/main" id="{9C25415B-CBF0-4933-BB14-AFA2967CA929}"/>
                </a:ext>
              </a:extLst>
            </p:cNvPr>
            <p:cNvSpPr txBox="1">
              <a:spLocks noChangeArrowheads="1"/>
            </p:cNvSpPr>
            <p:nvPr/>
          </p:nvSpPr>
          <p:spPr bwMode="auto">
            <a:xfrm>
              <a:off x="4307343" y="3599835"/>
              <a:ext cx="171325" cy="303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nSpc>
                  <a:spcPct val="80000"/>
                </a:lnSpc>
              </a:pPr>
              <a:r>
                <a:rPr lang="en-US" altLang="zh-CN" sz="2400" b="1" u="none" dirty="0">
                  <a:solidFill>
                    <a:srgbClr val="FF0000"/>
                  </a:solidFill>
                </a:rPr>
                <a:t>L</a:t>
              </a:r>
              <a:endParaRPr lang="en-US" altLang="zh-CN" sz="2400" u="none" dirty="0">
                <a:solidFill>
                  <a:srgbClr val="FF0000"/>
                </a:solidFill>
              </a:endParaRPr>
            </a:p>
          </p:txBody>
        </p:sp>
      </p:grpSp>
      <p:grpSp>
        <p:nvGrpSpPr>
          <p:cNvPr id="265" name="组合 264">
            <a:extLst>
              <a:ext uri="{FF2B5EF4-FFF2-40B4-BE49-F238E27FC236}">
                <a16:creationId xmlns:a16="http://schemas.microsoft.com/office/drawing/2014/main" id="{7DBFFF9C-CBEC-4608-96F1-695193A1FDBC}"/>
              </a:ext>
            </a:extLst>
          </p:cNvPr>
          <p:cNvGrpSpPr/>
          <p:nvPr/>
        </p:nvGrpSpPr>
        <p:grpSpPr>
          <a:xfrm>
            <a:off x="11651539" y="3269084"/>
            <a:ext cx="266528" cy="358707"/>
            <a:chOff x="4307343" y="3599835"/>
            <a:chExt cx="266528" cy="358707"/>
          </a:xfrm>
        </p:grpSpPr>
        <p:sp>
          <p:nvSpPr>
            <p:cNvPr id="266" name="下箭头 133141">
              <a:extLst>
                <a:ext uri="{FF2B5EF4-FFF2-40B4-BE49-F238E27FC236}">
                  <a16:creationId xmlns:a16="http://schemas.microsoft.com/office/drawing/2014/main" id="{C61746F8-AAE7-4919-8D80-5626BA951984}"/>
                </a:ext>
              </a:extLst>
            </p:cNvPr>
            <p:cNvSpPr>
              <a:spLocks noChangeArrowheads="1"/>
            </p:cNvSpPr>
            <p:nvPr/>
          </p:nvSpPr>
          <p:spPr bwMode="auto">
            <a:xfrm rot="19999021">
              <a:off x="4454872" y="3654784"/>
              <a:ext cx="118999" cy="303758"/>
            </a:xfrm>
            <a:prstGeom prst="downArrow">
              <a:avLst>
                <a:gd name="adj1" fmla="val 50000"/>
                <a:gd name="adj2" fmla="val 112500"/>
              </a:avLst>
            </a:prstGeom>
            <a:solidFill>
              <a:srgbClr val="F7C7A7"/>
            </a:solidFill>
            <a:ln w="12700">
              <a:solidFill>
                <a:schemeClr val="tx1"/>
              </a:solidFill>
              <a:miter lim="800000"/>
              <a:headEnd/>
              <a:tailEnd/>
            </a:ln>
          </p:spPr>
          <p:txBody>
            <a:bodyPr lIns="0" tIns="0" rIns="0" bIns="0"/>
            <a:lstStyle/>
            <a:p>
              <a:pPr>
                <a:lnSpc>
                  <a:spcPct val="80000"/>
                </a:lnSpc>
              </a:pPr>
              <a:endParaRPr lang="zh-CN" altLang="en-US" sz="2400"/>
            </a:p>
          </p:txBody>
        </p:sp>
        <p:sp>
          <p:nvSpPr>
            <p:cNvPr id="267" name="文本框 133142">
              <a:extLst>
                <a:ext uri="{FF2B5EF4-FFF2-40B4-BE49-F238E27FC236}">
                  <a16:creationId xmlns:a16="http://schemas.microsoft.com/office/drawing/2014/main" id="{325D5F53-54ED-4309-B2C0-C4C77F5825E7}"/>
                </a:ext>
              </a:extLst>
            </p:cNvPr>
            <p:cNvSpPr txBox="1">
              <a:spLocks noChangeArrowheads="1"/>
            </p:cNvSpPr>
            <p:nvPr/>
          </p:nvSpPr>
          <p:spPr bwMode="auto">
            <a:xfrm>
              <a:off x="4307343" y="3599835"/>
              <a:ext cx="171325" cy="303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nSpc>
                  <a:spcPct val="80000"/>
                </a:lnSpc>
              </a:pPr>
              <a:r>
                <a:rPr lang="en-US" altLang="zh-CN" sz="2400" b="1" u="none" dirty="0">
                  <a:solidFill>
                    <a:srgbClr val="FF0000"/>
                  </a:solidFill>
                </a:rPr>
                <a:t>L</a:t>
              </a:r>
              <a:endParaRPr lang="en-US" altLang="zh-CN" sz="2400" u="none" dirty="0">
                <a:solidFill>
                  <a:srgbClr val="FF0000"/>
                </a:solidFill>
              </a:endParaRPr>
            </a:p>
          </p:txBody>
        </p:sp>
      </p:grpSp>
      <p:sp>
        <p:nvSpPr>
          <p:cNvPr id="274" name="箭头: 下 273">
            <a:extLst>
              <a:ext uri="{FF2B5EF4-FFF2-40B4-BE49-F238E27FC236}">
                <a16:creationId xmlns:a16="http://schemas.microsoft.com/office/drawing/2014/main" id="{383D50AB-9F0C-49A0-B49E-6382893CDA61}"/>
              </a:ext>
            </a:extLst>
          </p:cNvPr>
          <p:cNvSpPr/>
          <p:nvPr/>
        </p:nvSpPr>
        <p:spPr>
          <a:xfrm rot="13790601">
            <a:off x="7750572" y="2912397"/>
            <a:ext cx="242731" cy="221053"/>
          </a:xfrm>
          <a:prstGeom prst="downArrow">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5" name="文本框 274">
            <a:extLst>
              <a:ext uri="{FF2B5EF4-FFF2-40B4-BE49-F238E27FC236}">
                <a16:creationId xmlns:a16="http://schemas.microsoft.com/office/drawing/2014/main" id="{53CF1609-9634-4CAB-B072-E2EE47064FFE}"/>
              </a:ext>
            </a:extLst>
          </p:cNvPr>
          <p:cNvSpPr txBox="1"/>
          <p:nvPr/>
        </p:nvSpPr>
        <p:spPr>
          <a:xfrm rot="19497116">
            <a:off x="7171487" y="2699963"/>
            <a:ext cx="854305" cy="400110"/>
          </a:xfrm>
          <a:prstGeom prst="rect">
            <a:avLst/>
          </a:prstGeom>
          <a:noFill/>
        </p:spPr>
        <p:txBody>
          <a:bodyPr wrap="square" rtlCol="0">
            <a:spAutoFit/>
          </a:bodyPr>
          <a:lstStyle/>
          <a:p>
            <a:pPr algn="ctr"/>
            <a:r>
              <a:rPr lang="zh-CN" altLang="en-US" sz="2000" b="1" dirty="0">
                <a:solidFill>
                  <a:srgbClr val="C00000"/>
                </a:solidFill>
              </a:rPr>
              <a:t>传值</a:t>
            </a:r>
          </a:p>
        </p:txBody>
      </p:sp>
      <p:sp>
        <p:nvSpPr>
          <p:cNvPr id="276" name="文本框 275">
            <a:extLst>
              <a:ext uri="{FF2B5EF4-FFF2-40B4-BE49-F238E27FC236}">
                <a16:creationId xmlns:a16="http://schemas.microsoft.com/office/drawing/2014/main" id="{7429B29F-C4B8-4620-B7E7-10EED46C6547}"/>
              </a:ext>
            </a:extLst>
          </p:cNvPr>
          <p:cNvSpPr txBox="1"/>
          <p:nvPr/>
        </p:nvSpPr>
        <p:spPr>
          <a:xfrm>
            <a:off x="7047532" y="3194530"/>
            <a:ext cx="790721" cy="400110"/>
          </a:xfrm>
          <a:prstGeom prst="rect">
            <a:avLst/>
          </a:prstGeom>
          <a:noFill/>
        </p:spPr>
        <p:txBody>
          <a:bodyPr wrap="square" rtlCol="0">
            <a:spAutoFit/>
          </a:bodyPr>
          <a:lstStyle/>
          <a:p>
            <a:pPr algn="ctr"/>
            <a:r>
              <a:rPr lang="zh-CN" altLang="en-US" sz="2000" b="1" dirty="0">
                <a:solidFill>
                  <a:srgbClr val="7030A0"/>
                </a:solidFill>
                <a:effectLst>
                  <a:outerShdw blurRad="38100" dist="38100" dir="2700000" algn="tl">
                    <a:srgbClr val="000000">
                      <a:alpha val="43137"/>
                    </a:srgbClr>
                  </a:outerShdw>
                </a:effectLst>
              </a:rPr>
              <a:t>实参</a:t>
            </a:r>
          </a:p>
        </p:txBody>
      </p:sp>
      <p:sp>
        <p:nvSpPr>
          <p:cNvPr id="187" name="直接连接符 186">
            <a:extLst>
              <a:ext uri="{FF2B5EF4-FFF2-40B4-BE49-F238E27FC236}">
                <a16:creationId xmlns:a16="http://schemas.microsoft.com/office/drawing/2014/main" id="{1319767B-1F18-4DCE-963B-29397B84D918}"/>
              </a:ext>
            </a:extLst>
          </p:cNvPr>
          <p:cNvSpPr>
            <a:spLocks noChangeShapeType="1"/>
          </p:cNvSpPr>
          <p:nvPr/>
        </p:nvSpPr>
        <p:spPr bwMode="auto">
          <a:xfrm>
            <a:off x="8481652" y="5265207"/>
            <a:ext cx="2" cy="416106"/>
          </a:xfrm>
          <a:prstGeom prst="line">
            <a:avLst/>
          </a:prstGeom>
          <a:noFill/>
          <a:ln w="28575">
            <a:solidFill>
              <a:srgbClr val="C00000"/>
            </a:solidFill>
            <a:round/>
            <a:headEnd type="oval" w="med" len="med"/>
            <a:tailEnd type="triangle" w="med" len="lg"/>
          </a:ln>
          <a:extLst>
            <a:ext uri="{909E8E84-426E-40DD-AFC4-6F175D3DCCD1}">
              <a14:hiddenFill xmlns:a14="http://schemas.microsoft.com/office/drawing/2010/main">
                <a:noFill/>
              </a14:hiddenFill>
            </a:ext>
          </a:extLst>
        </p:spPr>
        <p:txBody>
          <a:bodyPr lIns="0" tIns="0" rIns="36000" bIns="0"/>
          <a:lstStyle/>
          <a:p>
            <a:endParaRPr lang="zh-CN" altLang="en-US" sz="2000"/>
          </a:p>
        </p:txBody>
      </p:sp>
      <p:sp>
        <p:nvSpPr>
          <p:cNvPr id="188" name="直接连接符 187">
            <a:extLst>
              <a:ext uri="{FF2B5EF4-FFF2-40B4-BE49-F238E27FC236}">
                <a16:creationId xmlns:a16="http://schemas.microsoft.com/office/drawing/2014/main" id="{D4C294BF-537D-4BB9-9FDD-46A092605213}"/>
              </a:ext>
            </a:extLst>
          </p:cNvPr>
          <p:cNvSpPr>
            <a:spLocks noChangeShapeType="1"/>
          </p:cNvSpPr>
          <p:nvPr/>
        </p:nvSpPr>
        <p:spPr bwMode="auto">
          <a:xfrm flipV="1">
            <a:off x="8683300" y="5267146"/>
            <a:ext cx="487374" cy="3683"/>
          </a:xfrm>
          <a:prstGeom prst="line">
            <a:avLst/>
          </a:prstGeom>
          <a:noFill/>
          <a:ln w="28575">
            <a:solidFill>
              <a:srgbClr val="0000FF"/>
            </a:solidFill>
            <a:round/>
            <a:headEnd type="oval" w="med" len="med"/>
            <a:tailEnd type="triangle" w="med" len="lg"/>
          </a:ln>
          <a:extLst>
            <a:ext uri="{909E8E84-426E-40DD-AFC4-6F175D3DCCD1}">
              <a14:hiddenFill xmlns:a14="http://schemas.microsoft.com/office/drawing/2010/main">
                <a:noFill/>
              </a14:hiddenFill>
            </a:ext>
          </a:extLst>
        </p:spPr>
        <p:txBody>
          <a:bodyPr lIns="0" tIns="0" rIns="36000" bIns="0"/>
          <a:lstStyle/>
          <a:p>
            <a:endParaRPr lang="zh-CN" altLang="en-US" sz="2000"/>
          </a:p>
        </p:txBody>
      </p:sp>
      <p:sp>
        <p:nvSpPr>
          <p:cNvPr id="189" name="直接连接符 188">
            <a:extLst>
              <a:ext uri="{FF2B5EF4-FFF2-40B4-BE49-F238E27FC236}">
                <a16:creationId xmlns:a16="http://schemas.microsoft.com/office/drawing/2014/main" id="{D40606F0-2F64-4AC5-BCAF-A3B02229EF98}"/>
              </a:ext>
            </a:extLst>
          </p:cNvPr>
          <p:cNvSpPr>
            <a:spLocks noChangeShapeType="1"/>
          </p:cNvSpPr>
          <p:nvPr/>
        </p:nvSpPr>
        <p:spPr bwMode="auto">
          <a:xfrm>
            <a:off x="9466007" y="5273725"/>
            <a:ext cx="2" cy="416106"/>
          </a:xfrm>
          <a:prstGeom prst="line">
            <a:avLst/>
          </a:prstGeom>
          <a:noFill/>
          <a:ln w="28575">
            <a:solidFill>
              <a:srgbClr val="C00000"/>
            </a:solidFill>
            <a:round/>
            <a:headEnd type="oval" w="med" len="med"/>
            <a:tailEnd type="triangle" w="med" len="lg"/>
          </a:ln>
          <a:extLst>
            <a:ext uri="{909E8E84-426E-40DD-AFC4-6F175D3DCCD1}">
              <a14:hiddenFill xmlns:a14="http://schemas.microsoft.com/office/drawing/2010/main">
                <a:noFill/>
              </a14:hiddenFill>
            </a:ext>
          </a:extLst>
        </p:spPr>
        <p:txBody>
          <a:bodyPr lIns="0" tIns="0" rIns="36000" bIns="0"/>
          <a:lstStyle/>
          <a:p>
            <a:endParaRPr lang="zh-CN" altLang="en-US" sz="2000"/>
          </a:p>
        </p:txBody>
      </p:sp>
      <p:sp>
        <p:nvSpPr>
          <p:cNvPr id="190" name="直接连接符 189">
            <a:extLst>
              <a:ext uri="{FF2B5EF4-FFF2-40B4-BE49-F238E27FC236}">
                <a16:creationId xmlns:a16="http://schemas.microsoft.com/office/drawing/2014/main" id="{AB23ADD2-477B-4FA5-AEEF-CDC33745B428}"/>
              </a:ext>
            </a:extLst>
          </p:cNvPr>
          <p:cNvSpPr>
            <a:spLocks noChangeShapeType="1"/>
          </p:cNvSpPr>
          <p:nvPr/>
        </p:nvSpPr>
        <p:spPr bwMode="auto">
          <a:xfrm>
            <a:off x="10442754" y="5861600"/>
            <a:ext cx="2" cy="416106"/>
          </a:xfrm>
          <a:prstGeom prst="line">
            <a:avLst/>
          </a:prstGeom>
          <a:noFill/>
          <a:ln w="28575">
            <a:solidFill>
              <a:srgbClr val="C00000"/>
            </a:solidFill>
            <a:round/>
            <a:headEnd type="oval" w="med" len="med"/>
            <a:tailEnd type="triangle" w="med" len="lg"/>
          </a:ln>
          <a:extLst>
            <a:ext uri="{909E8E84-426E-40DD-AFC4-6F175D3DCCD1}">
              <a14:hiddenFill xmlns:a14="http://schemas.microsoft.com/office/drawing/2010/main">
                <a:noFill/>
              </a14:hiddenFill>
            </a:ext>
          </a:extLst>
        </p:spPr>
        <p:txBody>
          <a:bodyPr lIns="0" tIns="0" rIns="36000" bIns="0"/>
          <a:lstStyle/>
          <a:p>
            <a:endParaRPr lang="zh-CN" altLang="en-US" sz="2000"/>
          </a:p>
        </p:txBody>
      </p:sp>
      <p:sp>
        <p:nvSpPr>
          <p:cNvPr id="191" name="直接连接符 190">
            <a:extLst>
              <a:ext uri="{FF2B5EF4-FFF2-40B4-BE49-F238E27FC236}">
                <a16:creationId xmlns:a16="http://schemas.microsoft.com/office/drawing/2014/main" id="{0768A7CD-D737-4237-8E02-79F4A41106C1}"/>
              </a:ext>
            </a:extLst>
          </p:cNvPr>
          <p:cNvSpPr>
            <a:spLocks noChangeShapeType="1"/>
          </p:cNvSpPr>
          <p:nvPr/>
        </p:nvSpPr>
        <p:spPr bwMode="auto">
          <a:xfrm flipV="1">
            <a:off x="10640646" y="5844901"/>
            <a:ext cx="478760" cy="6868"/>
          </a:xfrm>
          <a:prstGeom prst="line">
            <a:avLst/>
          </a:prstGeom>
          <a:noFill/>
          <a:ln w="28575">
            <a:solidFill>
              <a:srgbClr val="0000FF"/>
            </a:solidFill>
            <a:round/>
            <a:headEnd type="oval" w="med" len="med"/>
            <a:tailEnd type="triangle" w="med" len="lg"/>
          </a:ln>
          <a:extLst>
            <a:ext uri="{909E8E84-426E-40DD-AFC4-6F175D3DCCD1}">
              <a14:hiddenFill xmlns:a14="http://schemas.microsoft.com/office/drawing/2010/main">
                <a:noFill/>
              </a14:hiddenFill>
            </a:ext>
          </a:extLst>
        </p:spPr>
        <p:txBody>
          <a:bodyPr lIns="0" tIns="0" rIns="36000" bIns="0"/>
          <a:lstStyle/>
          <a:p>
            <a:endParaRPr lang="zh-CN" altLang="en-US" sz="2000"/>
          </a:p>
        </p:txBody>
      </p:sp>
      <p:sp>
        <p:nvSpPr>
          <p:cNvPr id="192" name="直接连接符 191">
            <a:extLst>
              <a:ext uri="{FF2B5EF4-FFF2-40B4-BE49-F238E27FC236}">
                <a16:creationId xmlns:a16="http://schemas.microsoft.com/office/drawing/2014/main" id="{97443A86-69EF-4DA6-B3D8-B91E31C1F8A1}"/>
              </a:ext>
            </a:extLst>
          </p:cNvPr>
          <p:cNvSpPr>
            <a:spLocks noChangeShapeType="1"/>
          </p:cNvSpPr>
          <p:nvPr/>
        </p:nvSpPr>
        <p:spPr bwMode="auto">
          <a:xfrm>
            <a:off x="9476019" y="5864419"/>
            <a:ext cx="2" cy="416106"/>
          </a:xfrm>
          <a:prstGeom prst="line">
            <a:avLst/>
          </a:prstGeom>
          <a:noFill/>
          <a:ln w="28575">
            <a:solidFill>
              <a:srgbClr val="C00000"/>
            </a:solidFill>
            <a:round/>
            <a:headEnd type="oval" w="med" len="med"/>
            <a:tailEnd type="triangle" w="med" len="lg"/>
          </a:ln>
          <a:extLst>
            <a:ext uri="{909E8E84-426E-40DD-AFC4-6F175D3DCCD1}">
              <a14:hiddenFill xmlns:a14="http://schemas.microsoft.com/office/drawing/2010/main">
                <a:noFill/>
              </a14:hiddenFill>
            </a:ext>
          </a:extLst>
        </p:spPr>
        <p:txBody>
          <a:bodyPr lIns="0" tIns="0" rIns="36000" bIns="0"/>
          <a:lstStyle/>
          <a:p>
            <a:endParaRPr lang="zh-CN" altLang="en-US" sz="2000"/>
          </a:p>
        </p:txBody>
      </p:sp>
      <p:sp>
        <p:nvSpPr>
          <p:cNvPr id="193" name="直接连接符 192">
            <a:extLst>
              <a:ext uri="{FF2B5EF4-FFF2-40B4-BE49-F238E27FC236}">
                <a16:creationId xmlns:a16="http://schemas.microsoft.com/office/drawing/2014/main" id="{E63BA14C-83CF-4212-9AE2-F7E742379AA8}"/>
              </a:ext>
            </a:extLst>
          </p:cNvPr>
          <p:cNvSpPr>
            <a:spLocks noChangeShapeType="1"/>
          </p:cNvSpPr>
          <p:nvPr/>
        </p:nvSpPr>
        <p:spPr bwMode="auto">
          <a:xfrm>
            <a:off x="11421766" y="5861600"/>
            <a:ext cx="2" cy="416106"/>
          </a:xfrm>
          <a:prstGeom prst="line">
            <a:avLst/>
          </a:prstGeom>
          <a:noFill/>
          <a:ln w="28575">
            <a:solidFill>
              <a:srgbClr val="C00000"/>
            </a:solidFill>
            <a:round/>
            <a:headEnd type="oval" w="med" len="med"/>
            <a:tailEnd type="triangle" w="med" len="lg"/>
          </a:ln>
          <a:extLst>
            <a:ext uri="{909E8E84-426E-40DD-AFC4-6F175D3DCCD1}">
              <a14:hiddenFill xmlns:a14="http://schemas.microsoft.com/office/drawing/2010/main">
                <a:noFill/>
              </a14:hiddenFill>
            </a:ext>
          </a:extLst>
        </p:spPr>
        <p:txBody>
          <a:bodyPr lIns="0" tIns="0" rIns="36000" bIns="0"/>
          <a:lstStyle/>
          <a:p>
            <a:endParaRPr lang="zh-CN" altLang="en-US" sz="2000"/>
          </a:p>
        </p:txBody>
      </p:sp>
      <p:sp>
        <p:nvSpPr>
          <p:cNvPr id="194" name="直接连接符 193">
            <a:extLst>
              <a:ext uri="{FF2B5EF4-FFF2-40B4-BE49-F238E27FC236}">
                <a16:creationId xmlns:a16="http://schemas.microsoft.com/office/drawing/2014/main" id="{E5BF621C-4E84-410E-A73C-681093D20794}"/>
              </a:ext>
            </a:extLst>
          </p:cNvPr>
          <p:cNvSpPr>
            <a:spLocks noChangeShapeType="1"/>
          </p:cNvSpPr>
          <p:nvPr/>
        </p:nvSpPr>
        <p:spPr bwMode="auto">
          <a:xfrm flipV="1">
            <a:off x="9659798" y="5844901"/>
            <a:ext cx="483907" cy="8693"/>
          </a:xfrm>
          <a:prstGeom prst="line">
            <a:avLst/>
          </a:prstGeom>
          <a:noFill/>
          <a:ln w="28575">
            <a:solidFill>
              <a:srgbClr val="0000FF"/>
            </a:solidFill>
            <a:round/>
            <a:headEnd type="oval" w="med" len="med"/>
            <a:tailEnd type="triangle" w="med" len="lg"/>
          </a:ln>
          <a:extLst>
            <a:ext uri="{909E8E84-426E-40DD-AFC4-6F175D3DCCD1}">
              <a14:hiddenFill xmlns:a14="http://schemas.microsoft.com/office/drawing/2010/main">
                <a:noFill/>
              </a14:hiddenFill>
            </a:ext>
          </a:extLst>
        </p:spPr>
        <p:txBody>
          <a:bodyPr lIns="0" tIns="0" rIns="36000" bIns="0"/>
          <a:lstStyle/>
          <a:p>
            <a:endParaRPr lang="zh-CN" altLang="en-US" sz="2000"/>
          </a:p>
        </p:txBody>
      </p:sp>
      <p:sp>
        <p:nvSpPr>
          <p:cNvPr id="195" name="文本框 194">
            <a:extLst>
              <a:ext uri="{FF2B5EF4-FFF2-40B4-BE49-F238E27FC236}">
                <a16:creationId xmlns:a16="http://schemas.microsoft.com/office/drawing/2014/main" id="{340D2B33-B3B8-4968-B9A8-771E8480B1F3}"/>
              </a:ext>
            </a:extLst>
          </p:cNvPr>
          <p:cNvSpPr txBox="1"/>
          <p:nvPr/>
        </p:nvSpPr>
        <p:spPr>
          <a:xfrm>
            <a:off x="6999350" y="1004406"/>
            <a:ext cx="4696351" cy="1390124"/>
          </a:xfrm>
          <a:prstGeom prst="rect">
            <a:avLst/>
          </a:prstGeom>
          <a:solidFill>
            <a:schemeClr val="accent4">
              <a:lumMod val="20000"/>
              <a:lumOff val="80000"/>
            </a:schemeClr>
          </a:solidFill>
        </p:spPr>
        <p:txBody>
          <a:bodyPr wrap="square" rtlCol="0">
            <a:spAutoFit/>
          </a:bodyPr>
          <a:lstStyle/>
          <a:p>
            <a:pPr>
              <a:lnSpc>
                <a:spcPct val="120000"/>
              </a:lnSpc>
            </a:pPr>
            <a:r>
              <a:rPr lang="zh-CN" altLang="en-US" b="1" dirty="0">
                <a:solidFill>
                  <a:srgbClr val="C00000"/>
                </a:solidFill>
                <a:effectLst>
                  <a:outerShdw blurRad="38100" dist="38100" dir="2700000" algn="tl">
                    <a:srgbClr val="000000">
                      <a:alpha val="43137"/>
                    </a:srgbClr>
                  </a:outerShdw>
                </a:effectLst>
              </a:rPr>
              <a:t>算法</a:t>
            </a:r>
            <a:r>
              <a:rPr lang="en-US" altLang="zh-CN" b="1" dirty="0">
                <a:solidFill>
                  <a:srgbClr val="C00000"/>
                </a:solidFill>
                <a:effectLst>
                  <a:outerShdw blurRad="38100" dist="38100" dir="2700000" algn="tl">
                    <a:srgbClr val="000000">
                      <a:alpha val="43137"/>
                    </a:srgbClr>
                  </a:outerShdw>
                </a:effectLst>
              </a:rPr>
              <a:t>5.9</a:t>
            </a:r>
            <a:r>
              <a:rPr lang="zh-CN" altLang="en-US" b="1" dirty="0">
                <a:solidFill>
                  <a:srgbClr val="0F14F1"/>
                </a:solidFill>
              </a:rPr>
              <a:t>采用表头表尾分别递归复制的方式，复制广义表的存储结构。</a:t>
            </a:r>
            <a:endParaRPr lang="en-US" altLang="zh-CN" b="1" dirty="0">
              <a:solidFill>
                <a:srgbClr val="0F14F1"/>
              </a:solidFill>
            </a:endParaRPr>
          </a:p>
          <a:p>
            <a:pPr>
              <a:lnSpc>
                <a:spcPct val="120000"/>
              </a:lnSpc>
            </a:pPr>
            <a:r>
              <a:rPr lang="zh-CN" altLang="en-US" b="1" dirty="0">
                <a:solidFill>
                  <a:srgbClr val="0F14F1"/>
                </a:solidFill>
              </a:rPr>
              <a:t>下面用不同的颜色的算法框背景和指针演示算法对广义表的复制过程。</a:t>
            </a:r>
          </a:p>
        </p:txBody>
      </p:sp>
      <p:sp>
        <p:nvSpPr>
          <p:cNvPr id="199" name="箭头: 下 198">
            <a:extLst>
              <a:ext uri="{FF2B5EF4-FFF2-40B4-BE49-F238E27FC236}">
                <a16:creationId xmlns:a16="http://schemas.microsoft.com/office/drawing/2014/main" id="{78E600DD-0E69-4A40-8A23-8B36B3620CD8}"/>
              </a:ext>
            </a:extLst>
          </p:cNvPr>
          <p:cNvSpPr/>
          <p:nvPr/>
        </p:nvSpPr>
        <p:spPr>
          <a:xfrm rot="18486819">
            <a:off x="2806734" y="1881156"/>
            <a:ext cx="230186" cy="1032121"/>
          </a:xfrm>
          <a:prstGeom prst="downArrow">
            <a:avLst>
              <a:gd name="adj1" fmla="val 37103"/>
              <a:gd name="adj2" fmla="val 50000"/>
            </a:avLst>
          </a:prstGeom>
          <a:solidFill>
            <a:schemeClr val="accent6">
              <a:lumMod val="20000"/>
              <a:lumOff val="80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0" name="文本框 199">
            <a:extLst>
              <a:ext uri="{FF2B5EF4-FFF2-40B4-BE49-F238E27FC236}">
                <a16:creationId xmlns:a16="http://schemas.microsoft.com/office/drawing/2014/main" id="{8EC68EF2-C56B-4965-9DFA-74D6368FA41F}"/>
              </a:ext>
            </a:extLst>
          </p:cNvPr>
          <p:cNvSpPr txBox="1"/>
          <p:nvPr/>
        </p:nvSpPr>
        <p:spPr>
          <a:xfrm>
            <a:off x="3358922" y="2386039"/>
            <a:ext cx="646331" cy="369332"/>
          </a:xfrm>
          <a:prstGeom prst="rect">
            <a:avLst/>
          </a:prstGeom>
          <a:noFill/>
        </p:spPr>
        <p:txBody>
          <a:bodyPr wrap="none" rtlCol="0">
            <a:spAutoFit/>
          </a:bodyPr>
          <a:lstStyle/>
          <a:p>
            <a:r>
              <a:rPr lang="zh-CN" altLang="en-US" b="1" dirty="0">
                <a:solidFill>
                  <a:schemeClr val="accent5">
                    <a:lumMod val="75000"/>
                  </a:schemeClr>
                </a:solidFill>
                <a:effectLst>
                  <a:outerShdw blurRad="38100" dist="38100" dir="2700000" algn="tl">
                    <a:srgbClr val="000000">
                      <a:alpha val="43137"/>
                    </a:srgbClr>
                  </a:outerShdw>
                </a:effectLst>
              </a:rPr>
              <a:t>传值</a:t>
            </a:r>
          </a:p>
        </p:txBody>
      </p:sp>
      <p:sp>
        <p:nvSpPr>
          <p:cNvPr id="23" name="矩形: 圆角 22">
            <a:extLst>
              <a:ext uri="{FF2B5EF4-FFF2-40B4-BE49-F238E27FC236}">
                <a16:creationId xmlns:a16="http://schemas.microsoft.com/office/drawing/2014/main" id="{11854C5B-83A5-4347-901B-A557E1E3D5E2}"/>
              </a:ext>
            </a:extLst>
          </p:cNvPr>
          <p:cNvSpPr/>
          <p:nvPr/>
        </p:nvSpPr>
        <p:spPr>
          <a:xfrm>
            <a:off x="5988159" y="310323"/>
            <a:ext cx="3442076" cy="535702"/>
          </a:xfrm>
          <a:prstGeom prst="round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rgbClr val="C00000"/>
                </a:solidFill>
                <a:effectLst>
                  <a:outerShdw blurRad="38100" dist="38100" dir="2700000" algn="tl">
                    <a:srgbClr val="000000">
                      <a:alpha val="43137"/>
                    </a:srgbClr>
                  </a:outerShdw>
                </a:effectLst>
                <a:latin typeface="+mn-ea"/>
                <a:cs typeface="Courier New" panose="02070309020205020404" pitchFamily="49" charset="0"/>
              </a:rPr>
              <a:t>算法</a:t>
            </a:r>
            <a:r>
              <a:rPr lang="en-US" altLang="zh-CN" sz="2400" b="1" dirty="0">
                <a:solidFill>
                  <a:srgbClr val="C00000"/>
                </a:solidFill>
                <a:effectLst>
                  <a:outerShdw blurRad="38100" dist="38100" dir="2700000" algn="tl">
                    <a:srgbClr val="000000">
                      <a:alpha val="43137"/>
                    </a:srgbClr>
                  </a:outerShdw>
                </a:effectLst>
                <a:latin typeface="+mn-ea"/>
                <a:cs typeface="Courier New" panose="02070309020205020404" pitchFamily="49" charset="0"/>
              </a:rPr>
              <a:t>5.9</a:t>
            </a:r>
            <a:r>
              <a:rPr lang="en-US" altLang="zh-CN" sz="2400" b="1" dirty="0">
                <a:solidFill>
                  <a:srgbClr val="0F14F1"/>
                </a:solidFill>
                <a:effectLst>
                  <a:outerShdw blurRad="38100" dist="38100" dir="2700000" algn="tl">
                    <a:srgbClr val="000000">
                      <a:alpha val="43137"/>
                    </a:srgbClr>
                  </a:outerShdw>
                </a:effectLst>
                <a:latin typeface="+mn-ea"/>
                <a:cs typeface="Courier New" panose="02070309020205020404" pitchFamily="49" charset="0"/>
              </a:rPr>
              <a:t>  </a:t>
            </a:r>
            <a:r>
              <a:rPr lang="zh-CN" altLang="en-US" sz="2400" b="1" dirty="0">
                <a:solidFill>
                  <a:srgbClr val="0F14F1"/>
                </a:solidFill>
                <a:effectLst>
                  <a:outerShdw blurRad="38100" dist="38100" dir="2700000" algn="tl">
                    <a:srgbClr val="000000">
                      <a:alpha val="43137"/>
                    </a:srgbClr>
                  </a:outerShdw>
                </a:effectLst>
                <a:latin typeface="+mn-ea"/>
                <a:cs typeface="Courier New" panose="02070309020205020404" pitchFamily="49" charset="0"/>
              </a:rPr>
              <a:t>复制广义表</a:t>
            </a:r>
            <a:endParaRPr lang="zh-CN" altLang="en-US" sz="2400" dirty="0">
              <a:solidFill>
                <a:srgbClr val="0F14F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22486075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7">
                                            <p:bg/>
                                          </p:spTgt>
                                        </p:tgtEl>
                                        <p:attrNameLst>
                                          <p:attrName>style.visibility</p:attrName>
                                        </p:attrNameLst>
                                      </p:cBhvr>
                                      <p:to>
                                        <p:strVal val="visible"/>
                                      </p:to>
                                    </p:set>
                                    <p:animEffect transition="in" filter="wipe(up)">
                                      <p:cBhvr>
                                        <p:cTn id="7" dur="500"/>
                                        <p:tgtEl>
                                          <p:spTgt spid="97">
                                            <p:bg/>
                                          </p:spTgt>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97">
                                            <p:txEl>
                                              <p:pRg st="0" end="0"/>
                                            </p:txEl>
                                          </p:spTgt>
                                        </p:tgtEl>
                                        <p:attrNameLst>
                                          <p:attrName>style.visibility</p:attrName>
                                        </p:attrNameLst>
                                      </p:cBhvr>
                                      <p:to>
                                        <p:strVal val="visible"/>
                                      </p:to>
                                    </p:set>
                                    <p:animEffect transition="in" filter="wipe(up)">
                                      <p:cBhvr>
                                        <p:cTn id="10" dur="500"/>
                                        <p:tgtEl>
                                          <p:spTgt spid="97">
                                            <p:txEl>
                                              <p:pRg st="0" end="0"/>
                                            </p:txEl>
                                          </p:spTgt>
                                        </p:tgtEl>
                                      </p:cBhvr>
                                    </p:animEffect>
                                  </p:childTnLst>
                                </p:cTn>
                              </p:par>
                              <p:par>
                                <p:cTn id="11" presetID="22" presetClass="entr" presetSubtype="1" fill="hold" grpId="0" nodeType="withEffect">
                                  <p:stCondLst>
                                    <p:cond delay="0"/>
                                  </p:stCondLst>
                                  <p:childTnLst>
                                    <p:set>
                                      <p:cBhvr>
                                        <p:cTn id="12" dur="1" fill="hold">
                                          <p:stCondLst>
                                            <p:cond delay="0"/>
                                          </p:stCondLst>
                                        </p:cTn>
                                        <p:tgtEl>
                                          <p:spTgt spid="97">
                                            <p:txEl>
                                              <p:pRg st="1" end="1"/>
                                            </p:txEl>
                                          </p:spTgt>
                                        </p:tgtEl>
                                        <p:attrNameLst>
                                          <p:attrName>style.visibility</p:attrName>
                                        </p:attrNameLst>
                                      </p:cBhvr>
                                      <p:to>
                                        <p:strVal val="visible"/>
                                      </p:to>
                                    </p:set>
                                    <p:animEffect transition="in" filter="wipe(up)">
                                      <p:cBhvr>
                                        <p:cTn id="13" dur="500"/>
                                        <p:tgtEl>
                                          <p:spTgt spid="97">
                                            <p:txEl>
                                              <p:pRg st="1" end="1"/>
                                            </p:txEl>
                                          </p:spTgt>
                                        </p:tgtEl>
                                      </p:cBhvr>
                                    </p:animEffect>
                                  </p:childTnLst>
                                </p:cTn>
                              </p:par>
                              <p:par>
                                <p:cTn id="14" presetID="22" presetClass="entr" presetSubtype="1" fill="hold" grpId="0" nodeType="withEffect">
                                  <p:stCondLst>
                                    <p:cond delay="0"/>
                                  </p:stCondLst>
                                  <p:childTnLst>
                                    <p:set>
                                      <p:cBhvr>
                                        <p:cTn id="15" dur="1" fill="hold">
                                          <p:stCondLst>
                                            <p:cond delay="0"/>
                                          </p:stCondLst>
                                        </p:cTn>
                                        <p:tgtEl>
                                          <p:spTgt spid="97">
                                            <p:txEl>
                                              <p:pRg st="2" end="2"/>
                                            </p:txEl>
                                          </p:spTgt>
                                        </p:tgtEl>
                                        <p:attrNameLst>
                                          <p:attrName>style.visibility</p:attrName>
                                        </p:attrNameLst>
                                      </p:cBhvr>
                                      <p:to>
                                        <p:strVal val="visible"/>
                                      </p:to>
                                    </p:set>
                                    <p:animEffect transition="in" filter="wipe(up)">
                                      <p:cBhvr>
                                        <p:cTn id="16" dur="500"/>
                                        <p:tgtEl>
                                          <p:spTgt spid="97">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2"/>
                                        </p:tgtEl>
                                        <p:attrNameLst>
                                          <p:attrName>style.visibility</p:attrName>
                                        </p:attrNameLst>
                                      </p:cBhvr>
                                      <p:to>
                                        <p:strVal val="visible"/>
                                      </p:to>
                                    </p:set>
                                    <p:animEffect transition="in" filter="wipe(left)">
                                      <p:cBhvr>
                                        <p:cTn id="21" dur="500"/>
                                        <p:tgtEl>
                                          <p:spTgt spid="2"/>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1" fill="hold" grpId="0" nodeType="clickEffect">
                                  <p:stCondLst>
                                    <p:cond delay="0"/>
                                  </p:stCondLst>
                                  <p:childTnLst>
                                    <p:set>
                                      <p:cBhvr>
                                        <p:cTn id="25" dur="1" fill="hold">
                                          <p:stCondLst>
                                            <p:cond delay="0"/>
                                          </p:stCondLst>
                                        </p:cTn>
                                        <p:tgtEl>
                                          <p:spTgt spid="97">
                                            <p:txEl>
                                              <p:pRg st="3" end="3"/>
                                            </p:txEl>
                                          </p:spTgt>
                                        </p:tgtEl>
                                        <p:attrNameLst>
                                          <p:attrName>style.visibility</p:attrName>
                                        </p:attrNameLst>
                                      </p:cBhvr>
                                      <p:to>
                                        <p:strVal val="visible"/>
                                      </p:to>
                                    </p:set>
                                    <p:animEffect transition="in" filter="wipe(up)">
                                      <p:cBhvr>
                                        <p:cTn id="26" dur="500"/>
                                        <p:tgtEl>
                                          <p:spTgt spid="97">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1" fill="hold" grpId="0" nodeType="clickEffect">
                                  <p:stCondLst>
                                    <p:cond delay="0"/>
                                  </p:stCondLst>
                                  <p:childTnLst>
                                    <p:set>
                                      <p:cBhvr>
                                        <p:cTn id="30" dur="1" fill="hold">
                                          <p:stCondLst>
                                            <p:cond delay="0"/>
                                          </p:stCondLst>
                                        </p:cTn>
                                        <p:tgtEl>
                                          <p:spTgt spid="97">
                                            <p:txEl>
                                              <p:pRg st="4" end="4"/>
                                            </p:txEl>
                                          </p:spTgt>
                                        </p:tgtEl>
                                        <p:attrNameLst>
                                          <p:attrName>style.visibility</p:attrName>
                                        </p:attrNameLst>
                                      </p:cBhvr>
                                      <p:to>
                                        <p:strVal val="visible"/>
                                      </p:to>
                                    </p:set>
                                    <p:animEffect transition="in" filter="wipe(up)">
                                      <p:cBhvr>
                                        <p:cTn id="31" dur="500"/>
                                        <p:tgtEl>
                                          <p:spTgt spid="97">
                                            <p:txEl>
                                              <p:pRg st="4" end="4"/>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1" fill="hold" grpId="0" nodeType="clickEffect">
                                  <p:stCondLst>
                                    <p:cond delay="0"/>
                                  </p:stCondLst>
                                  <p:childTnLst>
                                    <p:set>
                                      <p:cBhvr>
                                        <p:cTn id="35" dur="1" fill="hold">
                                          <p:stCondLst>
                                            <p:cond delay="0"/>
                                          </p:stCondLst>
                                        </p:cTn>
                                        <p:tgtEl>
                                          <p:spTgt spid="97">
                                            <p:txEl>
                                              <p:pRg st="5" end="5"/>
                                            </p:txEl>
                                          </p:spTgt>
                                        </p:tgtEl>
                                        <p:attrNameLst>
                                          <p:attrName>style.visibility</p:attrName>
                                        </p:attrNameLst>
                                      </p:cBhvr>
                                      <p:to>
                                        <p:strVal val="visible"/>
                                      </p:to>
                                    </p:set>
                                    <p:animEffect transition="in" filter="wipe(up)">
                                      <p:cBhvr>
                                        <p:cTn id="36" dur="500"/>
                                        <p:tgtEl>
                                          <p:spTgt spid="97">
                                            <p:txEl>
                                              <p:pRg st="5" end="5"/>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1" fill="hold" grpId="0" nodeType="clickEffect">
                                  <p:stCondLst>
                                    <p:cond delay="0"/>
                                  </p:stCondLst>
                                  <p:childTnLst>
                                    <p:set>
                                      <p:cBhvr>
                                        <p:cTn id="40" dur="1" fill="hold">
                                          <p:stCondLst>
                                            <p:cond delay="0"/>
                                          </p:stCondLst>
                                        </p:cTn>
                                        <p:tgtEl>
                                          <p:spTgt spid="97">
                                            <p:txEl>
                                              <p:pRg st="6" end="6"/>
                                            </p:txEl>
                                          </p:spTgt>
                                        </p:tgtEl>
                                        <p:attrNameLst>
                                          <p:attrName>style.visibility</p:attrName>
                                        </p:attrNameLst>
                                      </p:cBhvr>
                                      <p:to>
                                        <p:strVal val="visible"/>
                                      </p:to>
                                    </p:set>
                                    <p:animEffect transition="in" filter="wipe(up)">
                                      <p:cBhvr>
                                        <p:cTn id="41" dur="500"/>
                                        <p:tgtEl>
                                          <p:spTgt spid="97">
                                            <p:txEl>
                                              <p:pRg st="6" end="6"/>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1" fill="hold" grpId="0" nodeType="clickEffect">
                                  <p:stCondLst>
                                    <p:cond delay="0"/>
                                  </p:stCondLst>
                                  <p:childTnLst>
                                    <p:set>
                                      <p:cBhvr>
                                        <p:cTn id="45" dur="1" fill="hold">
                                          <p:stCondLst>
                                            <p:cond delay="0"/>
                                          </p:stCondLst>
                                        </p:cTn>
                                        <p:tgtEl>
                                          <p:spTgt spid="195"/>
                                        </p:tgtEl>
                                        <p:attrNameLst>
                                          <p:attrName>style.visibility</p:attrName>
                                        </p:attrNameLst>
                                      </p:cBhvr>
                                      <p:to>
                                        <p:strVal val="visible"/>
                                      </p:to>
                                    </p:set>
                                    <p:animEffect transition="in" filter="wipe(up)">
                                      <p:cBhvr>
                                        <p:cTn id="46" dur="500"/>
                                        <p:tgtEl>
                                          <p:spTgt spid="195"/>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grpId="0" nodeType="clickEffect">
                                  <p:stCondLst>
                                    <p:cond delay="0"/>
                                  </p:stCondLst>
                                  <p:childTnLst>
                                    <p:set>
                                      <p:cBhvr>
                                        <p:cTn id="50" dur="1" fill="hold">
                                          <p:stCondLst>
                                            <p:cond delay="0"/>
                                          </p:stCondLst>
                                        </p:cTn>
                                        <p:tgtEl>
                                          <p:spTgt spid="4">
                                            <p:bg/>
                                          </p:spTgt>
                                        </p:tgtEl>
                                        <p:attrNameLst>
                                          <p:attrName>style.visibility</p:attrName>
                                        </p:attrNameLst>
                                      </p:cBhvr>
                                      <p:to>
                                        <p:strVal val="visible"/>
                                      </p:to>
                                    </p:set>
                                    <p:animEffect transition="in" filter="fade">
                                      <p:cBhvr>
                                        <p:cTn id="51" dur="500"/>
                                        <p:tgtEl>
                                          <p:spTgt spid="4">
                                            <p:bg/>
                                          </p:spTgt>
                                        </p:tgtEl>
                                      </p:cBhvr>
                                    </p:animEffect>
                                  </p:childTnLst>
                                </p:cTn>
                              </p:par>
                            </p:childTnLst>
                          </p:cTn>
                        </p:par>
                      </p:childTnLst>
                    </p:cTn>
                  </p:par>
                  <p:par>
                    <p:cTn id="52" fill="hold">
                      <p:stCondLst>
                        <p:cond delay="indefinite"/>
                      </p:stCondLst>
                      <p:childTnLst>
                        <p:par>
                          <p:cTn id="53" fill="hold">
                            <p:stCondLst>
                              <p:cond delay="0"/>
                            </p:stCondLst>
                            <p:childTnLst>
                              <p:par>
                                <p:cTn id="54" presetID="1" presetClass="emph" presetSubtype="2" fill="hold" nodeType="clickEffect">
                                  <p:stCondLst>
                                    <p:cond delay="0"/>
                                  </p:stCondLst>
                                  <p:childTnLst>
                                    <p:animClr clrSpc="rgb" dir="cw">
                                      <p:cBhvr>
                                        <p:cTn id="55" dur="500" fill="hold"/>
                                        <p:tgtEl>
                                          <p:spTgt spid="4"/>
                                        </p:tgtEl>
                                        <p:attrNameLst>
                                          <p:attrName>fillcolor</p:attrName>
                                        </p:attrNameLst>
                                      </p:cBhvr>
                                      <p:to>
                                        <a:srgbClr val="ECF3FA"/>
                                      </p:to>
                                    </p:animClr>
                                    <p:set>
                                      <p:cBhvr>
                                        <p:cTn id="56" dur="500" fill="hold"/>
                                        <p:tgtEl>
                                          <p:spTgt spid="4"/>
                                        </p:tgtEl>
                                        <p:attrNameLst>
                                          <p:attrName>fill.type</p:attrName>
                                        </p:attrNameLst>
                                      </p:cBhvr>
                                      <p:to>
                                        <p:strVal val="solid"/>
                                      </p:to>
                                    </p:set>
                                    <p:set>
                                      <p:cBhvr>
                                        <p:cTn id="57" dur="500" fill="hold"/>
                                        <p:tgtEl>
                                          <p:spTgt spid="4"/>
                                        </p:tgtEl>
                                        <p:attrNameLst>
                                          <p:attrName>fill.on</p:attrName>
                                        </p:attrNameLst>
                                      </p:cBhvr>
                                      <p:to>
                                        <p:strVal val="true"/>
                                      </p:to>
                                    </p:set>
                                  </p:childTnLst>
                                </p:cTn>
                              </p:par>
                              <p:par>
                                <p:cTn id="58" presetID="10" presetClass="entr" presetSubtype="0" fill="hold" grpId="0" nodeType="withEffect">
                                  <p:stCondLst>
                                    <p:cond delay="0"/>
                                  </p:stCondLst>
                                  <p:childTnLst>
                                    <p:set>
                                      <p:cBhvr>
                                        <p:cTn id="59" dur="1" fill="hold">
                                          <p:stCondLst>
                                            <p:cond delay="0"/>
                                          </p:stCondLst>
                                        </p:cTn>
                                        <p:tgtEl>
                                          <p:spTgt spid="4">
                                            <p:txEl>
                                              <p:pRg st="0" end="0"/>
                                            </p:txEl>
                                          </p:spTgt>
                                        </p:tgtEl>
                                        <p:attrNameLst>
                                          <p:attrName>style.visibility</p:attrName>
                                        </p:attrNameLst>
                                      </p:cBhvr>
                                      <p:to>
                                        <p:strVal val="visible"/>
                                      </p:to>
                                    </p:set>
                                    <p:animEffect transition="in" filter="fade">
                                      <p:cBhvr>
                                        <p:cTn id="60" dur="500"/>
                                        <p:tgtEl>
                                          <p:spTgt spid="4">
                                            <p:txEl>
                                              <p:pRg st="0" end="0"/>
                                            </p:txEl>
                                          </p:spTgt>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1" fill="hold" grpId="0" nodeType="clickEffect">
                                  <p:stCondLst>
                                    <p:cond delay="0"/>
                                  </p:stCondLst>
                                  <p:childTnLst>
                                    <p:set>
                                      <p:cBhvr>
                                        <p:cTn id="64" dur="1" fill="hold">
                                          <p:stCondLst>
                                            <p:cond delay="0"/>
                                          </p:stCondLst>
                                        </p:cTn>
                                        <p:tgtEl>
                                          <p:spTgt spid="199"/>
                                        </p:tgtEl>
                                        <p:attrNameLst>
                                          <p:attrName>style.visibility</p:attrName>
                                        </p:attrNameLst>
                                      </p:cBhvr>
                                      <p:to>
                                        <p:strVal val="visible"/>
                                      </p:to>
                                    </p:set>
                                    <p:animEffect transition="in" filter="wipe(up)">
                                      <p:cBhvr>
                                        <p:cTn id="65" dur="500"/>
                                        <p:tgtEl>
                                          <p:spTgt spid="199"/>
                                        </p:tgtEl>
                                      </p:cBhvr>
                                    </p:animEffect>
                                  </p:childTnLst>
                                </p:cTn>
                              </p:par>
                            </p:childTnLst>
                          </p:cTn>
                        </p:par>
                        <p:par>
                          <p:cTn id="66" fill="hold">
                            <p:stCondLst>
                              <p:cond delay="500"/>
                            </p:stCondLst>
                            <p:childTnLst>
                              <p:par>
                                <p:cTn id="67" presetID="22" presetClass="entr" presetSubtype="1" fill="hold" grpId="0" nodeType="afterEffect">
                                  <p:stCondLst>
                                    <p:cond delay="0"/>
                                  </p:stCondLst>
                                  <p:childTnLst>
                                    <p:set>
                                      <p:cBhvr>
                                        <p:cTn id="68" dur="1" fill="hold">
                                          <p:stCondLst>
                                            <p:cond delay="0"/>
                                          </p:stCondLst>
                                        </p:cTn>
                                        <p:tgtEl>
                                          <p:spTgt spid="200"/>
                                        </p:tgtEl>
                                        <p:attrNameLst>
                                          <p:attrName>style.visibility</p:attrName>
                                        </p:attrNameLst>
                                      </p:cBhvr>
                                      <p:to>
                                        <p:strVal val="visible"/>
                                      </p:to>
                                    </p:set>
                                    <p:animEffect transition="in" filter="wipe(up)">
                                      <p:cBhvr>
                                        <p:cTn id="69" dur="500"/>
                                        <p:tgtEl>
                                          <p:spTgt spid="200"/>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8" fill="hold" grpId="0" nodeType="clickEffect">
                                  <p:stCondLst>
                                    <p:cond delay="0"/>
                                  </p:stCondLst>
                                  <p:childTnLst>
                                    <p:set>
                                      <p:cBhvr>
                                        <p:cTn id="73" dur="1" fill="hold">
                                          <p:stCondLst>
                                            <p:cond delay="0"/>
                                          </p:stCondLst>
                                        </p:cTn>
                                        <p:tgtEl>
                                          <p:spTgt spid="276"/>
                                        </p:tgtEl>
                                        <p:attrNameLst>
                                          <p:attrName>style.visibility</p:attrName>
                                        </p:attrNameLst>
                                      </p:cBhvr>
                                      <p:to>
                                        <p:strVal val="visible"/>
                                      </p:to>
                                    </p:set>
                                    <p:animEffect transition="in" filter="wipe(left)">
                                      <p:cBhvr>
                                        <p:cTn id="74" dur="500"/>
                                        <p:tgtEl>
                                          <p:spTgt spid="276"/>
                                        </p:tgtEl>
                                      </p:cBhvr>
                                    </p:animEffect>
                                  </p:childTnLst>
                                </p:cTn>
                              </p:par>
                            </p:childTnLst>
                          </p:cTn>
                        </p:par>
                      </p:childTnLst>
                    </p:cTn>
                  </p:par>
                  <p:par>
                    <p:cTn id="75" fill="hold">
                      <p:stCondLst>
                        <p:cond delay="indefinite"/>
                      </p:stCondLst>
                      <p:childTnLst>
                        <p:par>
                          <p:cTn id="76" fill="hold">
                            <p:stCondLst>
                              <p:cond delay="0"/>
                            </p:stCondLst>
                            <p:childTnLst>
                              <p:par>
                                <p:cTn id="77" presetID="22" presetClass="entr" presetSubtype="8" fill="hold" grpId="0" nodeType="clickEffect">
                                  <p:stCondLst>
                                    <p:cond delay="0"/>
                                  </p:stCondLst>
                                  <p:childTnLst>
                                    <p:set>
                                      <p:cBhvr>
                                        <p:cTn id="78" dur="1" fill="hold">
                                          <p:stCondLst>
                                            <p:cond delay="0"/>
                                          </p:stCondLst>
                                        </p:cTn>
                                        <p:tgtEl>
                                          <p:spTgt spid="275"/>
                                        </p:tgtEl>
                                        <p:attrNameLst>
                                          <p:attrName>style.visibility</p:attrName>
                                        </p:attrNameLst>
                                      </p:cBhvr>
                                      <p:to>
                                        <p:strVal val="visible"/>
                                      </p:to>
                                    </p:set>
                                    <p:animEffect transition="in" filter="wipe(left)">
                                      <p:cBhvr>
                                        <p:cTn id="79" dur="500"/>
                                        <p:tgtEl>
                                          <p:spTgt spid="275"/>
                                        </p:tgtEl>
                                      </p:cBhvr>
                                    </p:animEffect>
                                  </p:childTnLst>
                                </p:cTn>
                              </p:par>
                            </p:childTnLst>
                          </p:cTn>
                        </p:par>
                        <p:par>
                          <p:cTn id="80" fill="hold">
                            <p:stCondLst>
                              <p:cond delay="500"/>
                            </p:stCondLst>
                            <p:childTnLst>
                              <p:par>
                                <p:cTn id="81" presetID="22" presetClass="entr" presetSubtype="8" fill="hold" grpId="0" nodeType="afterEffect">
                                  <p:stCondLst>
                                    <p:cond delay="0"/>
                                  </p:stCondLst>
                                  <p:childTnLst>
                                    <p:set>
                                      <p:cBhvr>
                                        <p:cTn id="82" dur="1" fill="hold">
                                          <p:stCondLst>
                                            <p:cond delay="0"/>
                                          </p:stCondLst>
                                        </p:cTn>
                                        <p:tgtEl>
                                          <p:spTgt spid="274"/>
                                        </p:tgtEl>
                                        <p:attrNameLst>
                                          <p:attrName>style.visibility</p:attrName>
                                        </p:attrNameLst>
                                      </p:cBhvr>
                                      <p:to>
                                        <p:strVal val="visible"/>
                                      </p:to>
                                    </p:set>
                                    <p:animEffect transition="in" filter="wipe(left)">
                                      <p:cBhvr>
                                        <p:cTn id="83" dur="500"/>
                                        <p:tgtEl>
                                          <p:spTgt spid="274"/>
                                        </p:tgtEl>
                                      </p:cBhvr>
                                    </p:animEffect>
                                  </p:childTnLst>
                                </p:cTn>
                              </p:par>
                            </p:childTnLst>
                          </p:cTn>
                        </p:par>
                        <p:par>
                          <p:cTn id="84" fill="hold">
                            <p:stCondLst>
                              <p:cond delay="1000"/>
                            </p:stCondLst>
                            <p:childTnLst>
                              <p:par>
                                <p:cTn id="85" presetID="22" presetClass="entr" presetSubtype="1" fill="hold" nodeType="afterEffect">
                                  <p:stCondLst>
                                    <p:cond delay="0"/>
                                  </p:stCondLst>
                                  <p:childTnLst>
                                    <p:set>
                                      <p:cBhvr>
                                        <p:cTn id="86" dur="1" fill="hold">
                                          <p:stCondLst>
                                            <p:cond delay="0"/>
                                          </p:stCondLst>
                                        </p:cTn>
                                        <p:tgtEl>
                                          <p:spTgt spid="235"/>
                                        </p:tgtEl>
                                        <p:attrNameLst>
                                          <p:attrName>style.visibility</p:attrName>
                                        </p:attrNameLst>
                                      </p:cBhvr>
                                      <p:to>
                                        <p:strVal val="visible"/>
                                      </p:to>
                                    </p:set>
                                    <p:animEffect transition="in" filter="wipe(up)">
                                      <p:cBhvr>
                                        <p:cTn id="87" dur="500"/>
                                        <p:tgtEl>
                                          <p:spTgt spid="235"/>
                                        </p:tgtEl>
                                      </p:cBhvr>
                                    </p:animEffect>
                                  </p:childTnLst>
                                </p:cTn>
                              </p:par>
                            </p:childTnLst>
                          </p:cTn>
                        </p:par>
                        <p:par>
                          <p:cTn id="88" fill="hold">
                            <p:stCondLst>
                              <p:cond delay="1500"/>
                            </p:stCondLst>
                            <p:childTnLst>
                              <p:par>
                                <p:cTn id="89" presetID="22" presetClass="entr" presetSubtype="1" fill="hold" nodeType="afterEffect">
                                  <p:stCondLst>
                                    <p:cond delay="0"/>
                                  </p:stCondLst>
                                  <p:childTnLst>
                                    <p:set>
                                      <p:cBhvr>
                                        <p:cTn id="90" dur="1" fill="hold">
                                          <p:stCondLst>
                                            <p:cond delay="0"/>
                                          </p:stCondLst>
                                        </p:cTn>
                                        <p:tgtEl>
                                          <p:spTgt spid="202"/>
                                        </p:tgtEl>
                                        <p:attrNameLst>
                                          <p:attrName>style.visibility</p:attrName>
                                        </p:attrNameLst>
                                      </p:cBhvr>
                                      <p:to>
                                        <p:strVal val="visible"/>
                                      </p:to>
                                    </p:set>
                                    <p:animEffect transition="in" filter="wipe(up)">
                                      <p:cBhvr>
                                        <p:cTn id="91" dur="500"/>
                                        <p:tgtEl>
                                          <p:spTgt spid="202"/>
                                        </p:tgtEl>
                                      </p:cBhvr>
                                    </p:animEffect>
                                  </p:childTnLst>
                                </p:cTn>
                              </p:par>
                            </p:childTnLst>
                          </p:cTn>
                        </p:par>
                      </p:childTnLst>
                    </p:cTn>
                  </p:par>
                  <p:par>
                    <p:cTn id="92" fill="hold">
                      <p:stCondLst>
                        <p:cond delay="indefinite"/>
                      </p:stCondLst>
                      <p:childTnLst>
                        <p:par>
                          <p:cTn id="93" fill="hold">
                            <p:stCondLst>
                              <p:cond delay="0"/>
                            </p:stCondLst>
                            <p:childTnLst>
                              <p:par>
                                <p:cTn id="94" presetID="10" presetClass="entr" presetSubtype="0" fill="hold" grpId="0" nodeType="clickEffect">
                                  <p:stCondLst>
                                    <p:cond delay="0"/>
                                  </p:stCondLst>
                                  <p:childTnLst>
                                    <p:set>
                                      <p:cBhvr>
                                        <p:cTn id="95" dur="1" fill="hold">
                                          <p:stCondLst>
                                            <p:cond delay="0"/>
                                          </p:stCondLst>
                                        </p:cTn>
                                        <p:tgtEl>
                                          <p:spTgt spid="4">
                                            <p:txEl>
                                              <p:pRg st="1" end="1"/>
                                            </p:txEl>
                                          </p:spTgt>
                                        </p:tgtEl>
                                        <p:attrNameLst>
                                          <p:attrName>style.visibility</p:attrName>
                                        </p:attrNameLst>
                                      </p:cBhvr>
                                      <p:to>
                                        <p:strVal val="visible"/>
                                      </p:to>
                                    </p:set>
                                    <p:animEffect transition="in" filter="fade">
                                      <p:cBhvr>
                                        <p:cTn id="96" dur="500"/>
                                        <p:tgtEl>
                                          <p:spTgt spid="4">
                                            <p:txEl>
                                              <p:pRg st="1" end="1"/>
                                            </p:txEl>
                                          </p:spTgt>
                                        </p:tgtEl>
                                      </p:cBhvr>
                                    </p:animEffect>
                                  </p:childTnLst>
                                </p:cTn>
                              </p:par>
                            </p:childTnLst>
                          </p:cTn>
                        </p:par>
                      </p:childTnLst>
                    </p:cTn>
                  </p:par>
                  <p:par>
                    <p:cTn id="97" fill="hold">
                      <p:stCondLst>
                        <p:cond delay="indefinite"/>
                      </p:stCondLst>
                      <p:childTnLst>
                        <p:par>
                          <p:cTn id="98" fill="hold">
                            <p:stCondLst>
                              <p:cond delay="0"/>
                            </p:stCondLst>
                            <p:childTnLst>
                              <p:par>
                                <p:cTn id="99" presetID="10" presetClass="entr" presetSubtype="0" fill="hold" grpId="0" nodeType="clickEffect">
                                  <p:stCondLst>
                                    <p:cond delay="0"/>
                                  </p:stCondLst>
                                  <p:childTnLst>
                                    <p:set>
                                      <p:cBhvr>
                                        <p:cTn id="100" dur="1" fill="hold">
                                          <p:stCondLst>
                                            <p:cond delay="0"/>
                                          </p:stCondLst>
                                        </p:cTn>
                                        <p:tgtEl>
                                          <p:spTgt spid="4">
                                            <p:txEl>
                                              <p:pRg st="2" end="2"/>
                                            </p:txEl>
                                          </p:spTgt>
                                        </p:tgtEl>
                                        <p:attrNameLst>
                                          <p:attrName>style.visibility</p:attrName>
                                        </p:attrNameLst>
                                      </p:cBhvr>
                                      <p:to>
                                        <p:strVal val="visible"/>
                                      </p:to>
                                    </p:set>
                                    <p:animEffect transition="in" filter="fade">
                                      <p:cBhvr>
                                        <p:cTn id="101" dur="500"/>
                                        <p:tgtEl>
                                          <p:spTgt spid="4">
                                            <p:txEl>
                                              <p:pRg st="2" end="2"/>
                                            </p:txEl>
                                          </p:spTgt>
                                        </p:tgtEl>
                                      </p:cBhvr>
                                    </p:animEffect>
                                  </p:childTnLst>
                                </p:cTn>
                              </p:par>
                            </p:childTnLst>
                          </p:cTn>
                        </p:par>
                      </p:childTnLst>
                    </p:cTn>
                  </p:par>
                  <p:par>
                    <p:cTn id="102" fill="hold">
                      <p:stCondLst>
                        <p:cond delay="indefinite"/>
                      </p:stCondLst>
                      <p:childTnLst>
                        <p:par>
                          <p:cTn id="103" fill="hold">
                            <p:stCondLst>
                              <p:cond delay="0"/>
                            </p:stCondLst>
                            <p:childTnLst>
                              <p:par>
                                <p:cTn id="104" presetID="10" presetClass="entr" presetSubtype="0" fill="hold" grpId="0" nodeType="clickEffect">
                                  <p:stCondLst>
                                    <p:cond delay="0"/>
                                  </p:stCondLst>
                                  <p:childTnLst>
                                    <p:set>
                                      <p:cBhvr>
                                        <p:cTn id="105" dur="1" fill="hold">
                                          <p:stCondLst>
                                            <p:cond delay="0"/>
                                          </p:stCondLst>
                                        </p:cTn>
                                        <p:tgtEl>
                                          <p:spTgt spid="4">
                                            <p:txEl>
                                              <p:pRg st="3" end="3"/>
                                            </p:txEl>
                                          </p:spTgt>
                                        </p:tgtEl>
                                        <p:attrNameLst>
                                          <p:attrName>style.visibility</p:attrName>
                                        </p:attrNameLst>
                                      </p:cBhvr>
                                      <p:to>
                                        <p:strVal val="visible"/>
                                      </p:to>
                                    </p:set>
                                    <p:animEffect transition="in" filter="fade">
                                      <p:cBhvr>
                                        <p:cTn id="106" dur="500"/>
                                        <p:tgtEl>
                                          <p:spTgt spid="4">
                                            <p:txEl>
                                              <p:pRg st="3" end="3"/>
                                            </p:txEl>
                                          </p:spTgt>
                                        </p:tgtEl>
                                      </p:cBhvr>
                                    </p:animEffect>
                                  </p:childTnLst>
                                </p:cTn>
                              </p:par>
                            </p:childTnLst>
                          </p:cTn>
                        </p:par>
                      </p:childTnLst>
                    </p:cTn>
                  </p:par>
                  <p:par>
                    <p:cTn id="107" fill="hold">
                      <p:stCondLst>
                        <p:cond delay="indefinite"/>
                      </p:stCondLst>
                      <p:childTnLst>
                        <p:par>
                          <p:cTn id="108" fill="hold">
                            <p:stCondLst>
                              <p:cond delay="0"/>
                            </p:stCondLst>
                            <p:childTnLst>
                              <p:par>
                                <p:cTn id="109" presetID="10" presetClass="entr" presetSubtype="0" fill="hold" grpId="0" nodeType="clickEffect">
                                  <p:stCondLst>
                                    <p:cond delay="0"/>
                                  </p:stCondLst>
                                  <p:childTnLst>
                                    <p:set>
                                      <p:cBhvr>
                                        <p:cTn id="110" dur="1" fill="hold">
                                          <p:stCondLst>
                                            <p:cond delay="0"/>
                                          </p:stCondLst>
                                        </p:cTn>
                                        <p:tgtEl>
                                          <p:spTgt spid="4">
                                            <p:txEl>
                                              <p:pRg st="4" end="4"/>
                                            </p:txEl>
                                          </p:spTgt>
                                        </p:tgtEl>
                                        <p:attrNameLst>
                                          <p:attrName>style.visibility</p:attrName>
                                        </p:attrNameLst>
                                      </p:cBhvr>
                                      <p:to>
                                        <p:strVal val="visible"/>
                                      </p:to>
                                    </p:set>
                                    <p:animEffect transition="in" filter="fade">
                                      <p:cBhvr>
                                        <p:cTn id="111" dur="500"/>
                                        <p:tgtEl>
                                          <p:spTgt spid="4">
                                            <p:txEl>
                                              <p:pRg st="4" end="4"/>
                                            </p:txEl>
                                          </p:spTgt>
                                        </p:tgtEl>
                                      </p:cBhvr>
                                    </p:animEffect>
                                  </p:childTnLst>
                                </p:cTn>
                              </p:par>
                            </p:childTnLst>
                          </p:cTn>
                        </p:par>
                      </p:childTnLst>
                    </p:cTn>
                  </p:par>
                  <p:par>
                    <p:cTn id="112" fill="hold">
                      <p:stCondLst>
                        <p:cond delay="indefinite"/>
                      </p:stCondLst>
                      <p:childTnLst>
                        <p:par>
                          <p:cTn id="113" fill="hold">
                            <p:stCondLst>
                              <p:cond delay="0"/>
                            </p:stCondLst>
                            <p:childTnLst>
                              <p:par>
                                <p:cTn id="114" presetID="10" presetClass="entr" presetSubtype="0" fill="hold" grpId="0" nodeType="clickEffect">
                                  <p:stCondLst>
                                    <p:cond delay="0"/>
                                  </p:stCondLst>
                                  <p:childTnLst>
                                    <p:set>
                                      <p:cBhvr>
                                        <p:cTn id="115" dur="1" fill="hold">
                                          <p:stCondLst>
                                            <p:cond delay="0"/>
                                          </p:stCondLst>
                                        </p:cTn>
                                        <p:tgtEl>
                                          <p:spTgt spid="4">
                                            <p:txEl>
                                              <p:pRg st="5" end="5"/>
                                            </p:txEl>
                                          </p:spTgt>
                                        </p:tgtEl>
                                        <p:attrNameLst>
                                          <p:attrName>style.visibility</p:attrName>
                                        </p:attrNameLst>
                                      </p:cBhvr>
                                      <p:to>
                                        <p:strVal val="visible"/>
                                      </p:to>
                                    </p:set>
                                    <p:animEffect transition="in" filter="fade">
                                      <p:cBhvr>
                                        <p:cTn id="116" dur="500"/>
                                        <p:tgtEl>
                                          <p:spTgt spid="4">
                                            <p:txEl>
                                              <p:pRg st="5" end="5"/>
                                            </p:txEl>
                                          </p:spTgt>
                                        </p:tgtEl>
                                      </p:cBhvr>
                                    </p:animEffect>
                                  </p:childTnLst>
                                </p:cTn>
                              </p:par>
                            </p:childTnLst>
                          </p:cTn>
                        </p:par>
                        <p:par>
                          <p:cTn id="117" fill="hold">
                            <p:stCondLst>
                              <p:cond delay="500"/>
                            </p:stCondLst>
                            <p:childTnLst>
                              <p:par>
                                <p:cTn id="118" presetID="10" presetClass="entr" presetSubtype="0" fill="hold" grpId="0" nodeType="afterEffect">
                                  <p:stCondLst>
                                    <p:cond delay="0"/>
                                  </p:stCondLst>
                                  <p:childTnLst>
                                    <p:set>
                                      <p:cBhvr>
                                        <p:cTn id="119" dur="1" fill="hold">
                                          <p:stCondLst>
                                            <p:cond delay="0"/>
                                          </p:stCondLst>
                                        </p:cTn>
                                        <p:tgtEl>
                                          <p:spTgt spid="4">
                                            <p:txEl>
                                              <p:pRg st="6" end="6"/>
                                            </p:txEl>
                                          </p:spTgt>
                                        </p:tgtEl>
                                        <p:attrNameLst>
                                          <p:attrName>style.visibility</p:attrName>
                                        </p:attrNameLst>
                                      </p:cBhvr>
                                      <p:to>
                                        <p:strVal val="visible"/>
                                      </p:to>
                                    </p:set>
                                    <p:animEffect transition="in" filter="fade">
                                      <p:cBhvr>
                                        <p:cTn id="120" dur="500"/>
                                        <p:tgtEl>
                                          <p:spTgt spid="4">
                                            <p:txEl>
                                              <p:pRg st="6" end="6"/>
                                            </p:txEl>
                                          </p:spTgt>
                                        </p:tgtEl>
                                      </p:cBhvr>
                                    </p:animEffect>
                                  </p:childTnLst>
                                </p:cTn>
                              </p:par>
                            </p:childTnLst>
                          </p:cTn>
                        </p:par>
                      </p:childTnLst>
                    </p:cTn>
                  </p:par>
                  <p:par>
                    <p:cTn id="121" fill="hold">
                      <p:stCondLst>
                        <p:cond delay="indefinite"/>
                      </p:stCondLst>
                      <p:childTnLst>
                        <p:par>
                          <p:cTn id="122" fill="hold">
                            <p:stCondLst>
                              <p:cond delay="0"/>
                            </p:stCondLst>
                            <p:childTnLst>
                              <p:par>
                                <p:cTn id="123" presetID="22" presetClass="entr" presetSubtype="8" fill="hold" nodeType="clickEffect">
                                  <p:stCondLst>
                                    <p:cond delay="0"/>
                                  </p:stCondLst>
                                  <p:childTnLst>
                                    <p:set>
                                      <p:cBhvr>
                                        <p:cTn id="124" dur="1" fill="hold">
                                          <p:stCondLst>
                                            <p:cond delay="0"/>
                                          </p:stCondLst>
                                        </p:cTn>
                                        <p:tgtEl>
                                          <p:spTgt spid="142"/>
                                        </p:tgtEl>
                                        <p:attrNameLst>
                                          <p:attrName>style.visibility</p:attrName>
                                        </p:attrNameLst>
                                      </p:cBhvr>
                                      <p:to>
                                        <p:strVal val="visible"/>
                                      </p:to>
                                    </p:set>
                                    <p:animEffect transition="in" filter="wipe(left)">
                                      <p:cBhvr>
                                        <p:cTn id="125" dur="500"/>
                                        <p:tgtEl>
                                          <p:spTgt spid="142"/>
                                        </p:tgtEl>
                                      </p:cBhvr>
                                    </p:animEffect>
                                  </p:childTnLst>
                                </p:cTn>
                              </p:par>
                            </p:childTnLst>
                          </p:cTn>
                        </p:par>
                        <p:par>
                          <p:cTn id="126" fill="hold">
                            <p:stCondLst>
                              <p:cond delay="500"/>
                            </p:stCondLst>
                            <p:childTnLst>
                              <p:par>
                                <p:cTn id="127" presetID="42" presetClass="path" presetSubtype="0" accel="50000" decel="50000" fill="hold" nodeType="afterEffect">
                                  <p:stCondLst>
                                    <p:cond delay="0"/>
                                  </p:stCondLst>
                                  <p:childTnLst>
                                    <p:animMotion origin="layout" path="M -2.08333E-6 1.48148E-6 L 0.00039 0.29977 " pathEditMode="relative" rAng="0" ptsTypes="AA">
                                      <p:cBhvr>
                                        <p:cTn id="128" dur="2000" fill="hold"/>
                                        <p:tgtEl>
                                          <p:spTgt spid="142"/>
                                        </p:tgtEl>
                                        <p:attrNameLst>
                                          <p:attrName>ppt_x</p:attrName>
                                          <p:attrName>ppt_y</p:attrName>
                                        </p:attrNameLst>
                                      </p:cBhvr>
                                      <p:rCtr x="13" y="14977"/>
                                    </p:animMotion>
                                  </p:childTnLst>
                                </p:cTn>
                              </p:par>
                            </p:childTnLst>
                          </p:cTn>
                        </p:par>
                      </p:childTnLst>
                    </p:cTn>
                  </p:par>
                  <p:par>
                    <p:cTn id="129" fill="hold">
                      <p:stCondLst>
                        <p:cond delay="indefinite"/>
                      </p:stCondLst>
                      <p:childTnLst>
                        <p:par>
                          <p:cTn id="130" fill="hold">
                            <p:stCondLst>
                              <p:cond delay="0"/>
                            </p:stCondLst>
                            <p:childTnLst>
                              <p:par>
                                <p:cTn id="131" presetID="10" presetClass="entr" presetSubtype="0" fill="hold" grpId="0" nodeType="clickEffect">
                                  <p:stCondLst>
                                    <p:cond delay="0"/>
                                  </p:stCondLst>
                                  <p:childTnLst>
                                    <p:set>
                                      <p:cBhvr>
                                        <p:cTn id="132" dur="1" fill="hold">
                                          <p:stCondLst>
                                            <p:cond delay="0"/>
                                          </p:stCondLst>
                                        </p:cTn>
                                        <p:tgtEl>
                                          <p:spTgt spid="4">
                                            <p:txEl>
                                              <p:pRg st="7" end="7"/>
                                            </p:txEl>
                                          </p:spTgt>
                                        </p:tgtEl>
                                        <p:attrNameLst>
                                          <p:attrName>style.visibility</p:attrName>
                                        </p:attrNameLst>
                                      </p:cBhvr>
                                      <p:to>
                                        <p:strVal val="visible"/>
                                      </p:to>
                                    </p:set>
                                    <p:animEffect transition="in" filter="fade">
                                      <p:cBhvr>
                                        <p:cTn id="133" dur="500"/>
                                        <p:tgtEl>
                                          <p:spTgt spid="4">
                                            <p:txEl>
                                              <p:pRg st="7" end="7"/>
                                            </p:txEl>
                                          </p:spTgt>
                                        </p:tgtEl>
                                      </p:cBhvr>
                                    </p:animEffect>
                                  </p:childTnLst>
                                </p:cTn>
                              </p:par>
                            </p:childTnLst>
                          </p:cTn>
                        </p:par>
                      </p:childTnLst>
                    </p:cTn>
                  </p:par>
                  <p:par>
                    <p:cTn id="134" fill="hold">
                      <p:stCondLst>
                        <p:cond delay="indefinite"/>
                      </p:stCondLst>
                      <p:childTnLst>
                        <p:par>
                          <p:cTn id="135" fill="hold">
                            <p:stCondLst>
                              <p:cond delay="0"/>
                            </p:stCondLst>
                            <p:childTnLst>
                              <p:par>
                                <p:cTn id="136" presetID="10" presetClass="entr" presetSubtype="0" fill="hold" grpId="0" nodeType="clickEffect">
                                  <p:stCondLst>
                                    <p:cond delay="0"/>
                                  </p:stCondLst>
                                  <p:childTnLst>
                                    <p:set>
                                      <p:cBhvr>
                                        <p:cTn id="137" dur="1" fill="hold">
                                          <p:stCondLst>
                                            <p:cond delay="0"/>
                                          </p:stCondLst>
                                        </p:cTn>
                                        <p:tgtEl>
                                          <p:spTgt spid="4">
                                            <p:txEl>
                                              <p:pRg st="8" end="8"/>
                                            </p:txEl>
                                          </p:spTgt>
                                        </p:tgtEl>
                                        <p:attrNameLst>
                                          <p:attrName>style.visibility</p:attrName>
                                        </p:attrNameLst>
                                      </p:cBhvr>
                                      <p:to>
                                        <p:strVal val="visible"/>
                                      </p:to>
                                    </p:set>
                                    <p:animEffect transition="in" filter="fade">
                                      <p:cBhvr>
                                        <p:cTn id="138" dur="500"/>
                                        <p:tgtEl>
                                          <p:spTgt spid="4">
                                            <p:txEl>
                                              <p:pRg st="8" end="8"/>
                                            </p:txEl>
                                          </p:spTgt>
                                        </p:tgtEl>
                                      </p:cBhvr>
                                    </p:animEffect>
                                  </p:childTnLst>
                                </p:cTn>
                              </p:par>
                            </p:childTnLst>
                          </p:cTn>
                        </p:par>
                      </p:childTnLst>
                    </p:cTn>
                  </p:par>
                  <p:par>
                    <p:cTn id="139" fill="hold">
                      <p:stCondLst>
                        <p:cond delay="indefinite"/>
                      </p:stCondLst>
                      <p:childTnLst>
                        <p:par>
                          <p:cTn id="140" fill="hold">
                            <p:stCondLst>
                              <p:cond delay="0"/>
                            </p:stCondLst>
                            <p:childTnLst>
                              <p:par>
                                <p:cTn id="141" presetID="10" presetClass="entr" presetSubtype="0" fill="hold" grpId="0" nodeType="clickEffect">
                                  <p:stCondLst>
                                    <p:cond delay="0"/>
                                  </p:stCondLst>
                                  <p:childTnLst>
                                    <p:set>
                                      <p:cBhvr>
                                        <p:cTn id="142" dur="1" fill="hold">
                                          <p:stCondLst>
                                            <p:cond delay="0"/>
                                          </p:stCondLst>
                                        </p:cTn>
                                        <p:tgtEl>
                                          <p:spTgt spid="4">
                                            <p:txEl>
                                              <p:pRg st="9" end="9"/>
                                            </p:txEl>
                                          </p:spTgt>
                                        </p:tgtEl>
                                        <p:attrNameLst>
                                          <p:attrName>style.visibility</p:attrName>
                                        </p:attrNameLst>
                                      </p:cBhvr>
                                      <p:to>
                                        <p:strVal val="visible"/>
                                      </p:to>
                                    </p:set>
                                    <p:animEffect transition="in" filter="fade">
                                      <p:cBhvr>
                                        <p:cTn id="143" dur="500"/>
                                        <p:tgtEl>
                                          <p:spTgt spid="4">
                                            <p:txEl>
                                              <p:pRg st="9" end="9"/>
                                            </p:txEl>
                                          </p:spTgt>
                                        </p:tgtEl>
                                      </p:cBhvr>
                                    </p:animEffect>
                                  </p:childTnLst>
                                </p:cTn>
                              </p:par>
                            </p:childTnLst>
                          </p:cTn>
                        </p:par>
                      </p:childTnLst>
                    </p:cTn>
                  </p:par>
                  <p:par>
                    <p:cTn id="144" fill="hold">
                      <p:stCondLst>
                        <p:cond delay="indefinite"/>
                      </p:stCondLst>
                      <p:childTnLst>
                        <p:par>
                          <p:cTn id="145" fill="hold">
                            <p:stCondLst>
                              <p:cond delay="0"/>
                            </p:stCondLst>
                            <p:childTnLst>
                              <p:par>
                                <p:cTn id="146" presetID="10" presetClass="entr" presetSubtype="0" fill="hold" grpId="0" nodeType="clickEffect">
                                  <p:stCondLst>
                                    <p:cond delay="0"/>
                                  </p:stCondLst>
                                  <p:childTnLst>
                                    <p:set>
                                      <p:cBhvr>
                                        <p:cTn id="147" dur="1" fill="hold">
                                          <p:stCondLst>
                                            <p:cond delay="0"/>
                                          </p:stCondLst>
                                        </p:cTn>
                                        <p:tgtEl>
                                          <p:spTgt spid="4">
                                            <p:txEl>
                                              <p:pRg st="10" end="10"/>
                                            </p:txEl>
                                          </p:spTgt>
                                        </p:tgtEl>
                                        <p:attrNameLst>
                                          <p:attrName>style.visibility</p:attrName>
                                        </p:attrNameLst>
                                      </p:cBhvr>
                                      <p:to>
                                        <p:strVal val="visible"/>
                                      </p:to>
                                    </p:set>
                                    <p:animEffect transition="in" filter="fade">
                                      <p:cBhvr>
                                        <p:cTn id="148" dur="500"/>
                                        <p:tgtEl>
                                          <p:spTgt spid="4">
                                            <p:txEl>
                                              <p:pRg st="10" end="10"/>
                                            </p:txEl>
                                          </p:spTgt>
                                        </p:tgtEl>
                                      </p:cBhvr>
                                    </p:animEffect>
                                  </p:childTnLst>
                                </p:cTn>
                              </p:par>
                            </p:childTnLst>
                          </p:cTn>
                        </p:par>
                      </p:childTnLst>
                    </p:cTn>
                  </p:par>
                  <p:par>
                    <p:cTn id="149" fill="hold">
                      <p:stCondLst>
                        <p:cond delay="indefinite"/>
                      </p:stCondLst>
                      <p:childTnLst>
                        <p:par>
                          <p:cTn id="150" fill="hold">
                            <p:stCondLst>
                              <p:cond delay="0"/>
                            </p:stCondLst>
                            <p:childTnLst>
                              <p:par>
                                <p:cTn id="151" presetID="10" presetClass="entr" presetSubtype="0" fill="hold" grpId="0" nodeType="clickEffect">
                                  <p:stCondLst>
                                    <p:cond delay="0"/>
                                  </p:stCondLst>
                                  <p:childTnLst>
                                    <p:set>
                                      <p:cBhvr>
                                        <p:cTn id="152" dur="1" fill="hold">
                                          <p:stCondLst>
                                            <p:cond delay="0"/>
                                          </p:stCondLst>
                                        </p:cTn>
                                        <p:tgtEl>
                                          <p:spTgt spid="4">
                                            <p:txEl>
                                              <p:pRg st="11" end="11"/>
                                            </p:txEl>
                                          </p:spTgt>
                                        </p:tgtEl>
                                        <p:attrNameLst>
                                          <p:attrName>style.visibility</p:attrName>
                                        </p:attrNameLst>
                                      </p:cBhvr>
                                      <p:to>
                                        <p:strVal val="visible"/>
                                      </p:to>
                                    </p:set>
                                    <p:animEffect transition="in" filter="fade">
                                      <p:cBhvr>
                                        <p:cTn id="153" dur="500"/>
                                        <p:tgtEl>
                                          <p:spTgt spid="4">
                                            <p:txEl>
                                              <p:pRg st="11" end="11"/>
                                            </p:txEl>
                                          </p:spTgt>
                                        </p:tgtEl>
                                      </p:cBhvr>
                                    </p:animEffect>
                                  </p:childTnLst>
                                </p:cTn>
                              </p:par>
                            </p:childTnLst>
                          </p:cTn>
                        </p:par>
                      </p:childTnLst>
                    </p:cTn>
                  </p:par>
                  <p:par>
                    <p:cTn id="154" fill="hold">
                      <p:stCondLst>
                        <p:cond delay="indefinite"/>
                      </p:stCondLst>
                      <p:childTnLst>
                        <p:par>
                          <p:cTn id="155" fill="hold">
                            <p:stCondLst>
                              <p:cond delay="0"/>
                            </p:stCondLst>
                            <p:childTnLst>
                              <p:par>
                                <p:cTn id="156" presetID="10" presetClass="entr" presetSubtype="0" fill="hold" grpId="0" nodeType="clickEffect">
                                  <p:stCondLst>
                                    <p:cond delay="0"/>
                                  </p:stCondLst>
                                  <p:childTnLst>
                                    <p:set>
                                      <p:cBhvr>
                                        <p:cTn id="157" dur="1" fill="hold">
                                          <p:stCondLst>
                                            <p:cond delay="0"/>
                                          </p:stCondLst>
                                        </p:cTn>
                                        <p:tgtEl>
                                          <p:spTgt spid="4">
                                            <p:txEl>
                                              <p:pRg st="12" end="12"/>
                                            </p:txEl>
                                          </p:spTgt>
                                        </p:tgtEl>
                                        <p:attrNameLst>
                                          <p:attrName>style.visibility</p:attrName>
                                        </p:attrNameLst>
                                      </p:cBhvr>
                                      <p:to>
                                        <p:strVal val="visible"/>
                                      </p:to>
                                    </p:set>
                                    <p:animEffect transition="in" filter="fade">
                                      <p:cBhvr>
                                        <p:cTn id="158" dur="500"/>
                                        <p:tgtEl>
                                          <p:spTgt spid="4">
                                            <p:txEl>
                                              <p:pRg st="12" end="12"/>
                                            </p:txEl>
                                          </p:spTgt>
                                        </p:tgtEl>
                                      </p:cBhvr>
                                    </p:animEffect>
                                  </p:childTnLst>
                                </p:cTn>
                              </p:par>
                            </p:childTnLst>
                          </p:cTn>
                        </p:par>
                      </p:childTnLst>
                    </p:cTn>
                  </p:par>
                  <p:par>
                    <p:cTn id="159" fill="hold">
                      <p:stCondLst>
                        <p:cond delay="indefinite"/>
                      </p:stCondLst>
                      <p:childTnLst>
                        <p:par>
                          <p:cTn id="160" fill="hold">
                            <p:stCondLst>
                              <p:cond delay="0"/>
                            </p:stCondLst>
                            <p:childTnLst>
                              <p:par>
                                <p:cTn id="161" presetID="10" presetClass="entr" presetSubtype="0" fill="hold" grpId="0" nodeType="clickEffect">
                                  <p:stCondLst>
                                    <p:cond delay="0"/>
                                  </p:stCondLst>
                                  <p:childTnLst>
                                    <p:set>
                                      <p:cBhvr>
                                        <p:cTn id="162" dur="1" fill="hold">
                                          <p:stCondLst>
                                            <p:cond delay="0"/>
                                          </p:stCondLst>
                                        </p:cTn>
                                        <p:tgtEl>
                                          <p:spTgt spid="4">
                                            <p:txEl>
                                              <p:pRg st="13" end="13"/>
                                            </p:txEl>
                                          </p:spTgt>
                                        </p:tgtEl>
                                        <p:attrNameLst>
                                          <p:attrName>style.visibility</p:attrName>
                                        </p:attrNameLst>
                                      </p:cBhvr>
                                      <p:to>
                                        <p:strVal val="visible"/>
                                      </p:to>
                                    </p:set>
                                    <p:animEffect transition="in" filter="fade">
                                      <p:cBhvr>
                                        <p:cTn id="163" dur="500"/>
                                        <p:tgtEl>
                                          <p:spTgt spid="4">
                                            <p:txEl>
                                              <p:pRg st="13" end="13"/>
                                            </p:txEl>
                                          </p:spTgt>
                                        </p:tgtEl>
                                      </p:cBhvr>
                                    </p:animEffect>
                                  </p:childTnLst>
                                </p:cTn>
                              </p:par>
                            </p:childTnLst>
                          </p:cTn>
                        </p:par>
                      </p:childTnLst>
                    </p:cTn>
                  </p:par>
                  <p:par>
                    <p:cTn id="164" fill="hold">
                      <p:stCondLst>
                        <p:cond delay="indefinite"/>
                      </p:stCondLst>
                      <p:childTnLst>
                        <p:par>
                          <p:cTn id="165" fill="hold">
                            <p:stCondLst>
                              <p:cond delay="0"/>
                            </p:stCondLst>
                            <p:childTnLst>
                              <p:par>
                                <p:cTn id="166" presetID="10" presetClass="entr" presetSubtype="0" fill="hold" grpId="0" nodeType="clickEffect">
                                  <p:stCondLst>
                                    <p:cond delay="0"/>
                                  </p:stCondLst>
                                  <p:childTnLst>
                                    <p:set>
                                      <p:cBhvr>
                                        <p:cTn id="167" dur="1" fill="hold">
                                          <p:stCondLst>
                                            <p:cond delay="0"/>
                                          </p:stCondLst>
                                        </p:cTn>
                                        <p:tgtEl>
                                          <p:spTgt spid="4">
                                            <p:txEl>
                                              <p:pRg st="14" end="14"/>
                                            </p:txEl>
                                          </p:spTgt>
                                        </p:tgtEl>
                                        <p:attrNameLst>
                                          <p:attrName>style.visibility</p:attrName>
                                        </p:attrNameLst>
                                      </p:cBhvr>
                                      <p:to>
                                        <p:strVal val="visible"/>
                                      </p:to>
                                    </p:set>
                                    <p:animEffect transition="in" filter="fade">
                                      <p:cBhvr>
                                        <p:cTn id="168" dur="500"/>
                                        <p:tgtEl>
                                          <p:spTgt spid="4">
                                            <p:txEl>
                                              <p:pRg st="14" end="14"/>
                                            </p:txEl>
                                          </p:spTgt>
                                        </p:tgtEl>
                                      </p:cBhvr>
                                    </p:animEffect>
                                  </p:childTnLst>
                                </p:cTn>
                              </p:par>
                            </p:childTnLst>
                          </p:cTn>
                        </p:par>
                      </p:childTnLst>
                    </p:cTn>
                  </p:par>
                  <p:par>
                    <p:cTn id="169" fill="hold">
                      <p:stCondLst>
                        <p:cond delay="indefinite"/>
                      </p:stCondLst>
                      <p:childTnLst>
                        <p:par>
                          <p:cTn id="170" fill="hold">
                            <p:stCondLst>
                              <p:cond delay="0"/>
                            </p:stCondLst>
                            <p:childTnLst>
                              <p:par>
                                <p:cTn id="171" presetID="1" presetClass="emph" presetSubtype="2" fill="hold" nodeType="clickEffect">
                                  <p:stCondLst>
                                    <p:cond delay="0"/>
                                  </p:stCondLst>
                                  <p:childTnLst>
                                    <p:animClr clrSpc="rgb" dir="cw">
                                      <p:cBhvr>
                                        <p:cTn id="172" dur="500" fill="hold"/>
                                        <p:tgtEl>
                                          <p:spTgt spid="4"/>
                                        </p:tgtEl>
                                        <p:attrNameLst>
                                          <p:attrName>fillcolor</p:attrName>
                                        </p:attrNameLst>
                                      </p:cBhvr>
                                      <p:to>
                                        <a:srgbClr val="FFF2CC"/>
                                      </p:to>
                                    </p:animClr>
                                    <p:set>
                                      <p:cBhvr>
                                        <p:cTn id="173" dur="500" fill="hold"/>
                                        <p:tgtEl>
                                          <p:spTgt spid="4"/>
                                        </p:tgtEl>
                                        <p:attrNameLst>
                                          <p:attrName>fill.type</p:attrName>
                                        </p:attrNameLst>
                                      </p:cBhvr>
                                      <p:to>
                                        <p:strVal val="solid"/>
                                      </p:to>
                                    </p:set>
                                    <p:set>
                                      <p:cBhvr>
                                        <p:cTn id="174" dur="500" fill="hold"/>
                                        <p:tgtEl>
                                          <p:spTgt spid="4"/>
                                        </p:tgtEl>
                                        <p:attrNameLst>
                                          <p:attrName>fill.on</p:attrName>
                                        </p:attrNameLst>
                                      </p:cBhvr>
                                      <p:to>
                                        <p:strVal val="true"/>
                                      </p:to>
                                    </p:set>
                                  </p:childTnLst>
                                </p:cTn>
                              </p:par>
                            </p:childTnLst>
                          </p:cTn>
                        </p:par>
                      </p:childTnLst>
                    </p:cTn>
                  </p:par>
                  <p:par>
                    <p:cTn id="175" fill="hold">
                      <p:stCondLst>
                        <p:cond delay="indefinite"/>
                      </p:stCondLst>
                      <p:childTnLst>
                        <p:par>
                          <p:cTn id="176" fill="hold">
                            <p:stCondLst>
                              <p:cond delay="0"/>
                            </p:stCondLst>
                            <p:childTnLst>
                              <p:par>
                                <p:cTn id="177" presetID="10" presetClass="entr" presetSubtype="0" fill="hold" grpId="0" nodeType="clickEffect">
                                  <p:stCondLst>
                                    <p:cond delay="0"/>
                                  </p:stCondLst>
                                  <p:childTnLst>
                                    <p:set>
                                      <p:cBhvr>
                                        <p:cTn id="178" dur="1" fill="hold">
                                          <p:stCondLst>
                                            <p:cond delay="0"/>
                                          </p:stCondLst>
                                        </p:cTn>
                                        <p:tgtEl>
                                          <p:spTgt spid="146"/>
                                        </p:tgtEl>
                                        <p:attrNameLst>
                                          <p:attrName>style.visibility</p:attrName>
                                        </p:attrNameLst>
                                      </p:cBhvr>
                                      <p:to>
                                        <p:strVal val="visible"/>
                                      </p:to>
                                    </p:set>
                                    <p:animEffect transition="in" filter="fade">
                                      <p:cBhvr>
                                        <p:cTn id="179" dur="500"/>
                                        <p:tgtEl>
                                          <p:spTgt spid="146"/>
                                        </p:tgtEl>
                                      </p:cBhvr>
                                    </p:animEffect>
                                  </p:childTnLst>
                                </p:cTn>
                              </p:par>
                            </p:childTnLst>
                          </p:cTn>
                        </p:par>
                        <p:par>
                          <p:cTn id="180" fill="hold">
                            <p:stCondLst>
                              <p:cond delay="500"/>
                            </p:stCondLst>
                            <p:childTnLst>
                              <p:par>
                                <p:cTn id="181" presetID="22" presetClass="exit" presetSubtype="4" fill="hold" grpId="1" nodeType="afterEffect">
                                  <p:stCondLst>
                                    <p:cond delay="0"/>
                                  </p:stCondLst>
                                  <p:childTnLst>
                                    <p:animEffect transition="out" filter="wipe(down)">
                                      <p:cBhvr>
                                        <p:cTn id="182" dur="500"/>
                                        <p:tgtEl>
                                          <p:spTgt spid="146"/>
                                        </p:tgtEl>
                                      </p:cBhvr>
                                    </p:animEffect>
                                    <p:set>
                                      <p:cBhvr>
                                        <p:cTn id="183" dur="1" fill="hold">
                                          <p:stCondLst>
                                            <p:cond delay="499"/>
                                          </p:stCondLst>
                                        </p:cTn>
                                        <p:tgtEl>
                                          <p:spTgt spid="146"/>
                                        </p:tgtEl>
                                        <p:attrNameLst>
                                          <p:attrName>style.visibility</p:attrName>
                                        </p:attrNameLst>
                                      </p:cBhvr>
                                      <p:to>
                                        <p:strVal val="hidden"/>
                                      </p:to>
                                    </p:set>
                                  </p:childTnLst>
                                </p:cTn>
                              </p:par>
                            </p:childTnLst>
                          </p:cTn>
                        </p:par>
                        <p:par>
                          <p:cTn id="184" fill="hold">
                            <p:stCondLst>
                              <p:cond delay="1000"/>
                            </p:stCondLst>
                            <p:childTnLst>
                              <p:par>
                                <p:cTn id="185" presetID="22" presetClass="entr" presetSubtype="1" fill="hold" nodeType="afterEffect">
                                  <p:stCondLst>
                                    <p:cond delay="0"/>
                                  </p:stCondLst>
                                  <p:childTnLst>
                                    <p:set>
                                      <p:cBhvr>
                                        <p:cTn id="186" dur="1" fill="hold">
                                          <p:stCondLst>
                                            <p:cond delay="0"/>
                                          </p:stCondLst>
                                        </p:cTn>
                                        <p:tgtEl>
                                          <p:spTgt spid="238"/>
                                        </p:tgtEl>
                                        <p:attrNameLst>
                                          <p:attrName>style.visibility</p:attrName>
                                        </p:attrNameLst>
                                      </p:cBhvr>
                                      <p:to>
                                        <p:strVal val="visible"/>
                                      </p:to>
                                    </p:set>
                                    <p:animEffect transition="in" filter="wipe(up)">
                                      <p:cBhvr>
                                        <p:cTn id="187" dur="500"/>
                                        <p:tgtEl>
                                          <p:spTgt spid="238"/>
                                        </p:tgtEl>
                                      </p:cBhvr>
                                    </p:animEffect>
                                  </p:childTnLst>
                                </p:cTn>
                              </p:par>
                            </p:childTnLst>
                          </p:cTn>
                        </p:par>
                      </p:childTnLst>
                    </p:cTn>
                  </p:par>
                  <p:par>
                    <p:cTn id="188" fill="hold">
                      <p:stCondLst>
                        <p:cond delay="indefinite"/>
                      </p:stCondLst>
                      <p:childTnLst>
                        <p:par>
                          <p:cTn id="189" fill="hold">
                            <p:stCondLst>
                              <p:cond delay="0"/>
                            </p:stCondLst>
                            <p:childTnLst>
                              <p:par>
                                <p:cTn id="190" presetID="22" presetClass="entr" presetSubtype="1" fill="hold" grpId="0" nodeType="clickEffect">
                                  <p:stCondLst>
                                    <p:cond delay="0"/>
                                  </p:stCondLst>
                                  <p:childTnLst>
                                    <p:set>
                                      <p:cBhvr>
                                        <p:cTn id="191" dur="1" fill="hold">
                                          <p:stCondLst>
                                            <p:cond delay="0"/>
                                          </p:stCondLst>
                                        </p:cTn>
                                        <p:tgtEl>
                                          <p:spTgt spid="187"/>
                                        </p:tgtEl>
                                        <p:attrNameLst>
                                          <p:attrName>style.visibility</p:attrName>
                                        </p:attrNameLst>
                                      </p:cBhvr>
                                      <p:to>
                                        <p:strVal val="visible"/>
                                      </p:to>
                                    </p:set>
                                    <p:animEffect transition="in" filter="wipe(up)">
                                      <p:cBhvr>
                                        <p:cTn id="192" dur="500"/>
                                        <p:tgtEl>
                                          <p:spTgt spid="187"/>
                                        </p:tgtEl>
                                      </p:cBhvr>
                                    </p:animEffect>
                                  </p:childTnLst>
                                </p:cTn>
                              </p:par>
                            </p:childTnLst>
                          </p:cTn>
                        </p:par>
                        <p:par>
                          <p:cTn id="193" fill="hold">
                            <p:stCondLst>
                              <p:cond delay="500"/>
                            </p:stCondLst>
                            <p:childTnLst>
                              <p:par>
                                <p:cTn id="194" presetID="22" presetClass="entr" presetSubtype="1" fill="hold" nodeType="afterEffect">
                                  <p:stCondLst>
                                    <p:cond delay="0"/>
                                  </p:stCondLst>
                                  <p:childTnLst>
                                    <p:set>
                                      <p:cBhvr>
                                        <p:cTn id="195" dur="1" fill="hold">
                                          <p:stCondLst>
                                            <p:cond delay="0"/>
                                          </p:stCondLst>
                                        </p:cTn>
                                        <p:tgtEl>
                                          <p:spTgt spid="205"/>
                                        </p:tgtEl>
                                        <p:attrNameLst>
                                          <p:attrName>style.visibility</p:attrName>
                                        </p:attrNameLst>
                                      </p:cBhvr>
                                      <p:to>
                                        <p:strVal val="visible"/>
                                      </p:to>
                                    </p:set>
                                    <p:animEffect transition="in" filter="wipe(up)">
                                      <p:cBhvr>
                                        <p:cTn id="196" dur="500"/>
                                        <p:tgtEl>
                                          <p:spTgt spid="205"/>
                                        </p:tgtEl>
                                      </p:cBhvr>
                                    </p:animEffect>
                                  </p:childTnLst>
                                </p:cTn>
                              </p:par>
                            </p:childTnLst>
                          </p:cTn>
                        </p:par>
                      </p:childTnLst>
                    </p:cTn>
                  </p:par>
                  <p:par>
                    <p:cTn id="197" fill="hold">
                      <p:stCondLst>
                        <p:cond delay="indefinite"/>
                      </p:stCondLst>
                      <p:childTnLst>
                        <p:par>
                          <p:cTn id="198" fill="hold">
                            <p:stCondLst>
                              <p:cond delay="0"/>
                            </p:stCondLst>
                            <p:childTnLst>
                              <p:par>
                                <p:cTn id="199" presetID="22" presetClass="entr" presetSubtype="1" fill="hold" nodeType="clickEffect">
                                  <p:stCondLst>
                                    <p:cond delay="0"/>
                                  </p:stCondLst>
                                  <p:childTnLst>
                                    <p:set>
                                      <p:cBhvr>
                                        <p:cTn id="200" dur="1" fill="hold">
                                          <p:stCondLst>
                                            <p:cond delay="0"/>
                                          </p:stCondLst>
                                        </p:cTn>
                                        <p:tgtEl>
                                          <p:spTgt spid="169"/>
                                        </p:tgtEl>
                                        <p:attrNameLst>
                                          <p:attrName>style.visibility</p:attrName>
                                        </p:attrNameLst>
                                      </p:cBhvr>
                                      <p:to>
                                        <p:strVal val="visible"/>
                                      </p:to>
                                    </p:set>
                                    <p:animEffect transition="in" filter="wipe(up)">
                                      <p:cBhvr>
                                        <p:cTn id="201" dur="500"/>
                                        <p:tgtEl>
                                          <p:spTgt spid="169"/>
                                        </p:tgtEl>
                                      </p:cBhvr>
                                    </p:animEffect>
                                  </p:childTnLst>
                                </p:cTn>
                              </p:par>
                            </p:childTnLst>
                          </p:cTn>
                        </p:par>
                        <p:par>
                          <p:cTn id="202" fill="hold">
                            <p:stCondLst>
                              <p:cond delay="500"/>
                            </p:stCondLst>
                            <p:childTnLst>
                              <p:par>
                                <p:cTn id="203" presetID="42" presetClass="path" presetSubtype="0" accel="50000" decel="50000" fill="hold" nodeType="afterEffect">
                                  <p:stCondLst>
                                    <p:cond delay="0"/>
                                  </p:stCondLst>
                                  <p:childTnLst>
                                    <p:animMotion origin="layout" path="M -2.5E-6 -2.96296E-6 L 0.0017 0.29861 " pathEditMode="relative" rAng="0" ptsTypes="AA">
                                      <p:cBhvr>
                                        <p:cTn id="204" dur="2000" fill="hold"/>
                                        <p:tgtEl>
                                          <p:spTgt spid="169"/>
                                        </p:tgtEl>
                                        <p:attrNameLst>
                                          <p:attrName>ppt_x</p:attrName>
                                          <p:attrName>ppt_y</p:attrName>
                                        </p:attrNameLst>
                                      </p:cBhvr>
                                      <p:rCtr x="78" y="14931"/>
                                    </p:animMotion>
                                  </p:childTnLst>
                                </p:cTn>
                              </p:par>
                            </p:childTnLst>
                          </p:cTn>
                        </p:par>
                      </p:childTnLst>
                    </p:cTn>
                  </p:par>
                  <p:par>
                    <p:cTn id="205" fill="hold">
                      <p:stCondLst>
                        <p:cond delay="indefinite"/>
                      </p:stCondLst>
                      <p:childTnLst>
                        <p:par>
                          <p:cTn id="206" fill="hold">
                            <p:stCondLst>
                              <p:cond delay="0"/>
                            </p:stCondLst>
                            <p:childTnLst>
                              <p:par>
                                <p:cTn id="207" presetID="1" presetClass="emph" presetSubtype="2" fill="hold" nodeType="clickEffect">
                                  <p:stCondLst>
                                    <p:cond delay="0"/>
                                  </p:stCondLst>
                                  <p:childTnLst>
                                    <p:animClr clrSpc="rgb" dir="cw">
                                      <p:cBhvr>
                                        <p:cTn id="208" dur="500" fill="hold"/>
                                        <p:tgtEl>
                                          <p:spTgt spid="4"/>
                                        </p:tgtEl>
                                        <p:attrNameLst>
                                          <p:attrName>fillcolor</p:attrName>
                                        </p:attrNameLst>
                                      </p:cBhvr>
                                      <p:to>
                                        <a:srgbClr val="ECF3FA"/>
                                      </p:to>
                                    </p:animClr>
                                    <p:set>
                                      <p:cBhvr>
                                        <p:cTn id="209" dur="500" fill="hold"/>
                                        <p:tgtEl>
                                          <p:spTgt spid="4"/>
                                        </p:tgtEl>
                                        <p:attrNameLst>
                                          <p:attrName>fill.type</p:attrName>
                                        </p:attrNameLst>
                                      </p:cBhvr>
                                      <p:to>
                                        <p:strVal val="solid"/>
                                      </p:to>
                                    </p:set>
                                    <p:set>
                                      <p:cBhvr>
                                        <p:cTn id="210" dur="500" fill="hold"/>
                                        <p:tgtEl>
                                          <p:spTgt spid="4"/>
                                        </p:tgtEl>
                                        <p:attrNameLst>
                                          <p:attrName>fill.on</p:attrName>
                                        </p:attrNameLst>
                                      </p:cBhvr>
                                      <p:to>
                                        <p:strVal val="true"/>
                                      </p:to>
                                    </p:set>
                                  </p:childTnLst>
                                </p:cTn>
                              </p:par>
                              <p:par>
                                <p:cTn id="211" presetID="16" presetClass="exit" presetSubtype="21" fill="hold" nodeType="withEffect">
                                  <p:stCondLst>
                                    <p:cond delay="0"/>
                                  </p:stCondLst>
                                  <p:childTnLst>
                                    <p:animEffect transition="out" filter="barn(inVertical)">
                                      <p:cBhvr>
                                        <p:cTn id="212" dur="500"/>
                                        <p:tgtEl>
                                          <p:spTgt spid="238"/>
                                        </p:tgtEl>
                                      </p:cBhvr>
                                    </p:animEffect>
                                    <p:set>
                                      <p:cBhvr>
                                        <p:cTn id="213" dur="1" fill="hold">
                                          <p:stCondLst>
                                            <p:cond delay="499"/>
                                          </p:stCondLst>
                                        </p:cTn>
                                        <p:tgtEl>
                                          <p:spTgt spid="238"/>
                                        </p:tgtEl>
                                        <p:attrNameLst>
                                          <p:attrName>style.visibility</p:attrName>
                                        </p:attrNameLst>
                                      </p:cBhvr>
                                      <p:to>
                                        <p:strVal val="hidden"/>
                                      </p:to>
                                    </p:set>
                                  </p:childTnLst>
                                </p:cTn>
                              </p:par>
                              <p:par>
                                <p:cTn id="214" presetID="16" presetClass="exit" presetSubtype="21" fill="hold" nodeType="withEffect">
                                  <p:stCondLst>
                                    <p:cond delay="0"/>
                                  </p:stCondLst>
                                  <p:childTnLst>
                                    <p:animEffect transition="out" filter="barn(inVertical)">
                                      <p:cBhvr>
                                        <p:cTn id="215" dur="500"/>
                                        <p:tgtEl>
                                          <p:spTgt spid="205"/>
                                        </p:tgtEl>
                                      </p:cBhvr>
                                    </p:animEffect>
                                    <p:set>
                                      <p:cBhvr>
                                        <p:cTn id="216" dur="1" fill="hold">
                                          <p:stCondLst>
                                            <p:cond delay="499"/>
                                          </p:stCondLst>
                                        </p:cTn>
                                        <p:tgtEl>
                                          <p:spTgt spid="205"/>
                                        </p:tgtEl>
                                        <p:attrNameLst>
                                          <p:attrName>style.visibility</p:attrName>
                                        </p:attrNameLst>
                                      </p:cBhvr>
                                      <p:to>
                                        <p:strVal val="hidden"/>
                                      </p:to>
                                    </p:set>
                                  </p:childTnLst>
                                </p:cTn>
                              </p:par>
                            </p:childTnLst>
                          </p:cTn>
                        </p:par>
                      </p:childTnLst>
                    </p:cTn>
                  </p:par>
                  <p:par>
                    <p:cTn id="217" fill="hold">
                      <p:stCondLst>
                        <p:cond delay="indefinite"/>
                      </p:stCondLst>
                      <p:childTnLst>
                        <p:par>
                          <p:cTn id="218" fill="hold">
                            <p:stCondLst>
                              <p:cond delay="0"/>
                            </p:stCondLst>
                            <p:childTnLst>
                              <p:par>
                                <p:cTn id="219" presetID="1" presetClass="emph" presetSubtype="2" fill="hold" nodeType="clickEffect">
                                  <p:stCondLst>
                                    <p:cond delay="0"/>
                                  </p:stCondLst>
                                  <p:childTnLst>
                                    <p:animClr clrSpc="rgb" dir="cw">
                                      <p:cBhvr>
                                        <p:cTn id="220" dur="500" fill="hold"/>
                                        <p:tgtEl>
                                          <p:spTgt spid="4"/>
                                        </p:tgtEl>
                                        <p:attrNameLst>
                                          <p:attrName>fillcolor</p:attrName>
                                        </p:attrNameLst>
                                      </p:cBhvr>
                                      <p:to>
                                        <a:srgbClr val="FFF2CC"/>
                                      </p:to>
                                    </p:animClr>
                                    <p:set>
                                      <p:cBhvr>
                                        <p:cTn id="221" dur="500" fill="hold"/>
                                        <p:tgtEl>
                                          <p:spTgt spid="4"/>
                                        </p:tgtEl>
                                        <p:attrNameLst>
                                          <p:attrName>fill.type</p:attrName>
                                        </p:attrNameLst>
                                      </p:cBhvr>
                                      <p:to>
                                        <p:strVal val="solid"/>
                                      </p:to>
                                    </p:set>
                                    <p:set>
                                      <p:cBhvr>
                                        <p:cTn id="222" dur="500" fill="hold"/>
                                        <p:tgtEl>
                                          <p:spTgt spid="4"/>
                                        </p:tgtEl>
                                        <p:attrNameLst>
                                          <p:attrName>fill.on</p:attrName>
                                        </p:attrNameLst>
                                      </p:cBhvr>
                                      <p:to>
                                        <p:strVal val="true"/>
                                      </p:to>
                                    </p:set>
                                  </p:childTnLst>
                                </p:cTn>
                              </p:par>
                            </p:childTnLst>
                          </p:cTn>
                        </p:par>
                      </p:childTnLst>
                    </p:cTn>
                  </p:par>
                  <p:par>
                    <p:cTn id="223" fill="hold">
                      <p:stCondLst>
                        <p:cond delay="indefinite"/>
                      </p:stCondLst>
                      <p:childTnLst>
                        <p:par>
                          <p:cTn id="224" fill="hold">
                            <p:stCondLst>
                              <p:cond delay="0"/>
                            </p:stCondLst>
                            <p:childTnLst>
                              <p:par>
                                <p:cTn id="225" presetID="22" presetClass="entr" presetSubtype="8" fill="hold" grpId="0" nodeType="clickEffect">
                                  <p:stCondLst>
                                    <p:cond delay="0"/>
                                  </p:stCondLst>
                                  <p:childTnLst>
                                    <p:set>
                                      <p:cBhvr>
                                        <p:cTn id="226" dur="1" fill="hold">
                                          <p:stCondLst>
                                            <p:cond delay="0"/>
                                          </p:stCondLst>
                                        </p:cTn>
                                        <p:tgtEl>
                                          <p:spTgt spid="147"/>
                                        </p:tgtEl>
                                        <p:attrNameLst>
                                          <p:attrName>style.visibility</p:attrName>
                                        </p:attrNameLst>
                                      </p:cBhvr>
                                      <p:to>
                                        <p:strVal val="visible"/>
                                      </p:to>
                                    </p:set>
                                    <p:animEffect transition="in" filter="wipe(left)">
                                      <p:cBhvr>
                                        <p:cTn id="227" dur="500"/>
                                        <p:tgtEl>
                                          <p:spTgt spid="147"/>
                                        </p:tgtEl>
                                      </p:cBhvr>
                                    </p:animEffect>
                                  </p:childTnLst>
                                </p:cTn>
                              </p:par>
                            </p:childTnLst>
                          </p:cTn>
                        </p:par>
                        <p:par>
                          <p:cTn id="228" fill="hold">
                            <p:stCondLst>
                              <p:cond delay="500"/>
                            </p:stCondLst>
                            <p:childTnLst>
                              <p:par>
                                <p:cTn id="229" presetID="22" presetClass="exit" presetSubtype="8" fill="hold" grpId="1" nodeType="afterEffect">
                                  <p:stCondLst>
                                    <p:cond delay="0"/>
                                  </p:stCondLst>
                                  <p:childTnLst>
                                    <p:animEffect transition="out" filter="wipe(left)">
                                      <p:cBhvr>
                                        <p:cTn id="230" dur="500"/>
                                        <p:tgtEl>
                                          <p:spTgt spid="147"/>
                                        </p:tgtEl>
                                      </p:cBhvr>
                                    </p:animEffect>
                                    <p:set>
                                      <p:cBhvr>
                                        <p:cTn id="231" dur="1" fill="hold">
                                          <p:stCondLst>
                                            <p:cond delay="499"/>
                                          </p:stCondLst>
                                        </p:cTn>
                                        <p:tgtEl>
                                          <p:spTgt spid="147"/>
                                        </p:tgtEl>
                                        <p:attrNameLst>
                                          <p:attrName>style.visibility</p:attrName>
                                        </p:attrNameLst>
                                      </p:cBhvr>
                                      <p:to>
                                        <p:strVal val="hidden"/>
                                      </p:to>
                                    </p:set>
                                  </p:childTnLst>
                                </p:cTn>
                              </p:par>
                            </p:childTnLst>
                          </p:cTn>
                        </p:par>
                        <p:par>
                          <p:cTn id="232" fill="hold">
                            <p:stCondLst>
                              <p:cond delay="1000"/>
                            </p:stCondLst>
                            <p:childTnLst>
                              <p:par>
                                <p:cTn id="233" presetID="22" presetClass="entr" presetSubtype="1" fill="hold" nodeType="afterEffect">
                                  <p:stCondLst>
                                    <p:cond delay="0"/>
                                  </p:stCondLst>
                                  <p:childTnLst>
                                    <p:set>
                                      <p:cBhvr>
                                        <p:cTn id="234" dur="1" fill="hold">
                                          <p:stCondLst>
                                            <p:cond delay="0"/>
                                          </p:stCondLst>
                                        </p:cTn>
                                        <p:tgtEl>
                                          <p:spTgt spid="247"/>
                                        </p:tgtEl>
                                        <p:attrNameLst>
                                          <p:attrName>style.visibility</p:attrName>
                                        </p:attrNameLst>
                                      </p:cBhvr>
                                      <p:to>
                                        <p:strVal val="visible"/>
                                      </p:to>
                                    </p:set>
                                    <p:animEffect transition="in" filter="wipe(up)">
                                      <p:cBhvr>
                                        <p:cTn id="235" dur="500"/>
                                        <p:tgtEl>
                                          <p:spTgt spid="247"/>
                                        </p:tgtEl>
                                      </p:cBhvr>
                                    </p:animEffect>
                                  </p:childTnLst>
                                </p:cTn>
                              </p:par>
                            </p:childTnLst>
                          </p:cTn>
                        </p:par>
                      </p:childTnLst>
                    </p:cTn>
                  </p:par>
                  <p:par>
                    <p:cTn id="236" fill="hold">
                      <p:stCondLst>
                        <p:cond delay="indefinite"/>
                      </p:stCondLst>
                      <p:childTnLst>
                        <p:par>
                          <p:cTn id="237" fill="hold">
                            <p:stCondLst>
                              <p:cond delay="0"/>
                            </p:stCondLst>
                            <p:childTnLst>
                              <p:par>
                                <p:cTn id="238" presetID="22" presetClass="entr" presetSubtype="8" fill="hold" grpId="0" nodeType="clickEffect">
                                  <p:stCondLst>
                                    <p:cond delay="0"/>
                                  </p:stCondLst>
                                  <p:childTnLst>
                                    <p:set>
                                      <p:cBhvr>
                                        <p:cTn id="239" dur="1" fill="hold">
                                          <p:stCondLst>
                                            <p:cond delay="0"/>
                                          </p:stCondLst>
                                        </p:cTn>
                                        <p:tgtEl>
                                          <p:spTgt spid="188"/>
                                        </p:tgtEl>
                                        <p:attrNameLst>
                                          <p:attrName>style.visibility</p:attrName>
                                        </p:attrNameLst>
                                      </p:cBhvr>
                                      <p:to>
                                        <p:strVal val="visible"/>
                                      </p:to>
                                    </p:set>
                                    <p:animEffect transition="in" filter="wipe(left)">
                                      <p:cBhvr>
                                        <p:cTn id="240" dur="500"/>
                                        <p:tgtEl>
                                          <p:spTgt spid="188"/>
                                        </p:tgtEl>
                                      </p:cBhvr>
                                    </p:animEffect>
                                  </p:childTnLst>
                                </p:cTn>
                              </p:par>
                            </p:childTnLst>
                          </p:cTn>
                        </p:par>
                        <p:par>
                          <p:cTn id="241" fill="hold">
                            <p:stCondLst>
                              <p:cond delay="500"/>
                            </p:stCondLst>
                            <p:childTnLst>
                              <p:par>
                                <p:cTn id="242" presetID="22" presetClass="entr" presetSubtype="1" fill="hold" nodeType="afterEffect">
                                  <p:stCondLst>
                                    <p:cond delay="0"/>
                                  </p:stCondLst>
                                  <p:childTnLst>
                                    <p:set>
                                      <p:cBhvr>
                                        <p:cTn id="243" dur="1" fill="hold">
                                          <p:stCondLst>
                                            <p:cond delay="0"/>
                                          </p:stCondLst>
                                        </p:cTn>
                                        <p:tgtEl>
                                          <p:spTgt spid="214"/>
                                        </p:tgtEl>
                                        <p:attrNameLst>
                                          <p:attrName>style.visibility</p:attrName>
                                        </p:attrNameLst>
                                      </p:cBhvr>
                                      <p:to>
                                        <p:strVal val="visible"/>
                                      </p:to>
                                    </p:set>
                                    <p:animEffect transition="in" filter="wipe(up)">
                                      <p:cBhvr>
                                        <p:cTn id="244" dur="500"/>
                                        <p:tgtEl>
                                          <p:spTgt spid="214"/>
                                        </p:tgtEl>
                                      </p:cBhvr>
                                    </p:animEffect>
                                  </p:childTnLst>
                                </p:cTn>
                              </p:par>
                            </p:childTnLst>
                          </p:cTn>
                        </p:par>
                      </p:childTnLst>
                    </p:cTn>
                  </p:par>
                  <p:par>
                    <p:cTn id="245" fill="hold">
                      <p:stCondLst>
                        <p:cond delay="indefinite"/>
                      </p:stCondLst>
                      <p:childTnLst>
                        <p:par>
                          <p:cTn id="246" fill="hold">
                            <p:stCondLst>
                              <p:cond delay="0"/>
                            </p:stCondLst>
                            <p:childTnLst>
                              <p:par>
                                <p:cTn id="247" presetID="22" presetClass="entr" presetSubtype="8" fill="hold" nodeType="clickEffect">
                                  <p:stCondLst>
                                    <p:cond delay="0"/>
                                  </p:stCondLst>
                                  <p:childTnLst>
                                    <p:set>
                                      <p:cBhvr>
                                        <p:cTn id="248" dur="1" fill="hold">
                                          <p:stCondLst>
                                            <p:cond delay="0"/>
                                          </p:stCondLst>
                                        </p:cTn>
                                        <p:tgtEl>
                                          <p:spTgt spid="148"/>
                                        </p:tgtEl>
                                        <p:attrNameLst>
                                          <p:attrName>style.visibility</p:attrName>
                                        </p:attrNameLst>
                                      </p:cBhvr>
                                      <p:to>
                                        <p:strVal val="visible"/>
                                      </p:to>
                                    </p:set>
                                    <p:animEffect transition="in" filter="wipe(left)">
                                      <p:cBhvr>
                                        <p:cTn id="249" dur="500"/>
                                        <p:tgtEl>
                                          <p:spTgt spid="148"/>
                                        </p:tgtEl>
                                      </p:cBhvr>
                                    </p:animEffect>
                                  </p:childTnLst>
                                </p:cTn>
                              </p:par>
                            </p:childTnLst>
                          </p:cTn>
                        </p:par>
                        <p:par>
                          <p:cTn id="250" fill="hold">
                            <p:stCondLst>
                              <p:cond delay="500"/>
                            </p:stCondLst>
                            <p:childTnLst>
                              <p:par>
                                <p:cTn id="251" presetID="42" presetClass="path" presetSubtype="0" accel="50000" decel="50000" fill="hold" nodeType="afterEffect">
                                  <p:stCondLst>
                                    <p:cond delay="0"/>
                                  </p:stCondLst>
                                  <p:childTnLst>
                                    <p:animMotion origin="layout" path="M -2.5E-6 -2.59259E-6 L 0.00039 0.29236 " pathEditMode="relative" rAng="0" ptsTypes="AA">
                                      <p:cBhvr>
                                        <p:cTn id="252" dur="2000" fill="hold"/>
                                        <p:tgtEl>
                                          <p:spTgt spid="148"/>
                                        </p:tgtEl>
                                        <p:attrNameLst>
                                          <p:attrName>ppt_x</p:attrName>
                                          <p:attrName>ppt_y</p:attrName>
                                        </p:attrNameLst>
                                      </p:cBhvr>
                                      <p:rCtr x="13" y="14606"/>
                                    </p:animMotion>
                                  </p:childTnLst>
                                </p:cTn>
                              </p:par>
                            </p:childTnLst>
                          </p:cTn>
                        </p:par>
                      </p:childTnLst>
                    </p:cTn>
                  </p:par>
                  <p:par>
                    <p:cTn id="253" fill="hold">
                      <p:stCondLst>
                        <p:cond delay="indefinite"/>
                      </p:stCondLst>
                      <p:childTnLst>
                        <p:par>
                          <p:cTn id="254" fill="hold">
                            <p:stCondLst>
                              <p:cond delay="0"/>
                            </p:stCondLst>
                            <p:childTnLst>
                              <p:par>
                                <p:cTn id="255" presetID="1" presetClass="emph" presetSubtype="2" fill="hold" nodeType="clickEffect">
                                  <p:stCondLst>
                                    <p:cond delay="0"/>
                                  </p:stCondLst>
                                  <p:childTnLst>
                                    <p:animClr clrSpc="rgb" dir="cw">
                                      <p:cBhvr>
                                        <p:cTn id="256" dur="500" fill="hold"/>
                                        <p:tgtEl>
                                          <p:spTgt spid="4"/>
                                        </p:tgtEl>
                                        <p:attrNameLst>
                                          <p:attrName>fillcolor</p:attrName>
                                        </p:attrNameLst>
                                      </p:cBhvr>
                                      <p:to>
                                        <a:srgbClr val="E1CEE4"/>
                                      </p:to>
                                    </p:animClr>
                                    <p:set>
                                      <p:cBhvr>
                                        <p:cTn id="257" dur="500" fill="hold"/>
                                        <p:tgtEl>
                                          <p:spTgt spid="4"/>
                                        </p:tgtEl>
                                        <p:attrNameLst>
                                          <p:attrName>fill.type</p:attrName>
                                        </p:attrNameLst>
                                      </p:cBhvr>
                                      <p:to>
                                        <p:strVal val="solid"/>
                                      </p:to>
                                    </p:set>
                                    <p:set>
                                      <p:cBhvr>
                                        <p:cTn id="258" dur="500" fill="hold"/>
                                        <p:tgtEl>
                                          <p:spTgt spid="4"/>
                                        </p:tgtEl>
                                        <p:attrNameLst>
                                          <p:attrName>fill.on</p:attrName>
                                        </p:attrNameLst>
                                      </p:cBhvr>
                                      <p:to>
                                        <p:strVal val="true"/>
                                      </p:to>
                                    </p:set>
                                  </p:childTnLst>
                                </p:cTn>
                              </p:par>
                            </p:childTnLst>
                          </p:cTn>
                        </p:par>
                      </p:childTnLst>
                    </p:cTn>
                  </p:par>
                  <p:par>
                    <p:cTn id="259" fill="hold">
                      <p:stCondLst>
                        <p:cond delay="indefinite"/>
                      </p:stCondLst>
                      <p:childTnLst>
                        <p:par>
                          <p:cTn id="260" fill="hold">
                            <p:stCondLst>
                              <p:cond delay="0"/>
                            </p:stCondLst>
                            <p:childTnLst>
                              <p:par>
                                <p:cTn id="261" presetID="22" presetClass="entr" presetSubtype="1" fill="hold" grpId="0" nodeType="clickEffect">
                                  <p:stCondLst>
                                    <p:cond delay="0"/>
                                  </p:stCondLst>
                                  <p:childTnLst>
                                    <p:set>
                                      <p:cBhvr>
                                        <p:cTn id="262" dur="1" fill="hold">
                                          <p:stCondLst>
                                            <p:cond delay="0"/>
                                          </p:stCondLst>
                                        </p:cTn>
                                        <p:tgtEl>
                                          <p:spTgt spid="152"/>
                                        </p:tgtEl>
                                        <p:attrNameLst>
                                          <p:attrName>style.visibility</p:attrName>
                                        </p:attrNameLst>
                                      </p:cBhvr>
                                      <p:to>
                                        <p:strVal val="visible"/>
                                      </p:to>
                                    </p:set>
                                    <p:animEffect transition="in" filter="wipe(up)">
                                      <p:cBhvr>
                                        <p:cTn id="263" dur="500"/>
                                        <p:tgtEl>
                                          <p:spTgt spid="152"/>
                                        </p:tgtEl>
                                      </p:cBhvr>
                                    </p:animEffect>
                                  </p:childTnLst>
                                </p:cTn>
                              </p:par>
                            </p:childTnLst>
                          </p:cTn>
                        </p:par>
                        <p:par>
                          <p:cTn id="264" fill="hold">
                            <p:stCondLst>
                              <p:cond delay="500"/>
                            </p:stCondLst>
                            <p:childTnLst>
                              <p:par>
                                <p:cTn id="265" presetID="22" presetClass="exit" presetSubtype="1" fill="hold" grpId="1" nodeType="afterEffect">
                                  <p:stCondLst>
                                    <p:cond delay="0"/>
                                  </p:stCondLst>
                                  <p:childTnLst>
                                    <p:animEffect transition="out" filter="wipe(up)">
                                      <p:cBhvr>
                                        <p:cTn id="266" dur="500"/>
                                        <p:tgtEl>
                                          <p:spTgt spid="152"/>
                                        </p:tgtEl>
                                      </p:cBhvr>
                                    </p:animEffect>
                                    <p:set>
                                      <p:cBhvr>
                                        <p:cTn id="267" dur="1" fill="hold">
                                          <p:stCondLst>
                                            <p:cond delay="499"/>
                                          </p:stCondLst>
                                        </p:cTn>
                                        <p:tgtEl>
                                          <p:spTgt spid="152"/>
                                        </p:tgtEl>
                                        <p:attrNameLst>
                                          <p:attrName>style.visibility</p:attrName>
                                        </p:attrNameLst>
                                      </p:cBhvr>
                                      <p:to>
                                        <p:strVal val="hidden"/>
                                      </p:to>
                                    </p:set>
                                  </p:childTnLst>
                                </p:cTn>
                              </p:par>
                            </p:childTnLst>
                          </p:cTn>
                        </p:par>
                        <p:par>
                          <p:cTn id="268" fill="hold">
                            <p:stCondLst>
                              <p:cond delay="1000"/>
                            </p:stCondLst>
                            <p:childTnLst>
                              <p:par>
                                <p:cTn id="269" presetID="22" presetClass="entr" presetSubtype="1" fill="hold" nodeType="afterEffect">
                                  <p:stCondLst>
                                    <p:cond delay="0"/>
                                  </p:stCondLst>
                                  <p:childTnLst>
                                    <p:set>
                                      <p:cBhvr>
                                        <p:cTn id="270" dur="1" fill="hold">
                                          <p:stCondLst>
                                            <p:cond delay="0"/>
                                          </p:stCondLst>
                                        </p:cTn>
                                        <p:tgtEl>
                                          <p:spTgt spid="241"/>
                                        </p:tgtEl>
                                        <p:attrNameLst>
                                          <p:attrName>style.visibility</p:attrName>
                                        </p:attrNameLst>
                                      </p:cBhvr>
                                      <p:to>
                                        <p:strVal val="visible"/>
                                      </p:to>
                                    </p:set>
                                    <p:animEffect transition="in" filter="wipe(up)">
                                      <p:cBhvr>
                                        <p:cTn id="271" dur="500"/>
                                        <p:tgtEl>
                                          <p:spTgt spid="241"/>
                                        </p:tgtEl>
                                      </p:cBhvr>
                                    </p:animEffect>
                                  </p:childTnLst>
                                </p:cTn>
                              </p:par>
                            </p:childTnLst>
                          </p:cTn>
                        </p:par>
                      </p:childTnLst>
                    </p:cTn>
                  </p:par>
                  <p:par>
                    <p:cTn id="272" fill="hold">
                      <p:stCondLst>
                        <p:cond delay="indefinite"/>
                      </p:stCondLst>
                      <p:childTnLst>
                        <p:par>
                          <p:cTn id="273" fill="hold">
                            <p:stCondLst>
                              <p:cond delay="0"/>
                            </p:stCondLst>
                            <p:childTnLst>
                              <p:par>
                                <p:cTn id="274" presetID="22" presetClass="entr" presetSubtype="1" fill="hold" grpId="0" nodeType="clickEffect">
                                  <p:stCondLst>
                                    <p:cond delay="0"/>
                                  </p:stCondLst>
                                  <p:childTnLst>
                                    <p:set>
                                      <p:cBhvr>
                                        <p:cTn id="275" dur="1" fill="hold">
                                          <p:stCondLst>
                                            <p:cond delay="0"/>
                                          </p:stCondLst>
                                        </p:cTn>
                                        <p:tgtEl>
                                          <p:spTgt spid="189"/>
                                        </p:tgtEl>
                                        <p:attrNameLst>
                                          <p:attrName>style.visibility</p:attrName>
                                        </p:attrNameLst>
                                      </p:cBhvr>
                                      <p:to>
                                        <p:strVal val="visible"/>
                                      </p:to>
                                    </p:set>
                                    <p:animEffect transition="in" filter="wipe(up)">
                                      <p:cBhvr>
                                        <p:cTn id="276" dur="500"/>
                                        <p:tgtEl>
                                          <p:spTgt spid="189"/>
                                        </p:tgtEl>
                                      </p:cBhvr>
                                    </p:animEffect>
                                  </p:childTnLst>
                                </p:cTn>
                              </p:par>
                            </p:childTnLst>
                          </p:cTn>
                        </p:par>
                        <p:par>
                          <p:cTn id="277" fill="hold">
                            <p:stCondLst>
                              <p:cond delay="500"/>
                            </p:stCondLst>
                            <p:childTnLst>
                              <p:par>
                                <p:cTn id="278" presetID="22" presetClass="entr" presetSubtype="1" fill="hold" nodeType="afterEffect">
                                  <p:stCondLst>
                                    <p:cond delay="0"/>
                                  </p:stCondLst>
                                  <p:childTnLst>
                                    <p:set>
                                      <p:cBhvr>
                                        <p:cTn id="279" dur="1" fill="hold">
                                          <p:stCondLst>
                                            <p:cond delay="0"/>
                                          </p:stCondLst>
                                        </p:cTn>
                                        <p:tgtEl>
                                          <p:spTgt spid="208"/>
                                        </p:tgtEl>
                                        <p:attrNameLst>
                                          <p:attrName>style.visibility</p:attrName>
                                        </p:attrNameLst>
                                      </p:cBhvr>
                                      <p:to>
                                        <p:strVal val="visible"/>
                                      </p:to>
                                    </p:set>
                                    <p:animEffect transition="in" filter="wipe(up)">
                                      <p:cBhvr>
                                        <p:cTn id="280" dur="500"/>
                                        <p:tgtEl>
                                          <p:spTgt spid="208"/>
                                        </p:tgtEl>
                                      </p:cBhvr>
                                    </p:animEffect>
                                  </p:childTnLst>
                                </p:cTn>
                              </p:par>
                            </p:childTnLst>
                          </p:cTn>
                        </p:par>
                      </p:childTnLst>
                    </p:cTn>
                  </p:par>
                  <p:par>
                    <p:cTn id="281" fill="hold">
                      <p:stCondLst>
                        <p:cond delay="indefinite"/>
                      </p:stCondLst>
                      <p:childTnLst>
                        <p:par>
                          <p:cTn id="282" fill="hold">
                            <p:stCondLst>
                              <p:cond delay="0"/>
                            </p:stCondLst>
                            <p:childTnLst>
                              <p:par>
                                <p:cTn id="283" presetID="22" presetClass="entr" presetSubtype="1" fill="hold" nodeType="clickEffect">
                                  <p:stCondLst>
                                    <p:cond delay="0"/>
                                  </p:stCondLst>
                                  <p:childTnLst>
                                    <p:set>
                                      <p:cBhvr>
                                        <p:cTn id="284" dur="1" fill="hold">
                                          <p:stCondLst>
                                            <p:cond delay="0"/>
                                          </p:stCondLst>
                                        </p:cTn>
                                        <p:tgtEl>
                                          <p:spTgt spid="163"/>
                                        </p:tgtEl>
                                        <p:attrNameLst>
                                          <p:attrName>style.visibility</p:attrName>
                                        </p:attrNameLst>
                                      </p:cBhvr>
                                      <p:to>
                                        <p:strVal val="visible"/>
                                      </p:to>
                                    </p:set>
                                    <p:animEffect transition="in" filter="wipe(up)">
                                      <p:cBhvr>
                                        <p:cTn id="285" dur="500"/>
                                        <p:tgtEl>
                                          <p:spTgt spid="163"/>
                                        </p:tgtEl>
                                      </p:cBhvr>
                                    </p:animEffect>
                                  </p:childTnLst>
                                </p:cTn>
                              </p:par>
                            </p:childTnLst>
                          </p:cTn>
                        </p:par>
                        <p:par>
                          <p:cTn id="286" fill="hold">
                            <p:stCondLst>
                              <p:cond delay="500"/>
                            </p:stCondLst>
                            <p:childTnLst>
                              <p:par>
                                <p:cTn id="287" presetID="42" presetClass="path" presetSubtype="0" accel="50000" decel="50000" fill="hold" nodeType="afterEffect">
                                  <p:stCondLst>
                                    <p:cond delay="0"/>
                                  </p:stCondLst>
                                  <p:childTnLst>
                                    <p:animMotion origin="layout" path="M -2.5E-6 4.81481E-6 L 0.00157 0.29976 " pathEditMode="relative" rAng="0" ptsTypes="AA">
                                      <p:cBhvr>
                                        <p:cTn id="288" dur="2000" fill="hold"/>
                                        <p:tgtEl>
                                          <p:spTgt spid="163"/>
                                        </p:tgtEl>
                                        <p:attrNameLst>
                                          <p:attrName>ppt_x</p:attrName>
                                          <p:attrName>ppt_y</p:attrName>
                                        </p:attrNameLst>
                                      </p:cBhvr>
                                      <p:rCtr x="78" y="14977"/>
                                    </p:animMotion>
                                  </p:childTnLst>
                                </p:cTn>
                              </p:par>
                            </p:childTnLst>
                          </p:cTn>
                        </p:par>
                      </p:childTnLst>
                    </p:cTn>
                  </p:par>
                  <p:par>
                    <p:cTn id="289" fill="hold">
                      <p:stCondLst>
                        <p:cond delay="indefinite"/>
                      </p:stCondLst>
                      <p:childTnLst>
                        <p:par>
                          <p:cTn id="290" fill="hold">
                            <p:stCondLst>
                              <p:cond delay="0"/>
                            </p:stCondLst>
                            <p:childTnLst>
                              <p:par>
                                <p:cTn id="291" presetID="1" presetClass="emph" presetSubtype="2" fill="hold" nodeType="clickEffect">
                                  <p:stCondLst>
                                    <p:cond delay="0"/>
                                  </p:stCondLst>
                                  <p:childTnLst>
                                    <p:animClr clrSpc="rgb" dir="cw">
                                      <p:cBhvr>
                                        <p:cTn id="292" dur="500" fill="hold"/>
                                        <p:tgtEl>
                                          <p:spTgt spid="4"/>
                                        </p:tgtEl>
                                        <p:attrNameLst>
                                          <p:attrName>fillcolor</p:attrName>
                                        </p:attrNameLst>
                                      </p:cBhvr>
                                      <p:to>
                                        <a:srgbClr val="DFF0D8"/>
                                      </p:to>
                                    </p:animClr>
                                    <p:set>
                                      <p:cBhvr>
                                        <p:cTn id="293" dur="500" fill="hold"/>
                                        <p:tgtEl>
                                          <p:spTgt spid="4"/>
                                        </p:tgtEl>
                                        <p:attrNameLst>
                                          <p:attrName>fill.type</p:attrName>
                                        </p:attrNameLst>
                                      </p:cBhvr>
                                      <p:to>
                                        <p:strVal val="solid"/>
                                      </p:to>
                                    </p:set>
                                    <p:set>
                                      <p:cBhvr>
                                        <p:cTn id="294" dur="500" fill="hold"/>
                                        <p:tgtEl>
                                          <p:spTgt spid="4"/>
                                        </p:tgtEl>
                                        <p:attrNameLst>
                                          <p:attrName>fill.on</p:attrName>
                                        </p:attrNameLst>
                                      </p:cBhvr>
                                      <p:to>
                                        <p:strVal val="true"/>
                                      </p:to>
                                    </p:set>
                                  </p:childTnLst>
                                </p:cTn>
                              </p:par>
                            </p:childTnLst>
                          </p:cTn>
                        </p:par>
                      </p:childTnLst>
                    </p:cTn>
                  </p:par>
                  <p:par>
                    <p:cTn id="295" fill="hold">
                      <p:stCondLst>
                        <p:cond delay="indefinite"/>
                      </p:stCondLst>
                      <p:childTnLst>
                        <p:par>
                          <p:cTn id="296" fill="hold">
                            <p:stCondLst>
                              <p:cond delay="0"/>
                            </p:stCondLst>
                            <p:childTnLst>
                              <p:par>
                                <p:cTn id="297" presetID="22" presetClass="entr" presetSubtype="1" fill="hold" grpId="0" nodeType="clickEffect">
                                  <p:stCondLst>
                                    <p:cond delay="0"/>
                                  </p:stCondLst>
                                  <p:childTnLst>
                                    <p:set>
                                      <p:cBhvr>
                                        <p:cTn id="298" dur="1" fill="hold">
                                          <p:stCondLst>
                                            <p:cond delay="0"/>
                                          </p:stCondLst>
                                        </p:cTn>
                                        <p:tgtEl>
                                          <p:spTgt spid="167"/>
                                        </p:tgtEl>
                                        <p:attrNameLst>
                                          <p:attrName>style.visibility</p:attrName>
                                        </p:attrNameLst>
                                      </p:cBhvr>
                                      <p:to>
                                        <p:strVal val="visible"/>
                                      </p:to>
                                    </p:set>
                                    <p:animEffect transition="in" filter="wipe(up)">
                                      <p:cBhvr>
                                        <p:cTn id="299" dur="500"/>
                                        <p:tgtEl>
                                          <p:spTgt spid="167"/>
                                        </p:tgtEl>
                                      </p:cBhvr>
                                    </p:animEffect>
                                  </p:childTnLst>
                                </p:cTn>
                              </p:par>
                            </p:childTnLst>
                          </p:cTn>
                        </p:par>
                        <p:par>
                          <p:cTn id="300" fill="hold">
                            <p:stCondLst>
                              <p:cond delay="500"/>
                            </p:stCondLst>
                            <p:childTnLst>
                              <p:par>
                                <p:cTn id="301" presetID="22" presetClass="exit" presetSubtype="4" fill="hold" grpId="1" nodeType="afterEffect">
                                  <p:stCondLst>
                                    <p:cond delay="0"/>
                                  </p:stCondLst>
                                  <p:childTnLst>
                                    <p:animEffect transition="out" filter="wipe(down)">
                                      <p:cBhvr>
                                        <p:cTn id="302" dur="500"/>
                                        <p:tgtEl>
                                          <p:spTgt spid="167"/>
                                        </p:tgtEl>
                                      </p:cBhvr>
                                    </p:animEffect>
                                    <p:set>
                                      <p:cBhvr>
                                        <p:cTn id="303" dur="1" fill="hold">
                                          <p:stCondLst>
                                            <p:cond delay="499"/>
                                          </p:stCondLst>
                                        </p:cTn>
                                        <p:tgtEl>
                                          <p:spTgt spid="167"/>
                                        </p:tgtEl>
                                        <p:attrNameLst>
                                          <p:attrName>style.visibility</p:attrName>
                                        </p:attrNameLst>
                                      </p:cBhvr>
                                      <p:to>
                                        <p:strVal val="hidden"/>
                                      </p:to>
                                    </p:set>
                                  </p:childTnLst>
                                </p:cTn>
                              </p:par>
                            </p:childTnLst>
                          </p:cTn>
                        </p:par>
                        <p:par>
                          <p:cTn id="304" fill="hold">
                            <p:stCondLst>
                              <p:cond delay="1000"/>
                            </p:stCondLst>
                            <p:childTnLst>
                              <p:par>
                                <p:cTn id="305" presetID="22" presetClass="entr" presetSubtype="1" fill="hold" nodeType="afterEffect">
                                  <p:stCondLst>
                                    <p:cond delay="0"/>
                                  </p:stCondLst>
                                  <p:childTnLst>
                                    <p:set>
                                      <p:cBhvr>
                                        <p:cTn id="306" dur="1" fill="hold">
                                          <p:stCondLst>
                                            <p:cond delay="0"/>
                                          </p:stCondLst>
                                        </p:cTn>
                                        <p:tgtEl>
                                          <p:spTgt spid="244"/>
                                        </p:tgtEl>
                                        <p:attrNameLst>
                                          <p:attrName>style.visibility</p:attrName>
                                        </p:attrNameLst>
                                      </p:cBhvr>
                                      <p:to>
                                        <p:strVal val="visible"/>
                                      </p:to>
                                    </p:set>
                                    <p:animEffect transition="in" filter="wipe(up)">
                                      <p:cBhvr>
                                        <p:cTn id="307" dur="500"/>
                                        <p:tgtEl>
                                          <p:spTgt spid="244"/>
                                        </p:tgtEl>
                                      </p:cBhvr>
                                    </p:animEffect>
                                  </p:childTnLst>
                                </p:cTn>
                              </p:par>
                            </p:childTnLst>
                          </p:cTn>
                        </p:par>
                      </p:childTnLst>
                    </p:cTn>
                  </p:par>
                  <p:par>
                    <p:cTn id="308" fill="hold">
                      <p:stCondLst>
                        <p:cond delay="indefinite"/>
                      </p:stCondLst>
                      <p:childTnLst>
                        <p:par>
                          <p:cTn id="309" fill="hold">
                            <p:stCondLst>
                              <p:cond delay="0"/>
                            </p:stCondLst>
                            <p:childTnLst>
                              <p:par>
                                <p:cTn id="310" presetID="22" presetClass="entr" presetSubtype="1" fill="hold" grpId="0" nodeType="clickEffect">
                                  <p:stCondLst>
                                    <p:cond delay="0"/>
                                  </p:stCondLst>
                                  <p:childTnLst>
                                    <p:set>
                                      <p:cBhvr>
                                        <p:cTn id="311" dur="1" fill="hold">
                                          <p:stCondLst>
                                            <p:cond delay="0"/>
                                          </p:stCondLst>
                                        </p:cTn>
                                        <p:tgtEl>
                                          <p:spTgt spid="192"/>
                                        </p:tgtEl>
                                        <p:attrNameLst>
                                          <p:attrName>style.visibility</p:attrName>
                                        </p:attrNameLst>
                                      </p:cBhvr>
                                      <p:to>
                                        <p:strVal val="visible"/>
                                      </p:to>
                                    </p:set>
                                    <p:animEffect transition="in" filter="wipe(up)">
                                      <p:cBhvr>
                                        <p:cTn id="312" dur="500"/>
                                        <p:tgtEl>
                                          <p:spTgt spid="192"/>
                                        </p:tgtEl>
                                      </p:cBhvr>
                                    </p:animEffect>
                                  </p:childTnLst>
                                </p:cTn>
                              </p:par>
                            </p:childTnLst>
                          </p:cTn>
                        </p:par>
                        <p:par>
                          <p:cTn id="313" fill="hold">
                            <p:stCondLst>
                              <p:cond delay="500"/>
                            </p:stCondLst>
                            <p:childTnLst>
                              <p:par>
                                <p:cTn id="314" presetID="22" presetClass="entr" presetSubtype="1" fill="hold" nodeType="afterEffect">
                                  <p:stCondLst>
                                    <p:cond delay="0"/>
                                  </p:stCondLst>
                                  <p:childTnLst>
                                    <p:set>
                                      <p:cBhvr>
                                        <p:cTn id="315" dur="1" fill="hold">
                                          <p:stCondLst>
                                            <p:cond delay="0"/>
                                          </p:stCondLst>
                                        </p:cTn>
                                        <p:tgtEl>
                                          <p:spTgt spid="211"/>
                                        </p:tgtEl>
                                        <p:attrNameLst>
                                          <p:attrName>style.visibility</p:attrName>
                                        </p:attrNameLst>
                                      </p:cBhvr>
                                      <p:to>
                                        <p:strVal val="visible"/>
                                      </p:to>
                                    </p:set>
                                    <p:animEffect transition="in" filter="wipe(up)">
                                      <p:cBhvr>
                                        <p:cTn id="316" dur="500"/>
                                        <p:tgtEl>
                                          <p:spTgt spid="211"/>
                                        </p:tgtEl>
                                      </p:cBhvr>
                                    </p:animEffect>
                                  </p:childTnLst>
                                </p:cTn>
                              </p:par>
                            </p:childTnLst>
                          </p:cTn>
                        </p:par>
                      </p:childTnLst>
                    </p:cTn>
                  </p:par>
                  <p:par>
                    <p:cTn id="317" fill="hold">
                      <p:stCondLst>
                        <p:cond delay="indefinite"/>
                      </p:stCondLst>
                      <p:childTnLst>
                        <p:par>
                          <p:cTn id="318" fill="hold">
                            <p:stCondLst>
                              <p:cond delay="0"/>
                            </p:stCondLst>
                            <p:childTnLst>
                              <p:par>
                                <p:cTn id="319" presetID="22" presetClass="entr" presetSubtype="1" fill="hold" nodeType="clickEffect">
                                  <p:stCondLst>
                                    <p:cond delay="0"/>
                                  </p:stCondLst>
                                  <p:childTnLst>
                                    <p:set>
                                      <p:cBhvr>
                                        <p:cTn id="320" dur="1" fill="hold">
                                          <p:stCondLst>
                                            <p:cond delay="0"/>
                                          </p:stCondLst>
                                        </p:cTn>
                                        <p:tgtEl>
                                          <p:spTgt spid="172"/>
                                        </p:tgtEl>
                                        <p:attrNameLst>
                                          <p:attrName>style.visibility</p:attrName>
                                        </p:attrNameLst>
                                      </p:cBhvr>
                                      <p:to>
                                        <p:strVal val="visible"/>
                                      </p:to>
                                    </p:set>
                                    <p:animEffect transition="in" filter="wipe(up)">
                                      <p:cBhvr>
                                        <p:cTn id="321" dur="500"/>
                                        <p:tgtEl>
                                          <p:spTgt spid="172"/>
                                        </p:tgtEl>
                                      </p:cBhvr>
                                    </p:animEffect>
                                  </p:childTnLst>
                                </p:cTn>
                              </p:par>
                            </p:childTnLst>
                          </p:cTn>
                        </p:par>
                        <p:par>
                          <p:cTn id="322" fill="hold">
                            <p:stCondLst>
                              <p:cond delay="500"/>
                            </p:stCondLst>
                            <p:childTnLst>
                              <p:par>
                                <p:cTn id="323" presetID="42" presetClass="path" presetSubtype="0" accel="50000" decel="50000" fill="hold" nodeType="afterEffect">
                                  <p:stCondLst>
                                    <p:cond delay="0"/>
                                  </p:stCondLst>
                                  <p:childTnLst>
                                    <p:animMotion origin="layout" path="M -1.45833E-6 -2.59259E-6 L 0.00065 0.29838 " pathEditMode="relative" rAng="0" ptsTypes="AA">
                                      <p:cBhvr>
                                        <p:cTn id="324" dur="2000" fill="hold"/>
                                        <p:tgtEl>
                                          <p:spTgt spid="172"/>
                                        </p:tgtEl>
                                        <p:attrNameLst>
                                          <p:attrName>ppt_x</p:attrName>
                                          <p:attrName>ppt_y</p:attrName>
                                        </p:attrNameLst>
                                      </p:cBhvr>
                                      <p:rCtr x="26" y="14907"/>
                                    </p:animMotion>
                                  </p:childTnLst>
                                </p:cTn>
                              </p:par>
                            </p:childTnLst>
                          </p:cTn>
                        </p:par>
                      </p:childTnLst>
                    </p:cTn>
                  </p:par>
                  <p:par>
                    <p:cTn id="325" fill="hold">
                      <p:stCondLst>
                        <p:cond delay="indefinite"/>
                      </p:stCondLst>
                      <p:childTnLst>
                        <p:par>
                          <p:cTn id="326" fill="hold">
                            <p:stCondLst>
                              <p:cond delay="0"/>
                            </p:stCondLst>
                            <p:childTnLst>
                              <p:par>
                                <p:cTn id="327" presetID="1" presetClass="emph" presetSubtype="2" fill="hold" nodeType="clickEffect">
                                  <p:stCondLst>
                                    <p:cond delay="0"/>
                                  </p:stCondLst>
                                  <p:childTnLst>
                                    <p:animClr clrSpc="rgb" dir="cw">
                                      <p:cBhvr>
                                        <p:cTn id="328" dur="500" fill="hold"/>
                                        <p:tgtEl>
                                          <p:spTgt spid="4"/>
                                        </p:tgtEl>
                                        <p:attrNameLst>
                                          <p:attrName>fillcolor</p:attrName>
                                        </p:attrNameLst>
                                      </p:cBhvr>
                                      <p:to>
                                        <a:srgbClr val="E9D7E8"/>
                                      </p:to>
                                    </p:animClr>
                                    <p:set>
                                      <p:cBhvr>
                                        <p:cTn id="329" dur="500" fill="hold"/>
                                        <p:tgtEl>
                                          <p:spTgt spid="4"/>
                                        </p:tgtEl>
                                        <p:attrNameLst>
                                          <p:attrName>fill.type</p:attrName>
                                        </p:attrNameLst>
                                      </p:cBhvr>
                                      <p:to>
                                        <p:strVal val="solid"/>
                                      </p:to>
                                    </p:set>
                                    <p:set>
                                      <p:cBhvr>
                                        <p:cTn id="330" dur="500" fill="hold"/>
                                        <p:tgtEl>
                                          <p:spTgt spid="4"/>
                                        </p:tgtEl>
                                        <p:attrNameLst>
                                          <p:attrName>fill.on</p:attrName>
                                        </p:attrNameLst>
                                      </p:cBhvr>
                                      <p:to>
                                        <p:strVal val="true"/>
                                      </p:to>
                                    </p:set>
                                  </p:childTnLst>
                                </p:cTn>
                              </p:par>
                              <p:par>
                                <p:cTn id="331" presetID="16" presetClass="exit" presetSubtype="21" fill="hold" nodeType="withEffect">
                                  <p:stCondLst>
                                    <p:cond delay="0"/>
                                  </p:stCondLst>
                                  <p:childTnLst>
                                    <p:animEffect transition="out" filter="barn(inVertical)">
                                      <p:cBhvr>
                                        <p:cTn id="332" dur="500"/>
                                        <p:tgtEl>
                                          <p:spTgt spid="244"/>
                                        </p:tgtEl>
                                      </p:cBhvr>
                                    </p:animEffect>
                                    <p:set>
                                      <p:cBhvr>
                                        <p:cTn id="333" dur="1" fill="hold">
                                          <p:stCondLst>
                                            <p:cond delay="499"/>
                                          </p:stCondLst>
                                        </p:cTn>
                                        <p:tgtEl>
                                          <p:spTgt spid="244"/>
                                        </p:tgtEl>
                                        <p:attrNameLst>
                                          <p:attrName>style.visibility</p:attrName>
                                        </p:attrNameLst>
                                      </p:cBhvr>
                                      <p:to>
                                        <p:strVal val="hidden"/>
                                      </p:to>
                                    </p:set>
                                  </p:childTnLst>
                                </p:cTn>
                              </p:par>
                              <p:par>
                                <p:cTn id="334" presetID="16" presetClass="exit" presetSubtype="21" fill="hold" nodeType="withEffect">
                                  <p:stCondLst>
                                    <p:cond delay="0"/>
                                  </p:stCondLst>
                                  <p:childTnLst>
                                    <p:animEffect transition="out" filter="barn(inVertical)">
                                      <p:cBhvr>
                                        <p:cTn id="335" dur="500"/>
                                        <p:tgtEl>
                                          <p:spTgt spid="211"/>
                                        </p:tgtEl>
                                      </p:cBhvr>
                                    </p:animEffect>
                                    <p:set>
                                      <p:cBhvr>
                                        <p:cTn id="336" dur="1" fill="hold">
                                          <p:stCondLst>
                                            <p:cond delay="499"/>
                                          </p:stCondLst>
                                        </p:cTn>
                                        <p:tgtEl>
                                          <p:spTgt spid="211"/>
                                        </p:tgtEl>
                                        <p:attrNameLst>
                                          <p:attrName>style.visibility</p:attrName>
                                        </p:attrNameLst>
                                      </p:cBhvr>
                                      <p:to>
                                        <p:strVal val="hidden"/>
                                      </p:to>
                                    </p:set>
                                  </p:childTnLst>
                                </p:cTn>
                              </p:par>
                            </p:childTnLst>
                          </p:cTn>
                        </p:par>
                      </p:childTnLst>
                    </p:cTn>
                  </p:par>
                  <p:par>
                    <p:cTn id="337" fill="hold">
                      <p:stCondLst>
                        <p:cond delay="indefinite"/>
                      </p:stCondLst>
                      <p:childTnLst>
                        <p:par>
                          <p:cTn id="338" fill="hold">
                            <p:stCondLst>
                              <p:cond delay="0"/>
                            </p:stCondLst>
                            <p:childTnLst>
                              <p:par>
                                <p:cTn id="339" presetID="1" presetClass="emph" presetSubtype="2" fill="hold" nodeType="clickEffect">
                                  <p:stCondLst>
                                    <p:cond delay="0"/>
                                  </p:stCondLst>
                                  <p:childTnLst>
                                    <p:animClr clrSpc="rgb" dir="cw">
                                      <p:cBhvr>
                                        <p:cTn id="340" dur="500" fill="hold"/>
                                        <p:tgtEl>
                                          <p:spTgt spid="4"/>
                                        </p:tgtEl>
                                        <p:attrNameLst>
                                          <p:attrName>fillcolor</p:attrName>
                                        </p:attrNameLst>
                                      </p:cBhvr>
                                      <p:to>
                                        <a:srgbClr val="DFF0D8"/>
                                      </p:to>
                                    </p:animClr>
                                    <p:set>
                                      <p:cBhvr>
                                        <p:cTn id="341" dur="500" fill="hold"/>
                                        <p:tgtEl>
                                          <p:spTgt spid="4"/>
                                        </p:tgtEl>
                                        <p:attrNameLst>
                                          <p:attrName>fill.type</p:attrName>
                                        </p:attrNameLst>
                                      </p:cBhvr>
                                      <p:to>
                                        <p:strVal val="solid"/>
                                      </p:to>
                                    </p:set>
                                    <p:set>
                                      <p:cBhvr>
                                        <p:cTn id="342" dur="500" fill="hold"/>
                                        <p:tgtEl>
                                          <p:spTgt spid="4"/>
                                        </p:tgtEl>
                                        <p:attrNameLst>
                                          <p:attrName>fill.on</p:attrName>
                                        </p:attrNameLst>
                                      </p:cBhvr>
                                      <p:to>
                                        <p:strVal val="true"/>
                                      </p:to>
                                    </p:set>
                                  </p:childTnLst>
                                </p:cTn>
                              </p:par>
                            </p:childTnLst>
                          </p:cTn>
                        </p:par>
                      </p:childTnLst>
                    </p:cTn>
                  </p:par>
                  <p:par>
                    <p:cTn id="343" fill="hold">
                      <p:stCondLst>
                        <p:cond delay="indefinite"/>
                      </p:stCondLst>
                      <p:childTnLst>
                        <p:par>
                          <p:cTn id="344" fill="hold">
                            <p:stCondLst>
                              <p:cond delay="0"/>
                            </p:stCondLst>
                            <p:childTnLst>
                              <p:par>
                                <p:cTn id="345" presetID="22" presetClass="entr" presetSubtype="8" fill="hold" grpId="0" nodeType="clickEffect">
                                  <p:stCondLst>
                                    <p:cond delay="0"/>
                                  </p:stCondLst>
                                  <p:childTnLst>
                                    <p:set>
                                      <p:cBhvr>
                                        <p:cTn id="346" dur="1" fill="hold">
                                          <p:stCondLst>
                                            <p:cond delay="0"/>
                                          </p:stCondLst>
                                        </p:cTn>
                                        <p:tgtEl>
                                          <p:spTgt spid="181"/>
                                        </p:tgtEl>
                                        <p:attrNameLst>
                                          <p:attrName>style.visibility</p:attrName>
                                        </p:attrNameLst>
                                      </p:cBhvr>
                                      <p:to>
                                        <p:strVal val="visible"/>
                                      </p:to>
                                    </p:set>
                                    <p:animEffect transition="in" filter="wipe(left)">
                                      <p:cBhvr>
                                        <p:cTn id="347" dur="500"/>
                                        <p:tgtEl>
                                          <p:spTgt spid="181"/>
                                        </p:tgtEl>
                                      </p:cBhvr>
                                    </p:animEffect>
                                  </p:childTnLst>
                                </p:cTn>
                              </p:par>
                            </p:childTnLst>
                          </p:cTn>
                        </p:par>
                        <p:par>
                          <p:cTn id="348" fill="hold">
                            <p:stCondLst>
                              <p:cond delay="500"/>
                            </p:stCondLst>
                            <p:childTnLst>
                              <p:par>
                                <p:cTn id="349" presetID="22" presetClass="exit" presetSubtype="8" fill="hold" grpId="1" nodeType="afterEffect">
                                  <p:stCondLst>
                                    <p:cond delay="0"/>
                                  </p:stCondLst>
                                  <p:childTnLst>
                                    <p:animEffect transition="out" filter="wipe(left)">
                                      <p:cBhvr>
                                        <p:cTn id="350" dur="500"/>
                                        <p:tgtEl>
                                          <p:spTgt spid="181"/>
                                        </p:tgtEl>
                                      </p:cBhvr>
                                    </p:animEffect>
                                    <p:set>
                                      <p:cBhvr>
                                        <p:cTn id="351" dur="1" fill="hold">
                                          <p:stCondLst>
                                            <p:cond delay="499"/>
                                          </p:stCondLst>
                                        </p:cTn>
                                        <p:tgtEl>
                                          <p:spTgt spid="181"/>
                                        </p:tgtEl>
                                        <p:attrNameLst>
                                          <p:attrName>style.visibility</p:attrName>
                                        </p:attrNameLst>
                                      </p:cBhvr>
                                      <p:to>
                                        <p:strVal val="hidden"/>
                                      </p:to>
                                    </p:set>
                                  </p:childTnLst>
                                </p:cTn>
                              </p:par>
                            </p:childTnLst>
                          </p:cTn>
                        </p:par>
                        <p:par>
                          <p:cTn id="352" fill="hold">
                            <p:stCondLst>
                              <p:cond delay="1000"/>
                            </p:stCondLst>
                            <p:childTnLst>
                              <p:par>
                                <p:cTn id="353" presetID="22" presetClass="entr" presetSubtype="1" fill="hold" nodeType="afterEffect">
                                  <p:stCondLst>
                                    <p:cond delay="0"/>
                                  </p:stCondLst>
                                  <p:childTnLst>
                                    <p:set>
                                      <p:cBhvr>
                                        <p:cTn id="354" dur="1" fill="hold">
                                          <p:stCondLst>
                                            <p:cond delay="0"/>
                                          </p:stCondLst>
                                        </p:cTn>
                                        <p:tgtEl>
                                          <p:spTgt spid="250"/>
                                        </p:tgtEl>
                                        <p:attrNameLst>
                                          <p:attrName>style.visibility</p:attrName>
                                        </p:attrNameLst>
                                      </p:cBhvr>
                                      <p:to>
                                        <p:strVal val="visible"/>
                                      </p:to>
                                    </p:set>
                                    <p:animEffect transition="in" filter="wipe(up)">
                                      <p:cBhvr>
                                        <p:cTn id="355" dur="500"/>
                                        <p:tgtEl>
                                          <p:spTgt spid="250"/>
                                        </p:tgtEl>
                                      </p:cBhvr>
                                    </p:animEffect>
                                  </p:childTnLst>
                                </p:cTn>
                              </p:par>
                            </p:childTnLst>
                          </p:cTn>
                        </p:par>
                      </p:childTnLst>
                    </p:cTn>
                  </p:par>
                  <p:par>
                    <p:cTn id="356" fill="hold">
                      <p:stCondLst>
                        <p:cond delay="indefinite"/>
                      </p:stCondLst>
                      <p:childTnLst>
                        <p:par>
                          <p:cTn id="357" fill="hold">
                            <p:stCondLst>
                              <p:cond delay="0"/>
                            </p:stCondLst>
                            <p:childTnLst>
                              <p:par>
                                <p:cTn id="358" presetID="22" presetClass="entr" presetSubtype="8" fill="hold" grpId="0" nodeType="clickEffect">
                                  <p:stCondLst>
                                    <p:cond delay="0"/>
                                  </p:stCondLst>
                                  <p:childTnLst>
                                    <p:set>
                                      <p:cBhvr>
                                        <p:cTn id="359" dur="1" fill="hold">
                                          <p:stCondLst>
                                            <p:cond delay="0"/>
                                          </p:stCondLst>
                                        </p:cTn>
                                        <p:tgtEl>
                                          <p:spTgt spid="194"/>
                                        </p:tgtEl>
                                        <p:attrNameLst>
                                          <p:attrName>style.visibility</p:attrName>
                                        </p:attrNameLst>
                                      </p:cBhvr>
                                      <p:to>
                                        <p:strVal val="visible"/>
                                      </p:to>
                                    </p:set>
                                    <p:animEffect transition="in" filter="wipe(left)">
                                      <p:cBhvr>
                                        <p:cTn id="360" dur="500"/>
                                        <p:tgtEl>
                                          <p:spTgt spid="194"/>
                                        </p:tgtEl>
                                      </p:cBhvr>
                                    </p:animEffect>
                                  </p:childTnLst>
                                </p:cTn>
                              </p:par>
                            </p:childTnLst>
                          </p:cTn>
                        </p:par>
                        <p:par>
                          <p:cTn id="361" fill="hold">
                            <p:stCondLst>
                              <p:cond delay="500"/>
                            </p:stCondLst>
                            <p:childTnLst>
                              <p:par>
                                <p:cTn id="362" presetID="22" presetClass="entr" presetSubtype="1" fill="hold" nodeType="afterEffect">
                                  <p:stCondLst>
                                    <p:cond delay="0"/>
                                  </p:stCondLst>
                                  <p:childTnLst>
                                    <p:set>
                                      <p:cBhvr>
                                        <p:cTn id="363" dur="1" fill="hold">
                                          <p:stCondLst>
                                            <p:cond delay="0"/>
                                          </p:stCondLst>
                                        </p:cTn>
                                        <p:tgtEl>
                                          <p:spTgt spid="217"/>
                                        </p:tgtEl>
                                        <p:attrNameLst>
                                          <p:attrName>style.visibility</p:attrName>
                                        </p:attrNameLst>
                                      </p:cBhvr>
                                      <p:to>
                                        <p:strVal val="visible"/>
                                      </p:to>
                                    </p:set>
                                    <p:animEffect transition="in" filter="wipe(up)">
                                      <p:cBhvr>
                                        <p:cTn id="364" dur="500"/>
                                        <p:tgtEl>
                                          <p:spTgt spid="217"/>
                                        </p:tgtEl>
                                      </p:cBhvr>
                                    </p:animEffect>
                                  </p:childTnLst>
                                </p:cTn>
                              </p:par>
                            </p:childTnLst>
                          </p:cTn>
                        </p:par>
                      </p:childTnLst>
                    </p:cTn>
                  </p:par>
                  <p:par>
                    <p:cTn id="365" fill="hold">
                      <p:stCondLst>
                        <p:cond delay="indefinite"/>
                      </p:stCondLst>
                      <p:childTnLst>
                        <p:par>
                          <p:cTn id="366" fill="hold">
                            <p:stCondLst>
                              <p:cond delay="0"/>
                            </p:stCondLst>
                            <p:childTnLst>
                              <p:par>
                                <p:cTn id="367" presetID="22" presetClass="entr" presetSubtype="8" fill="hold" nodeType="clickEffect">
                                  <p:stCondLst>
                                    <p:cond delay="0"/>
                                  </p:stCondLst>
                                  <p:childTnLst>
                                    <p:set>
                                      <p:cBhvr>
                                        <p:cTn id="368" dur="1" fill="hold">
                                          <p:stCondLst>
                                            <p:cond delay="0"/>
                                          </p:stCondLst>
                                        </p:cTn>
                                        <p:tgtEl>
                                          <p:spTgt spid="153"/>
                                        </p:tgtEl>
                                        <p:attrNameLst>
                                          <p:attrName>style.visibility</p:attrName>
                                        </p:attrNameLst>
                                      </p:cBhvr>
                                      <p:to>
                                        <p:strVal val="visible"/>
                                      </p:to>
                                    </p:set>
                                    <p:animEffect transition="in" filter="wipe(left)">
                                      <p:cBhvr>
                                        <p:cTn id="369" dur="500"/>
                                        <p:tgtEl>
                                          <p:spTgt spid="153"/>
                                        </p:tgtEl>
                                      </p:cBhvr>
                                    </p:animEffect>
                                  </p:childTnLst>
                                </p:cTn>
                              </p:par>
                            </p:childTnLst>
                          </p:cTn>
                        </p:par>
                        <p:par>
                          <p:cTn id="370" fill="hold">
                            <p:stCondLst>
                              <p:cond delay="500"/>
                            </p:stCondLst>
                            <p:childTnLst>
                              <p:par>
                                <p:cTn id="371" presetID="42" presetClass="path" presetSubtype="0" accel="50000" decel="50000" fill="hold" nodeType="afterEffect">
                                  <p:stCondLst>
                                    <p:cond delay="0"/>
                                  </p:stCondLst>
                                  <p:childTnLst>
                                    <p:animMotion origin="layout" path="M -6.25E-7 -7.40741E-7 L 0.00052 0.29491 " pathEditMode="relative" rAng="0" ptsTypes="AA">
                                      <p:cBhvr>
                                        <p:cTn id="372" dur="2000" fill="hold"/>
                                        <p:tgtEl>
                                          <p:spTgt spid="153"/>
                                        </p:tgtEl>
                                        <p:attrNameLst>
                                          <p:attrName>ppt_x</p:attrName>
                                          <p:attrName>ppt_y</p:attrName>
                                        </p:attrNameLst>
                                      </p:cBhvr>
                                      <p:rCtr x="26" y="14745"/>
                                    </p:animMotion>
                                  </p:childTnLst>
                                </p:cTn>
                              </p:par>
                            </p:childTnLst>
                          </p:cTn>
                        </p:par>
                      </p:childTnLst>
                    </p:cTn>
                  </p:par>
                  <p:par>
                    <p:cTn id="373" fill="hold">
                      <p:stCondLst>
                        <p:cond delay="indefinite"/>
                      </p:stCondLst>
                      <p:childTnLst>
                        <p:par>
                          <p:cTn id="374" fill="hold">
                            <p:stCondLst>
                              <p:cond delay="0"/>
                            </p:stCondLst>
                            <p:childTnLst>
                              <p:par>
                                <p:cTn id="375" presetID="1" presetClass="emph" presetSubtype="2" fill="hold" nodeType="clickEffect">
                                  <p:stCondLst>
                                    <p:cond delay="0"/>
                                  </p:stCondLst>
                                  <p:childTnLst>
                                    <p:animClr clrSpc="rgb" dir="cw">
                                      <p:cBhvr>
                                        <p:cTn id="376" dur="500" fill="hold"/>
                                        <p:tgtEl>
                                          <p:spTgt spid="4"/>
                                        </p:tgtEl>
                                        <p:attrNameLst>
                                          <p:attrName>fillcolor</p:attrName>
                                        </p:attrNameLst>
                                      </p:cBhvr>
                                      <p:to>
                                        <a:srgbClr val="ECF3FA"/>
                                      </p:to>
                                    </p:animClr>
                                    <p:set>
                                      <p:cBhvr>
                                        <p:cTn id="377" dur="500" fill="hold"/>
                                        <p:tgtEl>
                                          <p:spTgt spid="4"/>
                                        </p:tgtEl>
                                        <p:attrNameLst>
                                          <p:attrName>fill.type</p:attrName>
                                        </p:attrNameLst>
                                      </p:cBhvr>
                                      <p:to>
                                        <p:strVal val="solid"/>
                                      </p:to>
                                    </p:set>
                                    <p:set>
                                      <p:cBhvr>
                                        <p:cTn id="378" dur="500" fill="hold"/>
                                        <p:tgtEl>
                                          <p:spTgt spid="4"/>
                                        </p:tgtEl>
                                        <p:attrNameLst>
                                          <p:attrName>fill.on</p:attrName>
                                        </p:attrNameLst>
                                      </p:cBhvr>
                                      <p:to>
                                        <p:strVal val="true"/>
                                      </p:to>
                                    </p:set>
                                  </p:childTnLst>
                                </p:cTn>
                              </p:par>
                            </p:childTnLst>
                          </p:cTn>
                        </p:par>
                      </p:childTnLst>
                    </p:cTn>
                  </p:par>
                  <p:par>
                    <p:cTn id="379" fill="hold">
                      <p:stCondLst>
                        <p:cond delay="indefinite"/>
                      </p:stCondLst>
                      <p:childTnLst>
                        <p:par>
                          <p:cTn id="380" fill="hold">
                            <p:stCondLst>
                              <p:cond delay="0"/>
                            </p:stCondLst>
                            <p:childTnLst>
                              <p:par>
                                <p:cTn id="381" presetID="22" presetClass="entr" presetSubtype="1" fill="hold" grpId="0" nodeType="clickEffect">
                                  <p:stCondLst>
                                    <p:cond delay="0"/>
                                  </p:stCondLst>
                                  <p:childTnLst>
                                    <p:set>
                                      <p:cBhvr>
                                        <p:cTn id="382" dur="1" fill="hold">
                                          <p:stCondLst>
                                            <p:cond delay="0"/>
                                          </p:stCondLst>
                                        </p:cTn>
                                        <p:tgtEl>
                                          <p:spTgt spid="157"/>
                                        </p:tgtEl>
                                        <p:attrNameLst>
                                          <p:attrName>style.visibility</p:attrName>
                                        </p:attrNameLst>
                                      </p:cBhvr>
                                      <p:to>
                                        <p:strVal val="visible"/>
                                      </p:to>
                                    </p:set>
                                    <p:animEffect transition="in" filter="wipe(up)">
                                      <p:cBhvr>
                                        <p:cTn id="383" dur="500"/>
                                        <p:tgtEl>
                                          <p:spTgt spid="157"/>
                                        </p:tgtEl>
                                      </p:cBhvr>
                                    </p:animEffect>
                                  </p:childTnLst>
                                </p:cTn>
                              </p:par>
                            </p:childTnLst>
                          </p:cTn>
                        </p:par>
                        <p:par>
                          <p:cTn id="384" fill="hold">
                            <p:stCondLst>
                              <p:cond delay="500"/>
                            </p:stCondLst>
                            <p:childTnLst>
                              <p:par>
                                <p:cTn id="385" presetID="22" presetClass="exit" presetSubtype="4" fill="hold" grpId="1" nodeType="afterEffect">
                                  <p:stCondLst>
                                    <p:cond delay="0"/>
                                  </p:stCondLst>
                                  <p:childTnLst>
                                    <p:animEffect transition="out" filter="wipe(down)">
                                      <p:cBhvr>
                                        <p:cTn id="386" dur="500"/>
                                        <p:tgtEl>
                                          <p:spTgt spid="157"/>
                                        </p:tgtEl>
                                      </p:cBhvr>
                                    </p:animEffect>
                                    <p:set>
                                      <p:cBhvr>
                                        <p:cTn id="387" dur="1" fill="hold">
                                          <p:stCondLst>
                                            <p:cond delay="499"/>
                                          </p:stCondLst>
                                        </p:cTn>
                                        <p:tgtEl>
                                          <p:spTgt spid="157"/>
                                        </p:tgtEl>
                                        <p:attrNameLst>
                                          <p:attrName>style.visibility</p:attrName>
                                        </p:attrNameLst>
                                      </p:cBhvr>
                                      <p:to>
                                        <p:strVal val="hidden"/>
                                      </p:to>
                                    </p:set>
                                  </p:childTnLst>
                                </p:cTn>
                              </p:par>
                            </p:childTnLst>
                          </p:cTn>
                        </p:par>
                        <p:par>
                          <p:cTn id="388" fill="hold">
                            <p:stCondLst>
                              <p:cond delay="1000"/>
                            </p:stCondLst>
                            <p:childTnLst>
                              <p:par>
                                <p:cTn id="389" presetID="22" presetClass="entr" presetSubtype="1" fill="hold" nodeType="afterEffect">
                                  <p:stCondLst>
                                    <p:cond delay="0"/>
                                  </p:stCondLst>
                                  <p:childTnLst>
                                    <p:set>
                                      <p:cBhvr>
                                        <p:cTn id="390" dur="1" fill="hold">
                                          <p:stCondLst>
                                            <p:cond delay="0"/>
                                          </p:stCondLst>
                                        </p:cTn>
                                        <p:tgtEl>
                                          <p:spTgt spid="253"/>
                                        </p:tgtEl>
                                        <p:attrNameLst>
                                          <p:attrName>style.visibility</p:attrName>
                                        </p:attrNameLst>
                                      </p:cBhvr>
                                      <p:to>
                                        <p:strVal val="visible"/>
                                      </p:to>
                                    </p:set>
                                    <p:animEffect transition="in" filter="wipe(up)">
                                      <p:cBhvr>
                                        <p:cTn id="391" dur="500"/>
                                        <p:tgtEl>
                                          <p:spTgt spid="253"/>
                                        </p:tgtEl>
                                      </p:cBhvr>
                                    </p:animEffect>
                                  </p:childTnLst>
                                </p:cTn>
                              </p:par>
                            </p:childTnLst>
                          </p:cTn>
                        </p:par>
                      </p:childTnLst>
                    </p:cTn>
                  </p:par>
                  <p:par>
                    <p:cTn id="392" fill="hold">
                      <p:stCondLst>
                        <p:cond delay="indefinite"/>
                      </p:stCondLst>
                      <p:childTnLst>
                        <p:par>
                          <p:cTn id="393" fill="hold">
                            <p:stCondLst>
                              <p:cond delay="0"/>
                            </p:stCondLst>
                            <p:childTnLst>
                              <p:par>
                                <p:cTn id="394" presetID="22" presetClass="entr" presetSubtype="1" fill="hold" grpId="0" nodeType="clickEffect">
                                  <p:stCondLst>
                                    <p:cond delay="0"/>
                                  </p:stCondLst>
                                  <p:childTnLst>
                                    <p:set>
                                      <p:cBhvr>
                                        <p:cTn id="395" dur="1" fill="hold">
                                          <p:stCondLst>
                                            <p:cond delay="0"/>
                                          </p:stCondLst>
                                        </p:cTn>
                                        <p:tgtEl>
                                          <p:spTgt spid="190"/>
                                        </p:tgtEl>
                                        <p:attrNameLst>
                                          <p:attrName>style.visibility</p:attrName>
                                        </p:attrNameLst>
                                      </p:cBhvr>
                                      <p:to>
                                        <p:strVal val="visible"/>
                                      </p:to>
                                    </p:set>
                                    <p:animEffect transition="in" filter="wipe(up)">
                                      <p:cBhvr>
                                        <p:cTn id="396" dur="500"/>
                                        <p:tgtEl>
                                          <p:spTgt spid="190"/>
                                        </p:tgtEl>
                                      </p:cBhvr>
                                    </p:animEffect>
                                  </p:childTnLst>
                                </p:cTn>
                              </p:par>
                            </p:childTnLst>
                          </p:cTn>
                        </p:par>
                        <p:par>
                          <p:cTn id="397" fill="hold">
                            <p:stCondLst>
                              <p:cond delay="500"/>
                            </p:stCondLst>
                            <p:childTnLst>
                              <p:par>
                                <p:cTn id="398" presetID="22" presetClass="entr" presetSubtype="1" fill="hold" nodeType="afterEffect">
                                  <p:stCondLst>
                                    <p:cond delay="0"/>
                                  </p:stCondLst>
                                  <p:childTnLst>
                                    <p:set>
                                      <p:cBhvr>
                                        <p:cTn id="399" dur="1" fill="hold">
                                          <p:stCondLst>
                                            <p:cond delay="0"/>
                                          </p:stCondLst>
                                        </p:cTn>
                                        <p:tgtEl>
                                          <p:spTgt spid="220"/>
                                        </p:tgtEl>
                                        <p:attrNameLst>
                                          <p:attrName>style.visibility</p:attrName>
                                        </p:attrNameLst>
                                      </p:cBhvr>
                                      <p:to>
                                        <p:strVal val="visible"/>
                                      </p:to>
                                    </p:set>
                                    <p:animEffect transition="in" filter="wipe(up)">
                                      <p:cBhvr>
                                        <p:cTn id="400" dur="500"/>
                                        <p:tgtEl>
                                          <p:spTgt spid="220"/>
                                        </p:tgtEl>
                                      </p:cBhvr>
                                    </p:animEffect>
                                  </p:childTnLst>
                                </p:cTn>
                              </p:par>
                            </p:childTnLst>
                          </p:cTn>
                        </p:par>
                      </p:childTnLst>
                    </p:cTn>
                  </p:par>
                  <p:par>
                    <p:cTn id="401" fill="hold">
                      <p:stCondLst>
                        <p:cond delay="indefinite"/>
                      </p:stCondLst>
                      <p:childTnLst>
                        <p:par>
                          <p:cTn id="402" fill="hold">
                            <p:stCondLst>
                              <p:cond delay="0"/>
                            </p:stCondLst>
                            <p:childTnLst>
                              <p:par>
                                <p:cTn id="403" presetID="22" presetClass="entr" presetSubtype="1" fill="hold" nodeType="clickEffect">
                                  <p:stCondLst>
                                    <p:cond delay="0"/>
                                  </p:stCondLst>
                                  <p:childTnLst>
                                    <p:set>
                                      <p:cBhvr>
                                        <p:cTn id="404" dur="1" fill="hold">
                                          <p:stCondLst>
                                            <p:cond delay="0"/>
                                          </p:stCondLst>
                                        </p:cTn>
                                        <p:tgtEl>
                                          <p:spTgt spid="175"/>
                                        </p:tgtEl>
                                        <p:attrNameLst>
                                          <p:attrName>style.visibility</p:attrName>
                                        </p:attrNameLst>
                                      </p:cBhvr>
                                      <p:to>
                                        <p:strVal val="visible"/>
                                      </p:to>
                                    </p:set>
                                    <p:animEffect transition="in" filter="wipe(up)">
                                      <p:cBhvr>
                                        <p:cTn id="405" dur="500"/>
                                        <p:tgtEl>
                                          <p:spTgt spid="175"/>
                                        </p:tgtEl>
                                      </p:cBhvr>
                                    </p:animEffect>
                                  </p:childTnLst>
                                </p:cTn>
                              </p:par>
                            </p:childTnLst>
                          </p:cTn>
                        </p:par>
                        <p:par>
                          <p:cTn id="406" fill="hold">
                            <p:stCondLst>
                              <p:cond delay="500"/>
                            </p:stCondLst>
                            <p:childTnLst>
                              <p:par>
                                <p:cTn id="407" presetID="42" presetClass="path" presetSubtype="0" accel="50000" decel="50000" fill="hold" nodeType="afterEffect">
                                  <p:stCondLst>
                                    <p:cond delay="0"/>
                                  </p:stCondLst>
                                  <p:childTnLst>
                                    <p:animMotion origin="layout" path="M -2.08333E-7 1.85185E-6 L 0.00247 0.29629 " pathEditMode="relative" rAng="0" ptsTypes="AA">
                                      <p:cBhvr>
                                        <p:cTn id="408" dur="2000" fill="hold"/>
                                        <p:tgtEl>
                                          <p:spTgt spid="175"/>
                                        </p:tgtEl>
                                        <p:attrNameLst>
                                          <p:attrName>ppt_x</p:attrName>
                                          <p:attrName>ppt_y</p:attrName>
                                        </p:attrNameLst>
                                      </p:cBhvr>
                                      <p:rCtr x="117" y="14815"/>
                                    </p:animMotion>
                                  </p:childTnLst>
                                </p:cTn>
                              </p:par>
                            </p:childTnLst>
                          </p:cTn>
                        </p:par>
                      </p:childTnLst>
                    </p:cTn>
                  </p:par>
                  <p:par>
                    <p:cTn id="409" fill="hold">
                      <p:stCondLst>
                        <p:cond delay="indefinite"/>
                      </p:stCondLst>
                      <p:childTnLst>
                        <p:par>
                          <p:cTn id="410" fill="hold">
                            <p:stCondLst>
                              <p:cond delay="0"/>
                            </p:stCondLst>
                            <p:childTnLst>
                              <p:par>
                                <p:cTn id="411" presetID="1" presetClass="emph" presetSubtype="2" fill="hold" nodeType="clickEffect">
                                  <p:stCondLst>
                                    <p:cond delay="0"/>
                                  </p:stCondLst>
                                  <p:childTnLst>
                                    <p:animClr clrSpc="rgb" dir="cw">
                                      <p:cBhvr>
                                        <p:cTn id="412" dur="500" fill="hold"/>
                                        <p:tgtEl>
                                          <p:spTgt spid="4"/>
                                        </p:tgtEl>
                                        <p:attrNameLst>
                                          <p:attrName>fillcolor</p:attrName>
                                        </p:attrNameLst>
                                      </p:cBhvr>
                                      <p:to>
                                        <a:srgbClr val="EAF4E4"/>
                                      </p:to>
                                    </p:animClr>
                                    <p:set>
                                      <p:cBhvr>
                                        <p:cTn id="413" dur="500" fill="hold"/>
                                        <p:tgtEl>
                                          <p:spTgt spid="4"/>
                                        </p:tgtEl>
                                        <p:attrNameLst>
                                          <p:attrName>fill.type</p:attrName>
                                        </p:attrNameLst>
                                      </p:cBhvr>
                                      <p:to>
                                        <p:strVal val="solid"/>
                                      </p:to>
                                    </p:set>
                                    <p:set>
                                      <p:cBhvr>
                                        <p:cTn id="414" dur="500" fill="hold"/>
                                        <p:tgtEl>
                                          <p:spTgt spid="4"/>
                                        </p:tgtEl>
                                        <p:attrNameLst>
                                          <p:attrName>fill.on</p:attrName>
                                        </p:attrNameLst>
                                      </p:cBhvr>
                                      <p:to>
                                        <p:strVal val="true"/>
                                      </p:to>
                                    </p:set>
                                  </p:childTnLst>
                                </p:cTn>
                              </p:par>
                              <p:par>
                                <p:cTn id="415" presetID="16" presetClass="exit" presetSubtype="21" fill="hold" nodeType="withEffect">
                                  <p:stCondLst>
                                    <p:cond delay="0"/>
                                  </p:stCondLst>
                                  <p:childTnLst>
                                    <p:animEffect transition="out" filter="barn(inVertical)">
                                      <p:cBhvr>
                                        <p:cTn id="416" dur="500"/>
                                        <p:tgtEl>
                                          <p:spTgt spid="253"/>
                                        </p:tgtEl>
                                      </p:cBhvr>
                                    </p:animEffect>
                                    <p:set>
                                      <p:cBhvr>
                                        <p:cTn id="417" dur="1" fill="hold">
                                          <p:stCondLst>
                                            <p:cond delay="499"/>
                                          </p:stCondLst>
                                        </p:cTn>
                                        <p:tgtEl>
                                          <p:spTgt spid="253"/>
                                        </p:tgtEl>
                                        <p:attrNameLst>
                                          <p:attrName>style.visibility</p:attrName>
                                        </p:attrNameLst>
                                      </p:cBhvr>
                                      <p:to>
                                        <p:strVal val="hidden"/>
                                      </p:to>
                                    </p:set>
                                  </p:childTnLst>
                                </p:cTn>
                              </p:par>
                              <p:par>
                                <p:cTn id="418" presetID="16" presetClass="exit" presetSubtype="21" fill="hold" nodeType="withEffect">
                                  <p:stCondLst>
                                    <p:cond delay="0"/>
                                  </p:stCondLst>
                                  <p:childTnLst>
                                    <p:animEffect transition="out" filter="barn(inVertical)">
                                      <p:cBhvr>
                                        <p:cTn id="419" dur="500"/>
                                        <p:tgtEl>
                                          <p:spTgt spid="220"/>
                                        </p:tgtEl>
                                      </p:cBhvr>
                                    </p:animEffect>
                                    <p:set>
                                      <p:cBhvr>
                                        <p:cTn id="420" dur="1" fill="hold">
                                          <p:stCondLst>
                                            <p:cond delay="499"/>
                                          </p:stCondLst>
                                        </p:cTn>
                                        <p:tgtEl>
                                          <p:spTgt spid="220"/>
                                        </p:tgtEl>
                                        <p:attrNameLst>
                                          <p:attrName>style.visibility</p:attrName>
                                        </p:attrNameLst>
                                      </p:cBhvr>
                                      <p:to>
                                        <p:strVal val="hidden"/>
                                      </p:to>
                                    </p:set>
                                  </p:childTnLst>
                                </p:cTn>
                              </p:par>
                            </p:childTnLst>
                          </p:cTn>
                        </p:par>
                      </p:childTnLst>
                    </p:cTn>
                  </p:par>
                  <p:par>
                    <p:cTn id="421" fill="hold">
                      <p:stCondLst>
                        <p:cond delay="indefinite"/>
                      </p:stCondLst>
                      <p:childTnLst>
                        <p:par>
                          <p:cTn id="422" fill="hold">
                            <p:stCondLst>
                              <p:cond delay="0"/>
                            </p:stCondLst>
                            <p:childTnLst>
                              <p:par>
                                <p:cTn id="423" presetID="1" presetClass="emph" presetSubtype="2" fill="hold" nodeType="clickEffect">
                                  <p:stCondLst>
                                    <p:cond delay="0"/>
                                  </p:stCondLst>
                                  <p:childTnLst>
                                    <p:animClr clrSpc="rgb" dir="cw">
                                      <p:cBhvr>
                                        <p:cTn id="424" dur="500" fill="hold"/>
                                        <p:tgtEl>
                                          <p:spTgt spid="4"/>
                                        </p:tgtEl>
                                        <p:attrNameLst>
                                          <p:attrName>fillcolor</p:attrName>
                                        </p:attrNameLst>
                                      </p:cBhvr>
                                      <p:to>
                                        <a:srgbClr val="ECF3FA"/>
                                      </p:to>
                                    </p:animClr>
                                    <p:set>
                                      <p:cBhvr>
                                        <p:cTn id="425" dur="500" fill="hold"/>
                                        <p:tgtEl>
                                          <p:spTgt spid="4"/>
                                        </p:tgtEl>
                                        <p:attrNameLst>
                                          <p:attrName>fill.type</p:attrName>
                                        </p:attrNameLst>
                                      </p:cBhvr>
                                      <p:to>
                                        <p:strVal val="solid"/>
                                      </p:to>
                                    </p:set>
                                    <p:set>
                                      <p:cBhvr>
                                        <p:cTn id="426" dur="500" fill="hold"/>
                                        <p:tgtEl>
                                          <p:spTgt spid="4"/>
                                        </p:tgtEl>
                                        <p:attrNameLst>
                                          <p:attrName>fill.on</p:attrName>
                                        </p:attrNameLst>
                                      </p:cBhvr>
                                      <p:to>
                                        <p:strVal val="true"/>
                                      </p:to>
                                    </p:set>
                                  </p:childTnLst>
                                </p:cTn>
                              </p:par>
                            </p:childTnLst>
                          </p:cTn>
                        </p:par>
                      </p:childTnLst>
                    </p:cTn>
                  </p:par>
                  <p:par>
                    <p:cTn id="427" fill="hold">
                      <p:stCondLst>
                        <p:cond delay="indefinite"/>
                      </p:stCondLst>
                      <p:childTnLst>
                        <p:par>
                          <p:cTn id="428" fill="hold">
                            <p:stCondLst>
                              <p:cond delay="0"/>
                            </p:stCondLst>
                            <p:childTnLst>
                              <p:par>
                                <p:cTn id="429" presetID="22" presetClass="entr" presetSubtype="8" fill="hold" grpId="0" nodeType="clickEffect">
                                  <p:stCondLst>
                                    <p:cond delay="0"/>
                                  </p:stCondLst>
                                  <p:childTnLst>
                                    <p:set>
                                      <p:cBhvr>
                                        <p:cTn id="430" dur="1" fill="hold">
                                          <p:stCondLst>
                                            <p:cond delay="0"/>
                                          </p:stCondLst>
                                        </p:cTn>
                                        <p:tgtEl>
                                          <p:spTgt spid="158"/>
                                        </p:tgtEl>
                                        <p:attrNameLst>
                                          <p:attrName>style.visibility</p:attrName>
                                        </p:attrNameLst>
                                      </p:cBhvr>
                                      <p:to>
                                        <p:strVal val="visible"/>
                                      </p:to>
                                    </p:set>
                                    <p:animEffect transition="in" filter="wipe(left)">
                                      <p:cBhvr>
                                        <p:cTn id="431" dur="500"/>
                                        <p:tgtEl>
                                          <p:spTgt spid="158"/>
                                        </p:tgtEl>
                                      </p:cBhvr>
                                    </p:animEffect>
                                  </p:childTnLst>
                                </p:cTn>
                              </p:par>
                            </p:childTnLst>
                          </p:cTn>
                        </p:par>
                        <p:par>
                          <p:cTn id="432" fill="hold">
                            <p:stCondLst>
                              <p:cond delay="500"/>
                            </p:stCondLst>
                            <p:childTnLst>
                              <p:par>
                                <p:cTn id="433" presetID="22" presetClass="exit" presetSubtype="8" fill="hold" grpId="1" nodeType="afterEffect">
                                  <p:stCondLst>
                                    <p:cond delay="0"/>
                                  </p:stCondLst>
                                  <p:childTnLst>
                                    <p:animEffect transition="out" filter="wipe(left)">
                                      <p:cBhvr>
                                        <p:cTn id="434" dur="500"/>
                                        <p:tgtEl>
                                          <p:spTgt spid="158"/>
                                        </p:tgtEl>
                                      </p:cBhvr>
                                    </p:animEffect>
                                    <p:set>
                                      <p:cBhvr>
                                        <p:cTn id="435" dur="1" fill="hold">
                                          <p:stCondLst>
                                            <p:cond delay="499"/>
                                          </p:stCondLst>
                                        </p:cTn>
                                        <p:tgtEl>
                                          <p:spTgt spid="158"/>
                                        </p:tgtEl>
                                        <p:attrNameLst>
                                          <p:attrName>style.visibility</p:attrName>
                                        </p:attrNameLst>
                                      </p:cBhvr>
                                      <p:to>
                                        <p:strVal val="hidden"/>
                                      </p:to>
                                    </p:set>
                                  </p:childTnLst>
                                </p:cTn>
                              </p:par>
                            </p:childTnLst>
                          </p:cTn>
                        </p:par>
                        <p:par>
                          <p:cTn id="436" fill="hold">
                            <p:stCondLst>
                              <p:cond delay="1000"/>
                            </p:stCondLst>
                            <p:childTnLst>
                              <p:par>
                                <p:cTn id="437" presetID="22" presetClass="entr" presetSubtype="1" fill="hold" nodeType="afterEffect">
                                  <p:stCondLst>
                                    <p:cond delay="0"/>
                                  </p:stCondLst>
                                  <p:childTnLst>
                                    <p:set>
                                      <p:cBhvr>
                                        <p:cTn id="438" dur="1" fill="hold">
                                          <p:stCondLst>
                                            <p:cond delay="0"/>
                                          </p:stCondLst>
                                        </p:cTn>
                                        <p:tgtEl>
                                          <p:spTgt spid="256"/>
                                        </p:tgtEl>
                                        <p:attrNameLst>
                                          <p:attrName>style.visibility</p:attrName>
                                        </p:attrNameLst>
                                      </p:cBhvr>
                                      <p:to>
                                        <p:strVal val="visible"/>
                                      </p:to>
                                    </p:set>
                                    <p:animEffect transition="in" filter="wipe(up)">
                                      <p:cBhvr>
                                        <p:cTn id="439" dur="500"/>
                                        <p:tgtEl>
                                          <p:spTgt spid="256"/>
                                        </p:tgtEl>
                                      </p:cBhvr>
                                    </p:animEffect>
                                  </p:childTnLst>
                                </p:cTn>
                              </p:par>
                            </p:childTnLst>
                          </p:cTn>
                        </p:par>
                      </p:childTnLst>
                    </p:cTn>
                  </p:par>
                  <p:par>
                    <p:cTn id="440" fill="hold">
                      <p:stCondLst>
                        <p:cond delay="indefinite"/>
                      </p:stCondLst>
                      <p:childTnLst>
                        <p:par>
                          <p:cTn id="441" fill="hold">
                            <p:stCondLst>
                              <p:cond delay="0"/>
                            </p:stCondLst>
                            <p:childTnLst>
                              <p:par>
                                <p:cTn id="442" presetID="22" presetClass="entr" presetSubtype="8" fill="hold" grpId="0" nodeType="clickEffect">
                                  <p:stCondLst>
                                    <p:cond delay="0"/>
                                  </p:stCondLst>
                                  <p:childTnLst>
                                    <p:set>
                                      <p:cBhvr>
                                        <p:cTn id="443" dur="1" fill="hold">
                                          <p:stCondLst>
                                            <p:cond delay="0"/>
                                          </p:stCondLst>
                                        </p:cTn>
                                        <p:tgtEl>
                                          <p:spTgt spid="191"/>
                                        </p:tgtEl>
                                        <p:attrNameLst>
                                          <p:attrName>style.visibility</p:attrName>
                                        </p:attrNameLst>
                                      </p:cBhvr>
                                      <p:to>
                                        <p:strVal val="visible"/>
                                      </p:to>
                                    </p:set>
                                    <p:animEffect transition="in" filter="wipe(left)">
                                      <p:cBhvr>
                                        <p:cTn id="444" dur="500"/>
                                        <p:tgtEl>
                                          <p:spTgt spid="191"/>
                                        </p:tgtEl>
                                      </p:cBhvr>
                                    </p:animEffect>
                                  </p:childTnLst>
                                </p:cTn>
                              </p:par>
                            </p:childTnLst>
                          </p:cTn>
                        </p:par>
                        <p:par>
                          <p:cTn id="445" fill="hold">
                            <p:stCondLst>
                              <p:cond delay="500"/>
                            </p:stCondLst>
                            <p:childTnLst>
                              <p:par>
                                <p:cTn id="446" presetID="22" presetClass="entr" presetSubtype="1" fill="hold" nodeType="afterEffect">
                                  <p:stCondLst>
                                    <p:cond delay="0"/>
                                  </p:stCondLst>
                                  <p:childTnLst>
                                    <p:set>
                                      <p:cBhvr>
                                        <p:cTn id="447" dur="1" fill="hold">
                                          <p:stCondLst>
                                            <p:cond delay="0"/>
                                          </p:stCondLst>
                                        </p:cTn>
                                        <p:tgtEl>
                                          <p:spTgt spid="223"/>
                                        </p:tgtEl>
                                        <p:attrNameLst>
                                          <p:attrName>style.visibility</p:attrName>
                                        </p:attrNameLst>
                                      </p:cBhvr>
                                      <p:to>
                                        <p:strVal val="visible"/>
                                      </p:to>
                                    </p:set>
                                    <p:animEffect transition="in" filter="wipe(up)">
                                      <p:cBhvr>
                                        <p:cTn id="448" dur="500"/>
                                        <p:tgtEl>
                                          <p:spTgt spid="223"/>
                                        </p:tgtEl>
                                      </p:cBhvr>
                                    </p:animEffect>
                                  </p:childTnLst>
                                </p:cTn>
                              </p:par>
                            </p:childTnLst>
                          </p:cTn>
                        </p:par>
                      </p:childTnLst>
                    </p:cTn>
                  </p:par>
                  <p:par>
                    <p:cTn id="449" fill="hold">
                      <p:stCondLst>
                        <p:cond delay="indefinite"/>
                      </p:stCondLst>
                      <p:childTnLst>
                        <p:par>
                          <p:cTn id="450" fill="hold">
                            <p:stCondLst>
                              <p:cond delay="0"/>
                            </p:stCondLst>
                            <p:childTnLst>
                              <p:par>
                                <p:cTn id="451" presetID="22" presetClass="entr" presetSubtype="8" fill="hold" nodeType="clickEffect">
                                  <p:stCondLst>
                                    <p:cond delay="0"/>
                                  </p:stCondLst>
                                  <p:childTnLst>
                                    <p:set>
                                      <p:cBhvr>
                                        <p:cTn id="452" dur="1" fill="hold">
                                          <p:stCondLst>
                                            <p:cond delay="0"/>
                                          </p:stCondLst>
                                        </p:cTn>
                                        <p:tgtEl>
                                          <p:spTgt spid="159"/>
                                        </p:tgtEl>
                                        <p:attrNameLst>
                                          <p:attrName>style.visibility</p:attrName>
                                        </p:attrNameLst>
                                      </p:cBhvr>
                                      <p:to>
                                        <p:strVal val="visible"/>
                                      </p:to>
                                    </p:set>
                                    <p:animEffect transition="in" filter="wipe(left)">
                                      <p:cBhvr>
                                        <p:cTn id="453" dur="500"/>
                                        <p:tgtEl>
                                          <p:spTgt spid="159"/>
                                        </p:tgtEl>
                                      </p:cBhvr>
                                    </p:animEffect>
                                  </p:childTnLst>
                                </p:cTn>
                              </p:par>
                            </p:childTnLst>
                          </p:cTn>
                        </p:par>
                        <p:par>
                          <p:cTn id="454" fill="hold">
                            <p:stCondLst>
                              <p:cond delay="500"/>
                            </p:stCondLst>
                            <p:childTnLst>
                              <p:par>
                                <p:cTn id="455" presetID="42" presetClass="path" presetSubtype="0" accel="50000" decel="50000" fill="hold" nodeType="afterEffect">
                                  <p:stCondLst>
                                    <p:cond delay="0"/>
                                  </p:stCondLst>
                                  <p:childTnLst>
                                    <p:animMotion origin="layout" path="M 0 -3.7037E-6 L 0.00182 0.2963 " pathEditMode="relative" rAng="0" ptsTypes="AA">
                                      <p:cBhvr>
                                        <p:cTn id="456" dur="2000" fill="hold"/>
                                        <p:tgtEl>
                                          <p:spTgt spid="159"/>
                                        </p:tgtEl>
                                        <p:attrNameLst>
                                          <p:attrName>ppt_x</p:attrName>
                                          <p:attrName>ppt_y</p:attrName>
                                        </p:attrNameLst>
                                      </p:cBhvr>
                                      <p:rCtr x="91" y="14815"/>
                                    </p:animMotion>
                                  </p:childTnLst>
                                </p:cTn>
                              </p:par>
                            </p:childTnLst>
                          </p:cTn>
                        </p:par>
                      </p:childTnLst>
                    </p:cTn>
                  </p:par>
                  <p:par>
                    <p:cTn id="457" fill="hold">
                      <p:stCondLst>
                        <p:cond delay="indefinite"/>
                      </p:stCondLst>
                      <p:childTnLst>
                        <p:par>
                          <p:cTn id="458" fill="hold">
                            <p:stCondLst>
                              <p:cond delay="0"/>
                            </p:stCondLst>
                            <p:childTnLst>
                              <p:par>
                                <p:cTn id="459" presetID="1" presetClass="emph" presetSubtype="2" fill="hold" nodeType="clickEffect">
                                  <p:stCondLst>
                                    <p:cond delay="0"/>
                                  </p:stCondLst>
                                  <p:childTnLst>
                                    <p:animClr clrSpc="rgb" dir="cw">
                                      <p:cBhvr>
                                        <p:cTn id="460" dur="500" fill="hold"/>
                                        <p:tgtEl>
                                          <p:spTgt spid="4"/>
                                        </p:tgtEl>
                                        <p:attrNameLst>
                                          <p:attrName>fillcolor</p:attrName>
                                        </p:attrNameLst>
                                      </p:cBhvr>
                                      <p:to>
                                        <a:srgbClr val="F7C7A7"/>
                                      </p:to>
                                    </p:animClr>
                                    <p:set>
                                      <p:cBhvr>
                                        <p:cTn id="461" dur="500" fill="hold"/>
                                        <p:tgtEl>
                                          <p:spTgt spid="4"/>
                                        </p:tgtEl>
                                        <p:attrNameLst>
                                          <p:attrName>fill.type</p:attrName>
                                        </p:attrNameLst>
                                      </p:cBhvr>
                                      <p:to>
                                        <p:strVal val="solid"/>
                                      </p:to>
                                    </p:set>
                                    <p:set>
                                      <p:cBhvr>
                                        <p:cTn id="462" dur="500" fill="hold"/>
                                        <p:tgtEl>
                                          <p:spTgt spid="4"/>
                                        </p:tgtEl>
                                        <p:attrNameLst>
                                          <p:attrName>fill.on</p:attrName>
                                        </p:attrNameLst>
                                      </p:cBhvr>
                                      <p:to>
                                        <p:strVal val="true"/>
                                      </p:to>
                                    </p:set>
                                  </p:childTnLst>
                                </p:cTn>
                              </p:par>
                            </p:childTnLst>
                          </p:cTn>
                        </p:par>
                      </p:childTnLst>
                    </p:cTn>
                  </p:par>
                  <p:par>
                    <p:cTn id="463" fill="hold">
                      <p:stCondLst>
                        <p:cond delay="indefinite"/>
                      </p:stCondLst>
                      <p:childTnLst>
                        <p:par>
                          <p:cTn id="464" fill="hold">
                            <p:stCondLst>
                              <p:cond delay="0"/>
                            </p:stCondLst>
                            <p:childTnLst>
                              <p:par>
                                <p:cTn id="465" presetID="22" presetClass="entr" presetSubtype="1" fill="hold" grpId="0" nodeType="clickEffect">
                                  <p:stCondLst>
                                    <p:cond delay="0"/>
                                  </p:stCondLst>
                                  <p:childTnLst>
                                    <p:set>
                                      <p:cBhvr>
                                        <p:cTn id="466" dur="1" fill="hold">
                                          <p:stCondLst>
                                            <p:cond delay="0"/>
                                          </p:stCondLst>
                                        </p:cTn>
                                        <p:tgtEl>
                                          <p:spTgt spid="168"/>
                                        </p:tgtEl>
                                        <p:attrNameLst>
                                          <p:attrName>style.visibility</p:attrName>
                                        </p:attrNameLst>
                                      </p:cBhvr>
                                      <p:to>
                                        <p:strVal val="visible"/>
                                      </p:to>
                                    </p:set>
                                    <p:animEffect transition="in" filter="wipe(up)">
                                      <p:cBhvr>
                                        <p:cTn id="467" dur="500"/>
                                        <p:tgtEl>
                                          <p:spTgt spid="168"/>
                                        </p:tgtEl>
                                      </p:cBhvr>
                                    </p:animEffect>
                                  </p:childTnLst>
                                </p:cTn>
                              </p:par>
                            </p:childTnLst>
                          </p:cTn>
                        </p:par>
                        <p:par>
                          <p:cTn id="468" fill="hold">
                            <p:stCondLst>
                              <p:cond delay="500"/>
                            </p:stCondLst>
                            <p:childTnLst>
                              <p:par>
                                <p:cTn id="469" presetID="22" presetClass="exit" presetSubtype="4" fill="hold" grpId="1" nodeType="afterEffect">
                                  <p:stCondLst>
                                    <p:cond delay="0"/>
                                  </p:stCondLst>
                                  <p:childTnLst>
                                    <p:animEffect transition="out" filter="wipe(down)">
                                      <p:cBhvr>
                                        <p:cTn id="470" dur="500"/>
                                        <p:tgtEl>
                                          <p:spTgt spid="168"/>
                                        </p:tgtEl>
                                      </p:cBhvr>
                                    </p:animEffect>
                                    <p:set>
                                      <p:cBhvr>
                                        <p:cTn id="471" dur="1" fill="hold">
                                          <p:stCondLst>
                                            <p:cond delay="499"/>
                                          </p:stCondLst>
                                        </p:cTn>
                                        <p:tgtEl>
                                          <p:spTgt spid="168"/>
                                        </p:tgtEl>
                                        <p:attrNameLst>
                                          <p:attrName>style.visibility</p:attrName>
                                        </p:attrNameLst>
                                      </p:cBhvr>
                                      <p:to>
                                        <p:strVal val="hidden"/>
                                      </p:to>
                                    </p:set>
                                  </p:childTnLst>
                                </p:cTn>
                              </p:par>
                            </p:childTnLst>
                          </p:cTn>
                        </p:par>
                        <p:par>
                          <p:cTn id="472" fill="hold">
                            <p:stCondLst>
                              <p:cond delay="1000"/>
                            </p:stCondLst>
                            <p:childTnLst>
                              <p:par>
                                <p:cTn id="473" presetID="22" presetClass="entr" presetSubtype="1" fill="hold" nodeType="afterEffect">
                                  <p:stCondLst>
                                    <p:cond delay="0"/>
                                  </p:stCondLst>
                                  <p:childTnLst>
                                    <p:set>
                                      <p:cBhvr>
                                        <p:cTn id="474" dur="1" fill="hold">
                                          <p:stCondLst>
                                            <p:cond delay="0"/>
                                          </p:stCondLst>
                                        </p:cTn>
                                        <p:tgtEl>
                                          <p:spTgt spid="262"/>
                                        </p:tgtEl>
                                        <p:attrNameLst>
                                          <p:attrName>style.visibility</p:attrName>
                                        </p:attrNameLst>
                                      </p:cBhvr>
                                      <p:to>
                                        <p:strVal val="visible"/>
                                      </p:to>
                                    </p:set>
                                    <p:animEffect transition="in" filter="wipe(up)">
                                      <p:cBhvr>
                                        <p:cTn id="475" dur="500"/>
                                        <p:tgtEl>
                                          <p:spTgt spid="262"/>
                                        </p:tgtEl>
                                      </p:cBhvr>
                                    </p:animEffect>
                                  </p:childTnLst>
                                </p:cTn>
                              </p:par>
                            </p:childTnLst>
                          </p:cTn>
                        </p:par>
                      </p:childTnLst>
                    </p:cTn>
                  </p:par>
                  <p:par>
                    <p:cTn id="476" fill="hold">
                      <p:stCondLst>
                        <p:cond delay="indefinite"/>
                      </p:stCondLst>
                      <p:childTnLst>
                        <p:par>
                          <p:cTn id="477" fill="hold">
                            <p:stCondLst>
                              <p:cond delay="0"/>
                            </p:stCondLst>
                            <p:childTnLst>
                              <p:par>
                                <p:cTn id="478" presetID="22" presetClass="entr" presetSubtype="1" fill="hold" grpId="0" nodeType="clickEffect">
                                  <p:stCondLst>
                                    <p:cond delay="0"/>
                                  </p:stCondLst>
                                  <p:childTnLst>
                                    <p:set>
                                      <p:cBhvr>
                                        <p:cTn id="479" dur="1" fill="hold">
                                          <p:stCondLst>
                                            <p:cond delay="0"/>
                                          </p:stCondLst>
                                        </p:cTn>
                                        <p:tgtEl>
                                          <p:spTgt spid="193"/>
                                        </p:tgtEl>
                                        <p:attrNameLst>
                                          <p:attrName>style.visibility</p:attrName>
                                        </p:attrNameLst>
                                      </p:cBhvr>
                                      <p:to>
                                        <p:strVal val="visible"/>
                                      </p:to>
                                    </p:set>
                                    <p:animEffect transition="in" filter="wipe(up)">
                                      <p:cBhvr>
                                        <p:cTn id="480" dur="500"/>
                                        <p:tgtEl>
                                          <p:spTgt spid="193"/>
                                        </p:tgtEl>
                                      </p:cBhvr>
                                    </p:animEffect>
                                  </p:childTnLst>
                                </p:cTn>
                              </p:par>
                            </p:childTnLst>
                          </p:cTn>
                        </p:par>
                        <p:par>
                          <p:cTn id="481" fill="hold">
                            <p:stCondLst>
                              <p:cond delay="500"/>
                            </p:stCondLst>
                            <p:childTnLst>
                              <p:par>
                                <p:cTn id="482" presetID="22" presetClass="entr" presetSubtype="1" fill="hold" nodeType="afterEffect">
                                  <p:stCondLst>
                                    <p:cond delay="0"/>
                                  </p:stCondLst>
                                  <p:childTnLst>
                                    <p:set>
                                      <p:cBhvr>
                                        <p:cTn id="483" dur="1" fill="hold">
                                          <p:stCondLst>
                                            <p:cond delay="0"/>
                                          </p:stCondLst>
                                        </p:cTn>
                                        <p:tgtEl>
                                          <p:spTgt spid="229"/>
                                        </p:tgtEl>
                                        <p:attrNameLst>
                                          <p:attrName>style.visibility</p:attrName>
                                        </p:attrNameLst>
                                      </p:cBhvr>
                                      <p:to>
                                        <p:strVal val="visible"/>
                                      </p:to>
                                    </p:set>
                                    <p:animEffect transition="in" filter="wipe(up)">
                                      <p:cBhvr>
                                        <p:cTn id="484" dur="500"/>
                                        <p:tgtEl>
                                          <p:spTgt spid="229"/>
                                        </p:tgtEl>
                                      </p:cBhvr>
                                    </p:animEffect>
                                  </p:childTnLst>
                                </p:cTn>
                              </p:par>
                            </p:childTnLst>
                          </p:cTn>
                        </p:par>
                      </p:childTnLst>
                    </p:cTn>
                  </p:par>
                  <p:par>
                    <p:cTn id="485" fill="hold">
                      <p:stCondLst>
                        <p:cond delay="indefinite"/>
                      </p:stCondLst>
                      <p:childTnLst>
                        <p:par>
                          <p:cTn id="486" fill="hold">
                            <p:stCondLst>
                              <p:cond delay="0"/>
                            </p:stCondLst>
                            <p:childTnLst>
                              <p:par>
                                <p:cTn id="487" presetID="1" presetClass="entr" presetSubtype="0" fill="hold" nodeType="clickEffect">
                                  <p:stCondLst>
                                    <p:cond delay="0"/>
                                  </p:stCondLst>
                                  <p:childTnLst>
                                    <p:set>
                                      <p:cBhvr>
                                        <p:cTn id="488" dur="1" fill="hold">
                                          <p:stCondLst>
                                            <p:cond delay="0"/>
                                          </p:stCondLst>
                                        </p:cTn>
                                        <p:tgtEl>
                                          <p:spTgt spid="178"/>
                                        </p:tgtEl>
                                        <p:attrNameLst>
                                          <p:attrName>style.visibility</p:attrName>
                                        </p:attrNameLst>
                                      </p:cBhvr>
                                      <p:to>
                                        <p:strVal val="visible"/>
                                      </p:to>
                                    </p:set>
                                  </p:childTnLst>
                                </p:cTn>
                              </p:par>
                            </p:childTnLst>
                          </p:cTn>
                        </p:par>
                        <p:par>
                          <p:cTn id="489" fill="hold">
                            <p:stCondLst>
                              <p:cond delay="0"/>
                            </p:stCondLst>
                            <p:childTnLst>
                              <p:par>
                                <p:cTn id="490" presetID="42" presetClass="path" presetSubtype="0" accel="50000" decel="50000" fill="hold" nodeType="afterEffect">
                                  <p:stCondLst>
                                    <p:cond delay="0"/>
                                  </p:stCondLst>
                                  <p:childTnLst>
                                    <p:animMotion origin="layout" path="M 4.79167E-6 1.85185E-6 L 0.00117 0.29722 " pathEditMode="relative" rAng="0" ptsTypes="AA">
                                      <p:cBhvr>
                                        <p:cTn id="491" dur="2000" fill="hold"/>
                                        <p:tgtEl>
                                          <p:spTgt spid="178"/>
                                        </p:tgtEl>
                                        <p:attrNameLst>
                                          <p:attrName>ppt_x</p:attrName>
                                          <p:attrName>ppt_y</p:attrName>
                                        </p:attrNameLst>
                                      </p:cBhvr>
                                      <p:rCtr x="52" y="14861"/>
                                    </p:animMotion>
                                  </p:childTnLst>
                                </p:cTn>
                              </p:par>
                            </p:childTnLst>
                          </p:cTn>
                        </p:par>
                      </p:childTnLst>
                    </p:cTn>
                  </p:par>
                  <p:par>
                    <p:cTn id="492" fill="hold">
                      <p:stCondLst>
                        <p:cond delay="indefinite"/>
                      </p:stCondLst>
                      <p:childTnLst>
                        <p:par>
                          <p:cTn id="493" fill="hold">
                            <p:stCondLst>
                              <p:cond delay="0"/>
                            </p:stCondLst>
                            <p:childTnLst>
                              <p:par>
                                <p:cTn id="494" presetID="1" presetClass="emph" presetSubtype="2" fill="hold" nodeType="clickEffect">
                                  <p:stCondLst>
                                    <p:cond delay="0"/>
                                  </p:stCondLst>
                                  <p:childTnLst>
                                    <p:animClr clrSpc="rgb" dir="cw">
                                      <p:cBhvr>
                                        <p:cTn id="495" dur="500" fill="hold"/>
                                        <p:tgtEl>
                                          <p:spTgt spid="4"/>
                                        </p:tgtEl>
                                        <p:attrNameLst>
                                          <p:attrName>fillcolor</p:attrName>
                                        </p:attrNameLst>
                                      </p:cBhvr>
                                      <p:to>
                                        <a:srgbClr val="ECF3FA"/>
                                      </p:to>
                                    </p:animClr>
                                    <p:set>
                                      <p:cBhvr>
                                        <p:cTn id="496" dur="500" fill="hold"/>
                                        <p:tgtEl>
                                          <p:spTgt spid="4"/>
                                        </p:tgtEl>
                                        <p:attrNameLst>
                                          <p:attrName>fill.type</p:attrName>
                                        </p:attrNameLst>
                                      </p:cBhvr>
                                      <p:to>
                                        <p:strVal val="solid"/>
                                      </p:to>
                                    </p:set>
                                    <p:set>
                                      <p:cBhvr>
                                        <p:cTn id="497" dur="500" fill="hold"/>
                                        <p:tgtEl>
                                          <p:spTgt spid="4"/>
                                        </p:tgtEl>
                                        <p:attrNameLst>
                                          <p:attrName>fill.on</p:attrName>
                                        </p:attrNameLst>
                                      </p:cBhvr>
                                      <p:to>
                                        <p:strVal val="true"/>
                                      </p:to>
                                    </p:set>
                                  </p:childTnLst>
                                </p:cTn>
                              </p:par>
                              <p:par>
                                <p:cTn id="498" presetID="16" presetClass="exit" presetSubtype="21" fill="hold" nodeType="withEffect">
                                  <p:stCondLst>
                                    <p:cond delay="0"/>
                                  </p:stCondLst>
                                  <p:childTnLst>
                                    <p:animEffect transition="out" filter="barn(inVertical)">
                                      <p:cBhvr>
                                        <p:cTn id="499" dur="500"/>
                                        <p:tgtEl>
                                          <p:spTgt spid="262"/>
                                        </p:tgtEl>
                                      </p:cBhvr>
                                    </p:animEffect>
                                    <p:set>
                                      <p:cBhvr>
                                        <p:cTn id="500" dur="1" fill="hold">
                                          <p:stCondLst>
                                            <p:cond delay="499"/>
                                          </p:stCondLst>
                                        </p:cTn>
                                        <p:tgtEl>
                                          <p:spTgt spid="262"/>
                                        </p:tgtEl>
                                        <p:attrNameLst>
                                          <p:attrName>style.visibility</p:attrName>
                                        </p:attrNameLst>
                                      </p:cBhvr>
                                      <p:to>
                                        <p:strVal val="hidden"/>
                                      </p:to>
                                    </p:set>
                                  </p:childTnLst>
                                </p:cTn>
                              </p:par>
                              <p:par>
                                <p:cTn id="501" presetID="16" presetClass="exit" presetSubtype="21" fill="hold" nodeType="withEffect">
                                  <p:stCondLst>
                                    <p:cond delay="0"/>
                                  </p:stCondLst>
                                  <p:childTnLst>
                                    <p:animEffect transition="out" filter="barn(inVertical)">
                                      <p:cBhvr>
                                        <p:cTn id="502" dur="500"/>
                                        <p:tgtEl>
                                          <p:spTgt spid="229"/>
                                        </p:tgtEl>
                                      </p:cBhvr>
                                    </p:animEffect>
                                    <p:set>
                                      <p:cBhvr>
                                        <p:cTn id="503" dur="1" fill="hold">
                                          <p:stCondLst>
                                            <p:cond delay="499"/>
                                          </p:stCondLst>
                                        </p:cTn>
                                        <p:tgtEl>
                                          <p:spTgt spid="229"/>
                                        </p:tgtEl>
                                        <p:attrNameLst>
                                          <p:attrName>style.visibility</p:attrName>
                                        </p:attrNameLst>
                                      </p:cBhvr>
                                      <p:to>
                                        <p:strVal val="hidden"/>
                                      </p:to>
                                    </p:set>
                                  </p:childTnLst>
                                </p:cTn>
                              </p:par>
                            </p:childTnLst>
                          </p:cTn>
                        </p:par>
                      </p:childTnLst>
                    </p:cTn>
                  </p:par>
                  <p:par>
                    <p:cTn id="504" fill="hold">
                      <p:stCondLst>
                        <p:cond delay="indefinite"/>
                      </p:stCondLst>
                      <p:childTnLst>
                        <p:par>
                          <p:cTn id="505" fill="hold">
                            <p:stCondLst>
                              <p:cond delay="0"/>
                            </p:stCondLst>
                            <p:childTnLst>
                              <p:par>
                                <p:cTn id="506" presetID="1" presetClass="emph" presetSubtype="2" fill="hold" nodeType="clickEffect">
                                  <p:stCondLst>
                                    <p:cond delay="0"/>
                                  </p:stCondLst>
                                  <p:childTnLst>
                                    <p:animClr clrSpc="rgb" dir="cw">
                                      <p:cBhvr>
                                        <p:cTn id="507" dur="500" fill="hold"/>
                                        <p:tgtEl>
                                          <p:spTgt spid="4"/>
                                        </p:tgtEl>
                                        <p:attrNameLst>
                                          <p:attrName>fillcolor</p:attrName>
                                        </p:attrNameLst>
                                      </p:cBhvr>
                                      <p:to>
                                        <a:srgbClr val="F7C7A7"/>
                                      </p:to>
                                    </p:animClr>
                                    <p:set>
                                      <p:cBhvr>
                                        <p:cTn id="508" dur="500" fill="hold"/>
                                        <p:tgtEl>
                                          <p:spTgt spid="4"/>
                                        </p:tgtEl>
                                        <p:attrNameLst>
                                          <p:attrName>fill.type</p:attrName>
                                        </p:attrNameLst>
                                      </p:cBhvr>
                                      <p:to>
                                        <p:strVal val="solid"/>
                                      </p:to>
                                    </p:set>
                                    <p:set>
                                      <p:cBhvr>
                                        <p:cTn id="509" dur="500" fill="hold"/>
                                        <p:tgtEl>
                                          <p:spTgt spid="4"/>
                                        </p:tgtEl>
                                        <p:attrNameLst>
                                          <p:attrName>fill.on</p:attrName>
                                        </p:attrNameLst>
                                      </p:cBhvr>
                                      <p:to>
                                        <p:strVal val="true"/>
                                      </p:to>
                                    </p:set>
                                  </p:childTnLst>
                                </p:cTn>
                              </p:par>
                            </p:childTnLst>
                          </p:cTn>
                        </p:par>
                      </p:childTnLst>
                    </p:cTn>
                  </p:par>
                  <p:par>
                    <p:cTn id="510" fill="hold">
                      <p:stCondLst>
                        <p:cond delay="indefinite"/>
                      </p:stCondLst>
                      <p:childTnLst>
                        <p:par>
                          <p:cTn id="511" fill="hold">
                            <p:stCondLst>
                              <p:cond delay="0"/>
                            </p:stCondLst>
                            <p:childTnLst>
                              <p:par>
                                <p:cTn id="512" presetID="45" presetClass="entr" presetSubtype="0" fill="hold" grpId="0" nodeType="clickEffect">
                                  <p:stCondLst>
                                    <p:cond delay="0"/>
                                  </p:stCondLst>
                                  <p:childTnLst>
                                    <p:set>
                                      <p:cBhvr>
                                        <p:cTn id="513" dur="1" fill="hold">
                                          <p:stCondLst>
                                            <p:cond delay="0"/>
                                          </p:stCondLst>
                                        </p:cTn>
                                        <p:tgtEl>
                                          <p:spTgt spid="183"/>
                                        </p:tgtEl>
                                        <p:attrNameLst>
                                          <p:attrName>style.visibility</p:attrName>
                                        </p:attrNameLst>
                                      </p:cBhvr>
                                      <p:to>
                                        <p:strVal val="visible"/>
                                      </p:to>
                                    </p:set>
                                    <p:animEffect transition="in" filter="fade">
                                      <p:cBhvr>
                                        <p:cTn id="514" dur="2000"/>
                                        <p:tgtEl>
                                          <p:spTgt spid="183"/>
                                        </p:tgtEl>
                                      </p:cBhvr>
                                    </p:animEffect>
                                    <p:anim calcmode="lin" valueType="num">
                                      <p:cBhvr>
                                        <p:cTn id="515" dur="2000" fill="hold"/>
                                        <p:tgtEl>
                                          <p:spTgt spid="183"/>
                                        </p:tgtEl>
                                        <p:attrNameLst>
                                          <p:attrName>ppt_w</p:attrName>
                                        </p:attrNameLst>
                                      </p:cBhvr>
                                      <p:tavLst>
                                        <p:tav tm="0" fmla="#ppt_w*sin(2.5*pi*$)">
                                          <p:val>
                                            <p:fltVal val="0"/>
                                          </p:val>
                                        </p:tav>
                                        <p:tav tm="100000">
                                          <p:val>
                                            <p:fltVal val="1"/>
                                          </p:val>
                                        </p:tav>
                                      </p:tavLst>
                                    </p:anim>
                                    <p:anim calcmode="lin" valueType="num">
                                      <p:cBhvr>
                                        <p:cTn id="516" dur="2000" fill="hold"/>
                                        <p:tgtEl>
                                          <p:spTgt spid="183"/>
                                        </p:tgtEl>
                                        <p:attrNameLst>
                                          <p:attrName>ppt_h</p:attrName>
                                        </p:attrNameLst>
                                      </p:cBhvr>
                                      <p:tavLst>
                                        <p:tav tm="0">
                                          <p:val>
                                            <p:strVal val="#ppt_h"/>
                                          </p:val>
                                        </p:tav>
                                        <p:tav tm="100000">
                                          <p:val>
                                            <p:strVal val="#ppt_h"/>
                                          </p:val>
                                        </p:tav>
                                      </p:tavLst>
                                    </p:anim>
                                  </p:childTnLst>
                                </p:cTn>
                              </p:par>
                            </p:childTnLst>
                          </p:cTn>
                        </p:par>
                        <p:par>
                          <p:cTn id="517" fill="hold">
                            <p:stCondLst>
                              <p:cond delay="2000"/>
                            </p:stCondLst>
                            <p:childTnLst>
                              <p:par>
                                <p:cTn id="518" presetID="22" presetClass="entr" presetSubtype="1" fill="hold" nodeType="afterEffect">
                                  <p:stCondLst>
                                    <p:cond delay="0"/>
                                  </p:stCondLst>
                                  <p:childTnLst>
                                    <p:set>
                                      <p:cBhvr>
                                        <p:cTn id="519" dur="1" fill="hold">
                                          <p:stCondLst>
                                            <p:cond delay="0"/>
                                          </p:stCondLst>
                                        </p:cTn>
                                        <p:tgtEl>
                                          <p:spTgt spid="265"/>
                                        </p:tgtEl>
                                        <p:attrNameLst>
                                          <p:attrName>style.visibility</p:attrName>
                                        </p:attrNameLst>
                                      </p:cBhvr>
                                      <p:to>
                                        <p:strVal val="visible"/>
                                      </p:to>
                                    </p:set>
                                    <p:animEffect transition="in" filter="wipe(up)">
                                      <p:cBhvr>
                                        <p:cTn id="520" dur="500"/>
                                        <p:tgtEl>
                                          <p:spTgt spid="265"/>
                                        </p:tgtEl>
                                      </p:cBhvr>
                                    </p:animEffect>
                                  </p:childTnLst>
                                </p:cTn>
                              </p:par>
                            </p:childTnLst>
                          </p:cTn>
                        </p:par>
                        <p:par>
                          <p:cTn id="521" fill="hold">
                            <p:stCondLst>
                              <p:cond delay="2500"/>
                            </p:stCondLst>
                            <p:childTnLst>
                              <p:par>
                                <p:cTn id="522" presetID="22" presetClass="entr" presetSubtype="1" fill="hold" nodeType="afterEffect">
                                  <p:stCondLst>
                                    <p:cond delay="0"/>
                                  </p:stCondLst>
                                  <p:childTnLst>
                                    <p:set>
                                      <p:cBhvr>
                                        <p:cTn id="523" dur="1" fill="hold">
                                          <p:stCondLst>
                                            <p:cond delay="0"/>
                                          </p:stCondLst>
                                        </p:cTn>
                                        <p:tgtEl>
                                          <p:spTgt spid="232"/>
                                        </p:tgtEl>
                                        <p:attrNameLst>
                                          <p:attrName>style.visibility</p:attrName>
                                        </p:attrNameLst>
                                      </p:cBhvr>
                                      <p:to>
                                        <p:strVal val="visible"/>
                                      </p:to>
                                    </p:set>
                                    <p:animEffect transition="in" filter="wipe(up)">
                                      <p:cBhvr>
                                        <p:cTn id="524" dur="500"/>
                                        <p:tgtEl>
                                          <p:spTgt spid="232"/>
                                        </p:tgtEl>
                                      </p:cBhvr>
                                    </p:animEffect>
                                  </p:childTnLst>
                                </p:cTn>
                              </p:par>
                            </p:childTnLst>
                          </p:cTn>
                        </p:par>
                      </p:childTnLst>
                    </p:cTn>
                  </p:par>
                  <p:par>
                    <p:cTn id="525" fill="hold">
                      <p:stCondLst>
                        <p:cond delay="indefinite"/>
                      </p:stCondLst>
                      <p:childTnLst>
                        <p:par>
                          <p:cTn id="526" fill="hold">
                            <p:stCondLst>
                              <p:cond delay="0"/>
                            </p:stCondLst>
                            <p:childTnLst>
                              <p:par>
                                <p:cTn id="527" presetID="42" presetClass="path" presetSubtype="0" accel="50000" decel="50000" fill="hold" grpId="1" nodeType="clickEffect">
                                  <p:stCondLst>
                                    <p:cond delay="0"/>
                                  </p:stCondLst>
                                  <p:childTnLst>
                                    <p:animMotion origin="layout" path="M 4.375E-6 -2.22222E-6 L 4.375E-6 0.29884 " pathEditMode="relative" rAng="0" ptsTypes="AA">
                                      <p:cBhvr>
                                        <p:cTn id="528" dur="2000" fill="hold"/>
                                        <p:tgtEl>
                                          <p:spTgt spid="183"/>
                                        </p:tgtEl>
                                        <p:attrNameLst>
                                          <p:attrName>ppt_x</p:attrName>
                                          <p:attrName>ppt_y</p:attrName>
                                        </p:attrNameLst>
                                      </p:cBhvr>
                                      <p:rCtr x="0" y="14931"/>
                                    </p:animMotion>
                                  </p:childTnLst>
                                </p:cTn>
                              </p:par>
                            </p:childTnLst>
                          </p:cTn>
                        </p:par>
                      </p:childTnLst>
                    </p:cTn>
                  </p:par>
                  <p:par>
                    <p:cTn id="529" fill="hold">
                      <p:stCondLst>
                        <p:cond delay="indefinite"/>
                      </p:stCondLst>
                      <p:childTnLst>
                        <p:par>
                          <p:cTn id="530" fill="hold">
                            <p:stCondLst>
                              <p:cond delay="0"/>
                            </p:stCondLst>
                            <p:childTnLst>
                              <p:par>
                                <p:cTn id="531" presetID="1" presetClass="emph" presetSubtype="2" fill="hold" nodeType="clickEffect">
                                  <p:stCondLst>
                                    <p:cond delay="0"/>
                                  </p:stCondLst>
                                  <p:childTnLst>
                                    <p:animClr clrSpc="rgb" dir="cw">
                                      <p:cBhvr>
                                        <p:cTn id="532" dur="500" fill="hold"/>
                                        <p:tgtEl>
                                          <p:spTgt spid="4"/>
                                        </p:tgtEl>
                                        <p:attrNameLst>
                                          <p:attrName>fillcolor</p:attrName>
                                        </p:attrNameLst>
                                      </p:cBhvr>
                                      <p:to>
                                        <a:srgbClr val="ECF3FA"/>
                                      </p:to>
                                    </p:animClr>
                                    <p:set>
                                      <p:cBhvr>
                                        <p:cTn id="533" dur="500" fill="hold"/>
                                        <p:tgtEl>
                                          <p:spTgt spid="4"/>
                                        </p:tgtEl>
                                        <p:attrNameLst>
                                          <p:attrName>fill.type</p:attrName>
                                        </p:attrNameLst>
                                      </p:cBhvr>
                                      <p:to>
                                        <p:strVal val="solid"/>
                                      </p:to>
                                    </p:set>
                                    <p:set>
                                      <p:cBhvr>
                                        <p:cTn id="534" dur="500" fill="hold"/>
                                        <p:tgtEl>
                                          <p:spTgt spid="4"/>
                                        </p:tgtEl>
                                        <p:attrNameLst>
                                          <p:attrName>fill.on</p:attrName>
                                        </p:attrNameLst>
                                      </p:cBhvr>
                                      <p:to>
                                        <p:strVal val="true"/>
                                      </p:to>
                                    </p:set>
                                  </p:childTnLst>
                                </p:cTn>
                              </p:par>
                              <p:par>
                                <p:cTn id="535" presetID="16" presetClass="exit" presetSubtype="21" fill="hold" nodeType="withEffect">
                                  <p:stCondLst>
                                    <p:cond delay="0"/>
                                  </p:stCondLst>
                                  <p:childTnLst>
                                    <p:animEffect transition="out" filter="barn(inVertical)">
                                      <p:cBhvr>
                                        <p:cTn id="536" dur="500"/>
                                        <p:tgtEl>
                                          <p:spTgt spid="265"/>
                                        </p:tgtEl>
                                      </p:cBhvr>
                                    </p:animEffect>
                                    <p:set>
                                      <p:cBhvr>
                                        <p:cTn id="537" dur="1" fill="hold">
                                          <p:stCondLst>
                                            <p:cond delay="499"/>
                                          </p:stCondLst>
                                        </p:cTn>
                                        <p:tgtEl>
                                          <p:spTgt spid="265"/>
                                        </p:tgtEl>
                                        <p:attrNameLst>
                                          <p:attrName>style.visibility</p:attrName>
                                        </p:attrNameLst>
                                      </p:cBhvr>
                                      <p:to>
                                        <p:strVal val="hidden"/>
                                      </p:to>
                                    </p:set>
                                  </p:childTnLst>
                                </p:cTn>
                              </p:par>
                              <p:par>
                                <p:cTn id="538" presetID="16" presetClass="exit" presetSubtype="21" fill="hold" nodeType="withEffect">
                                  <p:stCondLst>
                                    <p:cond delay="0"/>
                                  </p:stCondLst>
                                  <p:childTnLst>
                                    <p:animEffect transition="out" filter="barn(inVertical)">
                                      <p:cBhvr>
                                        <p:cTn id="539" dur="500"/>
                                        <p:tgtEl>
                                          <p:spTgt spid="232"/>
                                        </p:tgtEl>
                                      </p:cBhvr>
                                    </p:animEffect>
                                    <p:set>
                                      <p:cBhvr>
                                        <p:cTn id="540" dur="1" fill="hold">
                                          <p:stCondLst>
                                            <p:cond delay="499"/>
                                          </p:stCondLst>
                                        </p:cTn>
                                        <p:tgtEl>
                                          <p:spTgt spid="232"/>
                                        </p:tgtEl>
                                        <p:attrNameLst>
                                          <p:attrName>style.visibility</p:attrName>
                                        </p:attrNameLst>
                                      </p:cBhvr>
                                      <p:to>
                                        <p:strVal val="hidden"/>
                                      </p:to>
                                    </p:set>
                                  </p:childTnLst>
                                </p:cTn>
                              </p:par>
                            </p:childTnLst>
                          </p:cTn>
                        </p:par>
                      </p:childTnLst>
                    </p:cTn>
                  </p:par>
                  <p:par>
                    <p:cTn id="541" fill="hold">
                      <p:stCondLst>
                        <p:cond delay="indefinite"/>
                      </p:stCondLst>
                      <p:childTnLst>
                        <p:par>
                          <p:cTn id="542" fill="hold">
                            <p:stCondLst>
                              <p:cond delay="0"/>
                            </p:stCondLst>
                            <p:childTnLst>
                              <p:par>
                                <p:cTn id="543" presetID="1" presetClass="emph" presetSubtype="2" fill="hold" nodeType="clickEffect">
                                  <p:stCondLst>
                                    <p:cond delay="0"/>
                                  </p:stCondLst>
                                  <p:childTnLst>
                                    <p:animClr clrSpc="rgb" dir="cw">
                                      <p:cBhvr>
                                        <p:cTn id="544" dur="500" fill="hold"/>
                                        <p:tgtEl>
                                          <p:spTgt spid="4"/>
                                        </p:tgtEl>
                                        <p:attrNameLst>
                                          <p:attrName>fillcolor</p:attrName>
                                        </p:attrNameLst>
                                      </p:cBhvr>
                                      <p:to>
                                        <a:srgbClr val="EAF4E4"/>
                                      </p:to>
                                    </p:animClr>
                                    <p:set>
                                      <p:cBhvr>
                                        <p:cTn id="545" dur="500" fill="hold"/>
                                        <p:tgtEl>
                                          <p:spTgt spid="4"/>
                                        </p:tgtEl>
                                        <p:attrNameLst>
                                          <p:attrName>fill.type</p:attrName>
                                        </p:attrNameLst>
                                      </p:cBhvr>
                                      <p:to>
                                        <p:strVal val="solid"/>
                                      </p:to>
                                    </p:set>
                                    <p:set>
                                      <p:cBhvr>
                                        <p:cTn id="546" dur="500" fill="hold"/>
                                        <p:tgtEl>
                                          <p:spTgt spid="4"/>
                                        </p:tgtEl>
                                        <p:attrNameLst>
                                          <p:attrName>fill.on</p:attrName>
                                        </p:attrNameLst>
                                      </p:cBhvr>
                                      <p:to>
                                        <p:strVal val="true"/>
                                      </p:to>
                                    </p:set>
                                  </p:childTnLst>
                                </p:cTn>
                              </p:par>
                              <p:par>
                                <p:cTn id="547" presetID="16" presetClass="exit" presetSubtype="21" fill="hold" nodeType="withEffect">
                                  <p:stCondLst>
                                    <p:cond delay="0"/>
                                  </p:stCondLst>
                                  <p:childTnLst>
                                    <p:animEffect transition="out" filter="barn(inVertical)">
                                      <p:cBhvr>
                                        <p:cTn id="548" dur="500"/>
                                        <p:tgtEl>
                                          <p:spTgt spid="256"/>
                                        </p:tgtEl>
                                      </p:cBhvr>
                                    </p:animEffect>
                                    <p:set>
                                      <p:cBhvr>
                                        <p:cTn id="549" dur="1" fill="hold">
                                          <p:stCondLst>
                                            <p:cond delay="499"/>
                                          </p:stCondLst>
                                        </p:cTn>
                                        <p:tgtEl>
                                          <p:spTgt spid="256"/>
                                        </p:tgtEl>
                                        <p:attrNameLst>
                                          <p:attrName>style.visibility</p:attrName>
                                        </p:attrNameLst>
                                      </p:cBhvr>
                                      <p:to>
                                        <p:strVal val="hidden"/>
                                      </p:to>
                                    </p:set>
                                  </p:childTnLst>
                                </p:cTn>
                              </p:par>
                              <p:par>
                                <p:cTn id="550" presetID="16" presetClass="exit" presetSubtype="21" fill="hold" nodeType="withEffect">
                                  <p:stCondLst>
                                    <p:cond delay="0"/>
                                  </p:stCondLst>
                                  <p:childTnLst>
                                    <p:animEffect transition="out" filter="barn(inVertical)">
                                      <p:cBhvr>
                                        <p:cTn id="551" dur="500"/>
                                        <p:tgtEl>
                                          <p:spTgt spid="223"/>
                                        </p:tgtEl>
                                      </p:cBhvr>
                                    </p:animEffect>
                                    <p:set>
                                      <p:cBhvr>
                                        <p:cTn id="552" dur="1" fill="hold">
                                          <p:stCondLst>
                                            <p:cond delay="499"/>
                                          </p:stCondLst>
                                        </p:cTn>
                                        <p:tgtEl>
                                          <p:spTgt spid="223"/>
                                        </p:tgtEl>
                                        <p:attrNameLst>
                                          <p:attrName>style.visibility</p:attrName>
                                        </p:attrNameLst>
                                      </p:cBhvr>
                                      <p:to>
                                        <p:strVal val="hidden"/>
                                      </p:to>
                                    </p:set>
                                  </p:childTnLst>
                                </p:cTn>
                              </p:par>
                            </p:childTnLst>
                          </p:cTn>
                        </p:par>
                      </p:childTnLst>
                    </p:cTn>
                  </p:par>
                  <p:par>
                    <p:cTn id="553" fill="hold">
                      <p:stCondLst>
                        <p:cond delay="indefinite"/>
                      </p:stCondLst>
                      <p:childTnLst>
                        <p:par>
                          <p:cTn id="554" fill="hold">
                            <p:stCondLst>
                              <p:cond delay="0"/>
                            </p:stCondLst>
                            <p:childTnLst>
                              <p:par>
                                <p:cTn id="555" presetID="1" presetClass="emph" presetSubtype="2" fill="hold" nodeType="clickEffect">
                                  <p:stCondLst>
                                    <p:cond delay="0"/>
                                  </p:stCondLst>
                                  <p:childTnLst>
                                    <p:animClr clrSpc="rgb" dir="cw">
                                      <p:cBhvr>
                                        <p:cTn id="556" dur="500" fill="hold"/>
                                        <p:tgtEl>
                                          <p:spTgt spid="4"/>
                                        </p:tgtEl>
                                        <p:attrNameLst>
                                          <p:attrName>fillcolor</p:attrName>
                                        </p:attrNameLst>
                                      </p:cBhvr>
                                      <p:to>
                                        <a:srgbClr val="E1CEE4"/>
                                      </p:to>
                                    </p:animClr>
                                    <p:set>
                                      <p:cBhvr>
                                        <p:cTn id="557" dur="500" fill="hold"/>
                                        <p:tgtEl>
                                          <p:spTgt spid="4"/>
                                        </p:tgtEl>
                                        <p:attrNameLst>
                                          <p:attrName>fill.type</p:attrName>
                                        </p:attrNameLst>
                                      </p:cBhvr>
                                      <p:to>
                                        <p:strVal val="solid"/>
                                      </p:to>
                                    </p:set>
                                    <p:set>
                                      <p:cBhvr>
                                        <p:cTn id="558" dur="500" fill="hold"/>
                                        <p:tgtEl>
                                          <p:spTgt spid="4"/>
                                        </p:tgtEl>
                                        <p:attrNameLst>
                                          <p:attrName>fill.on</p:attrName>
                                        </p:attrNameLst>
                                      </p:cBhvr>
                                      <p:to>
                                        <p:strVal val="true"/>
                                      </p:to>
                                    </p:set>
                                  </p:childTnLst>
                                </p:cTn>
                              </p:par>
                              <p:par>
                                <p:cTn id="559" presetID="16" presetClass="exit" presetSubtype="21" fill="hold" nodeType="withEffect">
                                  <p:stCondLst>
                                    <p:cond delay="0"/>
                                  </p:stCondLst>
                                  <p:childTnLst>
                                    <p:animEffect transition="out" filter="barn(inVertical)">
                                      <p:cBhvr>
                                        <p:cTn id="560" dur="500"/>
                                        <p:tgtEl>
                                          <p:spTgt spid="250"/>
                                        </p:tgtEl>
                                      </p:cBhvr>
                                    </p:animEffect>
                                    <p:set>
                                      <p:cBhvr>
                                        <p:cTn id="561" dur="1" fill="hold">
                                          <p:stCondLst>
                                            <p:cond delay="499"/>
                                          </p:stCondLst>
                                        </p:cTn>
                                        <p:tgtEl>
                                          <p:spTgt spid="250"/>
                                        </p:tgtEl>
                                        <p:attrNameLst>
                                          <p:attrName>style.visibility</p:attrName>
                                        </p:attrNameLst>
                                      </p:cBhvr>
                                      <p:to>
                                        <p:strVal val="hidden"/>
                                      </p:to>
                                    </p:set>
                                  </p:childTnLst>
                                </p:cTn>
                              </p:par>
                              <p:par>
                                <p:cTn id="562" presetID="16" presetClass="exit" presetSubtype="21" fill="hold" nodeType="withEffect">
                                  <p:stCondLst>
                                    <p:cond delay="0"/>
                                  </p:stCondLst>
                                  <p:childTnLst>
                                    <p:animEffect transition="out" filter="barn(inVertical)">
                                      <p:cBhvr>
                                        <p:cTn id="563" dur="500"/>
                                        <p:tgtEl>
                                          <p:spTgt spid="217"/>
                                        </p:tgtEl>
                                      </p:cBhvr>
                                    </p:animEffect>
                                    <p:set>
                                      <p:cBhvr>
                                        <p:cTn id="564" dur="1" fill="hold">
                                          <p:stCondLst>
                                            <p:cond delay="499"/>
                                          </p:stCondLst>
                                        </p:cTn>
                                        <p:tgtEl>
                                          <p:spTgt spid="217"/>
                                        </p:tgtEl>
                                        <p:attrNameLst>
                                          <p:attrName>style.visibility</p:attrName>
                                        </p:attrNameLst>
                                      </p:cBhvr>
                                      <p:to>
                                        <p:strVal val="hidden"/>
                                      </p:to>
                                    </p:set>
                                  </p:childTnLst>
                                </p:cTn>
                              </p:par>
                            </p:childTnLst>
                          </p:cTn>
                        </p:par>
                      </p:childTnLst>
                    </p:cTn>
                  </p:par>
                  <p:par>
                    <p:cTn id="565" fill="hold">
                      <p:stCondLst>
                        <p:cond delay="indefinite"/>
                      </p:stCondLst>
                      <p:childTnLst>
                        <p:par>
                          <p:cTn id="566" fill="hold">
                            <p:stCondLst>
                              <p:cond delay="0"/>
                            </p:stCondLst>
                            <p:childTnLst>
                              <p:par>
                                <p:cTn id="567" presetID="1" presetClass="emph" presetSubtype="2" fill="hold" nodeType="clickEffect">
                                  <p:stCondLst>
                                    <p:cond delay="0"/>
                                  </p:stCondLst>
                                  <p:childTnLst>
                                    <p:animClr clrSpc="rgb" dir="cw">
                                      <p:cBhvr>
                                        <p:cTn id="568" dur="500" fill="hold"/>
                                        <p:tgtEl>
                                          <p:spTgt spid="4"/>
                                        </p:tgtEl>
                                        <p:attrNameLst>
                                          <p:attrName>fillcolor</p:attrName>
                                        </p:attrNameLst>
                                      </p:cBhvr>
                                      <p:to>
                                        <a:srgbClr val="FFF2CC"/>
                                      </p:to>
                                    </p:animClr>
                                    <p:set>
                                      <p:cBhvr>
                                        <p:cTn id="569" dur="500" fill="hold"/>
                                        <p:tgtEl>
                                          <p:spTgt spid="4"/>
                                        </p:tgtEl>
                                        <p:attrNameLst>
                                          <p:attrName>fill.type</p:attrName>
                                        </p:attrNameLst>
                                      </p:cBhvr>
                                      <p:to>
                                        <p:strVal val="solid"/>
                                      </p:to>
                                    </p:set>
                                    <p:set>
                                      <p:cBhvr>
                                        <p:cTn id="570" dur="500" fill="hold"/>
                                        <p:tgtEl>
                                          <p:spTgt spid="4"/>
                                        </p:tgtEl>
                                        <p:attrNameLst>
                                          <p:attrName>fill.on</p:attrName>
                                        </p:attrNameLst>
                                      </p:cBhvr>
                                      <p:to>
                                        <p:strVal val="true"/>
                                      </p:to>
                                    </p:set>
                                  </p:childTnLst>
                                </p:cTn>
                              </p:par>
                              <p:par>
                                <p:cTn id="571" presetID="16" presetClass="exit" presetSubtype="21" fill="hold" nodeType="withEffect">
                                  <p:stCondLst>
                                    <p:cond delay="0"/>
                                  </p:stCondLst>
                                  <p:childTnLst>
                                    <p:animEffect transition="out" filter="barn(inVertical)">
                                      <p:cBhvr>
                                        <p:cTn id="572" dur="500"/>
                                        <p:tgtEl>
                                          <p:spTgt spid="241"/>
                                        </p:tgtEl>
                                      </p:cBhvr>
                                    </p:animEffect>
                                    <p:set>
                                      <p:cBhvr>
                                        <p:cTn id="573" dur="1" fill="hold">
                                          <p:stCondLst>
                                            <p:cond delay="499"/>
                                          </p:stCondLst>
                                        </p:cTn>
                                        <p:tgtEl>
                                          <p:spTgt spid="241"/>
                                        </p:tgtEl>
                                        <p:attrNameLst>
                                          <p:attrName>style.visibility</p:attrName>
                                        </p:attrNameLst>
                                      </p:cBhvr>
                                      <p:to>
                                        <p:strVal val="hidden"/>
                                      </p:to>
                                    </p:set>
                                  </p:childTnLst>
                                </p:cTn>
                              </p:par>
                              <p:par>
                                <p:cTn id="574" presetID="16" presetClass="exit" presetSubtype="21" fill="hold" nodeType="withEffect">
                                  <p:stCondLst>
                                    <p:cond delay="0"/>
                                  </p:stCondLst>
                                  <p:childTnLst>
                                    <p:animEffect transition="out" filter="barn(inVertical)">
                                      <p:cBhvr>
                                        <p:cTn id="575" dur="500"/>
                                        <p:tgtEl>
                                          <p:spTgt spid="208"/>
                                        </p:tgtEl>
                                      </p:cBhvr>
                                    </p:animEffect>
                                    <p:set>
                                      <p:cBhvr>
                                        <p:cTn id="576" dur="1" fill="hold">
                                          <p:stCondLst>
                                            <p:cond delay="499"/>
                                          </p:stCondLst>
                                        </p:cTn>
                                        <p:tgtEl>
                                          <p:spTgt spid="208"/>
                                        </p:tgtEl>
                                        <p:attrNameLst>
                                          <p:attrName>style.visibility</p:attrName>
                                        </p:attrNameLst>
                                      </p:cBhvr>
                                      <p:to>
                                        <p:strVal val="hidden"/>
                                      </p:to>
                                    </p:set>
                                  </p:childTnLst>
                                </p:cTn>
                              </p:par>
                            </p:childTnLst>
                          </p:cTn>
                        </p:par>
                      </p:childTnLst>
                    </p:cTn>
                  </p:par>
                  <p:par>
                    <p:cTn id="577" fill="hold">
                      <p:stCondLst>
                        <p:cond delay="indefinite"/>
                      </p:stCondLst>
                      <p:childTnLst>
                        <p:par>
                          <p:cTn id="578" fill="hold">
                            <p:stCondLst>
                              <p:cond delay="0"/>
                            </p:stCondLst>
                            <p:childTnLst>
                              <p:par>
                                <p:cTn id="579" presetID="1" presetClass="emph" presetSubtype="2" fill="hold" nodeType="clickEffect">
                                  <p:stCondLst>
                                    <p:cond delay="0"/>
                                  </p:stCondLst>
                                  <p:childTnLst>
                                    <p:animClr clrSpc="rgb" dir="cw">
                                      <p:cBhvr>
                                        <p:cTn id="580" dur="500" fill="hold"/>
                                        <p:tgtEl>
                                          <p:spTgt spid="4"/>
                                        </p:tgtEl>
                                        <p:attrNameLst>
                                          <p:attrName>fillcolor</p:attrName>
                                        </p:attrNameLst>
                                      </p:cBhvr>
                                      <p:to>
                                        <a:srgbClr val="E1CEE4"/>
                                      </p:to>
                                    </p:animClr>
                                    <p:set>
                                      <p:cBhvr>
                                        <p:cTn id="581" dur="500" fill="hold"/>
                                        <p:tgtEl>
                                          <p:spTgt spid="4"/>
                                        </p:tgtEl>
                                        <p:attrNameLst>
                                          <p:attrName>fill.type</p:attrName>
                                        </p:attrNameLst>
                                      </p:cBhvr>
                                      <p:to>
                                        <p:strVal val="solid"/>
                                      </p:to>
                                    </p:set>
                                    <p:set>
                                      <p:cBhvr>
                                        <p:cTn id="582" dur="500" fill="hold"/>
                                        <p:tgtEl>
                                          <p:spTgt spid="4"/>
                                        </p:tgtEl>
                                        <p:attrNameLst>
                                          <p:attrName>fill.on</p:attrName>
                                        </p:attrNameLst>
                                      </p:cBhvr>
                                      <p:to>
                                        <p:strVal val="true"/>
                                      </p:to>
                                    </p:set>
                                  </p:childTnLst>
                                </p:cTn>
                              </p:par>
                            </p:childTnLst>
                          </p:cTn>
                        </p:par>
                      </p:childTnLst>
                    </p:cTn>
                  </p:par>
                  <p:par>
                    <p:cTn id="583" fill="hold">
                      <p:stCondLst>
                        <p:cond delay="indefinite"/>
                      </p:stCondLst>
                      <p:childTnLst>
                        <p:par>
                          <p:cTn id="584" fill="hold">
                            <p:stCondLst>
                              <p:cond delay="0"/>
                            </p:stCondLst>
                            <p:childTnLst>
                              <p:par>
                                <p:cTn id="585" presetID="45" presetClass="entr" presetSubtype="0" fill="hold" grpId="0" nodeType="clickEffect">
                                  <p:stCondLst>
                                    <p:cond delay="0"/>
                                  </p:stCondLst>
                                  <p:childTnLst>
                                    <p:set>
                                      <p:cBhvr>
                                        <p:cTn id="586" dur="1" fill="hold">
                                          <p:stCondLst>
                                            <p:cond delay="0"/>
                                          </p:stCondLst>
                                        </p:cTn>
                                        <p:tgtEl>
                                          <p:spTgt spid="182"/>
                                        </p:tgtEl>
                                        <p:attrNameLst>
                                          <p:attrName>style.visibility</p:attrName>
                                        </p:attrNameLst>
                                      </p:cBhvr>
                                      <p:to>
                                        <p:strVal val="visible"/>
                                      </p:to>
                                    </p:set>
                                    <p:animEffect transition="in" filter="fade">
                                      <p:cBhvr>
                                        <p:cTn id="587" dur="2000"/>
                                        <p:tgtEl>
                                          <p:spTgt spid="182"/>
                                        </p:tgtEl>
                                      </p:cBhvr>
                                    </p:animEffect>
                                    <p:anim calcmode="lin" valueType="num">
                                      <p:cBhvr>
                                        <p:cTn id="588" dur="2000" fill="hold"/>
                                        <p:tgtEl>
                                          <p:spTgt spid="182"/>
                                        </p:tgtEl>
                                        <p:attrNameLst>
                                          <p:attrName>ppt_w</p:attrName>
                                        </p:attrNameLst>
                                      </p:cBhvr>
                                      <p:tavLst>
                                        <p:tav tm="0" fmla="#ppt_w*sin(2.5*pi*$)">
                                          <p:val>
                                            <p:fltVal val="0"/>
                                          </p:val>
                                        </p:tav>
                                        <p:tav tm="100000">
                                          <p:val>
                                            <p:fltVal val="1"/>
                                          </p:val>
                                        </p:tav>
                                      </p:tavLst>
                                    </p:anim>
                                    <p:anim calcmode="lin" valueType="num">
                                      <p:cBhvr>
                                        <p:cTn id="589" dur="2000" fill="hold"/>
                                        <p:tgtEl>
                                          <p:spTgt spid="182"/>
                                        </p:tgtEl>
                                        <p:attrNameLst>
                                          <p:attrName>ppt_h</p:attrName>
                                        </p:attrNameLst>
                                      </p:cBhvr>
                                      <p:tavLst>
                                        <p:tav tm="0">
                                          <p:val>
                                            <p:strVal val="#ppt_h"/>
                                          </p:val>
                                        </p:tav>
                                        <p:tav tm="100000">
                                          <p:val>
                                            <p:strVal val="#ppt_h"/>
                                          </p:val>
                                        </p:tav>
                                      </p:tavLst>
                                    </p:anim>
                                  </p:childTnLst>
                                </p:cTn>
                              </p:par>
                            </p:childTnLst>
                          </p:cTn>
                        </p:par>
                        <p:par>
                          <p:cTn id="590" fill="hold">
                            <p:stCondLst>
                              <p:cond delay="2000"/>
                            </p:stCondLst>
                            <p:childTnLst>
                              <p:par>
                                <p:cTn id="591" presetID="22" presetClass="entr" presetSubtype="1" fill="hold" nodeType="afterEffect">
                                  <p:stCondLst>
                                    <p:cond delay="0"/>
                                  </p:stCondLst>
                                  <p:childTnLst>
                                    <p:set>
                                      <p:cBhvr>
                                        <p:cTn id="592" dur="1" fill="hold">
                                          <p:stCondLst>
                                            <p:cond delay="0"/>
                                          </p:stCondLst>
                                        </p:cTn>
                                        <p:tgtEl>
                                          <p:spTgt spid="259"/>
                                        </p:tgtEl>
                                        <p:attrNameLst>
                                          <p:attrName>style.visibility</p:attrName>
                                        </p:attrNameLst>
                                      </p:cBhvr>
                                      <p:to>
                                        <p:strVal val="visible"/>
                                      </p:to>
                                    </p:set>
                                    <p:animEffect transition="in" filter="wipe(up)">
                                      <p:cBhvr>
                                        <p:cTn id="593" dur="500"/>
                                        <p:tgtEl>
                                          <p:spTgt spid="259"/>
                                        </p:tgtEl>
                                      </p:cBhvr>
                                    </p:animEffect>
                                  </p:childTnLst>
                                </p:cTn>
                              </p:par>
                            </p:childTnLst>
                          </p:cTn>
                        </p:par>
                        <p:par>
                          <p:cTn id="594" fill="hold">
                            <p:stCondLst>
                              <p:cond delay="2500"/>
                            </p:stCondLst>
                            <p:childTnLst>
                              <p:par>
                                <p:cTn id="595" presetID="22" presetClass="entr" presetSubtype="1" fill="hold" nodeType="afterEffect">
                                  <p:stCondLst>
                                    <p:cond delay="0"/>
                                  </p:stCondLst>
                                  <p:childTnLst>
                                    <p:set>
                                      <p:cBhvr>
                                        <p:cTn id="596" dur="1" fill="hold">
                                          <p:stCondLst>
                                            <p:cond delay="0"/>
                                          </p:stCondLst>
                                        </p:cTn>
                                        <p:tgtEl>
                                          <p:spTgt spid="226"/>
                                        </p:tgtEl>
                                        <p:attrNameLst>
                                          <p:attrName>style.visibility</p:attrName>
                                        </p:attrNameLst>
                                      </p:cBhvr>
                                      <p:to>
                                        <p:strVal val="visible"/>
                                      </p:to>
                                    </p:set>
                                    <p:animEffect transition="in" filter="wipe(up)">
                                      <p:cBhvr>
                                        <p:cTn id="597" dur="500"/>
                                        <p:tgtEl>
                                          <p:spTgt spid="226"/>
                                        </p:tgtEl>
                                      </p:cBhvr>
                                    </p:animEffect>
                                  </p:childTnLst>
                                </p:cTn>
                              </p:par>
                            </p:childTnLst>
                          </p:cTn>
                        </p:par>
                      </p:childTnLst>
                    </p:cTn>
                  </p:par>
                  <p:par>
                    <p:cTn id="598" fill="hold">
                      <p:stCondLst>
                        <p:cond delay="indefinite"/>
                      </p:stCondLst>
                      <p:childTnLst>
                        <p:par>
                          <p:cTn id="599" fill="hold">
                            <p:stCondLst>
                              <p:cond delay="0"/>
                            </p:stCondLst>
                            <p:childTnLst>
                              <p:par>
                                <p:cTn id="600" presetID="42" presetClass="path" presetSubtype="0" accel="50000" decel="50000" fill="hold" grpId="1" nodeType="clickEffect">
                                  <p:stCondLst>
                                    <p:cond delay="0"/>
                                  </p:stCondLst>
                                  <p:childTnLst>
                                    <p:animMotion origin="layout" path="M 1.66667E-6 3.33333E-6 L -0.00013 0.29606 " pathEditMode="relative" rAng="0" ptsTypes="AA">
                                      <p:cBhvr>
                                        <p:cTn id="601" dur="2000" fill="hold"/>
                                        <p:tgtEl>
                                          <p:spTgt spid="182"/>
                                        </p:tgtEl>
                                        <p:attrNameLst>
                                          <p:attrName>ppt_x</p:attrName>
                                          <p:attrName>ppt_y</p:attrName>
                                        </p:attrNameLst>
                                      </p:cBhvr>
                                      <p:rCtr x="-13" y="14792"/>
                                    </p:animMotion>
                                  </p:childTnLst>
                                </p:cTn>
                              </p:par>
                            </p:childTnLst>
                          </p:cTn>
                        </p:par>
                      </p:childTnLst>
                    </p:cTn>
                  </p:par>
                  <p:par>
                    <p:cTn id="602" fill="hold">
                      <p:stCondLst>
                        <p:cond delay="indefinite"/>
                      </p:stCondLst>
                      <p:childTnLst>
                        <p:par>
                          <p:cTn id="603" fill="hold">
                            <p:stCondLst>
                              <p:cond delay="0"/>
                            </p:stCondLst>
                            <p:childTnLst>
                              <p:par>
                                <p:cTn id="604" presetID="1" presetClass="emph" presetSubtype="2" fill="hold" nodeType="clickEffect">
                                  <p:stCondLst>
                                    <p:cond delay="0"/>
                                  </p:stCondLst>
                                  <p:childTnLst>
                                    <p:animClr clrSpc="rgb" dir="cw">
                                      <p:cBhvr>
                                        <p:cTn id="605" dur="500" fill="hold"/>
                                        <p:tgtEl>
                                          <p:spTgt spid="4"/>
                                        </p:tgtEl>
                                        <p:attrNameLst>
                                          <p:attrName>fillcolor</p:attrName>
                                        </p:attrNameLst>
                                      </p:cBhvr>
                                      <p:to>
                                        <a:srgbClr val="FFF2CC"/>
                                      </p:to>
                                    </p:animClr>
                                    <p:set>
                                      <p:cBhvr>
                                        <p:cTn id="606" dur="500" fill="hold"/>
                                        <p:tgtEl>
                                          <p:spTgt spid="4"/>
                                        </p:tgtEl>
                                        <p:attrNameLst>
                                          <p:attrName>fill.type</p:attrName>
                                        </p:attrNameLst>
                                      </p:cBhvr>
                                      <p:to>
                                        <p:strVal val="solid"/>
                                      </p:to>
                                    </p:set>
                                    <p:set>
                                      <p:cBhvr>
                                        <p:cTn id="607" dur="500" fill="hold"/>
                                        <p:tgtEl>
                                          <p:spTgt spid="4"/>
                                        </p:tgtEl>
                                        <p:attrNameLst>
                                          <p:attrName>fill.on</p:attrName>
                                        </p:attrNameLst>
                                      </p:cBhvr>
                                      <p:to>
                                        <p:strVal val="true"/>
                                      </p:to>
                                    </p:set>
                                  </p:childTnLst>
                                </p:cTn>
                              </p:par>
                              <p:par>
                                <p:cTn id="608" presetID="16" presetClass="exit" presetSubtype="21" fill="hold" nodeType="withEffect">
                                  <p:stCondLst>
                                    <p:cond delay="0"/>
                                  </p:stCondLst>
                                  <p:childTnLst>
                                    <p:animEffect transition="out" filter="barn(inVertical)">
                                      <p:cBhvr>
                                        <p:cTn id="609" dur="500"/>
                                        <p:tgtEl>
                                          <p:spTgt spid="259"/>
                                        </p:tgtEl>
                                      </p:cBhvr>
                                    </p:animEffect>
                                    <p:set>
                                      <p:cBhvr>
                                        <p:cTn id="610" dur="1" fill="hold">
                                          <p:stCondLst>
                                            <p:cond delay="499"/>
                                          </p:stCondLst>
                                        </p:cTn>
                                        <p:tgtEl>
                                          <p:spTgt spid="259"/>
                                        </p:tgtEl>
                                        <p:attrNameLst>
                                          <p:attrName>style.visibility</p:attrName>
                                        </p:attrNameLst>
                                      </p:cBhvr>
                                      <p:to>
                                        <p:strVal val="hidden"/>
                                      </p:to>
                                    </p:set>
                                  </p:childTnLst>
                                </p:cTn>
                              </p:par>
                              <p:par>
                                <p:cTn id="611" presetID="16" presetClass="exit" presetSubtype="21" fill="hold" nodeType="withEffect">
                                  <p:stCondLst>
                                    <p:cond delay="0"/>
                                  </p:stCondLst>
                                  <p:childTnLst>
                                    <p:animEffect transition="out" filter="barn(inVertical)">
                                      <p:cBhvr>
                                        <p:cTn id="612" dur="500"/>
                                        <p:tgtEl>
                                          <p:spTgt spid="226"/>
                                        </p:tgtEl>
                                      </p:cBhvr>
                                    </p:animEffect>
                                    <p:set>
                                      <p:cBhvr>
                                        <p:cTn id="613" dur="1" fill="hold">
                                          <p:stCondLst>
                                            <p:cond delay="499"/>
                                          </p:stCondLst>
                                        </p:cTn>
                                        <p:tgtEl>
                                          <p:spTgt spid="226"/>
                                        </p:tgtEl>
                                        <p:attrNameLst>
                                          <p:attrName>style.visibility</p:attrName>
                                        </p:attrNameLst>
                                      </p:cBhvr>
                                      <p:to>
                                        <p:strVal val="hidden"/>
                                      </p:to>
                                    </p:set>
                                  </p:childTnLst>
                                </p:cTn>
                              </p:par>
                            </p:childTnLst>
                          </p:cTn>
                        </p:par>
                      </p:childTnLst>
                    </p:cTn>
                  </p:par>
                  <p:par>
                    <p:cTn id="614" fill="hold">
                      <p:stCondLst>
                        <p:cond delay="indefinite"/>
                      </p:stCondLst>
                      <p:childTnLst>
                        <p:par>
                          <p:cTn id="615" fill="hold">
                            <p:stCondLst>
                              <p:cond delay="0"/>
                            </p:stCondLst>
                            <p:childTnLst>
                              <p:par>
                                <p:cTn id="616" presetID="1" presetClass="emph" presetSubtype="2" fill="hold" nodeType="clickEffect">
                                  <p:stCondLst>
                                    <p:cond delay="0"/>
                                  </p:stCondLst>
                                  <p:childTnLst>
                                    <p:animClr clrSpc="rgb" dir="cw">
                                      <p:cBhvr>
                                        <p:cTn id="617" dur="500" fill="hold"/>
                                        <p:tgtEl>
                                          <p:spTgt spid="4"/>
                                        </p:tgtEl>
                                        <p:attrNameLst>
                                          <p:attrName>fillcolor</p:attrName>
                                        </p:attrNameLst>
                                      </p:cBhvr>
                                      <p:to>
                                        <a:srgbClr val="E7E6E6"/>
                                      </p:to>
                                    </p:animClr>
                                    <p:set>
                                      <p:cBhvr>
                                        <p:cTn id="618" dur="500" fill="hold"/>
                                        <p:tgtEl>
                                          <p:spTgt spid="4"/>
                                        </p:tgtEl>
                                        <p:attrNameLst>
                                          <p:attrName>fill.type</p:attrName>
                                        </p:attrNameLst>
                                      </p:cBhvr>
                                      <p:to>
                                        <p:strVal val="solid"/>
                                      </p:to>
                                    </p:set>
                                    <p:set>
                                      <p:cBhvr>
                                        <p:cTn id="619" dur="500" fill="hold"/>
                                        <p:tgtEl>
                                          <p:spTgt spid="4"/>
                                        </p:tgtEl>
                                        <p:attrNameLst>
                                          <p:attrName>fill.on</p:attrName>
                                        </p:attrNameLst>
                                      </p:cBhvr>
                                      <p:to>
                                        <p:strVal val="true"/>
                                      </p:to>
                                    </p:set>
                                  </p:childTnLst>
                                </p:cTn>
                              </p:par>
                              <p:par>
                                <p:cTn id="620" presetID="16" presetClass="exit" presetSubtype="21" fill="hold" nodeType="withEffect">
                                  <p:stCondLst>
                                    <p:cond delay="0"/>
                                  </p:stCondLst>
                                  <p:childTnLst>
                                    <p:animEffect transition="out" filter="barn(inVertical)">
                                      <p:cBhvr>
                                        <p:cTn id="621" dur="500"/>
                                        <p:tgtEl>
                                          <p:spTgt spid="247"/>
                                        </p:tgtEl>
                                      </p:cBhvr>
                                    </p:animEffect>
                                    <p:set>
                                      <p:cBhvr>
                                        <p:cTn id="622" dur="1" fill="hold">
                                          <p:stCondLst>
                                            <p:cond delay="499"/>
                                          </p:stCondLst>
                                        </p:cTn>
                                        <p:tgtEl>
                                          <p:spTgt spid="247"/>
                                        </p:tgtEl>
                                        <p:attrNameLst>
                                          <p:attrName>style.visibility</p:attrName>
                                        </p:attrNameLst>
                                      </p:cBhvr>
                                      <p:to>
                                        <p:strVal val="hidden"/>
                                      </p:to>
                                    </p:set>
                                  </p:childTnLst>
                                </p:cTn>
                              </p:par>
                              <p:par>
                                <p:cTn id="623" presetID="16" presetClass="exit" presetSubtype="21" fill="hold" nodeType="withEffect">
                                  <p:stCondLst>
                                    <p:cond delay="0"/>
                                  </p:stCondLst>
                                  <p:childTnLst>
                                    <p:animEffect transition="out" filter="barn(inVertical)">
                                      <p:cBhvr>
                                        <p:cTn id="624" dur="500"/>
                                        <p:tgtEl>
                                          <p:spTgt spid="214"/>
                                        </p:tgtEl>
                                      </p:cBhvr>
                                    </p:animEffect>
                                    <p:set>
                                      <p:cBhvr>
                                        <p:cTn id="625" dur="1" fill="hold">
                                          <p:stCondLst>
                                            <p:cond delay="499"/>
                                          </p:stCondLst>
                                        </p:cTn>
                                        <p:tgtEl>
                                          <p:spTgt spid="214"/>
                                        </p:tgtEl>
                                        <p:attrNameLst>
                                          <p:attrName>style.visibility</p:attrName>
                                        </p:attrNameLst>
                                      </p:cBhvr>
                                      <p:to>
                                        <p:strVal val="hidden"/>
                                      </p:to>
                                    </p:set>
                                  </p:childTnLst>
                                </p:cTn>
                              </p:par>
                            </p:childTnLst>
                          </p:cTn>
                        </p:par>
                      </p:childTnLst>
                    </p:cTn>
                  </p:par>
                  <p:par>
                    <p:cTn id="626" fill="hold">
                      <p:stCondLst>
                        <p:cond delay="indefinite"/>
                      </p:stCondLst>
                      <p:childTnLst>
                        <p:par>
                          <p:cTn id="627" fill="hold">
                            <p:stCondLst>
                              <p:cond delay="0"/>
                            </p:stCondLst>
                            <p:childTnLst>
                              <p:par>
                                <p:cTn id="628" presetID="1" presetClass="emph" presetSubtype="2" fill="hold" nodeType="clickEffect">
                                  <p:stCondLst>
                                    <p:cond delay="0"/>
                                  </p:stCondLst>
                                  <p:childTnLst>
                                    <p:animClr clrSpc="rgb" dir="cw">
                                      <p:cBhvr>
                                        <p:cTn id="629" dur="500" fill="hold"/>
                                        <p:tgtEl>
                                          <p:spTgt spid="4"/>
                                        </p:tgtEl>
                                        <p:attrNameLst>
                                          <p:attrName>fillcolor</p:attrName>
                                        </p:attrNameLst>
                                      </p:cBhvr>
                                      <p:to>
                                        <a:srgbClr val="FFFFFF"/>
                                      </p:to>
                                    </p:animClr>
                                    <p:set>
                                      <p:cBhvr>
                                        <p:cTn id="630" dur="500" fill="hold"/>
                                        <p:tgtEl>
                                          <p:spTgt spid="4"/>
                                        </p:tgtEl>
                                        <p:attrNameLst>
                                          <p:attrName>fill.type</p:attrName>
                                        </p:attrNameLst>
                                      </p:cBhvr>
                                      <p:to>
                                        <p:strVal val="solid"/>
                                      </p:to>
                                    </p:set>
                                    <p:set>
                                      <p:cBhvr>
                                        <p:cTn id="631" dur="500" fill="hold"/>
                                        <p:tgtEl>
                                          <p:spTgt spid="4"/>
                                        </p:tgtEl>
                                        <p:attrNameLst>
                                          <p:attrName>fill.on</p:attrName>
                                        </p:attrNameLst>
                                      </p:cBhvr>
                                      <p:to>
                                        <p:strVal val="true"/>
                                      </p:to>
                                    </p:set>
                                  </p:childTnLst>
                                </p:cTn>
                              </p:par>
                              <p:par>
                                <p:cTn id="632" presetID="16" presetClass="exit" presetSubtype="21" fill="hold" nodeType="withEffect">
                                  <p:stCondLst>
                                    <p:cond delay="0"/>
                                  </p:stCondLst>
                                  <p:childTnLst>
                                    <p:animEffect transition="out" filter="barn(inVertical)">
                                      <p:cBhvr>
                                        <p:cTn id="633" dur="500"/>
                                        <p:tgtEl>
                                          <p:spTgt spid="202"/>
                                        </p:tgtEl>
                                      </p:cBhvr>
                                    </p:animEffect>
                                    <p:set>
                                      <p:cBhvr>
                                        <p:cTn id="634" dur="1" fill="hold">
                                          <p:stCondLst>
                                            <p:cond delay="499"/>
                                          </p:stCondLst>
                                        </p:cTn>
                                        <p:tgtEl>
                                          <p:spTgt spid="202"/>
                                        </p:tgtEl>
                                        <p:attrNameLst>
                                          <p:attrName>style.visibility</p:attrName>
                                        </p:attrNameLst>
                                      </p:cBhvr>
                                      <p:to>
                                        <p:strVal val="hidden"/>
                                      </p:to>
                                    </p:set>
                                  </p:childTnLst>
                                </p:cTn>
                              </p:par>
                              <p:par>
                                <p:cTn id="635" presetID="16" presetClass="exit" presetSubtype="21" fill="hold" nodeType="withEffect">
                                  <p:stCondLst>
                                    <p:cond delay="0"/>
                                  </p:stCondLst>
                                  <p:childTnLst>
                                    <p:animEffect transition="out" filter="barn(inVertical)">
                                      <p:cBhvr>
                                        <p:cTn id="636" dur="500"/>
                                        <p:tgtEl>
                                          <p:spTgt spid="235"/>
                                        </p:tgtEl>
                                      </p:cBhvr>
                                    </p:animEffect>
                                    <p:set>
                                      <p:cBhvr>
                                        <p:cTn id="637" dur="1" fill="hold">
                                          <p:stCondLst>
                                            <p:cond delay="499"/>
                                          </p:stCondLst>
                                        </p:cTn>
                                        <p:tgtEl>
                                          <p:spTgt spid="235"/>
                                        </p:tgtEl>
                                        <p:attrNameLst>
                                          <p:attrName>style.visibility</p:attrName>
                                        </p:attrNameLst>
                                      </p:cBhvr>
                                      <p:to>
                                        <p:strVal val="hidden"/>
                                      </p:to>
                                    </p:set>
                                  </p:childTnLst>
                                </p:cTn>
                              </p:par>
                              <p:par>
                                <p:cTn id="638" presetID="16" presetClass="exit" presetSubtype="21" fill="hold" grpId="1" nodeType="withEffect">
                                  <p:stCondLst>
                                    <p:cond delay="0"/>
                                  </p:stCondLst>
                                  <p:childTnLst>
                                    <p:animEffect transition="out" filter="barn(inVertical)">
                                      <p:cBhvr>
                                        <p:cTn id="639" dur="500"/>
                                        <p:tgtEl>
                                          <p:spTgt spid="274"/>
                                        </p:tgtEl>
                                      </p:cBhvr>
                                    </p:animEffect>
                                    <p:set>
                                      <p:cBhvr>
                                        <p:cTn id="640" dur="1" fill="hold">
                                          <p:stCondLst>
                                            <p:cond delay="499"/>
                                          </p:stCondLst>
                                        </p:cTn>
                                        <p:tgtEl>
                                          <p:spTgt spid="274"/>
                                        </p:tgtEl>
                                        <p:attrNameLst>
                                          <p:attrName>style.visibility</p:attrName>
                                        </p:attrNameLst>
                                      </p:cBhvr>
                                      <p:to>
                                        <p:strVal val="hidden"/>
                                      </p:to>
                                    </p:set>
                                  </p:childTnLst>
                                </p:cTn>
                              </p:par>
                              <p:par>
                                <p:cTn id="641" presetID="16" presetClass="exit" presetSubtype="21" fill="hold" grpId="1" nodeType="withEffect">
                                  <p:stCondLst>
                                    <p:cond delay="0"/>
                                  </p:stCondLst>
                                  <p:childTnLst>
                                    <p:animEffect transition="out" filter="barn(inVertical)">
                                      <p:cBhvr>
                                        <p:cTn id="642" dur="500"/>
                                        <p:tgtEl>
                                          <p:spTgt spid="275"/>
                                        </p:tgtEl>
                                      </p:cBhvr>
                                    </p:animEffect>
                                    <p:set>
                                      <p:cBhvr>
                                        <p:cTn id="643" dur="1" fill="hold">
                                          <p:stCondLst>
                                            <p:cond delay="499"/>
                                          </p:stCondLst>
                                        </p:cTn>
                                        <p:tgtEl>
                                          <p:spTgt spid="275"/>
                                        </p:tgtEl>
                                        <p:attrNameLst>
                                          <p:attrName>style.visibility</p:attrName>
                                        </p:attrNameLst>
                                      </p:cBhvr>
                                      <p:to>
                                        <p:strVal val="hidden"/>
                                      </p:to>
                                    </p:set>
                                  </p:childTnLst>
                                </p:cTn>
                              </p:par>
                              <p:par>
                                <p:cTn id="644" presetID="16" presetClass="exit" presetSubtype="21" fill="hold" grpId="1" nodeType="withEffect">
                                  <p:stCondLst>
                                    <p:cond delay="0"/>
                                  </p:stCondLst>
                                  <p:childTnLst>
                                    <p:animEffect transition="out" filter="barn(inVertical)">
                                      <p:cBhvr>
                                        <p:cTn id="645" dur="500"/>
                                        <p:tgtEl>
                                          <p:spTgt spid="276"/>
                                        </p:tgtEl>
                                      </p:cBhvr>
                                    </p:animEffect>
                                    <p:set>
                                      <p:cBhvr>
                                        <p:cTn id="646" dur="1" fill="hold">
                                          <p:stCondLst>
                                            <p:cond delay="499"/>
                                          </p:stCondLst>
                                        </p:cTn>
                                        <p:tgtEl>
                                          <p:spTgt spid="27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animBg="1"/>
      <p:bldP spid="97" grpId="0" uiExpand="1" build="p" animBg="1"/>
      <p:bldP spid="146" grpId="0" animBg="1"/>
      <p:bldP spid="146" grpId="1" animBg="1"/>
      <p:bldP spid="147" grpId="0" animBg="1"/>
      <p:bldP spid="147" grpId="1" animBg="1"/>
      <p:bldP spid="152" grpId="0" animBg="1"/>
      <p:bldP spid="152" grpId="1" animBg="1"/>
      <p:bldP spid="157" grpId="0" animBg="1"/>
      <p:bldP spid="157" grpId="1" animBg="1"/>
      <p:bldP spid="158" grpId="0" animBg="1"/>
      <p:bldP spid="158" grpId="1" animBg="1"/>
      <p:bldP spid="167" grpId="0" animBg="1"/>
      <p:bldP spid="167" grpId="1" animBg="1"/>
      <p:bldP spid="168" grpId="0" animBg="1"/>
      <p:bldP spid="168" grpId="1" animBg="1"/>
      <p:bldP spid="181" grpId="0" animBg="1"/>
      <p:bldP spid="181" grpId="1" animBg="1"/>
      <p:bldP spid="182" grpId="0"/>
      <p:bldP spid="182" grpId="1"/>
      <p:bldP spid="183" grpId="0"/>
      <p:bldP spid="183" grpId="1"/>
      <p:bldP spid="274" grpId="0" animBg="1"/>
      <p:bldP spid="274" grpId="1" animBg="1"/>
      <p:bldP spid="275" grpId="0"/>
      <p:bldP spid="275" grpId="1"/>
      <p:bldP spid="276" grpId="0"/>
      <p:bldP spid="276" grpId="1"/>
      <p:bldP spid="187" grpId="0" animBg="1"/>
      <p:bldP spid="188" grpId="0" animBg="1"/>
      <p:bldP spid="189" grpId="0" animBg="1"/>
      <p:bldP spid="190" grpId="0" animBg="1"/>
      <p:bldP spid="191" grpId="0" animBg="1"/>
      <p:bldP spid="192" grpId="0" animBg="1"/>
      <p:bldP spid="193" grpId="0" animBg="1"/>
      <p:bldP spid="194" grpId="0" animBg="1"/>
      <p:bldP spid="195" grpId="0" animBg="1"/>
      <p:bldP spid="199" grpId="0" animBg="1"/>
      <p:bldP spid="200"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4C827CE6-8DC6-4E31-A80A-F610E91E2293}"/>
              </a:ext>
            </a:extLst>
          </p:cNvPr>
          <p:cNvSpPr txBox="1"/>
          <p:nvPr/>
        </p:nvSpPr>
        <p:spPr>
          <a:xfrm>
            <a:off x="260614" y="206697"/>
            <a:ext cx="5763116" cy="6581674"/>
          </a:xfrm>
          <a:prstGeom prst="rect">
            <a:avLst/>
          </a:prstGeom>
          <a:noFill/>
        </p:spPr>
        <p:txBody>
          <a:bodyPr wrap="none" rtlCol="0">
            <a:spAutoFit/>
          </a:bodyPr>
          <a:lstStyle/>
          <a:p>
            <a:pPr>
              <a:lnSpc>
                <a:spcPct val="110000"/>
              </a:lnSpc>
            </a:pPr>
            <a:r>
              <a:rPr lang="zh-CN" altLang="en-US" b="1" dirty="0"/>
              <a:t>首先，复习构建单链表的</a:t>
            </a:r>
            <a:r>
              <a:rPr lang="zh-CN" altLang="en-US" b="1" dirty="0">
                <a:solidFill>
                  <a:srgbClr val="C00000"/>
                </a:solidFill>
              </a:rPr>
              <a:t>算法</a:t>
            </a:r>
            <a:r>
              <a:rPr lang="en-US" altLang="zh-CN" b="1" dirty="0">
                <a:solidFill>
                  <a:srgbClr val="C00000"/>
                </a:solidFill>
              </a:rPr>
              <a:t>2.11</a:t>
            </a:r>
            <a:r>
              <a:rPr lang="zh-CN" altLang="en-US" b="1" dirty="0"/>
              <a:t>。</a:t>
            </a:r>
            <a:endParaRPr lang="en-US" altLang="zh-CN" b="1" dirty="0"/>
          </a:p>
          <a:p>
            <a:pPr>
              <a:lnSpc>
                <a:spcPct val="110000"/>
              </a:lnSpc>
            </a:pPr>
            <a:r>
              <a:rPr lang="zh-CN" altLang="en-US" b="1" dirty="0"/>
              <a:t>假定元素序列是：</a:t>
            </a:r>
            <a:r>
              <a:rPr lang="en-US" altLang="zh-CN" b="1" dirty="0"/>
              <a:t>s=“a, b, c, d”</a:t>
            </a:r>
            <a:r>
              <a:rPr lang="zh-CN" altLang="en-US" b="1" dirty="0"/>
              <a:t>，看算法过程的演示。</a:t>
            </a:r>
            <a:endParaRPr lang="en-US" altLang="zh-CN" b="1" dirty="0"/>
          </a:p>
          <a:p>
            <a:pPr>
              <a:lnSpc>
                <a:spcPct val="110000"/>
              </a:lnSpc>
            </a:pPr>
            <a:r>
              <a:rPr lang="zh-CN" altLang="en-US" b="1" dirty="0">
                <a:solidFill>
                  <a:srgbClr val="C00000"/>
                </a:solidFill>
                <a:effectLst>
                  <a:outerShdw blurRad="38100" dist="38100" dir="2700000" algn="tl">
                    <a:srgbClr val="000000">
                      <a:alpha val="43137"/>
                    </a:srgbClr>
                  </a:outerShdw>
                </a:effectLst>
              </a:rPr>
              <a:t>结论：</a:t>
            </a:r>
            <a:r>
              <a:rPr lang="zh-CN" altLang="en-US" b="1" dirty="0"/>
              <a:t>类似链队列的尾指针，只要指针 </a:t>
            </a:r>
            <a:r>
              <a:rPr lang="en-US" altLang="zh-CN" b="1" dirty="0">
                <a:solidFill>
                  <a:srgbClr val="0F14F1"/>
                </a:solidFill>
              </a:rPr>
              <a:t>p </a:t>
            </a:r>
            <a:r>
              <a:rPr lang="zh-CN" altLang="en-US" b="1" dirty="0"/>
              <a:t>总是指着</a:t>
            </a:r>
            <a:endParaRPr lang="en-US" altLang="zh-CN" b="1" dirty="0"/>
          </a:p>
          <a:p>
            <a:pPr>
              <a:lnSpc>
                <a:spcPct val="110000"/>
              </a:lnSpc>
            </a:pPr>
            <a:r>
              <a:rPr lang="zh-CN" altLang="en-US" b="1" dirty="0">
                <a:solidFill>
                  <a:srgbClr val="0F14F1"/>
                </a:solidFill>
                <a:effectLst>
                  <a:outerShdw blurRad="38100" dist="38100" dir="2700000" algn="tl">
                    <a:srgbClr val="000000">
                      <a:alpha val="43137"/>
                    </a:srgbClr>
                  </a:outerShdw>
                </a:effectLst>
              </a:rPr>
              <a:t>表尾结点</a:t>
            </a:r>
            <a:r>
              <a:rPr lang="zh-CN" altLang="en-US" b="1" dirty="0"/>
              <a:t>，只需这个指针，即可实现</a:t>
            </a:r>
            <a:r>
              <a:rPr lang="zh-CN" altLang="en-US" b="1" dirty="0">
                <a:solidFill>
                  <a:srgbClr val="0F14F1"/>
                </a:solidFill>
              </a:rPr>
              <a:t>在表尾插入结点</a:t>
            </a:r>
            <a:r>
              <a:rPr lang="zh-CN" altLang="en-US" b="1" dirty="0"/>
              <a:t>。</a:t>
            </a:r>
            <a:endParaRPr lang="en-US" altLang="zh-CN" b="1" dirty="0"/>
          </a:p>
          <a:p>
            <a:pPr>
              <a:lnSpc>
                <a:spcPct val="110000"/>
              </a:lnSpc>
            </a:pPr>
            <a:r>
              <a:rPr lang="zh-CN" altLang="en-US" b="1" dirty="0"/>
              <a:t>其次，</a:t>
            </a:r>
            <a:r>
              <a:rPr lang="zh-CN" altLang="en-US" b="1" dirty="0">
                <a:solidFill>
                  <a:srgbClr val="C00000"/>
                </a:solidFill>
                <a:effectLst>
                  <a:outerShdw blurRad="38100" dist="38100" dir="2700000" algn="tl">
                    <a:srgbClr val="000000">
                      <a:alpha val="43137"/>
                    </a:srgbClr>
                  </a:outerShdw>
                </a:effectLst>
              </a:rPr>
              <a:t>算法</a:t>
            </a:r>
            <a:r>
              <a:rPr lang="en-US" altLang="zh-CN" b="1" dirty="0">
                <a:solidFill>
                  <a:srgbClr val="C00000"/>
                </a:solidFill>
                <a:effectLst>
                  <a:outerShdw blurRad="38100" dist="38100" dir="2700000" algn="tl">
                    <a:srgbClr val="000000">
                      <a:alpha val="43137"/>
                    </a:srgbClr>
                  </a:outerShdw>
                </a:effectLst>
              </a:rPr>
              <a:t>5.8</a:t>
            </a:r>
            <a:r>
              <a:rPr lang="zh-CN" altLang="en-US" b="1" dirty="0"/>
              <a:t>是按表头表尾分别递归复制给定的</a:t>
            </a:r>
            <a:endParaRPr lang="en-US" altLang="zh-CN" b="1" dirty="0"/>
          </a:p>
          <a:p>
            <a:pPr>
              <a:lnSpc>
                <a:spcPct val="110000"/>
              </a:lnSpc>
            </a:pPr>
            <a:r>
              <a:rPr lang="zh-CN" altLang="en-US" b="1" dirty="0"/>
              <a:t>广义表。而现在讨论的</a:t>
            </a:r>
            <a:r>
              <a:rPr lang="zh-CN" altLang="en-US" b="1" dirty="0">
                <a:solidFill>
                  <a:srgbClr val="C00000"/>
                </a:solidFill>
                <a:effectLst>
                  <a:outerShdw blurRad="38100" dist="38100" dir="2700000" algn="tl">
                    <a:srgbClr val="000000">
                      <a:alpha val="43137"/>
                    </a:srgbClr>
                  </a:outerShdw>
                </a:effectLst>
              </a:rPr>
              <a:t>算法</a:t>
            </a:r>
            <a:r>
              <a:rPr lang="en-US" altLang="zh-CN" b="1" dirty="0">
                <a:solidFill>
                  <a:srgbClr val="C00000"/>
                </a:solidFill>
                <a:effectLst>
                  <a:outerShdw blurRad="38100" dist="38100" dir="2700000" algn="tl">
                    <a:srgbClr val="000000">
                      <a:alpha val="43137"/>
                    </a:srgbClr>
                  </a:outerShdw>
                </a:effectLst>
              </a:rPr>
              <a:t>5.9</a:t>
            </a:r>
            <a:r>
              <a:rPr lang="zh-CN" altLang="en-US" b="1" dirty="0"/>
              <a:t>则是按广义表的逻</a:t>
            </a:r>
            <a:endParaRPr lang="en-US" altLang="zh-CN" b="1" dirty="0"/>
          </a:p>
          <a:p>
            <a:pPr>
              <a:lnSpc>
                <a:spcPct val="110000"/>
              </a:lnSpc>
            </a:pPr>
            <a:r>
              <a:rPr lang="zh-CN" altLang="en-US" b="1" dirty="0"/>
              <a:t>辑序列，构造广义表。这至少有两点学习意义：</a:t>
            </a:r>
            <a:endParaRPr lang="en-US" altLang="zh-CN" b="1" dirty="0"/>
          </a:p>
          <a:p>
            <a:pPr>
              <a:lnSpc>
                <a:spcPct val="110000"/>
              </a:lnSpc>
            </a:pPr>
            <a:r>
              <a:rPr lang="en-US" altLang="zh-CN" b="1" dirty="0"/>
              <a:t>1. </a:t>
            </a:r>
            <a:r>
              <a:rPr lang="zh-CN" altLang="en-US" b="1" dirty="0"/>
              <a:t>可作为比较，采用与</a:t>
            </a:r>
            <a:r>
              <a:rPr lang="zh-CN" altLang="en-US" b="1" dirty="0">
                <a:solidFill>
                  <a:srgbClr val="C00000"/>
                </a:solidFill>
                <a:effectLst>
                  <a:outerShdw blurRad="38100" dist="38100" dir="2700000" algn="tl">
                    <a:srgbClr val="000000">
                      <a:alpha val="43137"/>
                    </a:srgbClr>
                  </a:outerShdw>
                </a:effectLst>
              </a:rPr>
              <a:t>算法</a:t>
            </a:r>
            <a:r>
              <a:rPr lang="en-US" altLang="zh-CN" b="1" dirty="0">
                <a:solidFill>
                  <a:srgbClr val="C00000"/>
                </a:solidFill>
                <a:effectLst>
                  <a:outerShdw blurRad="38100" dist="38100" dir="2700000" algn="tl">
                    <a:srgbClr val="000000">
                      <a:alpha val="43137"/>
                    </a:srgbClr>
                  </a:outerShdw>
                </a:effectLst>
              </a:rPr>
              <a:t>5.8</a:t>
            </a:r>
            <a:r>
              <a:rPr lang="zh-CN" altLang="en-US" b="1" dirty="0"/>
              <a:t>的不同视角，以逐</a:t>
            </a:r>
            <a:endParaRPr lang="en-US" altLang="zh-CN" b="1" dirty="0"/>
          </a:p>
          <a:p>
            <a:pPr>
              <a:lnSpc>
                <a:spcPct val="110000"/>
              </a:lnSpc>
            </a:pPr>
            <a:r>
              <a:rPr lang="zh-CN" altLang="en-US" b="1" dirty="0"/>
              <a:t>个对元素分层递归的方式构建广义表。</a:t>
            </a:r>
            <a:endParaRPr lang="en-US" altLang="zh-CN" b="1" dirty="0"/>
          </a:p>
          <a:p>
            <a:pPr>
              <a:lnSpc>
                <a:spcPct val="110000"/>
              </a:lnSpc>
            </a:pPr>
            <a:r>
              <a:rPr lang="en-US" altLang="zh-CN" b="1" dirty="0"/>
              <a:t>2. </a:t>
            </a:r>
            <a:r>
              <a:rPr lang="zh-CN" altLang="en-US" b="1" dirty="0"/>
              <a:t>从广义表的逻辑序列提取广义表的结构和元素信</a:t>
            </a:r>
            <a:endParaRPr lang="en-US" altLang="zh-CN" b="1" dirty="0"/>
          </a:p>
          <a:p>
            <a:pPr>
              <a:lnSpc>
                <a:spcPct val="110000"/>
              </a:lnSpc>
            </a:pPr>
            <a:r>
              <a:rPr lang="zh-CN" altLang="en-US" b="1" dirty="0"/>
              <a:t>息，是进一步学习和提高对字符串操作和处理能力。</a:t>
            </a:r>
            <a:endParaRPr lang="en-US" altLang="zh-CN" b="1" dirty="0"/>
          </a:p>
          <a:p>
            <a:pPr>
              <a:lnSpc>
                <a:spcPct val="110000"/>
              </a:lnSpc>
            </a:pPr>
            <a:r>
              <a:rPr lang="zh-CN" altLang="en-US" b="1" dirty="0"/>
              <a:t>以</a:t>
            </a:r>
            <a:r>
              <a:rPr lang="zh-CN" altLang="en-US" b="1" dirty="0">
                <a:solidFill>
                  <a:srgbClr val="0F14F1"/>
                </a:solidFill>
              </a:rPr>
              <a:t>图</a:t>
            </a:r>
            <a:r>
              <a:rPr lang="en-US" altLang="zh-CN" b="1" dirty="0">
                <a:solidFill>
                  <a:srgbClr val="0F14F1"/>
                </a:solidFill>
              </a:rPr>
              <a:t>5.9</a:t>
            </a:r>
            <a:r>
              <a:rPr lang="zh-CN" altLang="en-US" b="1" dirty="0"/>
              <a:t>的广义表</a:t>
            </a:r>
            <a:r>
              <a:rPr lang="en-US" altLang="zh-CN" b="1" dirty="0">
                <a:solidFill>
                  <a:srgbClr val="C00000"/>
                </a:solidFill>
              </a:rPr>
              <a:t>C</a:t>
            </a:r>
            <a:r>
              <a:rPr lang="zh-CN" altLang="en-US" b="1" dirty="0"/>
              <a:t>为例，其逻辑序列为：</a:t>
            </a:r>
            <a:endParaRPr lang="en-US" altLang="zh-CN" b="1" dirty="0"/>
          </a:p>
          <a:p>
            <a:pPr>
              <a:lnSpc>
                <a:spcPct val="110000"/>
              </a:lnSpc>
            </a:pPr>
            <a:r>
              <a:rPr lang="en-US" altLang="zh-CN" b="1" dirty="0"/>
              <a:t>             </a:t>
            </a:r>
            <a:r>
              <a:rPr lang="en-US" altLang="zh-CN" sz="2400" b="1" dirty="0">
                <a:latin typeface="Courier New" panose="02070309020205020404" pitchFamily="49" charset="0"/>
                <a:cs typeface="Courier New" panose="02070309020205020404" pitchFamily="49" charset="0"/>
              </a:rPr>
              <a:t>C = </a:t>
            </a:r>
            <a:r>
              <a:rPr lang="zh-CN" altLang="en-US" sz="2400" b="1" dirty="0">
                <a:latin typeface="Courier New" panose="02070309020205020404" pitchFamily="49" charset="0"/>
                <a:cs typeface="Courier New" panose="02070309020205020404" pitchFamily="49" charset="0"/>
              </a:rPr>
              <a:t>“</a:t>
            </a:r>
            <a:r>
              <a:rPr lang="en-US" altLang="zh-CN" sz="2400" b="1" dirty="0">
                <a:latin typeface="Courier New" panose="02070309020205020404" pitchFamily="49" charset="0"/>
                <a:cs typeface="Courier New" panose="02070309020205020404" pitchFamily="49" charset="0"/>
              </a:rPr>
              <a:t>(a,(</a:t>
            </a:r>
            <a:r>
              <a:rPr lang="en-US" altLang="zh-CN" sz="2400" b="1" dirty="0" err="1">
                <a:latin typeface="Courier New" panose="02070309020205020404" pitchFamily="49" charset="0"/>
                <a:cs typeface="Courier New" panose="02070309020205020404" pitchFamily="49" charset="0"/>
              </a:rPr>
              <a:t>b,c,d</a:t>
            </a:r>
            <a:r>
              <a:rPr lang="en-US" altLang="zh-CN" sz="2400" b="1" dirty="0">
                <a:latin typeface="Courier New" panose="02070309020205020404" pitchFamily="49" charset="0"/>
                <a:cs typeface="Courier New" panose="02070309020205020404" pitchFamily="49" charset="0"/>
              </a:rPr>
              <a:t>))</a:t>
            </a:r>
            <a:r>
              <a:rPr lang="zh-CN" altLang="en-US"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pPr>
              <a:lnSpc>
                <a:spcPct val="110000"/>
              </a:lnSpc>
            </a:pPr>
            <a:r>
              <a:rPr lang="zh-CN" altLang="en-US" b="1" dirty="0">
                <a:latin typeface="Courier New" panose="02070309020205020404" pitchFamily="49" charset="0"/>
                <a:cs typeface="Courier New" panose="02070309020205020404" pitchFamily="49" charset="0"/>
              </a:rPr>
              <a:t>为了简明，约定广义表的原子为单个字母，且逻辑</a:t>
            </a:r>
            <a:endParaRPr lang="en-US" altLang="zh-CN" b="1" dirty="0">
              <a:latin typeface="Courier New" panose="02070309020205020404" pitchFamily="49" charset="0"/>
              <a:cs typeface="Courier New" panose="02070309020205020404" pitchFamily="49" charset="0"/>
            </a:endParaRPr>
          </a:p>
          <a:p>
            <a:pPr>
              <a:lnSpc>
                <a:spcPct val="110000"/>
              </a:lnSpc>
            </a:pPr>
            <a:r>
              <a:rPr lang="zh-CN" altLang="en-US" b="1" dirty="0">
                <a:latin typeface="Courier New" panose="02070309020205020404" pitchFamily="49" charset="0"/>
                <a:cs typeface="Courier New" panose="02070309020205020404" pitchFamily="49" charset="0"/>
              </a:rPr>
              <a:t>序列是正确的，忽略对错误的判断。</a:t>
            </a:r>
            <a:endParaRPr lang="en-US" altLang="zh-CN" b="1" dirty="0">
              <a:latin typeface="Courier New" panose="02070309020205020404" pitchFamily="49" charset="0"/>
              <a:cs typeface="Courier New" panose="02070309020205020404" pitchFamily="49" charset="0"/>
            </a:endParaRPr>
          </a:p>
          <a:p>
            <a:pPr>
              <a:lnSpc>
                <a:spcPct val="110000"/>
              </a:lnSpc>
            </a:pPr>
            <a:r>
              <a:rPr lang="zh-CN" altLang="en-US" b="1" dirty="0">
                <a:latin typeface="Courier New" panose="02070309020205020404" pitchFamily="49" charset="0"/>
                <a:cs typeface="Courier New" panose="02070309020205020404" pitchFamily="49" charset="0"/>
              </a:rPr>
              <a:t>每一对括号表示广义表结构的一层，两重括号表示</a:t>
            </a:r>
            <a:endParaRPr lang="en-US" altLang="zh-CN" b="1" dirty="0">
              <a:latin typeface="Courier New" panose="02070309020205020404" pitchFamily="49" charset="0"/>
              <a:cs typeface="Courier New" panose="02070309020205020404" pitchFamily="49" charset="0"/>
            </a:endParaRPr>
          </a:p>
          <a:p>
            <a:pPr>
              <a:lnSpc>
                <a:spcPct val="110000"/>
              </a:lnSpc>
            </a:pPr>
            <a:r>
              <a:rPr lang="zh-CN" altLang="en-US" b="1" dirty="0">
                <a:latin typeface="Courier New" panose="02070309020205020404" pitchFamily="49" charset="0"/>
                <a:cs typeface="Courier New" panose="02070309020205020404" pitchFamily="49" charset="0"/>
              </a:rPr>
              <a:t>该表是两层结构，深度为</a:t>
            </a:r>
            <a:r>
              <a:rPr lang="en-US" altLang="zh-CN" b="1" dirty="0">
                <a:latin typeface="Courier New" panose="02070309020205020404" pitchFamily="49" charset="0"/>
                <a:cs typeface="Courier New" panose="02070309020205020404" pitchFamily="49" charset="0"/>
              </a:rPr>
              <a:t>2</a:t>
            </a:r>
            <a:r>
              <a:rPr lang="zh-CN" altLang="en-US" b="1" dirty="0">
                <a:latin typeface="Courier New" panose="02070309020205020404" pitchFamily="49" charset="0"/>
                <a:cs typeface="Courier New" panose="02070309020205020404" pitchFamily="49" charset="0"/>
              </a:rPr>
              <a:t>。逗号分隔了元素。因</a:t>
            </a:r>
            <a:endParaRPr lang="en-US" altLang="zh-CN" b="1" dirty="0">
              <a:latin typeface="Courier New" panose="02070309020205020404" pitchFamily="49" charset="0"/>
              <a:cs typeface="Courier New" panose="02070309020205020404" pitchFamily="49" charset="0"/>
            </a:endParaRPr>
          </a:p>
          <a:p>
            <a:pPr>
              <a:lnSpc>
                <a:spcPct val="110000"/>
              </a:lnSpc>
            </a:pPr>
            <a:r>
              <a:rPr lang="zh-CN" altLang="en-US" b="1" dirty="0">
                <a:latin typeface="Courier New" panose="02070309020205020404" pitchFamily="49" charset="0"/>
                <a:cs typeface="Courier New" panose="02070309020205020404" pitchFamily="49" charset="0"/>
              </a:rPr>
              <a:t>此，在提取广义表信息时，要能够做到：</a:t>
            </a:r>
            <a:endParaRPr lang="en-US" altLang="zh-CN" b="1" dirty="0">
              <a:latin typeface="Courier New" panose="02070309020205020404" pitchFamily="49" charset="0"/>
              <a:cs typeface="Courier New" panose="02070309020205020404" pitchFamily="49" charset="0"/>
            </a:endParaRPr>
          </a:p>
          <a:p>
            <a:pPr>
              <a:lnSpc>
                <a:spcPct val="110000"/>
              </a:lnSpc>
            </a:pPr>
            <a:r>
              <a:rPr lang="zh-CN" altLang="zh-CN" b="1" dirty="0">
                <a:latin typeface="Courier New" panose="02070309020205020404" pitchFamily="49" charset="0"/>
                <a:cs typeface="Courier New" panose="02070309020205020404" pitchFamily="49" charset="0"/>
              </a:rPr>
              <a:t>⑴</a:t>
            </a:r>
            <a:r>
              <a:rPr lang="en-US" altLang="zh-CN" b="1" dirty="0">
                <a:latin typeface="Courier New" panose="02070309020205020404" pitchFamily="49" charset="0"/>
                <a:cs typeface="Courier New" panose="02070309020205020404" pitchFamily="49" charset="0"/>
              </a:rPr>
              <a:t> </a:t>
            </a:r>
            <a:r>
              <a:rPr lang="zh-CN" altLang="en-US" b="1" dirty="0">
                <a:latin typeface="Courier New" panose="02070309020205020404" pitchFamily="49" charset="0"/>
                <a:cs typeface="Courier New" panose="02070309020205020404" pitchFamily="49" charset="0"/>
              </a:rPr>
              <a:t>识别左右括号，去除一重括号；</a:t>
            </a:r>
            <a:endParaRPr lang="en-US" altLang="zh-CN" b="1" dirty="0">
              <a:latin typeface="Courier New" panose="02070309020205020404" pitchFamily="49" charset="0"/>
              <a:cs typeface="Courier New" panose="02070309020205020404" pitchFamily="49" charset="0"/>
            </a:endParaRPr>
          </a:p>
          <a:p>
            <a:pPr>
              <a:lnSpc>
                <a:spcPct val="110000"/>
              </a:lnSpc>
            </a:pPr>
            <a:r>
              <a:rPr lang="zh-CN" altLang="en-US" b="1" dirty="0">
                <a:latin typeface="Courier New" panose="02070309020205020404" pitchFamily="49" charset="0"/>
                <a:cs typeface="Courier New" panose="02070309020205020404" pitchFamily="49" charset="0"/>
              </a:rPr>
              <a:t>⑵ 识别逗号，将当前串分割为头尾子串；</a:t>
            </a:r>
            <a:endParaRPr lang="en-US" altLang="zh-CN" b="1" dirty="0">
              <a:latin typeface="Courier New" panose="02070309020205020404" pitchFamily="49" charset="0"/>
              <a:cs typeface="Courier New" panose="02070309020205020404" pitchFamily="49" charset="0"/>
            </a:endParaRPr>
          </a:p>
          <a:p>
            <a:pPr>
              <a:lnSpc>
                <a:spcPct val="110000"/>
              </a:lnSpc>
            </a:pPr>
            <a:r>
              <a:rPr lang="zh-CN" altLang="en-US" b="1" dirty="0">
                <a:latin typeface="Courier New" panose="02070309020205020404" pitchFamily="49" charset="0"/>
                <a:cs typeface="Courier New" panose="02070309020205020404" pitchFamily="49" charset="0"/>
              </a:rPr>
              <a:t>⑶ 判别单个字母，即识别原子。</a:t>
            </a:r>
          </a:p>
        </p:txBody>
      </p:sp>
      <p:grpSp>
        <p:nvGrpSpPr>
          <p:cNvPr id="57" name="组合 56">
            <a:extLst>
              <a:ext uri="{FF2B5EF4-FFF2-40B4-BE49-F238E27FC236}">
                <a16:creationId xmlns:a16="http://schemas.microsoft.com/office/drawing/2014/main" id="{B809596A-8F0A-4731-9379-A78B277BAD8A}"/>
              </a:ext>
            </a:extLst>
          </p:cNvPr>
          <p:cNvGrpSpPr/>
          <p:nvPr/>
        </p:nvGrpSpPr>
        <p:grpSpPr>
          <a:xfrm>
            <a:off x="5515246" y="2885917"/>
            <a:ext cx="825667" cy="461665"/>
            <a:chOff x="4665796" y="1541542"/>
            <a:chExt cx="825667" cy="461665"/>
          </a:xfrm>
        </p:grpSpPr>
        <p:sp>
          <p:nvSpPr>
            <p:cNvPr id="7" name="Text Box 78">
              <a:extLst>
                <a:ext uri="{FF2B5EF4-FFF2-40B4-BE49-F238E27FC236}">
                  <a16:creationId xmlns:a16="http://schemas.microsoft.com/office/drawing/2014/main" id="{748C2E1A-92CF-4632-A8AC-DA428CDEE1DC}"/>
                </a:ext>
              </a:extLst>
            </p:cNvPr>
            <p:cNvSpPr txBox="1">
              <a:spLocks noChangeArrowheads="1"/>
            </p:cNvSpPr>
            <p:nvPr/>
          </p:nvSpPr>
          <p:spPr bwMode="auto">
            <a:xfrm>
              <a:off x="4665796" y="1541542"/>
              <a:ext cx="35393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spcBef>
                  <a:spcPct val="50000"/>
                </a:spcBef>
              </a:pPr>
              <a:r>
                <a:rPr lang="en-US" altLang="zh-CN" sz="2400" b="1" dirty="0">
                  <a:solidFill>
                    <a:srgbClr val="0F14F1"/>
                  </a:solidFill>
                  <a:effectLst>
                    <a:outerShdw blurRad="38100" dist="38100" dir="2700000" algn="tl">
                      <a:srgbClr val="000000">
                        <a:alpha val="43137"/>
                      </a:srgbClr>
                    </a:outerShdw>
                  </a:effectLst>
                </a:rPr>
                <a:t>L</a:t>
              </a:r>
            </a:p>
          </p:txBody>
        </p:sp>
        <p:cxnSp>
          <p:nvCxnSpPr>
            <p:cNvPr id="8" name="直接箭头连接符 7">
              <a:extLst>
                <a:ext uri="{FF2B5EF4-FFF2-40B4-BE49-F238E27FC236}">
                  <a16:creationId xmlns:a16="http://schemas.microsoft.com/office/drawing/2014/main" id="{AA25CAE8-5EF2-4897-A67E-76CD3F4F6CCE}"/>
                </a:ext>
              </a:extLst>
            </p:cNvPr>
            <p:cNvCxnSpPr>
              <a:cxnSpLocks/>
            </p:cNvCxnSpPr>
            <p:nvPr/>
          </p:nvCxnSpPr>
          <p:spPr>
            <a:xfrm>
              <a:off x="5012205" y="1788280"/>
              <a:ext cx="479258" cy="0"/>
            </a:xfrm>
            <a:prstGeom prst="straightConnector1">
              <a:avLst/>
            </a:prstGeom>
            <a:ln w="38100">
              <a:solidFill>
                <a:srgbClr val="C0000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grpSp>
        <p:nvGrpSpPr>
          <p:cNvPr id="41" name="组合 40">
            <a:extLst>
              <a:ext uri="{FF2B5EF4-FFF2-40B4-BE49-F238E27FC236}">
                <a16:creationId xmlns:a16="http://schemas.microsoft.com/office/drawing/2014/main" id="{47A8D3FF-60B0-4715-ABD2-423A40F71907}"/>
              </a:ext>
            </a:extLst>
          </p:cNvPr>
          <p:cNvGrpSpPr/>
          <p:nvPr/>
        </p:nvGrpSpPr>
        <p:grpSpPr>
          <a:xfrm>
            <a:off x="7215497" y="2935741"/>
            <a:ext cx="563509" cy="369461"/>
            <a:chOff x="7383417" y="1497582"/>
            <a:chExt cx="563509" cy="369461"/>
          </a:xfrm>
        </p:grpSpPr>
        <p:sp>
          <p:nvSpPr>
            <p:cNvPr id="28" name="Rectangle 74">
              <a:extLst>
                <a:ext uri="{FF2B5EF4-FFF2-40B4-BE49-F238E27FC236}">
                  <a16:creationId xmlns:a16="http://schemas.microsoft.com/office/drawing/2014/main" id="{4F2ED9A7-BC8A-4DB6-8FF8-A00087B8C91B}"/>
                </a:ext>
              </a:extLst>
            </p:cNvPr>
            <p:cNvSpPr>
              <a:spLocks noChangeArrowheads="1"/>
            </p:cNvSpPr>
            <p:nvPr/>
          </p:nvSpPr>
          <p:spPr bwMode="auto">
            <a:xfrm>
              <a:off x="7383417" y="1497582"/>
              <a:ext cx="563509" cy="369461"/>
            </a:xfrm>
            <a:prstGeom prst="rect">
              <a:avLst/>
            </a:prstGeom>
            <a:solidFill>
              <a:schemeClr val="accent6">
                <a:lumMod val="20000"/>
                <a:lumOff val="80000"/>
              </a:schemeClr>
            </a:solidFill>
            <a:ln w="25400">
              <a:solidFill>
                <a:srgbClr val="00808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nSpc>
                  <a:spcPct val="80000"/>
                </a:lnSpc>
              </a:pPr>
              <a:r>
                <a:rPr lang="en-US" altLang="zh-CN" sz="2400" b="1" dirty="0">
                  <a:solidFill>
                    <a:srgbClr val="0F14F1"/>
                  </a:solidFill>
                </a:rPr>
                <a:t>a</a:t>
              </a:r>
            </a:p>
          </p:txBody>
        </p:sp>
        <p:sp>
          <p:nvSpPr>
            <p:cNvPr id="29" name="Line 75">
              <a:extLst>
                <a:ext uri="{FF2B5EF4-FFF2-40B4-BE49-F238E27FC236}">
                  <a16:creationId xmlns:a16="http://schemas.microsoft.com/office/drawing/2014/main" id="{7789B11E-9D0A-4781-8675-06858D057EB7}"/>
                </a:ext>
              </a:extLst>
            </p:cNvPr>
            <p:cNvSpPr>
              <a:spLocks noChangeShapeType="1"/>
            </p:cNvSpPr>
            <p:nvPr/>
          </p:nvSpPr>
          <p:spPr bwMode="auto">
            <a:xfrm>
              <a:off x="7721522" y="1497582"/>
              <a:ext cx="0" cy="369461"/>
            </a:xfrm>
            <a:prstGeom prst="line">
              <a:avLst/>
            </a:prstGeom>
            <a:noFill/>
            <a:ln w="25400">
              <a:solidFill>
                <a:srgbClr val="00808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sz="2400"/>
            </a:p>
          </p:txBody>
        </p:sp>
      </p:grpSp>
      <p:grpSp>
        <p:nvGrpSpPr>
          <p:cNvPr id="30" name="组合 29">
            <a:extLst>
              <a:ext uri="{FF2B5EF4-FFF2-40B4-BE49-F238E27FC236}">
                <a16:creationId xmlns:a16="http://schemas.microsoft.com/office/drawing/2014/main" id="{A83C044E-1DB3-4B48-A987-FF9C16D1DBC2}"/>
              </a:ext>
            </a:extLst>
          </p:cNvPr>
          <p:cNvGrpSpPr/>
          <p:nvPr/>
        </p:nvGrpSpPr>
        <p:grpSpPr>
          <a:xfrm flipH="1">
            <a:off x="6353584" y="2255969"/>
            <a:ext cx="276367" cy="686543"/>
            <a:chOff x="6794267" y="1107614"/>
            <a:chExt cx="380999" cy="688861"/>
          </a:xfrm>
        </p:grpSpPr>
        <p:sp>
          <p:nvSpPr>
            <p:cNvPr id="31" name="Text Box 78">
              <a:extLst>
                <a:ext uri="{FF2B5EF4-FFF2-40B4-BE49-F238E27FC236}">
                  <a16:creationId xmlns:a16="http://schemas.microsoft.com/office/drawing/2014/main" id="{8CB95C53-6B89-4D37-B522-6E5BE4B788E8}"/>
                </a:ext>
              </a:extLst>
            </p:cNvPr>
            <p:cNvSpPr txBox="1">
              <a:spLocks noChangeArrowheads="1"/>
            </p:cNvSpPr>
            <p:nvPr/>
          </p:nvSpPr>
          <p:spPr bwMode="auto">
            <a:xfrm>
              <a:off x="6794267" y="1107614"/>
              <a:ext cx="380999" cy="3048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ctr" anchorCtr="1">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nSpc>
                  <a:spcPct val="80000"/>
                </a:lnSpc>
                <a:spcBef>
                  <a:spcPct val="50000"/>
                </a:spcBef>
              </a:pPr>
              <a:r>
                <a:rPr lang="en-US" altLang="zh-CN" sz="2400" b="1" dirty="0">
                  <a:solidFill>
                    <a:srgbClr val="0F14F1"/>
                  </a:solidFill>
                  <a:effectLst>
                    <a:outerShdw blurRad="38100" dist="38100" dir="2700000" algn="tl">
                      <a:srgbClr val="000000">
                        <a:alpha val="43137"/>
                      </a:srgbClr>
                    </a:outerShdw>
                  </a:effectLst>
                </a:rPr>
                <a:t>p</a:t>
              </a:r>
            </a:p>
          </p:txBody>
        </p:sp>
        <p:cxnSp>
          <p:nvCxnSpPr>
            <p:cNvPr id="32" name="直接箭头连接符 31">
              <a:extLst>
                <a:ext uri="{FF2B5EF4-FFF2-40B4-BE49-F238E27FC236}">
                  <a16:creationId xmlns:a16="http://schemas.microsoft.com/office/drawing/2014/main" id="{F26D1E95-52AD-405C-B93C-728BE296A9DD}"/>
                </a:ext>
              </a:extLst>
            </p:cNvPr>
            <p:cNvCxnSpPr>
              <a:cxnSpLocks/>
            </p:cNvCxnSpPr>
            <p:nvPr/>
          </p:nvCxnSpPr>
          <p:spPr>
            <a:xfrm>
              <a:off x="6888088" y="1412776"/>
              <a:ext cx="0" cy="383699"/>
            </a:xfrm>
            <a:prstGeom prst="straightConnector1">
              <a:avLst/>
            </a:prstGeom>
            <a:ln w="38100">
              <a:solidFill>
                <a:srgbClr val="0F14F1"/>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grpSp>
      <p:grpSp>
        <p:nvGrpSpPr>
          <p:cNvPr id="42" name="组合 41">
            <a:extLst>
              <a:ext uri="{FF2B5EF4-FFF2-40B4-BE49-F238E27FC236}">
                <a16:creationId xmlns:a16="http://schemas.microsoft.com/office/drawing/2014/main" id="{7BB037B3-5942-4828-9E55-02D1E47D3345}"/>
              </a:ext>
            </a:extLst>
          </p:cNvPr>
          <p:cNvGrpSpPr/>
          <p:nvPr/>
        </p:nvGrpSpPr>
        <p:grpSpPr>
          <a:xfrm>
            <a:off x="6342420" y="2942512"/>
            <a:ext cx="563509" cy="369461"/>
            <a:chOff x="7383417" y="1497582"/>
            <a:chExt cx="563509" cy="369461"/>
          </a:xfrm>
        </p:grpSpPr>
        <p:sp>
          <p:nvSpPr>
            <p:cNvPr id="43" name="Rectangle 74">
              <a:extLst>
                <a:ext uri="{FF2B5EF4-FFF2-40B4-BE49-F238E27FC236}">
                  <a16:creationId xmlns:a16="http://schemas.microsoft.com/office/drawing/2014/main" id="{944A026E-060F-4C53-90E8-3FC93100216D}"/>
                </a:ext>
              </a:extLst>
            </p:cNvPr>
            <p:cNvSpPr>
              <a:spLocks noChangeArrowheads="1"/>
            </p:cNvSpPr>
            <p:nvPr/>
          </p:nvSpPr>
          <p:spPr bwMode="auto">
            <a:xfrm>
              <a:off x="7383417" y="1497582"/>
              <a:ext cx="563509" cy="369461"/>
            </a:xfrm>
            <a:prstGeom prst="rect">
              <a:avLst/>
            </a:prstGeom>
            <a:solidFill>
              <a:schemeClr val="accent6">
                <a:lumMod val="20000"/>
                <a:lumOff val="80000"/>
              </a:schemeClr>
            </a:solidFill>
            <a:ln w="25400">
              <a:solidFill>
                <a:srgbClr val="00808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nSpc>
                  <a:spcPct val="80000"/>
                </a:lnSpc>
              </a:pPr>
              <a:endParaRPr lang="en-US" altLang="zh-CN" sz="2400" b="1" dirty="0">
                <a:solidFill>
                  <a:srgbClr val="0F14F1"/>
                </a:solidFill>
              </a:endParaRPr>
            </a:p>
          </p:txBody>
        </p:sp>
        <p:sp>
          <p:nvSpPr>
            <p:cNvPr id="44" name="Line 75">
              <a:extLst>
                <a:ext uri="{FF2B5EF4-FFF2-40B4-BE49-F238E27FC236}">
                  <a16:creationId xmlns:a16="http://schemas.microsoft.com/office/drawing/2014/main" id="{251AD3B1-7E75-45B5-BE19-48F4D9692238}"/>
                </a:ext>
              </a:extLst>
            </p:cNvPr>
            <p:cNvSpPr>
              <a:spLocks noChangeShapeType="1"/>
            </p:cNvSpPr>
            <p:nvPr/>
          </p:nvSpPr>
          <p:spPr bwMode="auto">
            <a:xfrm>
              <a:off x="7721522" y="1497582"/>
              <a:ext cx="0" cy="369461"/>
            </a:xfrm>
            <a:prstGeom prst="line">
              <a:avLst/>
            </a:prstGeom>
            <a:noFill/>
            <a:ln w="25400">
              <a:solidFill>
                <a:srgbClr val="00808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sz="2400"/>
            </a:p>
          </p:txBody>
        </p:sp>
      </p:grpSp>
      <p:grpSp>
        <p:nvGrpSpPr>
          <p:cNvPr id="45" name="组合 44">
            <a:extLst>
              <a:ext uri="{FF2B5EF4-FFF2-40B4-BE49-F238E27FC236}">
                <a16:creationId xmlns:a16="http://schemas.microsoft.com/office/drawing/2014/main" id="{BAD7289B-140E-493E-9809-981BBFE9666B}"/>
              </a:ext>
            </a:extLst>
          </p:cNvPr>
          <p:cNvGrpSpPr/>
          <p:nvPr/>
        </p:nvGrpSpPr>
        <p:grpSpPr>
          <a:xfrm>
            <a:off x="8103901" y="2942512"/>
            <a:ext cx="563509" cy="369461"/>
            <a:chOff x="7383417" y="1497582"/>
            <a:chExt cx="563509" cy="369461"/>
          </a:xfrm>
        </p:grpSpPr>
        <p:sp>
          <p:nvSpPr>
            <p:cNvPr id="46" name="Rectangle 74">
              <a:extLst>
                <a:ext uri="{FF2B5EF4-FFF2-40B4-BE49-F238E27FC236}">
                  <a16:creationId xmlns:a16="http://schemas.microsoft.com/office/drawing/2014/main" id="{A133EC0F-09E9-4231-B6DB-971B1F4F3454}"/>
                </a:ext>
              </a:extLst>
            </p:cNvPr>
            <p:cNvSpPr>
              <a:spLocks noChangeArrowheads="1"/>
            </p:cNvSpPr>
            <p:nvPr/>
          </p:nvSpPr>
          <p:spPr bwMode="auto">
            <a:xfrm>
              <a:off x="7383417" y="1497582"/>
              <a:ext cx="563509" cy="369461"/>
            </a:xfrm>
            <a:prstGeom prst="rect">
              <a:avLst/>
            </a:prstGeom>
            <a:solidFill>
              <a:schemeClr val="accent6">
                <a:lumMod val="20000"/>
                <a:lumOff val="80000"/>
              </a:schemeClr>
            </a:solidFill>
            <a:ln w="25400">
              <a:solidFill>
                <a:srgbClr val="00808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nSpc>
                  <a:spcPct val="80000"/>
                </a:lnSpc>
              </a:pPr>
              <a:r>
                <a:rPr lang="en-US" altLang="zh-CN" sz="2400" b="1" dirty="0">
                  <a:solidFill>
                    <a:srgbClr val="0F14F1"/>
                  </a:solidFill>
                </a:rPr>
                <a:t>b</a:t>
              </a:r>
            </a:p>
          </p:txBody>
        </p:sp>
        <p:sp>
          <p:nvSpPr>
            <p:cNvPr id="47" name="Line 75">
              <a:extLst>
                <a:ext uri="{FF2B5EF4-FFF2-40B4-BE49-F238E27FC236}">
                  <a16:creationId xmlns:a16="http://schemas.microsoft.com/office/drawing/2014/main" id="{52A7076F-E416-4523-BCD6-4A98A6E853A7}"/>
                </a:ext>
              </a:extLst>
            </p:cNvPr>
            <p:cNvSpPr>
              <a:spLocks noChangeShapeType="1"/>
            </p:cNvSpPr>
            <p:nvPr/>
          </p:nvSpPr>
          <p:spPr bwMode="auto">
            <a:xfrm>
              <a:off x="7721522" y="1497582"/>
              <a:ext cx="0" cy="369461"/>
            </a:xfrm>
            <a:prstGeom prst="line">
              <a:avLst/>
            </a:prstGeom>
            <a:noFill/>
            <a:ln w="25400">
              <a:solidFill>
                <a:srgbClr val="00808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sz="2400"/>
            </a:p>
          </p:txBody>
        </p:sp>
      </p:grpSp>
      <p:grpSp>
        <p:nvGrpSpPr>
          <p:cNvPr id="48" name="组合 47">
            <a:extLst>
              <a:ext uri="{FF2B5EF4-FFF2-40B4-BE49-F238E27FC236}">
                <a16:creationId xmlns:a16="http://schemas.microsoft.com/office/drawing/2014/main" id="{114CFEBB-56A7-4991-A601-0A1E8B98D3E1}"/>
              </a:ext>
            </a:extLst>
          </p:cNvPr>
          <p:cNvGrpSpPr/>
          <p:nvPr/>
        </p:nvGrpSpPr>
        <p:grpSpPr>
          <a:xfrm>
            <a:off x="8970279" y="2934516"/>
            <a:ext cx="563509" cy="369461"/>
            <a:chOff x="7383417" y="1497582"/>
            <a:chExt cx="563509" cy="369461"/>
          </a:xfrm>
        </p:grpSpPr>
        <p:sp>
          <p:nvSpPr>
            <p:cNvPr id="49" name="Rectangle 74">
              <a:extLst>
                <a:ext uri="{FF2B5EF4-FFF2-40B4-BE49-F238E27FC236}">
                  <a16:creationId xmlns:a16="http://schemas.microsoft.com/office/drawing/2014/main" id="{E003FE82-2B28-429A-83CA-62F7CE1EB4F5}"/>
                </a:ext>
              </a:extLst>
            </p:cNvPr>
            <p:cNvSpPr>
              <a:spLocks noChangeArrowheads="1"/>
            </p:cNvSpPr>
            <p:nvPr/>
          </p:nvSpPr>
          <p:spPr bwMode="auto">
            <a:xfrm>
              <a:off x="7383417" y="1497582"/>
              <a:ext cx="563509" cy="369461"/>
            </a:xfrm>
            <a:prstGeom prst="rect">
              <a:avLst/>
            </a:prstGeom>
            <a:solidFill>
              <a:schemeClr val="accent6">
                <a:lumMod val="20000"/>
                <a:lumOff val="80000"/>
              </a:schemeClr>
            </a:solidFill>
            <a:ln w="25400">
              <a:solidFill>
                <a:srgbClr val="00808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nSpc>
                  <a:spcPct val="80000"/>
                </a:lnSpc>
              </a:pPr>
              <a:r>
                <a:rPr lang="en-US" altLang="zh-CN" sz="2400" b="1" dirty="0">
                  <a:solidFill>
                    <a:srgbClr val="0F14F1"/>
                  </a:solidFill>
                </a:rPr>
                <a:t>c</a:t>
              </a:r>
            </a:p>
          </p:txBody>
        </p:sp>
        <p:sp>
          <p:nvSpPr>
            <p:cNvPr id="50" name="Line 75">
              <a:extLst>
                <a:ext uri="{FF2B5EF4-FFF2-40B4-BE49-F238E27FC236}">
                  <a16:creationId xmlns:a16="http://schemas.microsoft.com/office/drawing/2014/main" id="{6AF986B9-4F29-431E-B75E-0890F216D49C}"/>
                </a:ext>
              </a:extLst>
            </p:cNvPr>
            <p:cNvSpPr>
              <a:spLocks noChangeShapeType="1"/>
            </p:cNvSpPr>
            <p:nvPr/>
          </p:nvSpPr>
          <p:spPr bwMode="auto">
            <a:xfrm>
              <a:off x="7721522" y="1497582"/>
              <a:ext cx="0" cy="369461"/>
            </a:xfrm>
            <a:prstGeom prst="line">
              <a:avLst/>
            </a:prstGeom>
            <a:noFill/>
            <a:ln w="25400">
              <a:solidFill>
                <a:srgbClr val="00808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sz="2400"/>
            </a:p>
          </p:txBody>
        </p:sp>
      </p:grpSp>
      <p:grpSp>
        <p:nvGrpSpPr>
          <p:cNvPr id="51" name="组合 50">
            <a:extLst>
              <a:ext uri="{FF2B5EF4-FFF2-40B4-BE49-F238E27FC236}">
                <a16:creationId xmlns:a16="http://schemas.microsoft.com/office/drawing/2014/main" id="{0084C5DC-8A8E-4C83-8FBC-8DE470ED049C}"/>
              </a:ext>
            </a:extLst>
          </p:cNvPr>
          <p:cNvGrpSpPr/>
          <p:nvPr/>
        </p:nvGrpSpPr>
        <p:grpSpPr>
          <a:xfrm>
            <a:off x="9835924" y="2932020"/>
            <a:ext cx="563509" cy="369461"/>
            <a:chOff x="7383417" y="1497582"/>
            <a:chExt cx="563509" cy="369461"/>
          </a:xfrm>
        </p:grpSpPr>
        <p:sp>
          <p:nvSpPr>
            <p:cNvPr id="52" name="Rectangle 74">
              <a:extLst>
                <a:ext uri="{FF2B5EF4-FFF2-40B4-BE49-F238E27FC236}">
                  <a16:creationId xmlns:a16="http://schemas.microsoft.com/office/drawing/2014/main" id="{67CF44F7-4EB2-46A5-95F7-22FE85C1D794}"/>
                </a:ext>
              </a:extLst>
            </p:cNvPr>
            <p:cNvSpPr>
              <a:spLocks noChangeArrowheads="1"/>
            </p:cNvSpPr>
            <p:nvPr/>
          </p:nvSpPr>
          <p:spPr bwMode="auto">
            <a:xfrm>
              <a:off x="7383417" y="1497582"/>
              <a:ext cx="563509" cy="369461"/>
            </a:xfrm>
            <a:prstGeom prst="rect">
              <a:avLst/>
            </a:prstGeom>
            <a:solidFill>
              <a:schemeClr val="accent6">
                <a:lumMod val="20000"/>
                <a:lumOff val="80000"/>
              </a:schemeClr>
            </a:solidFill>
            <a:ln w="25400">
              <a:solidFill>
                <a:srgbClr val="008080"/>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0" bIns="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nSpc>
                  <a:spcPct val="80000"/>
                </a:lnSpc>
              </a:pPr>
              <a:r>
                <a:rPr lang="en-US" altLang="zh-CN" sz="2400" b="1" dirty="0">
                  <a:solidFill>
                    <a:srgbClr val="0F14F1"/>
                  </a:solidFill>
                </a:rPr>
                <a:t>d</a:t>
              </a:r>
            </a:p>
          </p:txBody>
        </p:sp>
        <p:sp>
          <p:nvSpPr>
            <p:cNvPr id="53" name="Line 75">
              <a:extLst>
                <a:ext uri="{FF2B5EF4-FFF2-40B4-BE49-F238E27FC236}">
                  <a16:creationId xmlns:a16="http://schemas.microsoft.com/office/drawing/2014/main" id="{9C1A9151-8724-4A79-8814-17B42260052D}"/>
                </a:ext>
              </a:extLst>
            </p:cNvPr>
            <p:cNvSpPr>
              <a:spLocks noChangeShapeType="1"/>
            </p:cNvSpPr>
            <p:nvPr/>
          </p:nvSpPr>
          <p:spPr bwMode="auto">
            <a:xfrm>
              <a:off x="7721522" y="1497582"/>
              <a:ext cx="0" cy="369461"/>
            </a:xfrm>
            <a:prstGeom prst="line">
              <a:avLst/>
            </a:prstGeom>
            <a:noFill/>
            <a:ln w="25400">
              <a:solidFill>
                <a:srgbClr val="00808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sz="2400"/>
            </a:p>
          </p:txBody>
        </p:sp>
      </p:grpSp>
      <p:sp>
        <p:nvSpPr>
          <p:cNvPr id="60" name="文本框 59">
            <a:extLst>
              <a:ext uri="{FF2B5EF4-FFF2-40B4-BE49-F238E27FC236}">
                <a16:creationId xmlns:a16="http://schemas.microsoft.com/office/drawing/2014/main" id="{5EB62667-270F-4CBE-8FF0-5FA23B884889}"/>
              </a:ext>
            </a:extLst>
          </p:cNvPr>
          <p:cNvSpPr txBox="1"/>
          <p:nvPr/>
        </p:nvSpPr>
        <p:spPr>
          <a:xfrm>
            <a:off x="6264452" y="1602933"/>
            <a:ext cx="3164239" cy="461665"/>
          </a:xfrm>
          <a:prstGeom prst="rect">
            <a:avLst/>
          </a:prstGeom>
          <a:noFill/>
        </p:spPr>
        <p:txBody>
          <a:bodyPr wrap="square">
            <a:spAutoFit/>
          </a:bodyPr>
          <a:lstStyle/>
          <a:p>
            <a:r>
              <a:rPr lang="en-US" altLang="zh-CN" sz="2400" b="1" dirty="0">
                <a:effectLst>
                  <a:outerShdw blurRad="38100" dist="38100" dir="2700000" algn="tl">
                    <a:srgbClr val="000000">
                      <a:alpha val="43137"/>
                    </a:srgbClr>
                  </a:outerShdw>
                </a:effectLst>
                <a:latin typeface="Courier New" panose="02070309020205020404" pitchFamily="49" charset="0"/>
                <a:cs typeface="Courier New" panose="02070309020205020404" pitchFamily="49" charset="0"/>
              </a:rPr>
              <a:t>char</a:t>
            </a:r>
            <a:r>
              <a:rPr lang="en-US" altLang="zh-CN" sz="2400" b="1" dirty="0">
                <a:latin typeface="Courier New" panose="02070309020205020404" pitchFamily="49" charset="0"/>
                <a:cs typeface="Courier New" panose="02070309020205020404" pitchFamily="49" charset="0"/>
              </a:rPr>
              <a:t> *s = “</a:t>
            </a:r>
            <a:r>
              <a:rPr lang="en-US" altLang="zh-CN" sz="2400" b="1" dirty="0" err="1">
                <a:latin typeface="Courier New" panose="02070309020205020404" pitchFamily="49" charset="0"/>
                <a:cs typeface="Courier New" panose="02070309020205020404" pitchFamily="49" charset="0"/>
              </a:rPr>
              <a:t>abcd</a:t>
            </a:r>
            <a:r>
              <a:rPr lang="en-US" altLang="zh-CN" sz="2400" b="1" dirty="0">
                <a:latin typeface="Courier New" panose="02070309020205020404" pitchFamily="49" charset="0"/>
                <a:cs typeface="Courier New" panose="02070309020205020404" pitchFamily="49" charset="0"/>
              </a:rPr>
              <a:t>”;</a:t>
            </a:r>
            <a:endParaRPr lang="zh-CN" altLang="en-US" sz="2400" b="1" dirty="0">
              <a:latin typeface="Courier New" panose="02070309020205020404" pitchFamily="49" charset="0"/>
              <a:cs typeface="Courier New" panose="02070309020205020404" pitchFamily="49" charset="0"/>
            </a:endParaRPr>
          </a:p>
        </p:txBody>
      </p:sp>
      <p:sp>
        <p:nvSpPr>
          <p:cNvPr id="61" name="文本框 60">
            <a:extLst>
              <a:ext uri="{FF2B5EF4-FFF2-40B4-BE49-F238E27FC236}">
                <a16:creationId xmlns:a16="http://schemas.microsoft.com/office/drawing/2014/main" id="{0FDD78CB-DB94-42F8-8E25-3BF9DFCC6605}"/>
              </a:ext>
            </a:extLst>
          </p:cNvPr>
          <p:cNvSpPr txBox="1"/>
          <p:nvPr/>
        </p:nvSpPr>
        <p:spPr>
          <a:xfrm>
            <a:off x="5974773" y="3441898"/>
            <a:ext cx="879927" cy="646331"/>
          </a:xfrm>
          <a:prstGeom prst="rect">
            <a:avLst/>
          </a:prstGeom>
          <a:solidFill>
            <a:schemeClr val="accent4">
              <a:lumMod val="20000"/>
              <a:lumOff val="80000"/>
            </a:schemeClr>
          </a:solidFill>
        </p:spPr>
        <p:txBody>
          <a:bodyPr wrap="square">
            <a:spAutoFit/>
          </a:bodyPr>
          <a:lstStyle/>
          <a:p>
            <a:pPr algn="ctr"/>
            <a:r>
              <a:rPr lang="zh-CN" altLang="en-US" b="1" dirty="0"/>
              <a:t>初始建头结点</a:t>
            </a:r>
          </a:p>
        </p:txBody>
      </p:sp>
      <p:sp>
        <p:nvSpPr>
          <p:cNvPr id="62" name="文本框 61">
            <a:extLst>
              <a:ext uri="{FF2B5EF4-FFF2-40B4-BE49-F238E27FC236}">
                <a16:creationId xmlns:a16="http://schemas.microsoft.com/office/drawing/2014/main" id="{CB338C35-8182-4E10-B56B-8E1A7F7438C5}"/>
              </a:ext>
            </a:extLst>
          </p:cNvPr>
          <p:cNvSpPr txBox="1"/>
          <p:nvPr/>
        </p:nvSpPr>
        <p:spPr>
          <a:xfrm>
            <a:off x="6906978" y="3438830"/>
            <a:ext cx="5172454" cy="923330"/>
          </a:xfrm>
          <a:prstGeom prst="rect">
            <a:avLst/>
          </a:prstGeom>
          <a:solidFill>
            <a:schemeClr val="accent4">
              <a:lumMod val="20000"/>
              <a:lumOff val="80000"/>
            </a:schemeClr>
          </a:solidFill>
        </p:spPr>
        <p:txBody>
          <a:bodyPr wrap="square">
            <a:spAutoFit/>
          </a:bodyPr>
          <a:lstStyle/>
          <a:p>
            <a:r>
              <a:rPr lang="en-US" altLang="zh-CN" b="1" dirty="0">
                <a:latin typeface="+mn-ea"/>
              </a:rPr>
              <a:t> p-&gt;next = (</a:t>
            </a:r>
            <a:r>
              <a:rPr lang="en-US" altLang="zh-CN" b="1" dirty="0" err="1">
                <a:latin typeface="+mn-ea"/>
              </a:rPr>
              <a:t>LNode</a:t>
            </a:r>
            <a:r>
              <a:rPr lang="en-US" altLang="zh-CN" b="1" dirty="0">
                <a:latin typeface="+mn-ea"/>
              </a:rPr>
              <a:t>*)</a:t>
            </a:r>
            <a:r>
              <a:rPr lang="en-US" altLang="zh-CN" b="1" dirty="0" err="1">
                <a:solidFill>
                  <a:srgbClr val="C00000"/>
                </a:solidFill>
                <a:effectLst>
                  <a:outerShdw blurRad="38100" dist="38100" dir="2700000" algn="tl">
                    <a:srgbClr val="000000">
                      <a:alpha val="43137"/>
                    </a:srgbClr>
                  </a:outerShdw>
                </a:effectLst>
                <a:latin typeface="+mn-ea"/>
              </a:rPr>
              <a:t>calloc</a:t>
            </a:r>
            <a:r>
              <a:rPr lang="en-US" altLang="zh-CN" b="1" dirty="0">
                <a:latin typeface="+mn-ea"/>
              </a:rPr>
              <a:t>(</a:t>
            </a:r>
            <a:r>
              <a:rPr lang="en-US" altLang="zh-CN" b="1" dirty="0" err="1">
                <a:effectLst>
                  <a:outerShdw blurRad="38100" dist="38100" dir="2700000" algn="tl">
                    <a:srgbClr val="000000">
                      <a:alpha val="43137"/>
                    </a:srgbClr>
                  </a:outerShdw>
                </a:effectLst>
                <a:latin typeface="+mn-ea"/>
              </a:rPr>
              <a:t>sizeof</a:t>
            </a:r>
            <a:r>
              <a:rPr lang="en-US" altLang="zh-CN" b="1" dirty="0">
                <a:latin typeface="+mn-ea"/>
              </a:rPr>
              <a:t>(</a:t>
            </a:r>
            <a:r>
              <a:rPr lang="en-US" altLang="zh-CN" b="1" dirty="0" err="1">
                <a:latin typeface="+mn-ea"/>
              </a:rPr>
              <a:t>LNode</a:t>
            </a:r>
            <a:r>
              <a:rPr lang="en-US" altLang="zh-CN" b="1" dirty="0">
                <a:latin typeface="+mn-ea"/>
              </a:rPr>
              <a:t>)));</a:t>
            </a:r>
          </a:p>
          <a:p>
            <a:r>
              <a:rPr lang="en-US" altLang="zh-CN" b="1" dirty="0">
                <a:latin typeface="+mn-ea"/>
              </a:rPr>
              <a:t> p = p-&gt;next;</a:t>
            </a:r>
          </a:p>
          <a:p>
            <a:r>
              <a:rPr lang="zh-CN" altLang="en-US" b="1" dirty="0">
                <a:latin typeface="+mn-ea"/>
              </a:rPr>
              <a:t>依次在表尾插入各元素结点</a:t>
            </a:r>
          </a:p>
        </p:txBody>
      </p:sp>
      <p:cxnSp>
        <p:nvCxnSpPr>
          <p:cNvPr id="63" name="直接箭头连接符 62">
            <a:extLst>
              <a:ext uri="{FF2B5EF4-FFF2-40B4-BE49-F238E27FC236}">
                <a16:creationId xmlns:a16="http://schemas.microsoft.com/office/drawing/2014/main" id="{4BC5B00F-ADF7-4D11-8561-CF6A95E3A835}"/>
              </a:ext>
            </a:extLst>
          </p:cNvPr>
          <p:cNvCxnSpPr>
            <a:cxnSpLocks/>
          </p:cNvCxnSpPr>
          <p:nvPr/>
        </p:nvCxnSpPr>
        <p:spPr>
          <a:xfrm flipV="1">
            <a:off x="6810441" y="3132491"/>
            <a:ext cx="416380" cy="6770"/>
          </a:xfrm>
          <a:prstGeom prst="straightConnector1">
            <a:avLst/>
          </a:prstGeom>
          <a:ln w="38100">
            <a:solidFill>
              <a:srgbClr val="C0000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64" name="直接箭头连接符 63">
            <a:extLst>
              <a:ext uri="{FF2B5EF4-FFF2-40B4-BE49-F238E27FC236}">
                <a16:creationId xmlns:a16="http://schemas.microsoft.com/office/drawing/2014/main" id="{79B8967F-9C13-4306-8948-062120D10DDE}"/>
              </a:ext>
            </a:extLst>
          </p:cNvPr>
          <p:cNvCxnSpPr>
            <a:cxnSpLocks/>
          </p:cNvCxnSpPr>
          <p:nvPr/>
        </p:nvCxnSpPr>
        <p:spPr>
          <a:xfrm flipV="1">
            <a:off x="7683518" y="3135876"/>
            <a:ext cx="416380" cy="6770"/>
          </a:xfrm>
          <a:prstGeom prst="straightConnector1">
            <a:avLst/>
          </a:prstGeom>
          <a:ln w="38100">
            <a:solidFill>
              <a:srgbClr val="C0000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65" name="直接箭头连接符 64">
            <a:extLst>
              <a:ext uri="{FF2B5EF4-FFF2-40B4-BE49-F238E27FC236}">
                <a16:creationId xmlns:a16="http://schemas.microsoft.com/office/drawing/2014/main" id="{E83E3628-F921-4914-9126-6E5DF0948A64}"/>
              </a:ext>
            </a:extLst>
          </p:cNvPr>
          <p:cNvCxnSpPr>
            <a:cxnSpLocks/>
          </p:cNvCxnSpPr>
          <p:nvPr/>
        </p:nvCxnSpPr>
        <p:spPr>
          <a:xfrm flipV="1">
            <a:off x="8555826" y="3139261"/>
            <a:ext cx="416380" cy="6770"/>
          </a:xfrm>
          <a:prstGeom prst="straightConnector1">
            <a:avLst/>
          </a:prstGeom>
          <a:ln w="38100">
            <a:solidFill>
              <a:srgbClr val="C0000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cxnSp>
        <p:nvCxnSpPr>
          <p:cNvPr id="66" name="直接箭头连接符 65">
            <a:extLst>
              <a:ext uri="{FF2B5EF4-FFF2-40B4-BE49-F238E27FC236}">
                <a16:creationId xmlns:a16="http://schemas.microsoft.com/office/drawing/2014/main" id="{5EA27316-408C-4099-A509-3242F68635BD}"/>
              </a:ext>
            </a:extLst>
          </p:cNvPr>
          <p:cNvCxnSpPr>
            <a:cxnSpLocks/>
          </p:cNvCxnSpPr>
          <p:nvPr/>
        </p:nvCxnSpPr>
        <p:spPr>
          <a:xfrm flipV="1">
            <a:off x="9428691" y="3135876"/>
            <a:ext cx="416380" cy="6770"/>
          </a:xfrm>
          <a:prstGeom prst="straightConnector1">
            <a:avLst/>
          </a:prstGeom>
          <a:ln w="38100">
            <a:solidFill>
              <a:srgbClr val="C00000"/>
            </a:solidFill>
            <a:headEnd type="oval" w="med" len="med"/>
            <a:tailEnd type="triangle" w="med" len="lg"/>
          </a:ln>
        </p:spPr>
        <p:style>
          <a:lnRef idx="1">
            <a:schemeClr val="accent1"/>
          </a:lnRef>
          <a:fillRef idx="0">
            <a:schemeClr val="accent1"/>
          </a:fillRef>
          <a:effectRef idx="0">
            <a:schemeClr val="accent1"/>
          </a:effectRef>
          <a:fontRef idx="minor">
            <a:schemeClr val="tx1"/>
          </a:fontRef>
        </p:style>
      </p:cxnSp>
      <p:sp>
        <p:nvSpPr>
          <p:cNvPr id="35" name="Rectangle 22">
            <a:extLst>
              <a:ext uri="{FF2B5EF4-FFF2-40B4-BE49-F238E27FC236}">
                <a16:creationId xmlns:a16="http://schemas.microsoft.com/office/drawing/2014/main" id="{90866D17-1B23-40C8-A571-85F7407A4722}"/>
              </a:ext>
            </a:extLst>
          </p:cNvPr>
          <p:cNvSpPr>
            <a:spLocks noChangeArrowheads="1"/>
          </p:cNvSpPr>
          <p:nvPr/>
        </p:nvSpPr>
        <p:spPr bwMode="auto">
          <a:xfrm>
            <a:off x="10156372" y="2878483"/>
            <a:ext cx="216045" cy="4147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pPr>
              <a:lnSpc>
                <a:spcPts val="3600"/>
              </a:lnSpc>
            </a:pPr>
            <a:r>
              <a:rPr lang="en-US" altLang="zh-CN" sz="2000" b="1" dirty="0">
                <a:solidFill>
                  <a:srgbClr val="C00000"/>
                </a:solidFill>
                <a:effectLst>
                  <a:outerShdw blurRad="38100" dist="38100" dir="2700000" algn="tl">
                    <a:srgbClr val="000000">
                      <a:alpha val="43137"/>
                    </a:srgbClr>
                  </a:outerShdw>
                </a:effectLst>
              </a:rPr>
              <a:t>∧</a:t>
            </a:r>
          </a:p>
        </p:txBody>
      </p:sp>
      <p:sp>
        <p:nvSpPr>
          <p:cNvPr id="70" name="矩形: 圆角 69">
            <a:extLst>
              <a:ext uri="{FF2B5EF4-FFF2-40B4-BE49-F238E27FC236}">
                <a16:creationId xmlns:a16="http://schemas.microsoft.com/office/drawing/2014/main" id="{0F69BDF3-D7D5-47A2-A5A7-21EEB2A81322}"/>
              </a:ext>
            </a:extLst>
          </p:cNvPr>
          <p:cNvSpPr/>
          <p:nvPr/>
        </p:nvSpPr>
        <p:spPr>
          <a:xfrm>
            <a:off x="5927548" y="793746"/>
            <a:ext cx="5860937" cy="534032"/>
          </a:xfrm>
          <a:prstGeom prst="roundRect">
            <a:avLst/>
          </a:prstGeom>
          <a:solidFill>
            <a:schemeClr val="tx2">
              <a:lumMod val="10000"/>
              <a:lumOff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400" b="1" dirty="0">
                <a:solidFill>
                  <a:srgbClr val="C00000"/>
                </a:solidFill>
                <a:effectLst>
                  <a:outerShdw blurRad="38100" dist="38100" dir="2700000" algn="tl">
                    <a:srgbClr val="000000">
                      <a:alpha val="43137"/>
                    </a:srgbClr>
                  </a:outerShdw>
                </a:effectLst>
                <a:latin typeface="+mn-ea"/>
                <a:cs typeface="Courier New" panose="02070309020205020404" pitchFamily="49" charset="0"/>
              </a:rPr>
              <a:t>算法</a:t>
            </a:r>
            <a:r>
              <a:rPr lang="en-US" altLang="zh-CN" sz="2400" b="1" dirty="0">
                <a:solidFill>
                  <a:srgbClr val="C00000"/>
                </a:solidFill>
                <a:effectLst>
                  <a:outerShdw blurRad="38100" dist="38100" dir="2700000" algn="tl">
                    <a:srgbClr val="000000">
                      <a:alpha val="43137"/>
                    </a:srgbClr>
                  </a:outerShdw>
                </a:effectLst>
                <a:latin typeface="+mn-ea"/>
                <a:cs typeface="Courier New" panose="02070309020205020404" pitchFamily="49" charset="0"/>
              </a:rPr>
              <a:t>5.10</a:t>
            </a:r>
            <a:r>
              <a:rPr lang="zh-CN" altLang="en-US" sz="2400" b="1" dirty="0">
                <a:solidFill>
                  <a:srgbClr val="0F14F1"/>
                </a:solidFill>
                <a:latin typeface="+mn-ea"/>
                <a:cs typeface="Courier New" panose="02070309020205020404" pitchFamily="49" charset="0"/>
              </a:rPr>
              <a:t>和</a:t>
            </a:r>
            <a:r>
              <a:rPr lang="en-US" altLang="zh-CN" sz="2400" b="1" dirty="0">
                <a:solidFill>
                  <a:srgbClr val="C00000"/>
                </a:solidFill>
                <a:effectLst>
                  <a:outerShdw blurRad="38100" dist="38100" dir="2700000" algn="tl">
                    <a:srgbClr val="000000">
                      <a:alpha val="43137"/>
                    </a:srgbClr>
                  </a:outerShdw>
                </a:effectLst>
                <a:latin typeface="+mn-ea"/>
                <a:cs typeface="Courier New" panose="02070309020205020404" pitchFamily="49" charset="0"/>
              </a:rPr>
              <a:t>5.11  </a:t>
            </a:r>
            <a:r>
              <a:rPr lang="zh-CN" altLang="en-US" sz="2400" b="1" dirty="0">
                <a:solidFill>
                  <a:srgbClr val="0F14F1"/>
                </a:solidFill>
                <a:effectLst>
                  <a:outerShdw blurRad="38100" dist="38100" dir="2700000" algn="tl">
                    <a:srgbClr val="000000">
                      <a:alpha val="43137"/>
                    </a:srgbClr>
                  </a:outerShdw>
                </a:effectLst>
                <a:latin typeface="+mn-ea"/>
                <a:cs typeface="Courier New" panose="02070309020205020404" pitchFamily="49" charset="0"/>
              </a:rPr>
              <a:t>构建广义表的存储结构</a:t>
            </a:r>
            <a:endParaRPr lang="zh-CN" altLang="en-US" sz="2400" dirty="0">
              <a:solidFill>
                <a:srgbClr val="0F14F1"/>
              </a:solidFill>
              <a:effectLst>
                <a:outerShdw blurRad="38100" dist="38100" dir="2700000" algn="tl">
                  <a:srgbClr val="000000">
                    <a:alpha val="43137"/>
                  </a:srgbClr>
                </a:outerShdw>
              </a:effectLst>
            </a:endParaRPr>
          </a:p>
        </p:txBody>
      </p:sp>
      <p:sp>
        <p:nvSpPr>
          <p:cNvPr id="72" name="文本框 71">
            <a:extLst>
              <a:ext uri="{FF2B5EF4-FFF2-40B4-BE49-F238E27FC236}">
                <a16:creationId xmlns:a16="http://schemas.microsoft.com/office/drawing/2014/main" id="{536C7827-6653-4400-B2D2-7734E086782A}"/>
              </a:ext>
            </a:extLst>
          </p:cNvPr>
          <p:cNvSpPr txBox="1"/>
          <p:nvPr/>
        </p:nvSpPr>
        <p:spPr>
          <a:xfrm>
            <a:off x="4861156" y="5542982"/>
            <a:ext cx="2572822" cy="461665"/>
          </a:xfrm>
          <a:prstGeom prst="rect">
            <a:avLst/>
          </a:prstGeom>
          <a:noFill/>
        </p:spPr>
        <p:txBody>
          <a:bodyPr wrap="square">
            <a:spAutoFit/>
          </a:bodyPr>
          <a:lstStyle/>
          <a:p>
            <a:r>
              <a:rPr lang="zh-CN" altLang="en-US" sz="2400" b="1" dirty="0">
                <a:solidFill>
                  <a:srgbClr val="0F14F1"/>
                </a:solidFill>
                <a:latin typeface="Courier New" panose="02070309020205020404" pitchFamily="49" charset="0"/>
                <a:cs typeface="Courier New" panose="02070309020205020404" pitchFamily="49" charset="0"/>
              </a:rPr>
              <a:t>“</a:t>
            </a:r>
            <a:r>
              <a:rPr lang="en-US" altLang="zh-CN" sz="2400" b="1" dirty="0">
                <a:solidFill>
                  <a:srgbClr val="C00000"/>
                </a:solidFill>
                <a:latin typeface="Courier New" panose="02070309020205020404" pitchFamily="49" charset="0"/>
                <a:cs typeface="Courier New" panose="02070309020205020404" pitchFamily="49" charset="0"/>
              </a:rPr>
              <a:t>(</a:t>
            </a:r>
            <a:r>
              <a:rPr lang="en-US" altLang="zh-CN" sz="2400" b="1" dirty="0">
                <a:solidFill>
                  <a:srgbClr val="0F14F1"/>
                </a:solidFill>
                <a:latin typeface="Courier New" panose="02070309020205020404" pitchFamily="49" charset="0"/>
                <a:cs typeface="Courier New" panose="02070309020205020404" pitchFamily="49" charset="0"/>
              </a:rPr>
              <a:t>a,(</a:t>
            </a:r>
            <a:r>
              <a:rPr lang="en-US" altLang="zh-CN" sz="2400" b="1" dirty="0" err="1">
                <a:solidFill>
                  <a:srgbClr val="0F14F1"/>
                </a:solidFill>
                <a:latin typeface="Courier New" panose="02070309020205020404" pitchFamily="49" charset="0"/>
                <a:cs typeface="Courier New" panose="02070309020205020404" pitchFamily="49" charset="0"/>
              </a:rPr>
              <a:t>b,c,d</a:t>
            </a:r>
            <a:r>
              <a:rPr lang="en-US" altLang="zh-CN" sz="2400" b="1" dirty="0">
                <a:solidFill>
                  <a:srgbClr val="0F14F1"/>
                </a:solidFill>
                <a:latin typeface="Courier New" panose="02070309020205020404" pitchFamily="49" charset="0"/>
                <a:cs typeface="Courier New" panose="02070309020205020404" pitchFamily="49" charset="0"/>
              </a:rPr>
              <a:t>)</a:t>
            </a:r>
            <a:r>
              <a:rPr lang="en-US" altLang="zh-CN" sz="2400" b="1" dirty="0">
                <a:solidFill>
                  <a:srgbClr val="C00000"/>
                </a:solidFill>
                <a:latin typeface="Courier New" panose="02070309020205020404" pitchFamily="49" charset="0"/>
                <a:cs typeface="Courier New" panose="02070309020205020404" pitchFamily="49" charset="0"/>
              </a:rPr>
              <a:t>)</a:t>
            </a:r>
            <a:r>
              <a:rPr lang="zh-CN" altLang="en-US" sz="2400" b="1" dirty="0">
                <a:solidFill>
                  <a:srgbClr val="0F14F1"/>
                </a:solidFill>
                <a:latin typeface="Courier New" panose="02070309020205020404" pitchFamily="49" charset="0"/>
                <a:cs typeface="Courier New" panose="02070309020205020404" pitchFamily="49" charset="0"/>
              </a:rPr>
              <a:t>”</a:t>
            </a:r>
            <a:endParaRPr lang="en-US" altLang="zh-CN" sz="2400" b="1" dirty="0">
              <a:solidFill>
                <a:srgbClr val="0F14F1"/>
              </a:solidFill>
              <a:latin typeface="Courier New" panose="02070309020205020404" pitchFamily="49" charset="0"/>
              <a:cs typeface="Courier New" panose="02070309020205020404" pitchFamily="49" charset="0"/>
            </a:endParaRPr>
          </a:p>
        </p:txBody>
      </p:sp>
      <p:sp>
        <p:nvSpPr>
          <p:cNvPr id="73" name="箭头: 右 72">
            <a:extLst>
              <a:ext uri="{FF2B5EF4-FFF2-40B4-BE49-F238E27FC236}">
                <a16:creationId xmlns:a16="http://schemas.microsoft.com/office/drawing/2014/main" id="{BF5CF399-2DED-47A4-902A-8ABBB7C7E5C8}"/>
              </a:ext>
            </a:extLst>
          </p:cNvPr>
          <p:cNvSpPr/>
          <p:nvPr/>
        </p:nvSpPr>
        <p:spPr>
          <a:xfrm>
            <a:off x="7565405" y="5686819"/>
            <a:ext cx="546296" cy="238197"/>
          </a:xfrm>
          <a:prstGeom prst="rightArrow">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4">
                  <a:lumMod val="20000"/>
                  <a:lumOff val="80000"/>
                </a:schemeClr>
              </a:solidFill>
            </a:endParaRPr>
          </a:p>
        </p:txBody>
      </p:sp>
      <p:sp>
        <p:nvSpPr>
          <p:cNvPr id="74" name="文本框 73">
            <a:extLst>
              <a:ext uri="{FF2B5EF4-FFF2-40B4-BE49-F238E27FC236}">
                <a16:creationId xmlns:a16="http://schemas.microsoft.com/office/drawing/2014/main" id="{C6F50B7B-BA84-4AE0-9C1B-3B75177969F1}"/>
              </a:ext>
            </a:extLst>
          </p:cNvPr>
          <p:cNvSpPr txBox="1"/>
          <p:nvPr/>
        </p:nvSpPr>
        <p:spPr>
          <a:xfrm>
            <a:off x="8243128" y="5575084"/>
            <a:ext cx="2284964" cy="461665"/>
          </a:xfrm>
          <a:prstGeom prst="rect">
            <a:avLst/>
          </a:prstGeom>
          <a:noFill/>
        </p:spPr>
        <p:txBody>
          <a:bodyPr wrap="square">
            <a:spAutoFit/>
          </a:bodyPr>
          <a:lstStyle/>
          <a:p>
            <a:r>
              <a:rPr lang="zh-CN" altLang="en-US" sz="2400" b="1" dirty="0">
                <a:solidFill>
                  <a:srgbClr val="0F14F1"/>
                </a:solidFill>
                <a:latin typeface="Courier New" panose="02070309020205020404" pitchFamily="49" charset="0"/>
                <a:cs typeface="Courier New" panose="02070309020205020404" pitchFamily="49" charset="0"/>
              </a:rPr>
              <a:t>“</a:t>
            </a:r>
            <a:r>
              <a:rPr lang="en-US" altLang="zh-CN" sz="2400" b="1" dirty="0">
                <a:solidFill>
                  <a:srgbClr val="0F14F1"/>
                </a:solidFill>
                <a:latin typeface="Courier New" panose="02070309020205020404" pitchFamily="49" charset="0"/>
                <a:cs typeface="Courier New" panose="02070309020205020404" pitchFamily="49" charset="0"/>
              </a:rPr>
              <a:t>a,(</a:t>
            </a:r>
            <a:r>
              <a:rPr lang="en-US" altLang="zh-CN" sz="2400" b="1" dirty="0" err="1">
                <a:solidFill>
                  <a:srgbClr val="0F14F1"/>
                </a:solidFill>
                <a:latin typeface="Courier New" panose="02070309020205020404" pitchFamily="49" charset="0"/>
                <a:cs typeface="Courier New" panose="02070309020205020404" pitchFamily="49" charset="0"/>
              </a:rPr>
              <a:t>b,c,d</a:t>
            </a:r>
            <a:r>
              <a:rPr lang="en-US" altLang="zh-CN" sz="2400" b="1" dirty="0">
                <a:solidFill>
                  <a:srgbClr val="0F14F1"/>
                </a:solidFill>
                <a:latin typeface="Courier New" panose="02070309020205020404" pitchFamily="49" charset="0"/>
                <a:cs typeface="Courier New" panose="02070309020205020404" pitchFamily="49" charset="0"/>
              </a:rPr>
              <a:t>)</a:t>
            </a:r>
            <a:r>
              <a:rPr lang="zh-CN" altLang="en-US" sz="2400" b="1" dirty="0">
                <a:solidFill>
                  <a:srgbClr val="0F14F1"/>
                </a:solidFill>
                <a:latin typeface="Courier New" panose="02070309020205020404" pitchFamily="49" charset="0"/>
                <a:cs typeface="Courier New" panose="02070309020205020404" pitchFamily="49" charset="0"/>
              </a:rPr>
              <a:t>”</a:t>
            </a:r>
            <a:endParaRPr lang="en-US" altLang="zh-CN" sz="2400" b="1" dirty="0">
              <a:solidFill>
                <a:srgbClr val="0F14F1"/>
              </a:solidFill>
              <a:latin typeface="Courier New" panose="02070309020205020404" pitchFamily="49" charset="0"/>
              <a:cs typeface="Courier New" panose="02070309020205020404" pitchFamily="49" charset="0"/>
            </a:endParaRPr>
          </a:p>
        </p:txBody>
      </p:sp>
      <p:sp>
        <p:nvSpPr>
          <p:cNvPr id="75" name="文本框 74">
            <a:extLst>
              <a:ext uri="{FF2B5EF4-FFF2-40B4-BE49-F238E27FC236}">
                <a16:creationId xmlns:a16="http://schemas.microsoft.com/office/drawing/2014/main" id="{A69E68B1-2C97-4A18-A4CF-129D8228DCF1}"/>
              </a:ext>
            </a:extLst>
          </p:cNvPr>
          <p:cNvSpPr txBox="1"/>
          <p:nvPr/>
        </p:nvSpPr>
        <p:spPr>
          <a:xfrm>
            <a:off x="5060205" y="5884829"/>
            <a:ext cx="2284964" cy="461665"/>
          </a:xfrm>
          <a:prstGeom prst="rect">
            <a:avLst/>
          </a:prstGeom>
          <a:noFill/>
        </p:spPr>
        <p:txBody>
          <a:bodyPr wrap="square">
            <a:spAutoFit/>
          </a:bodyPr>
          <a:lstStyle/>
          <a:p>
            <a:r>
              <a:rPr lang="zh-CN" altLang="en-US" sz="2400" b="1" dirty="0">
                <a:solidFill>
                  <a:srgbClr val="0F14F1"/>
                </a:solidFill>
                <a:latin typeface="Courier New" panose="02070309020205020404" pitchFamily="49" charset="0"/>
                <a:cs typeface="Courier New" panose="02070309020205020404" pitchFamily="49" charset="0"/>
              </a:rPr>
              <a:t>“</a:t>
            </a:r>
            <a:r>
              <a:rPr lang="en-US" altLang="zh-CN" sz="2400" b="1" dirty="0">
                <a:solidFill>
                  <a:srgbClr val="0F14F1"/>
                </a:solidFill>
                <a:latin typeface="Courier New" panose="02070309020205020404" pitchFamily="49" charset="0"/>
                <a:cs typeface="Courier New" panose="02070309020205020404" pitchFamily="49" charset="0"/>
              </a:rPr>
              <a:t>a</a:t>
            </a:r>
            <a:r>
              <a:rPr lang="en-US" altLang="zh-CN" sz="2400" b="1" dirty="0">
                <a:solidFill>
                  <a:srgbClr val="C00000"/>
                </a:solidFill>
                <a:latin typeface="Courier New" panose="02070309020205020404" pitchFamily="49" charset="0"/>
                <a:cs typeface="Courier New" panose="02070309020205020404" pitchFamily="49" charset="0"/>
              </a:rPr>
              <a:t>,</a:t>
            </a:r>
            <a:r>
              <a:rPr lang="en-US" altLang="zh-CN" sz="2400" b="1" dirty="0">
                <a:solidFill>
                  <a:srgbClr val="0F14F1"/>
                </a:solidFill>
                <a:latin typeface="Courier New" panose="02070309020205020404" pitchFamily="49" charset="0"/>
                <a:cs typeface="Courier New" panose="02070309020205020404" pitchFamily="49" charset="0"/>
              </a:rPr>
              <a:t>(</a:t>
            </a:r>
            <a:r>
              <a:rPr lang="en-US" altLang="zh-CN" sz="2400" b="1" dirty="0" err="1">
                <a:solidFill>
                  <a:srgbClr val="0F14F1"/>
                </a:solidFill>
                <a:latin typeface="Courier New" panose="02070309020205020404" pitchFamily="49" charset="0"/>
                <a:cs typeface="Courier New" panose="02070309020205020404" pitchFamily="49" charset="0"/>
              </a:rPr>
              <a:t>b,c,d</a:t>
            </a:r>
            <a:r>
              <a:rPr lang="en-US" altLang="zh-CN" sz="2400" b="1" dirty="0">
                <a:solidFill>
                  <a:srgbClr val="0F14F1"/>
                </a:solidFill>
                <a:latin typeface="Courier New" panose="02070309020205020404" pitchFamily="49" charset="0"/>
                <a:cs typeface="Courier New" panose="02070309020205020404" pitchFamily="49" charset="0"/>
              </a:rPr>
              <a:t>)</a:t>
            </a:r>
            <a:r>
              <a:rPr lang="zh-CN" altLang="en-US" sz="2400" b="1" dirty="0">
                <a:solidFill>
                  <a:srgbClr val="0F14F1"/>
                </a:solidFill>
                <a:latin typeface="Courier New" panose="02070309020205020404" pitchFamily="49" charset="0"/>
                <a:cs typeface="Courier New" panose="02070309020205020404" pitchFamily="49" charset="0"/>
              </a:rPr>
              <a:t>”</a:t>
            </a:r>
            <a:endParaRPr lang="en-US" altLang="zh-CN" sz="2400" b="1" dirty="0">
              <a:solidFill>
                <a:srgbClr val="0F14F1"/>
              </a:solidFill>
              <a:latin typeface="Courier New" panose="02070309020205020404" pitchFamily="49" charset="0"/>
              <a:cs typeface="Courier New" panose="02070309020205020404" pitchFamily="49" charset="0"/>
            </a:endParaRPr>
          </a:p>
        </p:txBody>
      </p:sp>
      <p:sp>
        <p:nvSpPr>
          <p:cNvPr id="76" name="箭头: 右 75">
            <a:extLst>
              <a:ext uri="{FF2B5EF4-FFF2-40B4-BE49-F238E27FC236}">
                <a16:creationId xmlns:a16="http://schemas.microsoft.com/office/drawing/2014/main" id="{DB8D5A90-405D-40C0-B7CA-21307D2B789A}"/>
              </a:ext>
            </a:extLst>
          </p:cNvPr>
          <p:cNvSpPr/>
          <p:nvPr/>
        </p:nvSpPr>
        <p:spPr>
          <a:xfrm>
            <a:off x="7565405" y="6019515"/>
            <a:ext cx="546296" cy="238197"/>
          </a:xfrm>
          <a:prstGeom prst="rightArrow">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4">
                  <a:lumMod val="20000"/>
                  <a:lumOff val="80000"/>
                </a:schemeClr>
              </a:solidFill>
            </a:endParaRPr>
          </a:p>
        </p:txBody>
      </p:sp>
      <p:sp>
        <p:nvSpPr>
          <p:cNvPr id="77" name="文本框 76">
            <a:extLst>
              <a:ext uri="{FF2B5EF4-FFF2-40B4-BE49-F238E27FC236}">
                <a16:creationId xmlns:a16="http://schemas.microsoft.com/office/drawing/2014/main" id="{783DB017-F8C9-4E79-A98A-096DC4EC9719}"/>
              </a:ext>
            </a:extLst>
          </p:cNvPr>
          <p:cNvSpPr txBox="1"/>
          <p:nvPr/>
        </p:nvSpPr>
        <p:spPr>
          <a:xfrm>
            <a:off x="8228259" y="5939884"/>
            <a:ext cx="3703127" cy="461665"/>
          </a:xfrm>
          <a:prstGeom prst="rect">
            <a:avLst/>
          </a:prstGeom>
          <a:noFill/>
        </p:spPr>
        <p:txBody>
          <a:bodyPr wrap="square">
            <a:spAutoFit/>
          </a:bodyPr>
          <a:lstStyle/>
          <a:p>
            <a:r>
              <a:rPr lang="zh-CN" altLang="en-US" sz="2400" b="1" dirty="0">
                <a:solidFill>
                  <a:srgbClr val="0F14F1"/>
                </a:solidFill>
                <a:latin typeface="Courier New" panose="02070309020205020404" pitchFamily="49" charset="0"/>
                <a:cs typeface="Courier New" panose="02070309020205020404" pitchFamily="49" charset="0"/>
              </a:rPr>
              <a:t>“</a:t>
            </a:r>
            <a:r>
              <a:rPr lang="en-US" altLang="zh-CN" sz="2400" b="1" dirty="0">
                <a:solidFill>
                  <a:srgbClr val="0F14F1"/>
                </a:solidFill>
                <a:latin typeface="Courier New" panose="02070309020205020404" pitchFamily="49" charset="0"/>
                <a:cs typeface="Courier New" panose="02070309020205020404" pitchFamily="49" charset="0"/>
              </a:rPr>
              <a:t>a</a:t>
            </a:r>
            <a:r>
              <a:rPr lang="zh-CN" altLang="en-US" sz="2400" b="1" dirty="0">
                <a:solidFill>
                  <a:srgbClr val="0F14F1"/>
                </a:solidFill>
                <a:latin typeface="Courier New" panose="02070309020205020404" pitchFamily="49" charset="0"/>
                <a:cs typeface="Courier New" panose="02070309020205020404" pitchFamily="49" charset="0"/>
              </a:rPr>
              <a:t>” </a:t>
            </a:r>
            <a:r>
              <a:rPr lang="zh-CN" altLang="en-US" sz="2400" b="1" dirty="0">
                <a:solidFill>
                  <a:srgbClr val="C00000"/>
                </a:solidFill>
                <a:latin typeface="Courier New" panose="02070309020205020404" pitchFamily="49" charset="0"/>
                <a:cs typeface="Courier New" panose="02070309020205020404" pitchFamily="49" charset="0"/>
              </a:rPr>
              <a:t>和</a:t>
            </a:r>
            <a:r>
              <a:rPr lang="zh-CN" altLang="en-US" sz="2400" b="1" dirty="0">
                <a:solidFill>
                  <a:srgbClr val="0F14F1"/>
                </a:solidFill>
                <a:latin typeface="Courier New" panose="02070309020205020404" pitchFamily="49" charset="0"/>
                <a:cs typeface="Courier New" panose="02070309020205020404" pitchFamily="49" charset="0"/>
              </a:rPr>
              <a:t> “</a:t>
            </a:r>
            <a:r>
              <a:rPr lang="en-US" altLang="zh-CN" sz="2400" b="1" dirty="0">
                <a:solidFill>
                  <a:srgbClr val="0F14F1"/>
                </a:solidFill>
                <a:latin typeface="Courier New" panose="02070309020205020404" pitchFamily="49" charset="0"/>
                <a:cs typeface="Courier New" panose="02070309020205020404" pitchFamily="49" charset="0"/>
              </a:rPr>
              <a:t>(</a:t>
            </a:r>
            <a:r>
              <a:rPr lang="en-US" altLang="zh-CN" sz="2400" b="1" dirty="0" err="1">
                <a:solidFill>
                  <a:srgbClr val="0F14F1"/>
                </a:solidFill>
                <a:latin typeface="Courier New" panose="02070309020205020404" pitchFamily="49" charset="0"/>
                <a:cs typeface="Courier New" panose="02070309020205020404" pitchFamily="49" charset="0"/>
              </a:rPr>
              <a:t>b,c,d</a:t>
            </a:r>
            <a:r>
              <a:rPr lang="en-US" altLang="zh-CN" sz="2400" b="1" dirty="0">
                <a:solidFill>
                  <a:srgbClr val="0F14F1"/>
                </a:solidFill>
                <a:latin typeface="Courier New" panose="02070309020205020404" pitchFamily="49" charset="0"/>
                <a:cs typeface="Courier New" panose="02070309020205020404" pitchFamily="49" charset="0"/>
              </a:rPr>
              <a:t>)</a:t>
            </a:r>
            <a:r>
              <a:rPr lang="zh-CN" altLang="en-US" sz="2400" b="1" dirty="0">
                <a:solidFill>
                  <a:srgbClr val="0F14F1"/>
                </a:solidFill>
                <a:latin typeface="Courier New" panose="02070309020205020404" pitchFamily="49" charset="0"/>
                <a:cs typeface="Courier New" panose="02070309020205020404" pitchFamily="49" charset="0"/>
              </a:rPr>
              <a:t>”</a:t>
            </a:r>
            <a:endParaRPr lang="en-US" altLang="zh-CN" sz="2400" b="1" dirty="0">
              <a:solidFill>
                <a:srgbClr val="0F14F1"/>
              </a:solidFill>
              <a:latin typeface="Courier New" panose="02070309020205020404" pitchFamily="49" charset="0"/>
              <a:cs typeface="Courier New" panose="02070309020205020404" pitchFamily="49" charset="0"/>
            </a:endParaRPr>
          </a:p>
        </p:txBody>
      </p:sp>
      <p:sp>
        <p:nvSpPr>
          <p:cNvPr id="78" name="文本框 77">
            <a:extLst>
              <a:ext uri="{FF2B5EF4-FFF2-40B4-BE49-F238E27FC236}">
                <a16:creationId xmlns:a16="http://schemas.microsoft.com/office/drawing/2014/main" id="{E97F8310-C653-465F-9D39-411E31F035E5}"/>
              </a:ext>
            </a:extLst>
          </p:cNvPr>
          <p:cNvSpPr txBox="1"/>
          <p:nvPr/>
        </p:nvSpPr>
        <p:spPr>
          <a:xfrm>
            <a:off x="5063770" y="6250632"/>
            <a:ext cx="863779" cy="461665"/>
          </a:xfrm>
          <a:prstGeom prst="rect">
            <a:avLst/>
          </a:prstGeom>
          <a:noFill/>
        </p:spPr>
        <p:txBody>
          <a:bodyPr wrap="square">
            <a:spAutoFit/>
          </a:bodyPr>
          <a:lstStyle/>
          <a:p>
            <a:r>
              <a:rPr lang="zh-CN" altLang="en-US" sz="2400" b="1" dirty="0">
                <a:solidFill>
                  <a:srgbClr val="0F14F1"/>
                </a:solidFill>
                <a:latin typeface="Courier New" panose="02070309020205020404" pitchFamily="49" charset="0"/>
                <a:cs typeface="Courier New" panose="02070309020205020404" pitchFamily="49" charset="0"/>
              </a:rPr>
              <a:t>“</a:t>
            </a:r>
            <a:r>
              <a:rPr lang="en-US" altLang="zh-CN" sz="2400" b="1" dirty="0">
                <a:solidFill>
                  <a:srgbClr val="0F14F1"/>
                </a:solidFill>
                <a:latin typeface="Courier New" panose="02070309020205020404" pitchFamily="49" charset="0"/>
                <a:cs typeface="Courier New" panose="02070309020205020404" pitchFamily="49" charset="0"/>
              </a:rPr>
              <a:t>a</a:t>
            </a:r>
            <a:r>
              <a:rPr lang="zh-CN" altLang="en-US" sz="2400" b="1" dirty="0">
                <a:solidFill>
                  <a:srgbClr val="0F14F1"/>
                </a:solidFill>
                <a:latin typeface="Courier New" panose="02070309020205020404" pitchFamily="49" charset="0"/>
                <a:cs typeface="Courier New" panose="02070309020205020404" pitchFamily="49" charset="0"/>
              </a:rPr>
              <a:t>”</a:t>
            </a:r>
            <a:endParaRPr lang="en-US" altLang="zh-CN" sz="2400" b="1" dirty="0">
              <a:solidFill>
                <a:srgbClr val="0F14F1"/>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6511201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up)">
                                      <p:cBhvr>
                                        <p:cTn id="7" dur="500"/>
                                        <p:tgtEl>
                                          <p:spTgt spid="4">
                                            <p:txEl>
                                              <p:pRg st="0" end="0"/>
                                            </p:txEl>
                                          </p:spTgt>
                                        </p:tgtEl>
                                      </p:cBhvr>
                                    </p:animEffect>
                                  </p:childTnLst>
                                </p:cTn>
                              </p:par>
                              <p:par>
                                <p:cTn id="8" presetID="22" presetClass="entr" presetSubtype="1" fill="hold" grpId="0"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wipe(up)">
                                      <p:cBhvr>
                                        <p:cTn id="10" dur="500"/>
                                        <p:tgtEl>
                                          <p:spTgt spid="4">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nodeType="clickEffect">
                                  <p:stCondLst>
                                    <p:cond delay="0"/>
                                  </p:stCondLst>
                                  <p:childTnLst>
                                    <p:set>
                                      <p:cBhvr>
                                        <p:cTn id="14" dur="1" fill="hold">
                                          <p:stCondLst>
                                            <p:cond delay="0"/>
                                          </p:stCondLst>
                                        </p:cTn>
                                        <p:tgtEl>
                                          <p:spTgt spid="60">
                                            <p:txEl>
                                              <p:pRg st="0" end="0"/>
                                            </p:txEl>
                                          </p:spTgt>
                                        </p:tgtEl>
                                        <p:attrNameLst>
                                          <p:attrName>style.visibility</p:attrName>
                                        </p:attrNameLst>
                                      </p:cBhvr>
                                      <p:to>
                                        <p:strVal val="visible"/>
                                      </p:to>
                                    </p:set>
                                    <p:animEffect transition="in" filter="wipe(left)">
                                      <p:cBhvr>
                                        <p:cTn id="15" dur="500"/>
                                        <p:tgtEl>
                                          <p:spTgt spid="60">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4" presetClass="entr" presetSubtype="10" fill="hold" grpId="0" nodeType="clickEffect">
                                  <p:stCondLst>
                                    <p:cond delay="0"/>
                                  </p:stCondLst>
                                  <p:childTnLst>
                                    <p:set>
                                      <p:cBhvr>
                                        <p:cTn id="19" dur="1" fill="hold">
                                          <p:stCondLst>
                                            <p:cond delay="0"/>
                                          </p:stCondLst>
                                        </p:cTn>
                                        <p:tgtEl>
                                          <p:spTgt spid="61"/>
                                        </p:tgtEl>
                                        <p:attrNameLst>
                                          <p:attrName>style.visibility</p:attrName>
                                        </p:attrNameLst>
                                      </p:cBhvr>
                                      <p:to>
                                        <p:strVal val="visible"/>
                                      </p:to>
                                    </p:set>
                                    <p:animEffect transition="in" filter="randombar(horizontal)">
                                      <p:cBhvr>
                                        <p:cTn id="20" dur="500"/>
                                        <p:tgtEl>
                                          <p:spTgt spid="61"/>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57"/>
                                        </p:tgtEl>
                                        <p:attrNameLst>
                                          <p:attrName>style.visibility</p:attrName>
                                        </p:attrNameLst>
                                      </p:cBhvr>
                                      <p:to>
                                        <p:strVal val="visible"/>
                                      </p:to>
                                    </p:set>
                                    <p:animEffect transition="in" filter="wipe(left)">
                                      <p:cBhvr>
                                        <p:cTn id="25" dur="500"/>
                                        <p:tgtEl>
                                          <p:spTgt spid="57"/>
                                        </p:tgtEl>
                                      </p:cBhvr>
                                    </p:animEffect>
                                  </p:childTnLst>
                                </p:cTn>
                              </p:par>
                            </p:childTnLst>
                          </p:cTn>
                        </p:par>
                        <p:par>
                          <p:cTn id="26" fill="hold">
                            <p:stCondLst>
                              <p:cond delay="500"/>
                            </p:stCondLst>
                            <p:childTnLst>
                              <p:par>
                                <p:cTn id="27" presetID="22" presetClass="entr" presetSubtype="8" fill="hold" nodeType="afterEffect">
                                  <p:stCondLst>
                                    <p:cond delay="0"/>
                                  </p:stCondLst>
                                  <p:childTnLst>
                                    <p:set>
                                      <p:cBhvr>
                                        <p:cTn id="28" dur="1" fill="hold">
                                          <p:stCondLst>
                                            <p:cond delay="0"/>
                                          </p:stCondLst>
                                        </p:cTn>
                                        <p:tgtEl>
                                          <p:spTgt spid="42"/>
                                        </p:tgtEl>
                                        <p:attrNameLst>
                                          <p:attrName>style.visibility</p:attrName>
                                        </p:attrNameLst>
                                      </p:cBhvr>
                                      <p:to>
                                        <p:strVal val="visible"/>
                                      </p:to>
                                    </p:set>
                                    <p:animEffect transition="in" filter="wipe(left)">
                                      <p:cBhvr>
                                        <p:cTn id="29" dur="500"/>
                                        <p:tgtEl>
                                          <p:spTgt spid="42"/>
                                        </p:tgtEl>
                                      </p:cBhvr>
                                    </p:animEffect>
                                  </p:childTnLst>
                                </p:cTn>
                              </p:par>
                            </p:childTnLst>
                          </p:cTn>
                        </p:par>
                        <p:par>
                          <p:cTn id="30" fill="hold">
                            <p:stCondLst>
                              <p:cond delay="1000"/>
                            </p:stCondLst>
                            <p:childTnLst>
                              <p:par>
                                <p:cTn id="31" presetID="22" presetClass="entr" presetSubtype="1" fill="hold" nodeType="afterEffect">
                                  <p:stCondLst>
                                    <p:cond delay="0"/>
                                  </p:stCondLst>
                                  <p:childTnLst>
                                    <p:set>
                                      <p:cBhvr>
                                        <p:cTn id="32" dur="1" fill="hold">
                                          <p:stCondLst>
                                            <p:cond delay="0"/>
                                          </p:stCondLst>
                                        </p:cTn>
                                        <p:tgtEl>
                                          <p:spTgt spid="30"/>
                                        </p:tgtEl>
                                        <p:attrNameLst>
                                          <p:attrName>style.visibility</p:attrName>
                                        </p:attrNameLst>
                                      </p:cBhvr>
                                      <p:to>
                                        <p:strVal val="visible"/>
                                      </p:to>
                                    </p:set>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4" presetClass="entr" presetSubtype="10" fill="hold" grpId="0" nodeType="clickEffect">
                                  <p:stCondLst>
                                    <p:cond delay="0"/>
                                  </p:stCondLst>
                                  <p:childTnLst>
                                    <p:set>
                                      <p:cBhvr>
                                        <p:cTn id="37" dur="1" fill="hold">
                                          <p:stCondLst>
                                            <p:cond delay="0"/>
                                          </p:stCondLst>
                                        </p:cTn>
                                        <p:tgtEl>
                                          <p:spTgt spid="62"/>
                                        </p:tgtEl>
                                        <p:attrNameLst>
                                          <p:attrName>style.visibility</p:attrName>
                                        </p:attrNameLst>
                                      </p:cBhvr>
                                      <p:to>
                                        <p:strVal val="visible"/>
                                      </p:to>
                                    </p:set>
                                    <p:animEffect transition="in" filter="randombar(horizontal)">
                                      <p:cBhvr>
                                        <p:cTn id="38" dur="500"/>
                                        <p:tgtEl>
                                          <p:spTgt spid="62"/>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nodeType="clickEffect">
                                  <p:stCondLst>
                                    <p:cond delay="0"/>
                                  </p:stCondLst>
                                  <p:childTnLst>
                                    <p:set>
                                      <p:cBhvr>
                                        <p:cTn id="42" dur="1" fill="hold">
                                          <p:stCondLst>
                                            <p:cond delay="0"/>
                                          </p:stCondLst>
                                        </p:cTn>
                                        <p:tgtEl>
                                          <p:spTgt spid="63"/>
                                        </p:tgtEl>
                                        <p:attrNameLst>
                                          <p:attrName>style.visibility</p:attrName>
                                        </p:attrNameLst>
                                      </p:cBhvr>
                                      <p:to>
                                        <p:strVal val="visible"/>
                                      </p:to>
                                    </p:set>
                                    <p:animEffect transition="in" filter="wipe(left)">
                                      <p:cBhvr>
                                        <p:cTn id="43" dur="500"/>
                                        <p:tgtEl>
                                          <p:spTgt spid="63"/>
                                        </p:tgtEl>
                                      </p:cBhvr>
                                    </p:animEffect>
                                  </p:childTnLst>
                                </p:cTn>
                              </p:par>
                              <p:par>
                                <p:cTn id="44" presetID="22" presetClass="entr" presetSubtype="8" fill="hold" nodeType="withEffect">
                                  <p:stCondLst>
                                    <p:cond delay="0"/>
                                  </p:stCondLst>
                                  <p:childTnLst>
                                    <p:set>
                                      <p:cBhvr>
                                        <p:cTn id="45" dur="1" fill="hold">
                                          <p:stCondLst>
                                            <p:cond delay="0"/>
                                          </p:stCondLst>
                                        </p:cTn>
                                        <p:tgtEl>
                                          <p:spTgt spid="41"/>
                                        </p:tgtEl>
                                        <p:attrNameLst>
                                          <p:attrName>style.visibility</p:attrName>
                                        </p:attrNameLst>
                                      </p:cBhvr>
                                      <p:to>
                                        <p:strVal val="visible"/>
                                      </p:to>
                                    </p:set>
                                    <p:animEffect transition="in" filter="wipe(left)">
                                      <p:cBhvr>
                                        <p:cTn id="46" dur="500"/>
                                        <p:tgtEl>
                                          <p:spTgt spid="41"/>
                                        </p:tgtEl>
                                      </p:cBhvr>
                                    </p:animEffect>
                                  </p:childTnLst>
                                </p:cTn>
                              </p:par>
                            </p:childTnLst>
                          </p:cTn>
                        </p:par>
                        <p:par>
                          <p:cTn id="47" fill="hold">
                            <p:stCondLst>
                              <p:cond delay="500"/>
                            </p:stCondLst>
                            <p:childTnLst>
                              <p:par>
                                <p:cTn id="48" presetID="63" presetClass="path" presetSubtype="0" accel="50000" decel="50000" fill="hold" nodeType="afterEffect">
                                  <p:stCondLst>
                                    <p:cond delay="0"/>
                                  </p:stCondLst>
                                  <p:childTnLst>
                                    <p:animMotion origin="layout" path="M -1.875E-6 4.81481E-6 L 0.06419 -0.00093 " pathEditMode="relative" rAng="0" ptsTypes="AA">
                                      <p:cBhvr>
                                        <p:cTn id="49" dur="1000" fill="hold"/>
                                        <p:tgtEl>
                                          <p:spTgt spid="30"/>
                                        </p:tgtEl>
                                        <p:attrNameLst>
                                          <p:attrName>ppt_x</p:attrName>
                                          <p:attrName>ppt_y</p:attrName>
                                        </p:attrNameLst>
                                      </p:cBhvr>
                                      <p:rCtr x="3203" y="-46"/>
                                    </p:animMotion>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nodeType="clickEffect">
                                  <p:stCondLst>
                                    <p:cond delay="0"/>
                                  </p:stCondLst>
                                  <p:childTnLst>
                                    <p:set>
                                      <p:cBhvr>
                                        <p:cTn id="53" dur="1" fill="hold">
                                          <p:stCondLst>
                                            <p:cond delay="0"/>
                                          </p:stCondLst>
                                        </p:cTn>
                                        <p:tgtEl>
                                          <p:spTgt spid="64"/>
                                        </p:tgtEl>
                                        <p:attrNameLst>
                                          <p:attrName>style.visibility</p:attrName>
                                        </p:attrNameLst>
                                      </p:cBhvr>
                                      <p:to>
                                        <p:strVal val="visible"/>
                                      </p:to>
                                    </p:set>
                                    <p:animEffect transition="in" filter="wipe(left)">
                                      <p:cBhvr>
                                        <p:cTn id="54" dur="500"/>
                                        <p:tgtEl>
                                          <p:spTgt spid="64"/>
                                        </p:tgtEl>
                                      </p:cBhvr>
                                    </p:animEffect>
                                  </p:childTnLst>
                                </p:cTn>
                              </p:par>
                              <p:par>
                                <p:cTn id="55" presetID="22" presetClass="entr" presetSubtype="8" fill="hold" nodeType="withEffect">
                                  <p:stCondLst>
                                    <p:cond delay="0"/>
                                  </p:stCondLst>
                                  <p:childTnLst>
                                    <p:set>
                                      <p:cBhvr>
                                        <p:cTn id="56" dur="1" fill="hold">
                                          <p:stCondLst>
                                            <p:cond delay="0"/>
                                          </p:stCondLst>
                                        </p:cTn>
                                        <p:tgtEl>
                                          <p:spTgt spid="45"/>
                                        </p:tgtEl>
                                        <p:attrNameLst>
                                          <p:attrName>style.visibility</p:attrName>
                                        </p:attrNameLst>
                                      </p:cBhvr>
                                      <p:to>
                                        <p:strVal val="visible"/>
                                      </p:to>
                                    </p:set>
                                    <p:animEffect transition="in" filter="wipe(left)">
                                      <p:cBhvr>
                                        <p:cTn id="57" dur="500"/>
                                        <p:tgtEl>
                                          <p:spTgt spid="45"/>
                                        </p:tgtEl>
                                      </p:cBhvr>
                                    </p:animEffect>
                                  </p:childTnLst>
                                </p:cTn>
                              </p:par>
                            </p:childTnLst>
                          </p:cTn>
                        </p:par>
                        <p:par>
                          <p:cTn id="58" fill="hold">
                            <p:stCondLst>
                              <p:cond delay="500"/>
                            </p:stCondLst>
                            <p:childTnLst>
                              <p:par>
                                <p:cTn id="59" presetID="63" presetClass="path" presetSubtype="0" accel="50000" decel="50000" fill="hold" nodeType="afterEffect">
                                  <p:stCondLst>
                                    <p:cond delay="0"/>
                                  </p:stCondLst>
                                  <p:childTnLst>
                                    <p:animMotion origin="layout" path="M 0.06419 -0.00093 L 0.13294 0.00023 " pathEditMode="relative" rAng="0" ptsTypes="AA">
                                      <p:cBhvr>
                                        <p:cTn id="60" dur="1000" fill="hold"/>
                                        <p:tgtEl>
                                          <p:spTgt spid="30"/>
                                        </p:tgtEl>
                                        <p:attrNameLst>
                                          <p:attrName>ppt_x</p:attrName>
                                          <p:attrName>ppt_y</p:attrName>
                                        </p:attrNameLst>
                                      </p:cBhvr>
                                      <p:rCtr x="3438" y="46"/>
                                    </p:animMotion>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nodeType="clickEffect">
                                  <p:stCondLst>
                                    <p:cond delay="0"/>
                                  </p:stCondLst>
                                  <p:childTnLst>
                                    <p:set>
                                      <p:cBhvr>
                                        <p:cTn id="64" dur="1" fill="hold">
                                          <p:stCondLst>
                                            <p:cond delay="0"/>
                                          </p:stCondLst>
                                        </p:cTn>
                                        <p:tgtEl>
                                          <p:spTgt spid="65"/>
                                        </p:tgtEl>
                                        <p:attrNameLst>
                                          <p:attrName>style.visibility</p:attrName>
                                        </p:attrNameLst>
                                      </p:cBhvr>
                                      <p:to>
                                        <p:strVal val="visible"/>
                                      </p:to>
                                    </p:set>
                                    <p:animEffect transition="in" filter="wipe(left)">
                                      <p:cBhvr>
                                        <p:cTn id="65" dur="500"/>
                                        <p:tgtEl>
                                          <p:spTgt spid="65"/>
                                        </p:tgtEl>
                                      </p:cBhvr>
                                    </p:animEffect>
                                  </p:childTnLst>
                                </p:cTn>
                              </p:par>
                              <p:par>
                                <p:cTn id="66" presetID="22" presetClass="entr" presetSubtype="8" fill="hold" nodeType="withEffect">
                                  <p:stCondLst>
                                    <p:cond delay="0"/>
                                  </p:stCondLst>
                                  <p:childTnLst>
                                    <p:set>
                                      <p:cBhvr>
                                        <p:cTn id="67" dur="1" fill="hold">
                                          <p:stCondLst>
                                            <p:cond delay="0"/>
                                          </p:stCondLst>
                                        </p:cTn>
                                        <p:tgtEl>
                                          <p:spTgt spid="48"/>
                                        </p:tgtEl>
                                        <p:attrNameLst>
                                          <p:attrName>style.visibility</p:attrName>
                                        </p:attrNameLst>
                                      </p:cBhvr>
                                      <p:to>
                                        <p:strVal val="visible"/>
                                      </p:to>
                                    </p:set>
                                    <p:animEffect transition="in" filter="wipe(left)">
                                      <p:cBhvr>
                                        <p:cTn id="68" dur="500"/>
                                        <p:tgtEl>
                                          <p:spTgt spid="48"/>
                                        </p:tgtEl>
                                      </p:cBhvr>
                                    </p:animEffect>
                                  </p:childTnLst>
                                </p:cTn>
                              </p:par>
                            </p:childTnLst>
                          </p:cTn>
                        </p:par>
                        <p:par>
                          <p:cTn id="69" fill="hold">
                            <p:stCondLst>
                              <p:cond delay="500"/>
                            </p:stCondLst>
                            <p:childTnLst>
                              <p:par>
                                <p:cTn id="70" presetID="63" presetClass="path" presetSubtype="0" accel="50000" decel="50000" fill="hold" nodeType="afterEffect">
                                  <p:stCondLst>
                                    <p:cond delay="0"/>
                                  </p:stCondLst>
                                  <p:childTnLst>
                                    <p:animMotion origin="layout" path="M 0.13294 0.00023 L 0.20547 0.00092 " pathEditMode="relative" rAng="0" ptsTypes="AA">
                                      <p:cBhvr>
                                        <p:cTn id="71" dur="1000" fill="hold"/>
                                        <p:tgtEl>
                                          <p:spTgt spid="30"/>
                                        </p:tgtEl>
                                        <p:attrNameLst>
                                          <p:attrName>ppt_x</p:attrName>
                                          <p:attrName>ppt_y</p:attrName>
                                        </p:attrNameLst>
                                      </p:cBhvr>
                                      <p:rCtr x="3620" y="23"/>
                                    </p:animMotion>
                                  </p:childTnLst>
                                </p:cTn>
                              </p:par>
                            </p:childTnLst>
                          </p:cTn>
                        </p:par>
                      </p:childTnLst>
                    </p:cTn>
                  </p:par>
                  <p:par>
                    <p:cTn id="72" fill="hold">
                      <p:stCondLst>
                        <p:cond delay="indefinite"/>
                      </p:stCondLst>
                      <p:childTnLst>
                        <p:par>
                          <p:cTn id="73" fill="hold">
                            <p:stCondLst>
                              <p:cond delay="0"/>
                            </p:stCondLst>
                            <p:childTnLst>
                              <p:par>
                                <p:cTn id="74" presetID="22" presetClass="entr" presetSubtype="8" fill="hold" nodeType="clickEffect">
                                  <p:stCondLst>
                                    <p:cond delay="0"/>
                                  </p:stCondLst>
                                  <p:childTnLst>
                                    <p:set>
                                      <p:cBhvr>
                                        <p:cTn id="75" dur="1" fill="hold">
                                          <p:stCondLst>
                                            <p:cond delay="0"/>
                                          </p:stCondLst>
                                        </p:cTn>
                                        <p:tgtEl>
                                          <p:spTgt spid="66"/>
                                        </p:tgtEl>
                                        <p:attrNameLst>
                                          <p:attrName>style.visibility</p:attrName>
                                        </p:attrNameLst>
                                      </p:cBhvr>
                                      <p:to>
                                        <p:strVal val="visible"/>
                                      </p:to>
                                    </p:set>
                                    <p:animEffect transition="in" filter="wipe(left)">
                                      <p:cBhvr>
                                        <p:cTn id="76" dur="500"/>
                                        <p:tgtEl>
                                          <p:spTgt spid="66"/>
                                        </p:tgtEl>
                                      </p:cBhvr>
                                    </p:animEffect>
                                  </p:childTnLst>
                                </p:cTn>
                              </p:par>
                              <p:par>
                                <p:cTn id="77" presetID="22" presetClass="entr" presetSubtype="8" fill="hold" nodeType="withEffect">
                                  <p:stCondLst>
                                    <p:cond delay="0"/>
                                  </p:stCondLst>
                                  <p:childTnLst>
                                    <p:set>
                                      <p:cBhvr>
                                        <p:cTn id="78" dur="1" fill="hold">
                                          <p:stCondLst>
                                            <p:cond delay="0"/>
                                          </p:stCondLst>
                                        </p:cTn>
                                        <p:tgtEl>
                                          <p:spTgt spid="51"/>
                                        </p:tgtEl>
                                        <p:attrNameLst>
                                          <p:attrName>style.visibility</p:attrName>
                                        </p:attrNameLst>
                                      </p:cBhvr>
                                      <p:to>
                                        <p:strVal val="visible"/>
                                      </p:to>
                                    </p:set>
                                    <p:animEffect transition="in" filter="wipe(left)">
                                      <p:cBhvr>
                                        <p:cTn id="79" dur="500"/>
                                        <p:tgtEl>
                                          <p:spTgt spid="51"/>
                                        </p:tgtEl>
                                      </p:cBhvr>
                                    </p:animEffect>
                                  </p:childTnLst>
                                </p:cTn>
                              </p:par>
                            </p:childTnLst>
                          </p:cTn>
                        </p:par>
                        <p:par>
                          <p:cTn id="80" fill="hold">
                            <p:stCondLst>
                              <p:cond delay="500"/>
                            </p:stCondLst>
                            <p:childTnLst>
                              <p:par>
                                <p:cTn id="81" presetID="63" presetClass="path" presetSubtype="0" accel="50000" decel="50000" fill="hold" nodeType="afterEffect">
                                  <p:stCondLst>
                                    <p:cond delay="0"/>
                                  </p:stCondLst>
                                  <p:childTnLst>
                                    <p:animMotion origin="layout" path="M 0.20547 0.00092 L 0.27682 -0.00093 " pathEditMode="relative" rAng="0" ptsTypes="AA">
                                      <p:cBhvr>
                                        <p:cTn id="82" dur="1000" fill="hold"/>
                                        <p:tgtEl>
                                          <p:spTgt spid="30"/>
                                        </p:tgtEl>
                                        <p:attrNameLst>
                                          <p:attrName>ppt_x</p:attrName>
                                          <p:attrName>ppt_y</p:attrName>
                                        </p:attrNameLst>
                                      </p:cBhvr>
                                      <p:rCtr x="3568" y="-93"/>
                                    </p:animMotion>
                                  </p:childTnLst>
                                </p:cTn>
                              </p:par>
                            </p:childTnLst>
                          </p:cTn>
                        </p:par>
                        <p:par>
                          <p:cTn id="83" fill="hold">
                            <p:stCondLst>
                              <p:cond delay="1500"/>
                            </p:stCondLst>
                            <p:childTnLst>
                              <p:par>
                                <p:cTn id="84" presetID="12" presetClass="entr" presetSubtype="1" fill="hold" grpId="0" nodeType="afterEffect">
                                  <p:stCondLst>
                                    <p:cond delay="0"/>
                                  </p:stCondLst>
                                  <p:childTnLst>
                                    <p:set>
                                      <p:cBhvr>
                                        <p:cTn id="85" dur="1" fill="hold">
                                          <p:stCondLst>
                                            <p:cond delay="0"/>
                                          </p:stCondLst>
                                        </p:cTn>
                                        <p:tgtEl>
                                          <p:spTgt spid="35"/>
                                        </p:tgtEl>
                                        <p:attrNameLst>
                                          <p:attrName>style.visibility</p:attrName>
                                        </p:attrNameLst>
                                      </p:cBhvr>
                                      <p:to>
                                        <p:strVal val="visible"/>
                                      </p:to>
                                    </p:set>
                                    <p:anim calcmode="lin" valueType="num">
                                      <p:cBhvr additive="base">
                                        <p:cTn id="86" dur="500"/>
                                        <p:tgtEl>
                                          <p:spTgt spid="35"/>
                                        </p:tgtEl>
                                        <p:attrNameLst>
                                          <p:attrName>ppt_y</p:attrName>
                                        </p:attrNameLst>
                                      </p:cBhvr>
                                      <p:tavLst>
                                        <p:tav tm="0">
                                          <p:val>
                                            <p:strVal val="#ppt_y-#ppt_h*1.125000"/>
                                          </p:val>
                                        </p:tav>
                                        <p:tav tm="100000">
                                          <p:val>
                                            <p:strVal val="#ppt_y"/>
                                          </p:val>
                                        </p:tav>
                                      </p:tavLst>
                                    </p:anim>
                                    <p:animEffect transition="in" filter="wipe(down)">
                                      <p:cBhvr>
                                        <p:cTn id="87" dur="500"/>
                                        <p:tgtEl>
                                          <p:spTgt spid="35"/>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1" fill="hold" grpId="0" nodeType="clickEffect">
                                  <p:stCondLst>
                                    <p:cond delay="0"/>
                                  </p:stCondLst>
                                  <p:childTnLst>
                                    <p:set>
                                      <p:cBhvr>
                                        <p:cTn id="91" dur="1" fill="hold">
                                          <p:stCondLst>
                                            <p:cond delay="0"/>
                                          </p:stCondLst>
                                        </p:cTn>
                                        <p:tgtEl>
                                          <p:spTgt spid="4">
                                            <p:txEl>
                                              <p:pRg st="2" end="2"/>
                                            </p:txEl>
                                          </p:spTgt>
                                        </p:tgtEl>
                                        <p:attrNameLst>
                                          <p:attrName>style.visibility</p:attrName>
                                        </p:attrNameLst>
                                      </p:cBhvr>
                                      <p:to>
                                        <p:strVal val="visible"/>
                                      </p:to>
                                    </p:set>
                                    <p:animEffect transition="in" filter="wipe(up)">
                                      <p:cBhvr>
                                        <p:cTn id="92" dur="500"/>
                                        <p:tgtEl>
                                          <p:spTgt spid="4">
                                            <p:txEl>
                                              <p:pRg st="2" end="2"/>
                                            </p:txEl>
                                          </p:spTgt>
                                        </p:tgtEl>
                                      </p:cBhvr>
                                    </p:animEffect>
                                  </p:childTnLst>
                                </p:cTn>
                              </p:par>
                            </p:childTnLst>
                          </p:cTn>
                        </p:par>
                        <p:par>
                          <p:cTn id="93" fill="hold">
                            <p:stCondLst>
                              <p:cond delay="500"/>
                            </p:stCondLst>
                            <p:childTnLst>
                              <p:par>
                                <p:cTn id="94" presetID="22" presetClass="entr" presetSubtype="1" fill="hold" grpId="0" nodeType="afterEffect">
                                  <p:stCondLst>
                                    <p:cond delay="0"/>
                                  </p:stCondLst>
                                  <p:childTnLst>
                                    <p:set>
                                      <p:cBhvr>
                                        <p:cTn id="95" dur="1" fill="hold">
                                          <p:stCondLst>
                                            <p:cond delay="0"/>
                                          </p:stCondLst>
                                        </p:cTn>
                                        <p:tgtEl>
                                          <p:spTgt spid="4">
                                            <p:txEl>
                                              <p:pRg st="3" end="3"/>
                                            </p:txEl>
                                          </p:spTgt>
                                        </p:tgtEl>
                                        <p:attrNameLst>
                                          <p:attrName>style.visibility</p:attrName>
                                        </p:attrNameLst>
                                      </p:cBhvr>
                                      <p:to>
                                        <p:strVal val="visible"/>
                                      </p:to>
                                    </p:set>
                                    <p:animEffect transition="in" filter="wipe(up)">
                                      <p:cBhvr>
                                        <p:cTn id="96" dur="500"/>
                                        <p:tgtEl>
                                          <p:spTgt spid="4">
                                            <p:txEl>
                                              <p:pRg st="3" end="3"/>
                                            </p:txEl>
                                          </p:spTgt>
                                        </p:tgtEl>
                                      </p:cBhvr>
                                    </p:animEffect>
                                  </p:childTnLst>
                                </p:cTn>
                              </p:par>
                            </p:childTnLst>
                          </p:cTn>
                        </p:par>
                      </p:childTnLst>
                    </p:cTn>
                  </p:par>
                  <p:par>
                    <p:cTn id="97" fill="hold">
                      <p:stCondLst>
                        <p:cond delay="indefinite"/>
                      </p:stCondLst>
                      <p:childTnLst>
                        <p:par>
                          <p:cTn id="98" fill="hold">
                            <p:stCondLst>
                              <p:cond delay="0"/>
                            </p:stCondLst>
                            <p:childTnLst>
                              <p:par>
                                <p:cTn id="99" presetID="22" presetClass="entr" presetSubtype="1" fill="hold" grpId="0" nodeType="clickEffect">
                                  <p:stCondLst>
                                    <p:cond delay="0"/>
                                  </p:stCondLst>
                                  <p:childTnLst>
                                    <p:set>
                                      <p:cBhvr>
                                        <p:cTn id="100" dur="1" fill="hold">
                                          <p:stCondLst>
                                            <p:cond delay="0"/>
                                          </p:stCondLst>
                                        </p:cTn>
                                        <p:tgtEl>
                                          <p:spTgt spid="4">
                                            <p:txEl>
                                              <p:pRg st="4" end="4"/>
                                            </p:txEl>
                                          </p:spTgt>
                                        </p:tgtEl>
                                        <p:attrNameLst>
                                          <p:attrName>style.visibility</p:attrName>
                                        </p:attrNameLst>
                                      </p:cBhvr>
                                      <p:to>
                                        <p:strVal val="visible"/>
                                      </p:to>
                                    </p:set>
                                    <p:animEffect transition="in" filter="wipe(up)">
                                      <p:cBhvr>
                                        <p:cTn id="101" dur="500"/>
                                        <p:tgtEl>
                                          <p:spTgt spid="4">
                                            <p:txEl>
                                              <p:pRg st="4" end="4"/>
                                            </p:txEl>
                                          </p:spTgt>
                                        </p:tgtEl>
                                      </p:cBhvr>
                                    </p:animEffect>
                                  </p:childTnLst>
                                </p:cTn>
                              </p:par>
                            </p:childTnLst>
                          </p:cTn>
                        </p:par>
                        <p:par>
                          <p:cTn id="102" fill="hold">
                            <p:stCondLst>
                              <p:cond delay="500"/>
                            </p:stCondLst>
                            <p:childTnLst>
                              <p:par>
                                <p:cTn id="103" presetID="22" presetClass="entr" presetSubtype="1" fill="hold" grpId="0" nodeType="afterEffect">
                                  <p:stCondLst>
                                    <p:cond delay="0"/>
                                  </p:stCondLst>
                                  <p:childTnLst>
                                    <p:set>
                                      <p:cBhvr>
                                        <p:cTn id="104" dur="1" fill="hold">
                                          <p:stCondLst>
                                            <p:cond delay="0"/>
                                          </p:stCondLst>
                                        </p:cTn>
                                        <p:tgtEl>
                                          <p:spTgt spid="4">
                                            <p:txEl>
                                              <p:pRg st="5" end="5"/>
                                            </p:txEl>
                                          </p:spTgt>
                                        </p:tgtEl>
                                        <p:attrNameLst>
                                          <p:attrName>style.visibility</p:attrName>
                                        </p:attrNameLst>
                                      </p:cBhvr>
                                      <p:to>
                                        <p:strVal val="visible"/>
                                      </p:to>
                                    </p:set>
                                    <p:animEffect transition="in" filter="wipe(up)">
                                      <p:cBhvr>
                                        <p:cTn id="105" dur="500"/>
                                        <p:tgtEl>
                                          <p:spTgt spid="4">
                                            <p:txEl>
                                              <p:pRg st="5" end="5"/>
                                            </p:txEl>
                                          </p:spTgt>
                                        </p:tgtEl>
                                      </p:cBhvr>
                                    </p:animEffect>
                                  </p:childTnLst>
                                </p:cTn>
                              </p:par>
                            </p:childTnLst>
                          </p:cTn>
                        </p:par>
                        <p:par>
                          <p:cTn id="106" fill="hold">
                            <p:stCondLst>
                              <p:cond delay="1000"/>
                            </p:stCondLst>
                            <p:childTnLst>
                              <p:par>
                                <p:cTn id="107" presetID="22" presetClass="entr" presetSubtype="1" fill="hold" grpId="0" nodeType="afterEffect">
                                  <p:stCondLst>
                                    <p:cond delay="0"/>
                                  </p:stCondLst>
                                  <p:childTnLst>
                                    <p:set>
                                      <p:cBhvr>
                                        <p:cTn id="108" dur="1" fill="hold">
                                          <p:stCondLst>
                                            <p:cond delay="0"/>
                                          </p:stCondLst>
                                        </p:cTn>
                                        <p:tgtEl>
                                          <p:spTgt spid="4">
                                            <p:txEl>
                                              <p:pRg st="6" end="6"/>
                                            </p:txEl>
                                          </p:spTgt>
                                        </p:tgtEl>
                                        <p:attrNameLst>
                                          <p:attrName>style.visibility</p:attrName>
                                        </p:attrNameLst>
                                      </p:cBhvr>
                                      <p:to>
                                        <p:strVal val="visible"/>
                                      </p:to>
                                    </p:set>
                                    <p:animEffect transition="in" filter="wipe(up)">
                                      <p:cBhvr>
                                        <p:cTn id="109" dur="500"/>
                                        <p:tgtEl>
                                          <p:spTgt spid="4">
                                            <p:txEl>
                                              <p:pRg st="6" end="6"/>
                                            </p:txEl>
                                          </p:spTgt>
                                        </p:tgtEl>
                                      </p:cBhvr>
                                    </p:animEffect>
                                  </p:childTnLst>
                                </p:cTn>
                              </p:par>
                            </p:childTnLst>
                          </p:cTn>
                        </p:par>
                      </p:childTnLst>
                    </p:cTn>
                  </p:par>
                  <p:par>
                    <p:cTn id="110" fill="hold">
                      <p:stCondLst>
                        <p:cond delay="indefinite"/>
                      </p:stCondLst>
                      <p:childTnLst>
                        <p:par>
                          <p:cTn id="111" fill="hold">
                            <p:stCondLst>
                              <p:cond delay="0"/>
                            </p:stCondLst>
                            <p:childTnLst>
                              <p:par>
                                <p:cTn id="112" presetID="22" presetClass="entr" presetSubtype="1" fill="hold" grpId="0" nodeType="clickEffect">
                                  <p:stCondLst>
                                    <p:cond delay="0"/>
                                  </p:stCondLst>
                                  <p:childTnLst>
                                    <p:set>
                                      <p:cBhvr>
                                        <p:cTn id="113" dur="1" fill="hold">
                                          <p:stCondLst>
                                            <p:cond delay="0"/>
                                          </p:stCondLst>
                                        </p:cTn>
                                        <p:tgtEl>
                                          <p:spTgt spid="4">
                                            <p:txEl>
                                              <p:pRg st="7" end="7"/>
                                            </p:txEl>
                                          </p:spTgt>
                                        </p:tgtEl>
                                        <p:attrNameLst>
                                          <p:attrName>style.visibility</p:attrName>
                                        </p:attrNameLst>
                                      </p:cBhvr>
                                      <p:to>
                                        <p:strVal val="visible"/>
                                      </p:to>
                                    </p:set>
                                    <p:animEffect transition="in" filter="wipe(up)">
                                      <p:cBhvr>
                                        <p:cTn id="114" dur="500"/>
                                        <p:tgtEl>
                                          <p:spTgt spid="4">
                                            <p:txEl>
                                              <p:pRg st="7" end="7"/>
                                            </p:txEl>
                                          </p:spTgt>
                                        </p:tgtEl>
                                      </p:cBhvr>
                                    </p:animEffect>
                                  </p:childTnLst>
                                </p:cTn>
                              </p:par>
                            </p:childTnLst>
                          </p:cTn>
                        </p:par>
                        <p:par>
                          <p:cTn id="115" fill="hold">
                            <p:stCondLst>
                              <p:cond delay="500"/>
                            </p:stCondLst>
                            <p:childTnLst>
                              <p:par>
                                <p:cTn id="116" presetID="22" presetClass="entr" presetSubtype="1" fill="hold" grpId="0" nodeType="afterEffect">
                                  <p:stCondLst>
                                    <p:cond delay="0"/>
                                  </p:stCondLst>
                                  <p:childTnLst>
                                    <p:set>
                                      <p:cBhvr>
                                        <p:cTn id="117" dur="1" fill="hold">
                                          <p:stCondLst>
                                            <p:cond delay="0"/>
                                          </p:stCondLst>
                                        </p:cTn>
                                        <p:tgtEl>
                                          <p:spTgt spid="4">
                                            <p:txEl>
                                              <p:pRg st="8" end="8"/>
                                            </p:txEl>
                                          </p:spTgt>
                                        </p:tgtEl>
                                        <p:attrNameLst>
                                          <p:attrName>style.visibility</p:attrName>
                                        </p:attrNameLst>
                                      </p:cBhvr>
                                      <p:to>
                                        <p:strVal val="visible"/>
                                      </p:to>
                                    </p:set>
                                    <p:animEffect transition="in" filter="wipe(up)">
                                      <p:cBhvr>
                                        <p:cTn id="118" dur="500"/>
                                        <p:tgtEl>
                                          <p:spTgt spid="4">
                                            <p:txEl>
                                              <p:pRg st="8" end="8"/>
                                            </p:txEl>
                                          </p:spTgt>
                                        </p:tgtEl>
                                      </p:cBhvr>
                                    </p:animEffect>
                                  </p:childTnLst>
                                </p:cTn>
                              </p:par>
                            </p:childTnLst>
                          </p:cTn>
                        </p:par>
                      </p:childTnLst>
                    </p:cTn>
                  </p:par>
                  <p:par>
                    <p:cTn id="119" fill="hold">
                      <p:stCondLst>
                        <p:cond delay="indefinite"/>
                      </p:stCondLst>
                      <p:childTnLst>
                        <p:par>
                          <p:cTn id="120" fill="hold">
                            <p:stCondLst>
                              <p:cond delay="0"/>
                            </p:stCondLst>
                            <p:childTnLst>
                              <p:par>
                                <p:cTn id="121" presetID="22" presetClass="entr" presetSubtype="1" fill="hold" grpId="0" nodeType="clickEffect">
                                  <p:stCondLst>
                                    <p:cond delay="0"/>
                                  </p:stCondLst>
                                  <p:childTnLst>
                                    <p:set>
                                      <p:cBhvr>
                                        <p:cTn id="122" dur="1" fill="hold">
                                          <p:stCondLst>
                                            <p:cond delay="0"/>
                                          </p:stCondLst>
                                        </p:cTn>
                                        <p:tgtEl>
                                          <p:spTgt spid="4">
                                            <p:txEl>
                                              <p:pRg st="9" end="9"/>
                                            </p:txEl>
                                          </p:spTgt>
                                        </p:tgtEl>
                                        <p:attrNameLst>
                                          <p:attrName>style.visibility</p:attrName>
                                        </p:attrNameLst>
                                      </p:cBhvr>
                                      <p:to>
                                        <p:strVal val="visible"/>
                                      </p:to>
                                    </p:set>
                                    <p:animEffect transition="in" filter="wipe(up)">
                                      <p:cBhvr>
                                        <p:cTn id="123" dur="500"/>
                                        <p:tgtEl>
                                          <p:spTgt spid="4">
                                            <p:txEl>
                                              <p:pRg st="9" end="9"/>
                                            </p:txEl>
                                          </p:spTgt>
                                        </p:tgtEl>
                                      </p:cBhvr>
                                    </p:animEffect>
                                  </p:childTnLst>
                                </p:cTn>
                              </p:par>
                            </p:childTnLst>
                          </p:cTn>
                        </p:par>
                        <p:par>
                          <p:cTn id="124" fill="hold">
                            <p:stCondLst>
                              <p:cond delay="500"/>
                            </p:stCondLst>
                            <p:childTnLst>
                              <p:par>
                                <p:cTn id="125" presetID="22" presetClass="entr" presetSubtype="1" fill="hold" grpId="0" nodeType="afterEffect">
                                  <p:stCondLst>
                                    <p:cond delay="0"/>
                                  </p:stCondLst>
                                  <p:childTnLst>
                                    <p:set>
                                      <p:cBhvr>
                                        <p:cTn id="126" dur="1" fill="hold">
                                          <p:stCondLst>
                                            <p:cond delay="0"/>
                                          </p:stCondLst>
                                        </p:cTn>
                                        <p:tgtEl>
                                          <p:spTgt spid="4">
                                            <p:txEl>
                                              <p:pRg st="10" end="10"/>
                                            </p:txEl>
                                          </p:spTgt>
                                        </p:tgtEl>
                                        <p:attrNameLst>
                                          <p:attrName>style.visibility</p:attrName>
                                        </p:attrNameLst>
                                      </p:cBhvr>
                                      <p:to>
                                        <p:strVal val="visible"/>
                                      </p:to>
                                    </p:set>
                                    <p:animEffect transition="in" filter="wipe(up)">
                                      <p:cBhvr>
                                        <p:cTn id="127" dur="500"/>
                                        <p:tgtEl>
                                          <p:spTgt spid="4">
                                            <p:txEl>
                                              <p:pRg st="10" end="10"/>
                                            </p:txEl>
                                          </p:spTgt>
                                        </p:tgtEl>
                                      </p:cBhvr>
                                    </p:animEffect>
                                  </p:childTnLst>
                                </p:cTn>
                              </p:par>
                            </p:childTnLst>
                          </p:cTn>
                        </p:par>
                      </p:childTnLst>
                    </p:cTn>
                  </p:par>
                  <p:par>
                    <p:cTn id="128" fill="hold">
                      <p:stCondLst>
                        <p:cond delay="indefinite"/>
                      </p:stCondLst>
                      <p:childTnLst>
                        <p:par>
                          <p:cTn id="129" fill="hold">
                            <p:stCondLst>
                              <p:cond delay="0"/>
                            </p:stCondLst>
                            <p:childTnLst>
                              <p:par>
                                <p:cTn id="130" presetID="22" presetClass="entr" presetSubtype="1" fill="hold" grpId="0" nodeType="clickEffect">
                                  <p:stCondLst>
                                    <p:cond delay="0"/>
                                  </p:stCondLst>
                                  <p:childTnLst>
                                    <p:set>
                                      <p:cBhvr>
                                        <p:cTn id="131" dur="1" fill="hold">
                                          <p:stCondLst>
                                            <p:cond delay="0"/>
                                          </p:stCondLst>
                                        </p:cTn>
                                        <p:tgtEl>
                                          <p:spTgt spid="4">
                                            <p:txEl>
                                              <p:pRg st="11" end="11"/>
                                            </p:txEl>
                                          </p:spTgt>
                                        </p:tgtEl>
                                        <p:attrNameLst>
                                          <p:attrName>style.visibility</p:attrName>
                                        </p:attrNameLst>
                                      </p:cBhvr>
                                      <p:to>
                                        <p:strVal val="visible"/>
                                      </p:to>
                                    </p:set>
                                    <p:animEffect transition="in" filter="wipe(up)">
                                      <p:cBhvr>
                                        <p:cTn id="132" dur="500"/>
                                        <p:tgtEl>
                                          <p:spTgt spid="4">
                                            <p:txEl>
                                              <p:pRg st="11" end="11"/>
                                            </p:txEl>
                                          </p:spTgt>
                                        </p:tgtEl>
                                      </p:cBhvr>
                                    </p:animEffect>
                                  </p:childTnLst>
                                </p:cTn>
                              </p:par>
                            </p:childTnLst>
                          </p:cTn>
                        </p:par>
                      </p:childTnLst>
                    </p:cTn>
                  </p:par>
                  <p:par>
                    <p:cTn id="133" fill="hold">
                      <p:stCondLst>
                        <p:cond delay="indefinite"/>
                      </p:stCondLst>
                      <p:childTnLst>
                        <p:par>
                          <p:cTn id="134" fill="hold">
                            <p:stCondLst>
                              <p:cond delay="0"/>
                            </p:stCondLst>
                            <p:childTnLst>
                              <p:par>
                                <p:cTn id="135" presetID="22" presetClass="entr" presetSubtype="1" fill="hold" grpId="0" nodeType="clickEffect">
                                  <p:stCondLst>
                                    <p:cond delay="0"/>
                                  </p:stCondLst>
                                  <p:childTnLst>
                                    <p:set>
                                      <p:cBhvr>
                                        <p:cTn id="136" dur="1" fill="hold">
                                          <p:stCondLst>
                                            <p:cond delay="0"/>
                                          </p:stCondLst>
                                        </p:cTn>
                                        <p:tgtEl>
                                          <p:spTgt spid="4">
                                            <p:txEl>
                                              <p:pRg st="12" end="12"/>
                                            </p:txEl>
                                          </p:spTgt>
                                        </p:tgtEl>
                                        <p:attrNameLst>
                                          <p:attrName>style.visibility</p:attrName>
                                        </p:attrNameLst>
                                      </p:cBhvr>
                                      <p:to>
                                        <p:strVal val="visible"/>
                                      </p:to>
                                    </p:set>
                                    <p:animEffect transition="in" filter="wipe(up)">
                                      <p:cBhvr>
                                        <p:cTn id="137" dur="500"/>
                                        <p:tgtEl>
                                          <p:spTgt spid="4">
                                            <p:txEl>
                                              <p:pRg st="12" end="12"/>
                                            </p:txEl>
                                          </p:spTgt>
                                        </p:tgtEl>
                                      </p:cBhvr>
                                    </p:animEffect>
                                  </p:childTnLst>
                                </p:cTn>
                              </p:par>
                            </p:childTnLst>
                          </p:cTn>
                        </p:par>
                      </p:childTnLst>
                    </p:cTn>
                  </p:par>
                  <p:par>
                    <p:cTn id="138" fill="hold">
                      <p:stCondLst>
                        <p:cond delay="indefinite"/>
                      </p:stCondLst>
                      <p:childTnLst>
                        <p:par>
                          <p:cTn id="139" fill="hold">
                            <p:stCondLst>
                              <p:cond delay="0"/>
                            </p:stCondLst>
                            <p:childTnLst>
                              <p:par>
                                <p:cTn id="140" presetID="22" presetClass="entr" presetSubtype="1" fill="hold" grpId="0" nodeType="clickEffect">
                                  <p:stCondLst>
                                    <p:cond delay="0"/>
                                  </p:stCondLst>
                                  <p:childTnLst>
                                    <p:set>
                                      <p:cBhvr>
                                        <p:cTn id="141" dur="1" fill="hold">
                                          <p:stCondLst>
                                            <p:cond delay="0"/>
                                          </p:stCondLst>
                                        </p:cTn>
                                        <p:tgtEl>
                                          <p:spTgt spid="4">
                                            <p:txEl>
                                              <p:pRg st="13" end="13"/>
                                            </p:txEl>
                                          </p:spTgt>
                                        </p:tgtEl>
                                        <p:attrNameLst>
                                          <p:attrName>style.visibility</p:attrName>
                                        </p:attrNameLst>
                                      </p:cBhvr>
                                      <p:to>
                                        <p:strVal val="visible"/>
                                      </p:to>
                                    </p:set>
                                    <p:animEffect transition="in" filter="wipe(up)">
                                      <p:cBhvr>
                                        <p:cTn id="142" dur="500"/>
                                        <p:tgtEl>
                                          <p:spTgt spid="4">
                                            <p:txEl>
                                              <p:pRg st="13" end="13"/>
                                            </p:txEl>
                                          </p:spTgt>
                                        </p:tgtEl>
                                      </p:cBhvr>
                                    </p:animEffect>
                                  </p:childTnLst>
                                </p:cTn>
                              </p:par>
                            </p:childTnLst>
                          </p:cTn>
                        </p:par>
                        <p:par>
                          <p:cTn id="143" fill="hold">
                            <p:stCondLst>
                              <p:cond delay="500"/>
                            </p:stCondLst>
                            <p:childTnLst>
                              <p:par>
                                <p:cTn id="144" presetID="22" presetClass="entr" presetSubtype="1" fill="hold" grpId="0" nodeType="afterEffect">
                                  <p:stCondLst>
                                    <p:cond delay="0"/>
                                  </p:stCondLst>
                                  <p:childTnLst>
                                    <p:set>
                                      <p:cBhvr>
                                        <p:cTn id="145" dur="1" fill="hold">
                                          <p:stCondLst>
                                            <p:cond delay="0"/>
                                          </p:stCondLst>
                                        </p:cTn>
                                        <p:tgtEl>
                                          <p:spTgt spid="4">
                                            <p:txEl>
                                              <p:pRg st="14" end="14"/>
                                            </p:txEl>
                                          </p:spTgt>
                                        </p:tgtEl>
                                        <p:attrNameLst>
                                          <p:attrName>style.visibility</p:attrName>
                                        </p:attrNameLst>
                                      </p:cBhvr>
                                      <p:to>
                                        <p:strVal val="visible"/>
                                      </p:to>
                                    </p:set>
                                    <p:animEffect transition="in" filter="wipe(up)">
                                      <p:cBhvr>
                                        <p:cTn id="146" dur="500"/>
                                        <p:tgtEl>
                                          <p:spTgt spid="4">
                                            <p:txEl>
                                              <p:pRg st="14" end="14"/>
                                            </p:txEl>
                                          </p:spTgt>
                                        </p:tgtEl>
                                      </p:cBhvr>
                                    </p:animEffect>
                                  </p:childTnLst>
                                </p:cTn>
                              </p:par>
                            </p:childTnLst>
                          </p:cTn>
                        </p:par>
                      </p:childTnLst>
                    </p:cTn>
                  </p:par>
                  <p:par>
                    <p:cTn id="147" fill="hold">
                      <p:stCondLst>
                        <p:cond delay="indefinite"/>
                      </p:stCondLst>
                      <p:childTnLst>
                        <p:par>
                          <p:cTn id="148" fill="hold">
                            <p:stCondLst>
                              <p:cond delay="0"/>
                            </p:stCondLst>
                            <p:childTnLst>
                              <p:par>
                                <p:cTn id="149" presetID="22" presetClass="entr" presetSubtype="1" fill="hold" grpId="0" nodeType="clickEffect">
                                  <p:stCondLst>
                                    <p:cond delay="0"/>
                                  </p:stCondLst>
                                  <p:childTnLst>
                                    <p:set>
                                      <p:cBhvr>
                                        <p:cTn id="150" dur="1" fill="hold">
                                          <p:stCondLst>
                                            <p:cond delay="0"/>
                                          </p:stCondLst>
                                        </p:cTn>
                                        <p:tgtEl>
                                          <p:spTgt spid="4">
                                            <p:txEl>
                                              <p:pRg st="15" end="15"/>
                                            </p:txEl>
                                          </p:spTgt>
                                        </p:tgtEl>
                                        <p:attrNameLst>
                                          <p:attrName>style.visibility</p:attrName>
                                        </p:attrNameLst>
                                      </p:cBhvr>
                                      <p:to>
                                        <p:strVal val="visible"/>
                                      </p:to>
                                    </p:set>
                                    <p:animEffect transition="in" filter="wipe(up)">
                                      <p:cBhvr>
                                        <p:cTn id="151" dur="500"/>
                                        <p:tgtEl>
                                          <p:spTgt spid="4">
                                            <p:txEl>
                                              <p:pRg st="15" end="15"/>
                                            </p:txEl>
                                          </p:spTgt>
                                        </p:tgtEl>
                                      </p:cBhvr>
                                    </p:animEffect>
                                  </p:childTnLst>
                                </p:cTn>
                              </p:par>
                            </p:childTnLst>
                          </p:cTn>
                        </p:par>
                        <p:par>
                          <p:cTn id="152" fill="hold">
                            <p:stCondLst>
                              <p:cond delay="500"/>
                            </p:stCondLst>
                            <p:childTnLst>
                              <p:par>
                                <p:cTn id="153" presetID="22" presetClass="entr" presetSubtype="1" fill="hold" grpId="0" nodeType="afterEffect">
                                  <p:stCondLst>
                                    <p:cond delay="0"/>
                                  </p:stCondLst>
                                  <p:childTnLst>
                                    <p:set>
                                      <p:cBhvr>
                                        <p:cTn id="154" dur="1" fill="hold">
                                          <p:stCondLst>
                                            <p:cond delay="0"/>
                                          </p:stCondLst>
                                        </p:cTn>
                                        <p:tgtEl>
                                          <p:spTgt spid="4">
                                            <p:txEl>
                                              <p:pRg st="16" end="16"/>
                                            </p:txEl>
                                          </p:spTgt>
                                        </p:tgtEl>
                                        <p:attrNameLst>
                                          <p:attrName>style.visibility</p:attrName>
                                        </p:attrNameLst>
                                      </p:cBhvr>
                                      <p:to>
                                        <p:strVal val="visible"/>
                                      </p:to>
                                    </p:set>
                                    <p:animEffect transition="in" filter="wipe(up)">
                                      <p:cBhvr>
                                        <p:cTn id="155" dur="500"/>
                                        <p:tgtEl>
                                          <p:spTgt spid="4">
                                            <p:txEl>
                                              <p:pRg st="16" end="16"/>
                                            </p:txEl>
                                          </p:spTgt>
                                        </p:tgtEl>
                                      </p:cBhvr>
                                    </p:animEffect>
                                  </p:childTnLst>
                                </p:cTn>
                              </p:par>
                            </p:childTnLst>
                          </p:cTn>
                        </p:par>
                        <p:par>
                          <p:cTn id="156" fill="hold">
                            <p:stCondLst>
                              <p:cond delay="1000"/>
                            </p:stCondLst>
                            <p:childTnLst>
                              <p:par>
                                <p:cTn id="157" presetID="22" presetClass="entr" presetSubtype="1" fill="hold" grpId="0" nodeType="afterEffect">
                                  <p:stCondLst>
                                    <p:cond delay="0"/>
                                  </p:stCondLst>
                                  <p:childTnLst>
                                    <p:set>
                                      <p:cBhvr>
                                        <p:cTn id="158" dur="1" fill="hold">
                                          <p:stCondLst>
                                            <p:cond delay="0"/>
                                          </p:stCondLst>
                                        </p:cTn>
                                        <p:tgtEl>
                                          <p:spTgt spid="4">
                                            <p:txEl>
                                              <p:pRg st="17" end="17"/>
                                            </p:txEl>
                                          </p:spTgt>
                                        </p:tgtEl>
                                        <p:attrNameLst>
                                          <p:attrName>style.visibility</p:attrName>
                                        </p:attrNameLst>
                                      </p:cBhvr>
                                      <p:to>
                                        <p:strVal val="visible"/>
                                      </p:to>
                                    </p:set>
                                    <p:animEffect transition="in" filter="wipe(up)">
                                      <p:cBhvr>
                                        <p:cTn id="159" dur="500"/>
                                        <p:tgtEl>
                                          <p:spTgt spid="4">
                                            <p:txEl>
                                              <p:pRg st="17" end="17"/>
                                            </p:txEl>
                                          </p:spTgt>
                                        </p:tgtEl>
                                      </p:cBhvr>
                                    </p:animEffect>
                                  </p:childTnLst>
                                </p:cTn>
                              </p:par>
                            </p:childTnLst>
                          </p:cTn>
                        </p:par>
                      </p:childTnLst>
                    </p:cTn>
                  </p:par>
                  <p:par>
                    <p:cTn id="160" fill="hold">
                      <p:stCondLst>
                        <p:cond delay="indefinite"/>
                      </p:stCondLst>
                      <p:childTnLst>
                        <p:par>
                          <p:cTn id="161" fill="hold">
                            <p:stCondLst>
                              <p:cond delay="0"/>
                            </p:stCondLst>
                            <p:childTnLst>
                              <p:par>
                                <p:cTn id="162" presetID="22" presetClass="entr" presetSubtype="1" fill="hold" grpId="0" nodeType="clickEffect">
                                  <p:stCondLst>
                                    <p:cond delay="0"/>
                                  </p:stCondLst>
                                  <p:childTnLst>
                                    <p:set>
                                      <p:cBhvr>
                                        <p:cTn id="163" dur="1" fill="hold">
                                          <p:stCondLst>
                                            <p:cond delay="0"/>
                                          </p:stCondLst>
                                        </p:cTn>
                                        <p:tgtEl>
                                          <p:spTgt spid="4">
                                            <p:txEl>
                                              <p:pRg st="18" end="18"/>
                                            </p:txEl>
                                          </p:spTgt>
                                        </p:tgtEl>
                                        <p:attrNameLst>
                                          <p:attrName>style.visibility</p:attrName>
                                        </p:attrNameLst>
                                      </p:cBhvr>
                                      <p:to>
                                        <p:strVal val="visible"/>
                                      </p:to>
                                    </p:set>
                                    <p:animEffect transition="in" filter="wipe(up)">
                                      <p:cBhvr>
                                        <p:cTn id="164" dur="500"/>
                                        <p:tgtEl>
                                          <p:spTgt spid="4">
                                            <p:txEl>
                                              <p:pRg st="18" end="18"/>
                                            </p:txEl>
                                          </p:spTgt>
                                        </p:tgtEl>
                                      </p:cBhvr>
                                    </p:animEffect>
                                  </p:childTnLst>
                                </p:cTn>
                              </p:par>
                            </p:childTnLst>
                          </p:cTn>
                        </p:par>
                      </p:childTnLst>
                    </p:cTn>
                  </p:par>
                  <p:par>
                    <p:cTn id="165" fill="hold">
                      <p:stCondLst>
                        <p:cond delay="indefinite"/>
                      </p:stCondLst>
                      <p:childTnLst>
                        <p:par>
                          <p:cTn id="166" fill="hold">
                            <p:stCondLst>
                              <p:cond delay="0"/>
                            </p:stCondLst>
                            <p:childTnLst>
                              <p:par>
                                <p:cTn id="167" presetID="22" presetClass="entr" presetSubtype="8" fill="hold" grpId="0" nodeType="clickEffect">
                                  <p:stCondLst>
                                    <p:cond delay="0"/>
                                  </p:stCondLst>
                                  <p:childTnLst>
                                    <p:set>
                                      <p:cBhvr>
                                        <p:cTn id="168" dur="1" fill="hold">
                                          <p:stCondLst>
                                            <p:cond delay="0"/>
                                          </p:stCondLst>
                                        </p:cTn>
                                        <p:tgtEl>
                                          <p:spTgt spid="72"/>
                                        </p:tgtEl>
                                        <p:attrNameLst>
                                          <p:attrName>style.visibility</p:attrName>
                                        </p:attrNameLst>
                                      </p:cBhvr>
                                      <p:to>
                                        <p:strVal val="visible"/>
                                      </p:to>
                                    </p:set>
                                    <p:animEffect transition="in" filter="wipe(left)">
                                      <p:cBhvr>
                                        <p:cTn id="169" dur="1000"/>
                                        <p:tgtEl>
                                          <p:spTgt spid="72"/>
                                        </p:tgtEl>
                                      </p:cBhvr>
                                    </p:animEffect>
                                  </p:childTnLst>
                                </p:cTn>
                              </p:par>
                            </p:childTnLst>
                          </p:cTn>
                        </p:par>
                      </p:childTnLst>
                    </p:cTn>
                  </p:par>
                  <p:par>
                    <p:cTn id="170" fill="hold">
                      <p:stCondLst>
                        <p:cond delay="indefinite"/>
                      </p:stCondLst>
                      <p:childTnLst>
                        <p:par>
                          <p:cTn id="171" fill="hold">
                            <p:stCondLst>
                              <p:cond delay="0"/>
                            </p:stCondLst>
                            <p:childTnLst>
                              <p:par>
                                <p:cTn id="172" presetID="22" presetClass="entr" presetSubtype="8" fill="hold" grpId="0" nodeType="clickEffect">
                                  <p:stCondLst>
                                    <p:cond delay="0"/>
                                  </p:stCondLst>
                                  <p:childTnLst>
                                    <p:set>
                                      <p:cBhvr>
                                        <p:cTn id="173" dur="1" fill="hold">
                                          <p:stCondLst>
                                            <p:cond delay="0"/>
                                          </p:stCondLst>
                                        </p:cTn>
                                        <p:tgtEl>
                                          <p:spTgt spid="73"/>
                                        </p:tgtEl>
                                        <p:attrNameLst>
                                          <p:attrName>style.visibility</p:attrName>
                                        </p:attrNameLst>
                                      </p:cBhvr>
                                      <p:to>
                                        <p:strVal val="visible"/>
                                      </p:to>
                                    </p:set>
                                    <p:animEffect transition="in" filter="wipe(left)">
                                      <p:cBhvr>
                                        <p:cTn id="174" dur="1000"/>
                                        <p:tgtEl>
                                          <p:spTgt spid="73"/>
                                        </p:tgtEl>
                                      </p:cBhvr>
                                    </p:animEffect>
                                  </p:childTnLst>
                                </p:cTn>
                              </p:par>
                            </p:childTnLst>
                          </p:cTn>
                        </p:par>
                        <p:par>
                          <p:cTn id="175" fill="hold">
                            <p:stCondLst>
                              <p:cond delay="1000"/>
                            </p:stCondLst>
                            <p:childTnLst>
                              <p:par>
                                <p:cTn id="176" presetID="22" presetClass="entr" presetSubtype="8" fill="hold" grpId="0" nodeType="afterEffect">
                                  <p:stCondLst>
                                    <p:cond delay="0"/>
                                  </p:stCondLst>
                                  <p:childTnLst>
                                    <p:set>
                                      <p:cBhvr>
                                        <p:cTn id="177" dur="1" fill="hold">
                                          <p:stCondLst>
                                            <p:cond delay="0"/>
                                          </p:stCondLst>
                                        </p:cTn>
                                        <p:tgtEl>
                                          <p:spTgt spid="74"/>
                                        </p:tgtEl>
                                        <p:attrNameLst>
                                          <p:attrName>style.visibility</p:attrName>
                                        </p:attrNameLst>
                                      </p:cBhvr>
                                      <p:to>
                                        <p:strVal val="visible"/>
                                      </p:to>
                                    </p:set>
                                    <p:animEffect transition="in" filter="wipe(left)">
                                      <p:cBhvr>
                                        <p:cTn id="178" dur="1000"/>
                                        <p:tgtEl>
                                          <p:spTgt spid="74"/>
                                        </p:tgtEl>
                                      </p:cBhvr>
                                    </p:animEffect>
                                  </p:childTnLst>
                                </p:cTn>
                              </p:par>
                            </p:childTnLst>
                          </p:cTn>
                        </p:par>
                      </p:childTnLst>
                    </p:cTn>
                  </p:par>
                  <p:par>
                    <p:cTn id="179" fill="hold">
                      <p:stCondLst>
                        <p:cond delay="indefinite"/>
                      </p:stCondLst>
                      <p:childTnLst>
                        <p:par>
                          <p:cTn id="180" fill="hold">
                            <p:stCondLst>
                              <p:cond delay="0"/>
                            </p:stCondLst>
                            <p:childTnLst>
                              <p:par>
                                <p:cTn id="181" presetID="22" presetClass="entr" presetSubtype="1" fill="hold" grpId="0" nodeType="clickEffect">
                                  <p:stCondLst>
                                    <p:cond delay="0"/>
                                  </p:stCondLst>
                                  <p:childTnLst>
                                    <p:set>
                                      <p:cBhvr>
                                        <p:cTn id="182" dur="1" fill="hold">
                                          <p:stCondLst>
                                            <p:cond delay="0"/>
                                          </p:stCondLst>
                                        </p:cTn>
                                        <p:tgtEl>
                                          <p:spTgt spid="4">
                                            <p:txEl>
                                              <p:pRg st="19" end="19"/>
                                            </p:txEl>
                                          </p:spTgt>
                                        </p:tgtEl>
                                        <p:attrNameLst>
                                          <p:attrName>style.visibility</p:attrName>
                                        </p:attrNameLst>
                                      </p:cBhvr>
                                      <p:to>
                                        <p:strVal val="visible"/>
                                      </p:to>
                                    </p:set>
                                    <p:animEffect transition="in" filter="wipe(up)">
                                      <p:cBhvr>
                                        <p:cTn id="183" dur="1000"/>
                                        <p:tgtEl>
                                          <p:spTgt spid="4">
                                            <p:txEl>
                                              <p:pRg st="19" end="19"/>
                                            </p:txEl>
                                          </p:spTgt>
                                        </p:tgtEl>
                                      </p:cBhvr>
                                    </p:animEffect>
                                  </p:childTnLst>
                                </p:cTn>
                              </p:par>
                            </p:childTnLst>
                          </p:cTn>
                        </p:par>
                      </p:childTnLst>
                    </p:cTn>
                  </p:par>
                  <p:par>
                    <p:cTn id="184" fill="hold">
                      <p:stCondLst>
                        <p:cond delay="indefinite"/>
                      </p:stCondLst>
                      <p:childTnLst>
                        <p:par>
                          <p:cTn id="185" fill="hold">
                            <p:stCondLst>
                              <p:cond delay="0"/>
                            </p:stCondLst>
                            <p:childTnLst>
                              <p:par>
                                <p:cTn id="186" presetID="22" presetClass="entr" presetSubtype="8" fill="hold" grpId="0" nodeType="clickEffect">
                                  <p:stCondLst>
                                    <p:cond delay="0"/>
                                  </p:stCondLst>
                                  <p:childTnLst>
                                    <p:set>
                                      <p:cBhvr>
                                        <p:cTn id="187" dur="1" fill="hold">
                                          <p:stCondLst>
                                            <p:cond delay="0"/>
                                          </p:stCondLst>
                                        </p:cTn>
                                        <p:tgtEl>
                                          <p:spTgt spid="75"/>
                                        </p:tgtEl>
                                        <p:attrNameLst>
                                          <p:attrName>style.visibility</p:attrName>
                                        </p:attrNameLst>
                                      </p:cBhvr>
                                      <p:to>
                                        <p:strVal val="visible"/>
                                      </p:to>
                                    </p:set>
                                    <p:animEffect transition="in" filter="wipe(left)">
                                      <p:cBhvr>
                                        <p:cTn id="188" dur="1000"/>
                                        <p:tgtEl>
                                          <p:spTgt spid="75"/>
                                        </p:tgtEl>
                                      </p:cBhvr>
                                    </p:animEffect>
                                  </p:childTnLst>
                                </p:cTn>
                              </p:par>
                            </p:childTnLst>
                          </p:cTn>
                        </p:par>
                      </p:childTnLst>
                    </p:cTn>
                  </p:par>
                  <p:par>
                    <p:cTn id="189" fill="hold">
                      <p:stCondLst>
                        <p:cond delay="indefinite"/>
                      </p:stCondLst>
                      <p:childTnLst>
                        <p:par>
                          <p:cTn id="190" fill="hold">
                            <p:stCondLst>
                              <p:cond delay="0"/>
                            </p:stCondLst>
                            <p:childTnLst>
                              <p:par>
                                <p:cTn id="191" presetID="22" presetClass="entr" presetSubtype="8" fill="hold" grpId="0" nodeType="clickEffect">
                                  <p:stCondLst>
                                    <p:cond delay="0"/>
                                  </p:stCondLst>
                                  <p:childTnLst>
                                    <p:set>
                                      <p:cBhvr>
                                        <p:cTn id="192" dur="1" fill="hold">
                                          <p:stCondLst>
                                            <p:cond delay="0"/>
                                          </p:stCondLst>
                                        </p:cTn>
                                        <p:tgtEl>
                                          <p:spTgt spid="76"/>
                                        </p:tgtEl>
                                        <p:attrNameLst>
                                          <p:attrName>style.visibility</p:attrName>
                                        </p:attrNameLst>
                                      </p:cBhvr>
                                      <p:to>
                                        <p:strVal val="visible"/>
                                      </p:to>
                                    </p:set>
                                    <p:animEffect transition="in" filter="wipe(left)">
                                      <p:cBhvr>
                                        <p:cTn id="193" dur="1000"/>
                                        <p:tgtEl>
                                          <p:spTgt spid="76"/>
                                        </p:tgtEl>
                                      </p:cBhvr>
                                    </p:animEffect>
                                  </p:childTnLst>
                                </p:cTn>
                              </p:par>
                            </p:childTnLst>
                          </p:cTn>
                        </p:par>
                        <p:par>
                          <p:cTn id="194" fill="hold">
                            <p:stCondLst>
                              <p:cond delay="1000"/>
                            </p:stCondLst>
                            <p:childTnLst>
                              <p:par>
                                <p:cTn id="195" presetID="22" presetClass="entr" presetSubtype="8" fill="hold" grpId="0" nodeType="afterEffect">
                                  <p:stCondLst>
                                    <p:cond delay="0"/>
                                  </p:stCondLst>
                                  <p:childTnLst>
                                    <p:set>
                                      <p:cBhvr>
                                        <p:cTn id="196" dur="1" fill="hold">
                                          <p:stCondLst>
                                            <p:cond delay="0"/>
                                          </p:stCondLst>
                                        </p:cTn>
                                        <p:tgtEl>
                                          <p:spTgt spid="77"/>
                                        </p:tgtEl>
                                        <p:attrNameLst>
                                          <p:attrName>style.visibility</p:attrName>
                                        </p:attrNameLst>
                                      </p:cBhvr>
                                      <p:to>
                                        <p:strVal val="visible"/>
                                      </p:to>
                                    </p:set>
                                    <p:animEffect transition="in" filter="wipe(left)">
                                      <p:cBhvr>
                                        <p:cTn id="197" dur="1000"/>
                                        <p:tgtEl>
                                          <p:spTgt spid="77"/>
                                        </p:tgtEl>
                                      </p:cBhvr>
                                    </p:animEffect>
                                  </p:childTnLst>
                                </p:cTn>
                              </p:par>
                            </p:childTnLst>
                          </p:cTn>
                        </p:par>
                      </p:childTnLst>
                    </p:cTn>
                  </p:par>
                  <p:par>
                    <p:cTn id="198" fill="hold">
                      <p:stCondLst>
                        <p:cond delay="indefinite"/>
                      </p:stCondLst>
                      <p:childTnLst>
                        <p:par>
                          <p:cTn id="199" fill="hold">
                            <p:stCondLst>
                              <p:cond delay="0"/>
                            </p:stCondLst>
                            <p:childTnLst>
                              <p:par>
                                <p:cTn id="200" presetID="22" presetClass="entr" presetSubtype="1" fill="hold" grpId="0" nodeType="clickEffect">
                                  <p:stCondLst>
                                    <p:cond delay="0"/>
                                  </p:stCondLst>
                                  <p:childTnLst>
                                    <p:set>
                                      <p:cBhvr>
                                        <p:cTn id="201" dur="1" fill="hold">
                                          <p:stCondLst>
                                            <p:cond delay="0"/>
                                          </p:stCondLst>
                                        </p:cTn>
                                        <p:tgtEl>
                                          <p:spTgt spid="4">
                                            <p:txEl>
                                              <p:pRg st="20" end="20"/>
                                            </p:txEl>
                                          </p:spTgt>
                                        </p:tgtEl>
                                        <p:attrNameLst>
                                          <p:attrName>style.visibility</p:attrName>
                                        </p:attrNameLst>
                                      </p:cBhvr>
                                      <p:to>
                                        <p:strVal val="visible"/>
                                      </p:to>
                                    </p:set>
                                    <p:animEffect transition="in" filter="wipe(up)">
                                      <p:cBhvr>
                                        <p:cTn id="202" dur="1000"/>
                                        <p:tgtEl>
                                          <p:spTgt spid="4">
                                            <p:txEl>
                                              <p:pRg st="20" end="20"/>
                                            </p:txEl>
                                          </p:spTgt>
                                        </p:tgtEl>
                                      </p:cBhvr>
                                    </p:animEffect>
                                  </p:childTnLst>
                                </p:cTn>
                              </p:par>
                              <p:par>
                                <p:cTn id="203" presetID="22" presetClass="entr" presetSubtype="8" fill="hold" grpId="0" nodeType="withEffect">
                                  <p:stCondLst>
                                    <p:cond delay="0"/>
                                  </p:stCondLst>
                                  <p:childTnLst>
                                    <p:set>
                                      <p:cBhvr>
                                        <p:cTn id="204" dur="1" fill="hold">
                                          <p:stCondLst>
                                            <p:cond delay="0"/>
                                          </p:stCondLst>
                                        </p:cTn>
                                        <p:tgtEl>
                                          <p:spTgt spid="78"/>
                                        </p:tgtEl>
                                        <p:attrNameLst>
                                          <p:attrName>style.visibility</p:attrName>
                                        </p:attrNameLst>
                                      </p:cBhvr>
                                      <p:to>
                                        <p:strVal val="visible"/>
                                      </p:to>
                                    </p:set>
                                    <p:animEffect transition="in" filter="wipe(left)">
                                      <p:cBhvr>
                                        <p:cTn id="205" dur="1000"/>
                                        <p:tgtEl>
                                          <p:spTgt spid="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P spid="61" grpId="0" animBg="1"/>
      <p:bldP spid="62" grpId="0" animBg="1"/>
      <p:bldP spid="35" grpId="0" autoUpdateAnimBg="0"/>
      <p:bldP spid="72" grpId="0"/>
      <p:bldP spid="73" grpId="0" animBg="1"/>
      <p:bldP spid="74" grpId="0"/>
      <p:bldP spid="75" grpId="0"/>
      <p:bldP spid="76" grpId="0" animBg="1"/>
      <p:bldP spid="77" grpId="0"/>
      <p:bldP spid="78"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a:extLst>
              <a:ext uri="{FF2B5EF4-FFF2-40B4-BE49-F238E27FC236}">
                <a16:creationId xmlns:a16="http://schemas.microsoft.com/office/drawing/2014/main" id="{91091700-4837-4117-B6F7-CBE7D391CD89}"/>
              </a:ext>
            </a:extLst>
          </p:cNvPr>
          <p:cNvSpPr txBox="1"/>
          <p:nvPr/>
        </p:nvSpPr>
        <p:spPr>
          <a:xfrm>
            <a:off x="275108" y="2853470"/>
            <a:ext cx="7545658" cy="3693319"/>
          </a:xfrm>
          <a:prstGeom prst="rect">
            <a:avLst/>
          </a:prstGeom>
          <a:solidFill>
            <a:schemeClr val="bg1"/>
          </a:solidFill>
          <a:ln w="12700">
            <a:solidFill>
              <a:srgbClr val="002060"/>
            </a:solidFill>
          </a:ln>
        </p:spPr>
        <p:txBody>
          <a:bodyPr wrap="square">
            <a:spAutoFit/>
          </a:bodyPr>
          <a:lstStyle/>
          <a:p>
            <a:r>
              <a:rPr lang="en-US" altLang="zh-CN" b="1" dirty="0" err="1"/>
              <a:t>GetGListInfo</a:t>
            </a:r>
            <a:r>
              <a:rPr lang="en-US" altLang="zh-CN" b="1" dirty="0"/>
              <a:t>(</a:t>
            </a:r>
            <a:r>
              <a:rPr lang="en-US" altLang="zh-CN" b="1" dirty="0" err="1"/>
              <a:t>SStr</a:t>
            </a:r>
            <a:r>
              <a:rPr lang="en-US" altLang="zh-CN" b="1" dirty="0"/>
              <a:t> S) </a:t>
            </a:r>
            <a:r>
              <a:rPr lang="en-US" altLang="zh-CN" b="1" dirty="0">
                <a:effectLst>
                  <a:outerShdw blurRad="38100" dist="38100" dir="2700000" algn="tl">
                    <a:srgbClr val="000000">
                      <a:alpha val="43137"/>
                    </a:srgbClr>
                  </a:outerShdw>
                </a:effectLst>
              </a:rPr>
              <a:t>{</a:t>
            </a:r>
          </a:p>
          <a:p>
            <a:r>
              <a:rPr lang="zh-CN" altLang="en-US" b="1" dirty="0"/>
              <a:t>   </a:t>
            </a:r>
            <a:r>
              <a:rPr lang="zh-CN" altLang="en-US" b="1" dirty="0">
                <a:effectLst>
                  <a:outerShdw blurRad="38100" dist="38100" dir="2700000" algn="tl">
                    <a:srgbClr val="000000">
                      <a:alpha val="43137"/>
                    </a:srgbClr>
                  </a:outerShdw>
                </a:effectLst>
              </a:rPr>
              <a:t>if</a:t>
            </a:r>
            <a:r>
              <a:rPr lang="zh-CN" altLang="en-US" b="1" dirty="0"/>
              <a:t>  (</a:t>
            </a:r>
            <a:r>
              <a:rPr lang="en-US" altLang="zh-CN" b="1" dirty="0"/>
              <a:t>S</a:t>
            </a:r>
            <a:r>
              <a:rPr lang="zh-CN" altLang="en-US" b="1" dirty="0"/>
              <a:t>StrCmp(S, emp)) L = NULL;    </a:t>
            </a:r>
            <a:r>
              <a:rPr lang="zh-CN" altLang="en-US" b="1" dirty="0">
                <a:solidFill>
                  <a:schemeClr val="accent6">
                    <a:lumMod val="75000"/>
                  </a:schemeClr>
                </a:solidFill>
              </a:rPr>
              <a:t>// </a:t>
            </a:r>
            <a:r>
              <a:rPr lang="en-US" altLang="zh-CN" b="1" dirty="0">
                <a:solidFill>
                  <a:schemeClr val="accent6">
                    <a:lumMod val="75000"/>
                  </a:schemeClr>
                </a:solidFill>
              </a:rPr>
              <a:t>S</a:t>
            </a:r>
            <a:r>
              <a:rPr lang="zh-CN" altLang="en-US" b="1" dirty="0">
                <a:solidFill>
                  <a:schemeClr val="accent6">
                    <a:lumMod val="75000"/>
                  </a:schemeClr>
                </a:solidFill>
              </a:rPr>
              <a:t>为</a:t>
            </a:r>
            <a:r>
              <a:rPr lang="en-US" altLang="zh-CN" b="1" dirty="0">
                <a:solidFill>
                  <a:schemeClr val="accent6">
                    <a:lumMod val="75000"/>
                  </a:schemeClr>
                </a:solidFill>
              </a:rPr>
              <a:t>”()”</a:t>
            </a:r>
            <a:r>
              <a:rPr lang="zh-CN" altLang="en-US" b="1" dirty="0">
                <a:solidFill>
                  <a:schemeClr val="accent6">
                    <a:lumMod val="75000"/>
                  </a:schemeClr>
                </a:solidFill>
              </a:rPr>
              <a:t>，是空表，</a:t>
            </a:r>
            <a:r>
              <a:rPr lang="en-US" altLang="zh-CN" b="1" dirty="0">
                <a:solidFill>
                  <a:schemeClr val="accent6">
                    <a:lumMod val="75000"/>
                  </a:schemeClr>
                </a:solidFill>
              </a:rPr>
              <a:t>emp=“()”</a:t>
            </a:r>
            <a:endParaRPr lang="zh-CN" altLang="en-US" b="1" dirty="0">
              <a:solidFill>
                <a:schemeClr val="accent6">
                  <a:lumMod val="75000"/>
                </a:schemeClr>
              </a:solidFill>
            </a:endParaRPr>
          </a:p>
          <a:p>
            <a:r>
              <a:rPr lang="zh-CN" altLang="en-US" b="1" dirty="0"/>
              <a:t>   </a:t>
            </a:r>
            <a:r>
              <a:rPr lang="zh-CN" altLang="en-US" b="1" dirty="0">
                <a:effectLst>
                  <a:outerShdw blurRad="38100" dist="38100" dir="2700000" algn="tl">
                    <a:srgbClr val="000000">
                      <a:alpha val="43137"/>
                    </a:srgbClr>
                  </a:outerShdw>
                </a:effectLst>
              </a:rPr>
              <a:t>else {</a:t>
            </a:r>
          </a:p>
          <a:p>
            <a:r>
              <a:rPr lang="zh-CN" altLang="en-US" b="1" dirty="0"/>
              <a:t>      </a:t>
            </a:r>
            <a:r>
              <a:rPr lang="zh-CN" altLang="en-US" b="1" dirty="0">
                <a:effectLst>
                  <a:outerShdw blurRad="38100" dist="38100" dir="2700000" algn="tl">
                    <a:srgbClr val="000000">
                      <a:alpha val="43137"/>
                    </a:srgbClr>
                  </a:outerShdw>
                </a:effectLst>
              </a:rPr>
              <a:t>if</a:t>
            </a:r>
            <a:r>
              <a:rPr lang="zh-CN" altLang="en-US" b="1" dirty="0"/>
              <a:t>  (</a:t>
            </a:r>
            <a:r>
              <a:rPr lang="en-US" altLang="zh-CN" b="1" dirty="0"/>
              <a:t>S</a:t>
            </a:r>
            <a:r>
              <a:rPr lang="zh-CN" altLang="en-US" b="1" dirty="0"/>
              <a:t>StrLen(S)==1) 是原子</a:t>
            </a:r>
            <a:r>
              <a:rPr lang="en-US" altLang="zh-CN" b="1" dirty="0"/>
              <a:t>;    </a:t>
            </a:r>
            <a:r>
              <a:rPr lang="en-US" altLang="zh-CN" b="1" dirty="0">
                <a:solidFill>
                  <a:schemeClr val="accent6">
                    <a:lumMod val="75000"/>
                  </a:schemeClr>
                </a:solidFill>
              </a:rPr>
              <a:t>// </a:t>
            </a:r>
            <a:r>
              <a:rPr lang="zh-CN" altLang="en-US" b="1" dirty="0">
                <a:solidFill>
                  <a:schemeClr val="accent6">
                    <a:lumMod val="75000"/>
                  </a:schemeClr>
                </a:solidFill>
              </a:rPr>
              <a:t>当前串</a:t>
            </a:r>
            <a:r>
              <a:rPr lang="en-US" altLang="zh-CN" b="1" dirty="0">
                <a:solidFill>
                  <a:schemeClr val="accent6">
                    <a:lumMod val="75000"/>
                  </a:schemeClr>
                </a:solidFill>
              </a:rPr>
              <a:t>S</a:t>
            </a:r>
            <a:r>
              <a:rPr lang="zh-CN" altLang="en-US" b="1" dirty="0">
                <a:solidFill>
                  <a:schemeClr val="accent6">
                    <a:lumMod val="75000"/>
                  </a:schemeClr>
                </a:solidFill>
              </a:rPr>
              <a:t>只有</a:t>
            </a:r>
            <a:r>
              <a:rPr lang="en-US" altLang="zh-CN" b="1" dirty="0">
                <a:solidFill>
                  <a:schemeClr val="accent6">
                    <a:lumMod val="75000"/>
                  </a:schemeClr>
                </a:solidFill>
              </a:rPr>
              <a:t>1</a:t>
            </a:r>
            <a:r>
              <a:rPr lang="zh-CN" altLang="en-US" b="1" dirty="0">
                <a:solidFill>
                  <a:schemeClr val="accent6">
                    <a:lumMod val="75000"/>
                  </a:schemeClr>
                </a:solidFill>
              </a:rPr>
              <a:t>个字符</a:t>
            </a:r>
          </a:p>
          <a:p>
            <a:r>
              <a:rPr lang="zh-CN" altLang="en-US" b="1" dirty="0"/>
              <a:t>      </a:t>
            </a:r>
            <a:r>
              <a:rPr lang="zh-CN" altLang="en-US" b="1" dirty="0">
                <a:effectLst>
                  <a:outerShdw blurRad="38100" dist="38100" dir="2700000" algn="tl">
                    <a:srgbClr val="000000">
                      <a:alpha val="43137"/>
                    </a:srgbClr>
                  </a:outerShdw>
                </a:effectLst>
              </a:rPr>
              <a:t>else { </a:t>
            </a:r>
          </a:p>
          <a:p>
            <a:r>
              <a:rPr lang="zh-CN" altLang="en-US" b="1" dirty="0"/>
              <a:t>         </a:t>
            </a:r>
            <a:r>
              <a:rPr lang="en-US" altLang="zh-CN" b="1" dirty="0"/>
              <a:t>sub=</a:t>
            </a:r>
            <a:r>
              <a:rPr lang="en-US" altLang="zh-CN" b="1" dirty="0" err="1"/>
              <a:t>SStr</a:t>
            </a:r>
            <a:r>
              <a:rPr lang="zh-CN" altLang="en-US" b="1" dirty="0"/>
              <a:t>Sub( S, 2, </a:t>
            </a:r>
            <a:r>
              <a:rPr lang="en-US" altLang="zh-CN" b="1" dirty="0"/>
              <a:t>S</a:t>
            </a:r>
            <a:r>
              <a:rPr lang="zh-CN" altLang="en-US" b="1" dirty="0"/>
              <a:t>StrLen(S)-2);    </a:t>
            </a:r>
            <a:r>
              <a:rPr lang="zh-CN" altLang="en-US" b="1" dirty="0">
                <a:solidFill>
                  <a:schemeClr val="accent6">
                    <a:lumMod val="75000"/>
                  </a:schemeClr>
                </a:solidFill>
              </a:rPr>
              <a:t>// 得到脱外层括号的子串</a:t>
            </a:r>
            <a:r>
              <a:rPr lang="en-US" altLang="zh-CN" b="1" dirty="0">
                <a:solidFill>
                  <a:schemeClr val="accent6">
                    <a:lumMod val="75000"/>
                  </a:schemeClr>
                </a:solidFill>
              </a:rPr>
              <a:t>sub</a:t>
            </a:r>
            <a:r>
              <a:rPr lang="zh-CN" altLang="en-US" b="1" dirty="0">
                <a:solidFill>
                  <a:schemeClr val="accent6">
                    <a:lumMod val="75000"/>
                  </a:schemeClr>
                </a:solidFill>
              </a:rPr>
              <a:t> </a:t>
            </a:r>
          </a:p>
          <a:p>
            <a:r>
              <a:rPr lang="zh-CN" altLang="en-US" b="1" dirty="0"/>
              <a:t>         </a:t>
            </a:r>
            <a:r>
              <a:rPr lang="zh-CN" altLang="en-US" b="1" dirty="0">
                <a:effectLst>
                  <a:outerShdw blurRad="38100" dist="38100" dir="2700000" algn="tl">
                    <a:srgbClr val="000000">
                      <a:alpha val="43137"/>
                    </a:srgbClr>
                  </a:outerShdw>
                </a:effectLst>
              </a:rPr>
              <a:t>do {   </a:t>
            </a:r>
            <a:r>
              <a:rPr lang="zh-CN" altLang="en-US" b="1" dirty="0">
                <a:solidFill>
                  <a:schemeClr val="accent6">
                    <a:lumMod val="75000"/>
                  </a:schemeClr>
                </a:solidFill>
              </a:rPr>
              <a:t> // 依次分离子表</a:t>
            </a:r>
          </a:p>
          <a:p>
            <a:r>
              <a:rPr lang="zh-CN" altLang="en-US" b="1" dirty="0"/>
              <a:t>            </a:t>
            </a:r>
            <a:r>
              <a:rPr lang="en-US" altLang="zh-CN" b="1" dirty="0" err="1"/>
              <a:t>hsub</a:t>
            </a:r>
            <a:r>
              <a:rPr lang="en-US" altLang="zh-CN" b="1" dirty="0"/>
              <a:t>=S</a:t>
            </a:r>
            <a:r>
              <a:rPr lang="zh-CN" altLang="en-US" b="1" dirty="0"/>
              <a:t>ever(sub);    </a:t>
            </a:r>
            <a:r>
              <a:rPr lang="zh-CN" altLang="en-US" b="1" dirty="0">
                <a:solidFill>
                  <a:schemeClr val="accent6">
                    <a:lumMod val="75000"/>
                  </a:schemeClr>
                </a:solidFill>
              </a:rPr>
              <a:t>// 从sub中分离出表头串 hsub，</a:t>
            </a:r>
            <a:r>
              <a:rPr lang="en-US" altLang="zh-CN" b="1" dirty="0">
                <a:solidFill>
                  <a:schemeClr val="accent6">
                    <a:lumMod val="75000"/>
                  </a:schemeClr>
                </a:solidFill>
              </a:rPr>
              <a:t>sub</a:t>
            </a:r>
            <a:r>
              <a:rPr lang="zh-CN" altLang="en-US" b="1" dirty="0">
                <a:solidFill>
                  <a:schemeClr val="accent6">
                    <a:lumMod val="75000"/>
                  </a:schemeClr>
                </a:solidFill>
              </a:rPr>
              <a:t>保留表尾</a:t>
            </a:r>
          </a:p>
          <a:p>
            <a:r>
              <a:rPr lang="zh-CN" altLang="en-US" b="1" dirty="0"/>
              <a:t>            </a:t>
            </a:r>
            <a:r>
              <a:rPr lang="en-US" altLang="zh-CN" b="1" dirty="0">
                <a:solidFill>
                  <a:srgbClr val="0F14F1"/>
                </a:solidFill>
              </a:rPr>
              <a:t>Get</a:t>
            </a:r>
            <a:r>
              <a:rPr lang="zh-CN" altLang="en-US" b="1" dirty="0">
                <a:solidFill>
                  <a:srgbClr val="0F14F1"/>
                </a:solidFill>
              </a:rPr>
              <a:t>GList</a:t>
            </a:r>
            <a:r>
              <a:rPr lang="en-US" altLang="zh-CN" b="1" dirty="0">
                <a:solidFill>
                  <a:srgbClr val="0F14F1"/>
                </a:solidFill>
              </a:rPr>
              <a:t>Info</a:t>
            </a:r>
            <a:r>
              <a:rPr lang="zh-CN" altLang="en-US" b="1" dirty="0">
                <a:solidFill>
                  <a:srgbClr val="0F14F1"/>
                </a:solidFill>
              </a:rPr>
              <a:t>(</a:t>
            </a:r>
            <a:r>
              <a:rPr lang="zh-CN" altLang="en-US" b="1" dirty="0">
                <a:solidFill>
                  <a:srgbClr val="C00000"/>
                </a:solidFill>
              </a:rPr>
              <a:t>hsub</a:t>
            </a:r>
            <a:r>
              <a:rPr lang="zh-CN" altLang="en-US" b="1" dirty="0">
                <a:solidFill>
                  <a:srgbClr val="0F14F1"/>
                </a:solidFill>
              </a:rPr>
              <a:t>);</a:t>
            </a:r>
            <a:r>
              <a:rPr lang="zh-CN" altLang="en-US" b="1" dirty="0"/>
              <a:t>          </a:t>
            </a:r>
            <a:r>
              <a:rPr lang="en-US" altLang="zh-CN" b="1" dirty="0">
                <a:solidFill>
                  <a:schemeClr val="accent6">
                    <a:lumMod val="75000"/>
                  </a:schemeClr>
                </a:solidFill>
              </a:rPr>
              <a:t>// </a:t>
            </a:r>
            <a:r>
              <a:rPr lang="zh-CN" altLang="en-US" b="1" dirty="0">
                <a:solidFill>
                  <a:schemeClr val="accent6">
                    <a:lumMod val="75000"/>
                  </a:schemeClr>
                </a:solidFill>
              </a:rPr>
              <a:t>对表头串递归分解</a:t>
            </a:r>
          </a:p>
          <a:p>
            <a:r>
              <a:rPr lang="zh-CN" altLang="en-US" b="1" dirty="0"/>
              <a:t>         </a:t>
            </a:r>
            <a:r>
              <a:rPr lang="zh-CN" altLang="en-US" b="1" dirty="0">
                <a:effectLst>
                  <a:outerShdw blurRad="38100" dist="38100" dir="2700000" algn="tl">
                    <a:srgbClr val="000000">
                      <a:alpha val="43137"/>
                    </a:srgbClr>
                  </a:outerShdw>
                </a:effectLst>
              </a:rPr>
              <a:t>} while </a:t>
            </a:r>
            <a:r>
              <a:rPr lang="zh-CN" altLang="en-US" b="1" dirty="0"/>
              <a:t>(!</a:t>
            </a:r>
            <a:r>
              <a:rPr lang="en-US" altLang="zh-CN" b="1" dirty="0"/>
              <a:t>S</a:t>
            </a:r>
            <a:r>
              <a:rPr lang="zh-CN" altLang="en-US" b="1" dirty="0"/>
              <a:t>StrEmpty(sub));   </a:t>
            </a:r>
            <a:r>
              <a:rPr lang="en-US" altLang="zh-CN" b="1" dirty="0">
                <a:solidFill>
                  <a:schemeClr val="accent6">
                    <a:lumMod val="75000"/>
                  </a:schemeClr>
                </a:solidFill>
              </a:rPr>
              <a:t>// </a:t>
            </a:r>
            <a:r>
              <a:rPr lang="zh-CN" altLang="en-US" b="1" dirty="0">
                <a:solidFill>
                  <a:schemeClr val="accent6">
                    <a:lumMod val="75000"/>
                  </a:schemeClr>
                </a:solidFill>
              </a:rPr>
              <a:t>表尾串</a:t>
            </a:r>
            <a:r>
              <a:rPr lang="en-US" altLang="zh-CN" b="1" dirty="0">
                <a:solidFill>
                  <a:schemeClr val="accent6">
                    <a:lumMod val="75000"/>
                  </a:schemeClr>
                </a:solidFill>
              </a:rPr>
              <a:t>sub</a:t>
            </a:r>
            <a:r>
              <a:rPr lang="zh-CN" altLang="en-US" b="1" dirty="0">
                <a:solidFill>
                  <a:schemeClr val="accent6">
                    <a:lumMod val="75000"/>
                  </a:schemeClr>
                </a:solidFill>
              </a:rPr>
              <a:t>不空，继续</a:t>
            </a:r>
          </a:p>
          <a:p>
            <a:r>
              <a:rPr lang="zh-CN" altLang="en-US" b="1" dirty="0"/>
              <a:t>      </a:t>
            </a:r>
            <a:r>
              <a:rPr lang="zh-CN" altLang="en-US" b="1" dirty="0">
                <a:effectLst>
                  <a:outerShdw blurRad="38100" dist="38100" dir="2700000" algn="tl">
                    <a:srgbClr val="000000">
                      <a:alpha val="43137"/>
                    </a:srgbClr>
                  </a:outerShdw>
                </a:effectLst>
              </a:rPr>
              <a:t>} </a:t>
            </a:r>
            <a:r>
              <a:rPr lang="zh-CN" altLang="en-US" b="1" dirty="0">
                <a:solidFill>
                  <a:schemeClr val="accent6">
                    <a:lumMod val="75000"/>
                  </a:schemeClr>
                </a:solidFill>
              </a:rPr>
              <a:t>// else</a:t>
            </a:r>
          </a:p>
          <a:p>
            <a:r>
              <a:rPr lang="zh-CN" altLang="en-US" b="1" dirty="0"/>
              <a:t>   </a:t>
            </a:r>
            <a:r>
              <a:rPr lang="zh-CN" altLang="en-US" b="1" dirty="0">
                <a:effectLst>
                  <a:outerShdw blurRad="38100" dist="38100" dir="2700000" algn="tl">
                    <a:srgbClr val="000000">
                      <a:alpha val="43137"/>
                    </a:srgbClr>
                  </a:outerShdw>
                </a:effectLst>
              </a:rPr>
              <a:t>}</a:t>
            </a:r>
            <a:r>
              <a:rPr lang="zh-CN" altLang="en-US" b="1" dirty="0"/>
              <a:t> </a:t>
            </a:r>
            <a:r>
              <a:rPr lang="zh-CN" altLang="en-US" b="1" dirty="0">
                <a:solidFill>
                  <a:schemeClr val="accent6">
                    <a:lumMod val="75000"/>
                  </a:schemeClr>
                </a:solidFill>
              </a:rPr>
              <a:t>// else</a:t>
            </a:r>
            <a:endParaRPr lang="en-US" altLang="zh-CN" b="1" dirty="0">
              <a:solidFill>
                <a:schemeClr val="accent6">
                  <a:lumMod val="75000"/>
                </a:schemeClr>
              </a:solidFill>
            </a:endParaRPr>
          </a:p>
          <a:p>
            <a:r>
              <a:rPr lang="en-US" altLang="zh-CN" b="1" dirty="0">
                <a:effectLst>
                  <a:outerShdw blurRad="38100" dist="38100" dir="2700000" algn="tl">
                    <a:srgbClr val="000000">
                      <a:alpha val="43137"/>
                    </a:srgbClr>
                  </a:outerShdw>
                </a:effectLst>
              </a:rPr>
              <a:t>}</a:t>
            </a:r>
            <a:endParaRPr lang="zh-CN" altLang="en-US" b="1" dirty="0">
              <a:effectLst>
                <a:outerShdw blurRad="38100" dist="38100" dir="2700000" algn="tl">
                  <a:srgbClr val="000000">
                    <a:alpha val="43137"/>
                  </a:srgbClr>
                </a:outerShdw>
              </a:effectLst>
            </a:endParaRPr>
          </a:p>
        </p:txBody>
      </p:sp>
      <p:sp>
        <p:nvSpPr>
          <p:cNvPr id="6" name="文本框 5">
            <a:extLst>
              <a:ext uri="{FF2B5EF4-FFF2-40B4-BE49-F238E27FC236}">
                <a16:creationId xmlns:a16="http://schemas.microsoft.com/office/drawing/2014/main" id="{A8F48271-CF90-433C-B43C-0837C62625E6}"/>
              </a:ext>
            </a:extLst>
          </p:cNvPr>
          <p:cNvSpPr txBox="1"/>
          <p:nvPr/>
        </p:nvSpPr>
        <p:spPr>
          <a:xfrm>
            <a:off x="8415497" y="2399239"/>
            <a:ext cx="3228769" cy="461665"/>
          </a:xfrm>
          <a:prstGeom prst="rect">
            <a:avLst/>
          </a:prstGeom>
          <a:noFill/>
        </p:spPr>
        <p:txBody>
          <a:bodyPr wrap="none" rtlCol="0">
            <a:spAutoFit/>
          </a:bodyPr>
          <a:lstStyle/>
          <a:p>
            <a:r>
              <a:rPr lang="en-US" altLang="zh-CN" sz="2400" b="1" dirty="0">
                <a:solidFill>
                  <a:srgbClr val="0F14F1"/>
                </a:solidFill>
              </a:rPr>
              <a:t>S            </a:t>
            </a:r>
            <a:r>
              <a:rPr lang="en-US" altLang="zh-CN" sz="2400" b="1" dirty="0" err="1">
                <a:solidFill>
                  <a:srgbClr val="0F14F1"/>
                </a:solidFill>
              </a:rPr>
              <a:t>hsub</a:t>
            </a:r>
            <a:r>
              <a:rPr lang="en-US" altLang="zh-CN" sz="2400" b="1" dirty="0">
                <a:solidFill>
                  <a:srgbClr val="0F14F1"/>
                </a:solidFill>
              </a:rPr>
              <a:t>        sub</a:t>
            </a:r>
            <a:endParaRPr lang="zh-CN" altLang="en-US" sz="2400" b="1" dirty="0">
              <a:solidFill>
                <a:srgbClr val="0F14F1"/>
              </a:solidFill>
            </a:endParaRPr>
          </a:p>
        </p:txBody>
      </p:sp>
      <p:sp>
        <p:nvSpPr>
          <p:cNvPr id="8" name="文本框 7">
            <a:extLst>
              <a:ext uri="{FF2B5EF4-FFF2-40B4-BE49-F238E27FC236}">
                <a16:creationId xmlns:a16="http://schemas.microsoft.com/office/drawing/2014/main" id="{8B19FD08-488A-4B4A-B524-FF76C02671C7}"/>
              </a:ext>
            </a:extLst>
          </p:cNvPr>
          <p:cNvSpPr txBox="1"/>
          <p:nvPr/>
        </p:nvSpPr>
        <p:spPr>
          <a:xfrm>
            <a:off x="7843066" y="2853470"/>
            <a:ext cx="4021875" cy="3693319"/>
          </a:xfrm>
          <a:prstGeom prst="rect">
            <a:avLst/>
          </a:prstGeom>
          <a:solidFill>
            <a:srgbClr val="ECF3FA"/>
          </a:solidFill>
          <a:ln w="12700">
            <a:solidFill>
              <a:srgbClr val="C00000"/>
            </a:solidFill>
          </a:ln>
        </p:spPr>
        <p:txBody>
          <a:bodyPr wrap="square">
            <a:spAutoFit/>
          </a:bodyPr>
          <a:lstStyle/>
          <a:p>
            <a:r>
              <a:rPr lang="en-US" altLang="zh-CN" sz="1800" b="1" dirty="0">
                <a:latin typeface="Courier New" panose="02070309020205020404" pitchFamily="49" charset="0"/>
                <a:cs typeface="Courier New" panose="02070309020205020404" pitchFamily="49" charset="0"/>
              </a:rPr>
              <a:t>(a,(</a:t>
            </a:r>
            <a:r>
              <a:rPr lang="en-US" altLang="zh-CN" sz="1800" b="1" dirty="0" err="1">
                <a:latin typeface="Courier New" panose="02070309020205020404" pitchFamily="49" charset="0"/>
                <a:cs typeface="Courier New" panose="02070309020205020404" pitchFamily="49" charset="0"/>
              </a:rPr>
              <a:t>b,c,d</a:t>
            </a:r>
            <a:r>
              <a:rPr lang="en-US" altLang="zh-CN" sz="1800" b="1" dirty="0">
                <a:latin typeface="Courier New" panose="02070309020205020404" pitchFamily="49" charset="0"/>
                <a:cs typeface="Courier New" panose="02070309020205020404" pitchFamily="49" charset="0"/>
              </a:rPr>
              <a:t>))</a:t>
            </a:r>
          </a:p>
          <a:p>
            <a:endParaRPr lang="en-US" altLang="zh-CN" b="1" dirty="0">
              <a:latin typeface="Courier New" panose="02070309020205020404" pitchFamily="49" charset="0"/>
              <a:cs typeface="Courier New" panose="02070309020205020404" pitchFamily="49" charset="0"/>
            </a:endParaRPr>
          </a:p>
          <a:p>
            <a:endParaRPr lang="en-US" altLang="zh-CN" b="1" dirty="0">
              <a:latin typeface="Courier New" panose="02070309020205020404" pitchFamily="49" charset="0"/>
              <a:cs typeface="Courier New" panose="02070309020205020404" pitchFamily="49" charset="0"/>
            </a:endParaRPr>
          </a:p>
          <a:p>
            <a:endParaRPr lang="en-US" altLang="zh-CN" b="1" dirty="0">
              <a:latin typeface="Courier New" panose="02070309020205020404" pitchFamily="49" charset="0"/>
              <a:cs typeface="Courier New" panose="02070309020205020404" pitchFamily="49" charset="0"/>
            </a:endParaRPr>
          </a:p>
          <a:p>
            <a:endParaRPr lang="en-US" altLang="zh-CN" b="1" dirty="0">
              <a:latin typeface="Courier New" panose="02070309020205020404" pitchFamily="49" charset="0"/>
              <a:cs typeface="Courier New" panose="02070309020205020404" pitchFamily="49" charset="0"/>
            </a:endParaRPr>
          </a:p>
          <a:p>
            <a:r>
              <a:rPr lang="en-US" altLang="zh-CN" sz="1800" b="1" dirty="0">
                <a:latin typeface="Courier New" panose="02070309020205020404" pitchFamily="49" charset="0"/>
                <a:cs typeface="Courier New" panose="02070309020205020404" pitchFamily="49" charset="0"/>
              </a:rPr>
              <a:t>                   a,(</a:t>
            </a:r>
            <a:r>
              <a:rPr lang="en-US" altLang="zh-CN" sz="1800" b="1" dirty="0" err="1">
                <a:latin typeface="Courier New" panose="02070309020205020404" pitchFamily="49" charset="0"/>
                <a:cs typeface="Courier New" panose="02070309020205020404" pitchFamily="49" charset="0"/>
              </a:rPr>
              <a:t>b,c,d</a:t>
            </a:r>
            <a:r>
              <a:rPr lang="en-US" altLang="zh-CN" sz="1800" b="1" dirty="0">
                <a:latin typeface="Courier New" panose="02070309020205020404" pitchFamily="49" charset="0"/>
                <a:cs typeface="Courier New" panose="02070309020205020404" pitchFamily="49" charset="0"/>
              </a:rPr>
              <a:t>)</a:t>
            </a:r>
          </a:p>
          <a:p>
            <a:endParaRPr lang="en-US" altLang="zh-CN" b="1" dirty="0">
              <a:latin typeface="Courier New" panose="02070309020205020404" pitchFamily="49" charset="0"/>
              <a:cs typeface="Courier New" panose="02070309020205020404" pitchFamily="49" charset="0"/>
            </a:endParaRPr>
          </a:p>
          <a:p>
            <a:r>
              <a:rPr lang="en-US" altLang="zh-CN" b="1" dirty="0">
                <a:latin typeface="Courier New" panose="02070309020205020404" pitchFamily="49" charset="0"/>
                <a:cs typeface="Courier New" panose="02070309020205020404" pitchFamily="49" charset="0"/>
              </a:rPr>
              <a:t>             a       </a:t>
            </a:r>
            <a:r>
              <a:rPr lang="en-US" altLang="zh-CN" sz="1800" b="1" dirty="0">
                <a:latin typeface="Courier New" panose="02070309020205020404" pitchFamily="49" charset="0"/>
                <a:cs typeface="Courier New" panose="02070309020205020404" pitchFamily="49" charset="0"/>
              </a:rPr>
              <a:t>(</a:t>
            </a:r>
            <a:r>
              <a:rPr lang="en-US" altLang="zh-CN" sz="1800" b="1" dirty="0" err="1">
                <a:latin typeface="Courier New" panose="02070309020205020404" pitchFamily="49" charset="0"/>
                <a:cs typeface="Courier New" panose="02070309020205020404" pitchFamily="49" charset="0"/>
              </a:rPr>
              <a:t>b,c,d</a:t>
            </a:r>
            <a:r>
              <a:rPr lang="en-US" altLang="zh-CN" sz="1800" b="1" dirty="0">
                <a:latin typeface="Courier New" panose="02070309020205020404" pitchFamily="49" charset="0"/>
                <a:cs typeface="Courier New" panose="02070309020205020404" pitchFamily="49" charset="0"/>
              </a:rPr>
              <a:t>)    </a:t>
            </a:r>
            <a:endParaRPr lang="zh-CN" altLang="en-US" dirty="0"/>
          </a:p>
          <a:p>
            <a:r>
              <a:rPr lang="zh-CN" altLang="en-US" dirty="0"/>
              <a:t>                        </a:t>
            </a:r>
            <a:r>
              <a:rPr lang="zh-CN" altLang="en-US" b="1" dirty="0">
                <a:solidFill>
                  <a:srgbClr val="0F14F1"/>
                </a:solidFill>
              </a:rPr>
              <a:t>对</a:t>
            </a:r>
            <a:r>
              <a:rPr lang="zh-CN" altLang="en-US" dirty="0"/>
              <a:t> </a:t>
            </a:r>
            <a:r>
              <a:rPr lang="en-US" altLang="zh-CN" b="1" dirty="0">
                <a:latin typeface="Courier New" panose="02070309020205020404" pitchFamily="49" charset="0"/>
                <a:cs typeface="Courier New" panose="02070309020205020404" pitchFamily="49" charset="0"/>
              </a:rPr>
              <a:t>a</a:t>
            </a:r>
            <a:r>
              <a:rPr lang="en-US" altLang="zh-CN" dirty="0"/>
              <a:t> </a:t>
            </a:r>
            <a:r>
              <a:rPr lang="zh-CN" altLang="en-US" b="1" dirty="0">
                <a:solidFill>
                  <a:srgbClr val="0F14F1"/>
                </a:solidFill>
              </a:rPr>
              <a:t>递归</a:t>
            </a:r>
          </a:p>
          <a:p>
            <a:endParaRPr lang="en-US" altLang="zh-CN" dirty="0"/>
          </a:p>
          <a:p>
            <a:endParaRPr lang="en-US" altLang="zh-CN" dirty="0"/>
          </a:p>
          <a:p>
            <a:endParaRPr lang="en-US" altLang="zh-CN" dirty="0"/>
          </a:p>
          <a:p>
            <a:endParaRPr lang="zh-CN" altLang="en-US" dirty="0"/>
          </a:p>
        </p:txBody>
      </p:sp>
      <p:sp>
        <p:nvSpPr>
          <p:cNvPr id="12" name="文本框 11">
            <a:extLst>
              <a:ext uri="{FF2B5EF4-FFF2-40B4-BE49-F238E27FC236}">
                <a16:creationId xmlns:a16="http://schemas.microsoft.com/office/drawing/2014/main" id="{6CEC19A3-68D6-4D2E-9297-55BF58AFDC52}"/>
              </a:ext>
            </a:extLst>
          </p:cNvPr>
          <p:cNvSpPr txBox="1"/>
          <p:nvPr/>
        </p:nvSpPr>
        <p:spPr>
          <a:xfrm>
            <a:off x="7843064" y="2853470"/>
            <a:ext cx="4021875" cy="3693319"/>
          </a:xfrm>
          <a:prstGeom prst="rect">
            <a:avLst/>
          </a:prstGeom>
          <a:solidFill>
            <a:schemeClr val="accent4">
              <a:lumMod val="20000"/>
              <a:lumOff val="80000"/>
            </a:schemeClr>
          </a:solidFill>
          <a:ln w="12700">
            <a:solidFill>
              <a:srgbClr val="C00000"/>
            </a:solidFill>
          </a:ln>
        </p:spPr>
        <p:txBody>
          <a:bodyPr wrap="square">
            <a:spAutoFit/>
          </a:bodyPr>
          <a:lstStyle/>
          <a:p>
            <a:r>
              <a:rPr lang="en-US" altLang="zh-CN" b="1" dirty="0">
                <a:latin typeface="Courier New" panose="02070309020205020404" pitchFamily="49" charset="0"/>
                <a:cs typeface="Courier New" panose="02070309020205020404" pitchFamily="49" charset="0"/>
              </a:rPr>
              <a:t>    </a:t>
            </a:r>
            <a:r>
              <a:rPr lang="en-US" altLang="zh-CN" sz="1800" b="1" dirty="0">
                <a:latin typeface="Courier New" panose="02070309020205020404" pitchFamily="49" charset="0"/>
                <a:cs typeface="Courier New" panose="02070309020205020404" pitchFamily="49" charset="0"/>
              </a:rPr>
              <a:t>a</a:t>
            </a:r>
          </a:p>
          <a:p>
            <a:endParaRPr lang="en-US" altLang="zh-CN" b="1" dirty="0">
              <a:latin typeface="Courier New" panose="02070309020205020404" pitchFamily="49" charset="0"/>
              <a:cs typeface="Courier New" panose="02070309020205020404" pitchFamily="49" charset="0"/>
            </a:endParaRPr>
          </a:p>
          <a:p>
            <a:endParaRPr lang="en-US" altLang="zh-CN" b="1" dirty="0">
              <a:latin typeface="Courier New" panose="02070309020205020404" pitchFamily="49" charset="0"/>
              <a:cs typeface="Courier New" panose="02070309020205020404" pitchFamily="49" charset="0"/>
            </a:endParaRPr>
          </a:p>
          <a:p>
            <a:r>
              <a:rPr lang="zh-CN" altLang="en-US" b="1" dirty="0">
                <a:latin typeface="Courier New" panose="02070309020205020404" pitchFamily="49" charset="0"/>
                <a:cs typeface="Courier New" panose="02070309020205020404" pitchFamily="49" charset="0"/>
              </a:rPr>
              <a:t>是原子，返回</a:t>
            </a:r>
            <a:endParaRPr lang="en-US" altLang="zh-CN" b="1" dirty="0">
              <a:latin typeface="Courier New" panose="02070309020205020404" pitchFamily="49" charset="0"/>
              <a:cs typeface="Courier New" panose="02070309020205020404" pitchFamily="49" charset="0"/>
            </a:endParaRPr>
          </a:p>
          <a:p>
            <a:endParaRPr lang="en-US" altLang="zh-CN" b="1" dirty="0">
              <a:latin typeface="Courier New" panose="02070309020205020404" pitchFamily="49" charset="0"/>
              <a:cs typeface="Courier New" panose="02070309020205020404" pitchFamily="49" charset="0"/>
            </a:endParaRPr>
          </a:p>
          <a:p>
            <a:r>
              <a:rPr lang="en-US" altLang="zh-CN" sz="1800" b="1" dirty="0">
                <a:latin typeface="Courier New" panose="02070309020205020404" pitchFamily="49" charset="0"/>
                <a:cs typeface="Courier New" panose="02070309020205020404" pitchFamily="49" charset="0"/>
              </a:rPr>
              <a:t>                   </a:t>
            </a:r>
            <a:endParaRPr lang="en-US" altLang="zh-CN" b="1" dirty="0">
              <a:latin typeface="Courier New" panose="02070309020205020404" pitchFamily="49" charset="0"/>
              <a:cs typeface="Courier New" panose="02070309020205020404" pitchFamily="49" charset="0"/>
            </a:endParaRPr>
          </a:p>
          <a:p>
            <a:r>
              <a:rPr lang="en-US" altLang="zh-CN" b="1" dirty="0">
                <a:latin typeface="Courier New" panose="02070309020205020404" pitchFamily="49" charset="0"/>
                <a:cs typeface="Courier New" panose="02070309020205020404" pitchFamily="49" charset="0"/>
              </a:rPr>
              <a:t>             </a:t>
            </a:r>
            <a:r>
              <a:rPr lang="en-US" altLang="zh-CN" sz="1800" b="1" dirty="0">
                <a:latin typeface="Courier New" panose="02070309020205020404" pitchFamily="49" charset="0"/>
                <a:cs typeface="Courier New" panose="02070309020205020404" pitchFamily="49" charset="0"/>
              </a:rPr>
              <a:t>    </a:t>
            </a:r>
            <a:endParaRPr lang="zh-CN" altLang="en-US" dirty="0"/>
          </a:p>
          <a:p>
            <a:endParaRPr lang="en-US" altLang="zh-CN" dirty="0"/>
          </a:p>
          <a:p>
            <a:endParaRPr lang="en-US" altLang="zh-CN" dirty="0"/>
          </a:p>
          <a:p>
            <a:endParaRPr lang="en-US" altLang="zh-CN" dirty="0"/>
          </a:p>
          <a:p>
            <a:endParaRPr lang="en-US" altLang="zh-CN" dirty="0"/>
          </a:p>
          <a:p>
            <a:endParaRPr lang="en-US" altLang="zh-CN" dirty="0"/>
          </a:p>
          <a:p>
            <a:endParaRPr lang="zh-CN" altLang="en-US" dirty="0"/>
          </a:p>
        </p:txBody>
      </p:sp>
      <p:sp>
        <p:nvSpPr>
          <p:cNvPr id="13" name="文本框 12">
            <a:extLst>
              <a:ext uri="{FF2B5EF4-FFF2-40B4-BE49-F238E27FC236}">
                <a16:creationId xmlns:a16="http://schemas.microsoft.com/office/drawing/2014/main" id="{189BF33F-8BDC-4181-9153-EF3126604272}"/>
              </a:ext>
            </a:extLst>
          </p:cNvPr>
          <p:cNvSpPr txBox="1"/>
          <p:nvPr/>
        </p:nvSpPr>
        <p:spPr>
          <a:xfrm>
            <a:off x="7846774" y="2862539"/>
            <a:ext cx="4021875" cy="3693319"/>
          </a:xfrm>
          <a:prstGeom prst="rect">
            <a:avLst/>
          </a:prstGeom>
          <a:solidFill>
            <a:srgbClr val="ECF3FA"/>
          </a:solidFill>
          <a:ln w="12700">
            <a:solidFill>
              <a:srgbClr val="C00000"/>
            </a:solidFill>
          </a:ln>
        </p:spPr>
        <p:txBody>
          <a:bodyPr wrap="square">
            <a:spAutoFit/>
          </a:bodyPr>
          <a:lstStyle/>
          <a:p>
            <a:r>
              <a:rPr lang="en-US" altLang="zh-CN" sz="1800" b="1" dirty="0">
                <a:latin typeface="Courier New" panose="02070309020205020404" pitchFamily="49" charset="0"/>
                <a:cs typeface="Courier New" panose="02070309020205020404" pitchFamily="49" charset="0"/>
              </a:rPr>
              <a:t>(a,(</a:t>
            </a:r>
            <a:r>
              <a:rPr lang="en-US" altLang="zh-CN" sz="1800" b="1" dirty="0" err="1">
                <a:latin typeface="Courier New" panose="02070309020205020404" pitchFamily="49" charset="0"/>
                <a:cs typeface="Courier New" panose="02070309020205020404" pitchFamily="49" charset="0"/>
              </a:rPr>
              <a:t>b,c,d</a:t>
            </a:r>
            <a:r>
              <a:rPr lang="en-US" altLang="zh-CN" sz="1800" b="1" dirty="0">
                <a:latin typeface="Courier New" panose="02070309020205020404" pitchFamily="49" charset="0"/>
                <a:cs typeface="Courier New" panose="02070309020205020404" pitchFamily="49" charset="0"/>
              </a:rPr>
              <a:t>))</a:t>
            </a:r>
          </a:p>
          <a:p>
            <a:endParaRPr lang="en-US" altLang="zh-CN" b="1" dirty="0">
              <a:latin typeface="Courier New" panose="02070309020205020404" pitchFamily="49" charset="0"/>
              <a:cs typeface="Courier New" panose="02070309020205020404" pitchFamily="49" charset="0"/>
            </a:endParaRPr>
          </a:p>
          <a:p>
            <a:endParaRPr lang="en-US" altLang="zh-CN" b="1" dirty="0">
              <a:latin typeface="Courier New" panose="02070309020205020404" pitchFamily="49" charset="0"/>
              <a:cs typeface="Courier New" panose="02070309020205020404" pitchFamily="49" charset="0"/>
            </a:endParaRPr>
          </a:p>
          <a:p>
            <a:endParaRPr lang="en-US" altLang="zh-CN" b="1" dirty="0">
              <a:latin typeface="Courier New" panose="02070309020205020404" pitchFamily="49" charset="0"/>
              <a:cs typeface="Courier New" panose="02070309020205020404" pitchFamily="49" charset="0"/>
            </a:endParaRPr>
          </a:p>
          <a:p>
            <a:endParaRPr lang="en-US" altLang="zh-CN" b="1" dirty="0">
              <a:latin typeface="Courier New" panose="02070309020205020404" pitchFamily="49" charset="0"/>
              <a:cs typeface="Courier New" panose="02070309020205020404" pitchFamily="49" charset="0"/>
            </a:endParaRPr>
          </a:p>
          <a:p>
            <a:r>
              <a:rPr lang="en-US" altLang="zh-CN" sz="1800" b="1" dirty="0">
                <a:latin typeface="Courier New" panose="02070309020205020404" pitchFamily="49" charset="0"/>
                <a:cs typeface="Courier New" panose="02070309020205020404" pitchFamily="49" charset="0"/>
              </a:rPr>
              <a:t>                   </a:t>
            </a:r>
          </a:p>
          <a:p>
            <a:endParaRPr lang="en-US" altLang="zh-CN" b="1" dirty="0">
              <a:latin typeface="Courier New" panose="02070309020205020404" pitchFamily="49" charset="0"/>
              <a:cs typeface="Courier New" panose="02070309020205020404" pitchFamily="49" charset="0"/>
            </a:endParaRPr>
          </a:p>
          <a:p>
            <a:r>
              <a:rPr lang="en-US" altLang="zh-CN" b="1" dirty="0">
                <a:latin typeface="Courier New" panose="02070309020205020404" pitchFamily="49" charset="0"/>
                <a:cs typeface="Courier New" panose="02070309020205020404" pitchFamily="49" charset="0"/>
              </a:rPr>
              <a:t>           </a:t>
            </a:r>
            <a:r>
              <a:rPr lang="en-US" altLang="zh-CN" sz="1800" b="1" dirty="0">
                <a:latin typeface="Courier New" panose="02070309020205020404" pitchFamily="49" charset="0"/>
                <a:cs typeface="Courier New" panose="02070309020205020404" pitchFamily="49" charset="0"/>
              </a:rPr>
              <a:t>(</a:t>
            </a:r>
            <a:r>
              <a:rPr lang="en-US" altLang="zh-CN" sz="1800" b="1" dirty="0" err="1">
                <a:latin typeface="Courier New" panose="02070309020205020404" pitchFamily="49" charset="0"/>
                <a:cs typeface="Courier New" panose="02070309020205020404" pitchFamily="49" charset="0"/>
              </a:rPr>
              <a:t>b,c,d</a:t>
            </a:r>
            <a:r>
              <a:rPr lang="en-US" altLang="zh-CN" sz="1800" b="1" dirty="0">
                <a:latin typeface="Courier New" panose="02070309020205020404" pitchFamily="49" charset="0"/>
                <a:cs typeface="Courier New" panose="02070309020205020404" pitchFamily="49" charset="0"/>
              </a:rPr>
              <a:t>)    </a:t>
            </a:r>
            <a:endParaRPr lang="zh-CN" altLang="en-US" dirty="0"/>
          </a:p>
          <a:p>
            <a:r>
              <a:rPr lang="zh-CN" altLang="en-US" dirty="0"/>
              <a:t>                    </a:t>
            </a:r>
            <a:r>
              <a:rPr lang="zh-CN" altLang="en-US" b="1" dirty="0">
                <a:solidFill>
                  <a:srgbClr val="0F14F1"/>
                </a:solidFill>
              </a:rPr>
              <a:t>对</a:t>
            </a:r>
            <a:r>
              <a:rPr lang="zh-CN" altLang="en-US" dirty="0"/>
              <a:t> </a:t>
            </a:r>
            <a:r>
              <a:rPr lang="en-US" altLang="zh-CN" b="1" dirty="0">
                <a:latin typeface="Courier New" panose="02070309020205020404" pitchFamily="49" charset="0"/>
                <a:cs typeface="Courier New" panose="02070309020205020404" pitchFamily="49" charset="0"/>
              </a:rPr>
              <a:t>(</a:t>
            </a:r>
            <a:r>
              <a:rPr lang="en-US" altLang="zh-CN" b="1" dirty="0" err="1">
                <a:latin typeface="Courier New" panose="02070309020205020404" pitchFamily="49" charset="0"/>
                <a:cs typeface="Courier New" panose="02070309020205020404" pitchFamily="49" charset="0"/>
              </a:rPr>
              <a:t>b,c,d</a:t>
            </a:r>
            <a:r>
              <a:rPr lang="en-US" altLang="zh-CN" b="1" dirty="0">
                <a:latin typeface="Courier New" panose="02070309020205020404" pitchFamily="49" charset="0"/>
                <a:cs typeface="Courier New" panose="02070309020205020404" pitchFamily="49" charset="0"/>
              </a:rPr>
              <a:t>)</a:t>
            </a:r>
            <a:r>
              <a:rPr lang="en-US" altLang="zh-CN" dirty="0"/>
              <a:t> </a:t>
            </a:r>
            <a:r>
              <a:rPr lang="zh-CN" altLang="en-US" b="1" dirty="0">
                <a:solidFill>
                  <a:srgbClr val="0F14F1"/>
                </a:solidFill>
              </a:rPr>
              <a:t>递归</a:t>
            </a:r>
          </a:p>
          <a:p>
            <a:endParaRPr lang="en-US" altLang="zh-CN" dirty="0"/>
          </a:p>
          <a:p>
            <a:endParaRPr lang="en-US" altLang="zh-CN" dirty="0"/>
          </a:p>
          <a:p>
            <a:endParaRPr lang="en-US" altLang="zh-CN" dirty="0"/>
          </a:p>
          <a:p>
            <a:endParaRPr lang="zh-CN" altLang="en-US" dirty="0"/>
          </a:p>
        </p:txBody>
      </p:sp>
      <p:sp>
        <p:nvSpPr>
          <p:cNvPr id="20" name="弧形 19">
            <a:extLst>
              <a:ext uri="{FF2B5EF4-FFF2-40B4-BE49-F238E27FC236}">
                <a16:creationId xmlns:a16="http://schemas.microsoft.com/office/drawing/2014/main" id="{B247E7E4-64C1-40AF-ABEF-4614B5CA73B9}"/>
              </a:ext>
            </a:extLst>
          </p:cNvPr>
          <p:cNvSpPr/>
          <p:nvPr/>
        </p:nvSpPr>
        <p:spPr>
          <a:xfrm rot="13355435">
            <a:off x="9269126" y="4797295"/>
            <a:ext cx="550110" cy="661025"/>
          </a:xfrm>
          <a:prstGeom prst="arc">
            <a:avLst/>
          </a:prstGeom>
          <a:ln w="28575">
            <a:solidFill>
              <a:srgbClr val="C0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6" name="文本框 15">
            <a:extLst>
              <a:ext uri="{FF2B5EF4-FFF2-40B4-BE49-F238E27FC236}">
                <a16:creationId xmlns:a16="http://schemas.microsoft.com/office/drawing/2014/main" id="{5343EF38-C9E7-4CFF-847C-CC9F3FB72079}"/>
              </a:ext>
            </a:extLst>
          </p:cNvPr>
          <p:cNvSpPr txBox="1"/>
          <p:nvPr/>
        </p:nvSpPr>
        <p:spPr>
          <a:xfrm>
            <a:off x="7846774" y="2855104"/>
            <a:ext cx="4021875" cy="3693319"/>
          </a:xfrm>
          <a:prstGeom prst="rect">
            <a:avLst/>
          </a:prstGeom>
          <a:solidFill>
            <a:schemeClr val="accent4">
              <a:lumMod val="20000"/>
              <a:lumOff val="80000"/>
            </a:schemeClr>
          </a:solidFill>
          <a:ln w="12700">
            <a:solidFill>
              <a:srgbClr val="C00000"/>
            </a:solidFill>
          </a:ln>
        </p:spPr>
        <p:txBody>
          <a:bodyPr wrap="square">
            <a:spAutoFit/>
          </a:bodyPr>
          <a:lstStyle/>
          <a:p>
            <a:r>
              <a:rPr lang="en-US" altLang="zh-CN" b="1" dirty="0">
                <a:latin typeface="Courier New" panose="02070309020205020404" pitchFamily="49" charset="0"/>
                <a:cs typeface="Courier New" panose="02070309020205020404" pitchFamily="49" charset="0"/>
              </a:rPr>
              <a:t> </a:t>
            </a:r>
            <a:r>
              <a:rPr lang="en-US" altLang="zh-CN" sz="1800" b="1" dirty="0">
                <a:latin typeface="Courier New" panose="02070309020205020404" pitchFamily="49" charset="0"/>
                <a:cs typeface="Courier New" panose="02070309020205020404" pitchFamily="49" charset="0"/>
              </a:rPr>
              <a:t>(</a:t>
            </a:r>
            <a:r>
              <a:rPr lang="en-US" altLang="zh-CN" sz="1800" b="1" dirty="0" err="1">
                <a:latin typeface="Courier New" panose="02070309020205020404" pitchFamily="49" charset="0"/>
                <a:cs typeface="Courier New" panose="02070309020205020404" pitchFamily="49" charset="0"/>
              </a:rPr>
              <a:t>b,c,d</a:t>
            </a:r>
            <a:r>
              <a:rPr lang="en-US" altLang="zh-CN" sz="1800" b="1" dirty="0">
                <a:latin typeface="Courier New" panose="02070309020205020404" pitchFamily="49" charset="0"/>
                <a:cs typeface="Courier New" panose="02070309020205020404" pitchFamily="49" charset="0"/>
              </a:rPr>
              <a:t>)</a:t>
            </a:r>
          </a:p>
          <a:p>
            <a:endParaRPr lang="en-US" altLang="zh-CN" b="1" dirty="0">
              <a:latin typeface="Courier New" panose="02070309020205020404" pitchFamily="49" charset="0"/>
              <a:cs typeface="Courier New" panose="02070309020205020404" pitchFamily="49" charset="0"/>
            </a:endParaRPr>
          </a:p>
          <a:p>
            <a:endParaRPr lang="en-US" altLang="zh-CN" b="1" dirty="0">
              <a:latin typeface="Courier New" panose="02070309020205020404" pitchFamily="49" charset="0"/>
              <a:cs typeface="Courier New" panose="02070309020205020404" pitchFamily="49" charset="0"/>
            </a:endParaRPr>
          </a:p>
          <a:p>
            <a:endParaRPr lang="en-US" altLang="zh-CN" b="1" dirty="0">
              <a:latin typeface="Courier New" panose="02070309020205020404" pitchFamily="49" charset="0"/>
              <a:cs typeface="Courier New" panose="02070309020205020404" pitchFamily="49" charset="0"/>
            </a:endParaRPr>
          </a:p>
          <a:p>
            <a:endParaRPr lang="en-US" altLang="zh-CN" b="1" dirty="0">
              <a:latin typeface="Courier New" panose="02070309020205020404" pitchFamily="49" charset="0"/>
              <a:cs typeface="Courier New" panose="02070309020205020404" pitchFamily="49" charset="0"/>
            </a:endParaRPr>
          </a:p>
          <a:p>
            <a:r>
              <a:rPr lang="en-US" altLang="zh-CN" sz="1800" b="1" dirty="0">
                <a:latin typeface="Courier New" panose="02070309020205020404" pitchFamily="49" charset="0"/>
                <a:cs typeface="Courier New" panose="02070309020205020404" pitchFamily="49" charset="0"/>
              </a:rPr>
              <a:t>                      </a:t>
            </a:r>
            <a:r>
              <a:rPr lang="en-US" altLang="zh-CN" sz="1800" b="1" dirty="0" err="1">
                <a:latin typeface="Courier New" panose="02070309020205020404" pitchFamily="49" charset="0"/>
                <a:cs typeface="Courier New" panose="02070309020205020404" pitchFamily="49" charset="0"/>
              </a:rPr>
              <a:t>b,c,d</a:t>
            </a:r>
            <a:r>
              <a:rPr lang="en-US" altLang="zh-CN" sz="1800" b="1" dirty="0">
                <a:latin typeface="Courier New" panose="02070309020205020404" pitchFamily="49" charset="0"/>
                <a:cs typeface="Courier New" panose="02070309020205020404" pitchFamily="49" charset="0"/>
              </a:rPr>
              <a:t>       </a:t>
            </a:r>
          </a:p>
          <a:p>
            <a:endParaRPr lang="en-US" altLang="zh-CN" b="1" dirty="0">
              <a:latin typeface="Courier New" panose="02070309020205020404" pitchFamily="49" charset="0"/>
              <a:cs typeface="Courier New" panose="02070309020205020404" pitchFamily="49" charset="0"/>
            </a:endParaRPr>
          </a:p>
          <a:p>
            <a:r>
              <a:rPr lang="en-US" altLang="zh-CN" b="1" dirty="0">
                <a:latin typeface="Courier New" panose="02070309020205020404" pitchFamily="49" charset="0"/>
                <a:cs typeface="Courier New" panose="02070309020205020404" pitchFamily="49" charset="0"/>
              </a:rPr>
              <a:t>              </a:t>
            </a:r>
            <a:r>
              <a:rPr lang="en-US" altLang="zh-CN" sz="1800" b="1" dirty="0">
                <a:latin typeface="Courier New" panose="02070309020205020404" pitchFamily="49" charset="0"/>
                <a:cs typeface="Courier New" panose="02070309020205020404" pitchFamily="49" charset="0"/>
              </a:rPr>
              <a:t>b</a:t>
            </a:r>
            <a:r>
              <a:rPr lang="en-US" altLang="zh-CN" b="1" dirty="0">
                <a:latin typeface="Courier New" panose="02070309020205020404" pitchFamily="49" charset="0"/>
                <a:cs typeface="Courier New" panose="02070309020205020404" pitchFamily="49" charset="0"/>
              </a:rPr>
              <a:t>         </a:t>
            </a:r>
            <a:r>
              <a:rPr lang="en-US" altLang="zh-CN" sz="1800" b="1" dirty="0" err="1">
                <a:latin typeface="Courier New" panose="02070309020205020404" pitchFamily="49" charset="0"/>
                <a:cs typeface="Courier New" panose="02070309020205020404" pitchFamily="49" charset="0"/>
              </a:rPr>
              <a:t>c,d</a:t>
            </a:r>
            <a:r>
              <a:rPr lang="en-US" altLang="zh-CN" sz="1800" b="1" dirty="0">
                <a:latin typeface="Courier New" panose="02070309020205020404" pitchFamily="49" charset="0"/>
                <a:cs typeface="Courier New" panose="02070309020205020404" pitchFamily="49" charset="0"/>
              </a:rPr>
              <a:t>    </a:t>
            </a:r>
            <a:endParaRPr lang="zh-CN" altLang="en-US" dirty="0"/>
          </a:p>
          <a:p>
            <a:r>
              <a:rPr lang="zh-CN" altLang="en-US" dirty="0"/>
              <a:t>                          </a:t>
            </a:r>
            <a:r>
              <a:rPr lang="zh-CN" altLang="en-US" b="1" dirty="0">
                <a:solidFill>
                  <a:srgbClr val="0F14F1"/>
                </a:solidFill>
              </a:rPr>
              <a:t>对</a:t>
            </a:r>
            <a:r>
              <a:rPr lang="zh-CN" altLang="en-US" dirty="0"/>
              <a:t> </a:t>
            </a:r>
            <a:r>
              <a:rPr lang="en-US" altLang="zh-CN" b="1" dirty="0">
                <a:latin typeface="Courier New" panose="02070309020205020404" pitchFamily="49" charset="0"/>
                <a:cs typeface="Courier New" panose="02070309020205020404" pitchFamily="49" charset="0"/>
              </a:rPr>
              <a:t>b</a:t>
            </a:r>
            <a:r>
              <a:rPr lang="en-US" altLang="zh-CN" dirty="0"/>
              <a:t> </a:t>
            </a:r>
            <a:r>
              <a:rPr lang="zh-CN" altLang="en-US" b="1" dirty="0">
                <a:solidFill>
                  <a:srgbClr val="0F14F1"/>
                </a:solidFill>
              </a:rPr>
              <a:t>递归</a:t>
            </a:r>
          </a:p>
          <a:p>
            <a:endParaRPr lang="en-US" altLang="zh-CN" dirty="0"/>
          </a:p>
          <a:p>
            <a:endParaRPr lang="en-US" altLang="zh-CN" dirty="0"/>
          </a:p>
          <a:p>
            <a:endParaRPr lang="en-US" altLang="zh-CN" dirty="0"/>
          </a:p>
          <a:p>
            <a:endParaRPr lang="zh-CN" altLang="en-US" dirty="0"/>
          </a:p>
        </p:txBody>
      </p:sp>
      <p:sp>
        <p:nvSpPr>
          <p:cNvPr id="17" name="文本框 16">
            <a:extLst>
              <a:ext uri="{FF2B5EF4-FFF2-40B4-BE49-F238E27FC236}">
                <a16:creationId xmlns:a16="http://schemas.microsoft.com/office/drawing/2014/main" id="{382C3289-96E7-460C-A567-F723F86E4F83}"/>
              </a:ext>
            </a:extLst>
          </p:cNvPr>
          <p:cNvSpPr txBox="1"/>
          <p:nvPr/>
        </p:nvSpPr>
        <p:spPr>
          <a:xfrm>
            <a:off x="7843048" y="2855128"/>
            <a:ext cx="4021875" cy="3693319"/>
          </a:xfrm>
          <a:prstGeom prst="rect">
            <a:avLst/>
          </a:prstGeom>
          <a:solidFill>
            <a:srgbClr val="E2CCE6"/>
          </a:solidFill>
          <a:ln w="12700">
            <a:solidFill>
              <a:srgbClr val="C00000"/>
            </a:solidFill>
          </a:ln>
        </p:spPr>
        <p:txBody>
          <a:bodyPr wrap="square">
            <a:spAutoFit/>
          </a:bodyPr>
          <a:lstStyle/>
          <a:p>
            <a:r>
              <a:rPr lang="en-US" altLang="zh-CN" b="1" dirty="0">
                <a:latin typeface="Courier New" panose="02070309020205020404" pitchFamily="49" charset="0"/>
                <a:cs typeface="Courier New" panose="02070309020205020404" pitchFamily="49" charset="0"/>
              </a:rPr>
              <a:t>  </a:t>
            </a:r>
            <a:r>
              <a:rPr lang="en-US" altLang="zh-CN" sz="1800" b="1" dirty="0">
                <a:latin typeface="Courier New" panose="02070309020205020404" pitchFamily="49" charset="0"/>
                <a:cs typeface="Courier New" panose="02070309020205020404" pitchFamily="49" charset="0"/>
              </a:rPr>
              <a:t>b</a:t>
            </a:r>
            <a:endParaRPr lang="en-US" altLang="zh-CN" b="1" dirty="0">
              <a:latin typeface="Courier New" panose="02070309020205020404" pitchFamily="49" charset="0"/>
              <a:cs typeface="Courier New" panose="02070309020205020404" pitchFamily="49" charset="0"/>
            </a:endParaRPr>
          </a:p>
          <a:p>
            <a:endParaRPr lang="en-US" altLang="zh-CN" b="1" dirty="0">
              <a:latin typeface="Courier New" panose="02070309020205020404" pitchFamily="49" charset="0"/>
              <a:cs typeface="Courier New" panose="02070309020205020404" pitchFamily="49" charset="0"/>
            </a:endParaRPr>
          </a:p>
          <a:p>
            <a:endParaRPr lang="en-US" altLang="zh-CN" b="1" dirty="0">
              <a:latin typeface="Courier New" panose="02070309020205020404" pitchFamily="49" charset="0"/>
              <a:cs typeface="Courier New" panose="02070309020205020404" pitchFamily="49" charset="0"/>
            </a:endParaRPr>
          </a:p>
          <a:p>
            <a:r>
              <a:rPr lang="zh-CN" altLang="en-US" b="1" dirty="0">
                <a:latin typeface="Courier New" panose="02070309020205020404" pitchFamily="49" charset="0"/>
                <a:cs typeface="Courier New" panose="02070309020205020404" pitchFamily="49" charset="0"/>
              </a:rPr>
              <a:t>是原子，返回</a:t>
            </a:r>
            <a:endParaRPr lang="en-US" altLang="zh-CN" b="1" dirty="0">
              <a:latin typeface="Courier New" panose="02070309020205020404" pitchFamily="49" charset="0"/>
              <a:cs typeface="Courier New" panose="02070309020205020404" pitchFamily="49" charset="0"/>
            </a:endParaRPr>
          </a:p>
          <a:p>
            <a:r>
              <a:rPr lang="en-US" altLang="zh-CN" sz="1800" b="1" dirty="0">
                <a:latin typeface="Courier New" panose="02070309020205020404" pitchFamily="49" charset="0"/>
                <a:cs typeface="Courier New" panose="02070309020205020404" pitchFamily="49" charset="0"/>
              </a:rPr>
              <a:t>                   </a:t>
            </a:r>
          </a:p>
          <a:p>
            <a:endParaRPr lang="en-US" altLang="zh-CN" b="1" dirty="0">
              <a:latin typeface="Courier New" panose="02070309020205020404" pitchFamily="49" charset="0"/>
              <a:cs typeface="Courier New" panose="02070309020205020404" pitchFamily="49" charset="0"/>
            </a:endParaRPr>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zh-CN" altLang="en-US" dirty="0"/>
          </a:p>
        </p:txBody>
      </p:sp>
      <p:sp>
        <p:nvSpPr>
          <p:cNvPr id="19" name="文本框 18">
            <a:extLst>
              <a:ext uri="{FF2B5EF4-FFF2-40B4-BE49-F238E27FC236}">
                <a16:creationId xmlns:a16="http://schemas.microsoft.com/office/drawing/2014/main" id="{8DABB22C-FCA4-4340-997A-681DB1567D8B}"/>
              </a:ext>
            </a:extLst>
          </p:cNvPr>
          <p:cNvSpPr txBox="1"/>
          <p:nvPr/>
        </p:nvSpPr>
        <p:spPr>
          <a:xfrm>
            <a:off x="7846756" y="2856635"/>
            <a:ext cx="4021875" cy="3693319"/>
          </a:xfrm>
          <a:prstGeom prst="rect">
            <a:avLst/>
          </a:prstGeom>
          <a:solidFill>
            <a:schemeClr val="accent4">
              <a:lumMod val="20000"/>
              <a:lumOff val="80000"/>
            </a:schemeClr>
          </a:solidFill>
          <a:ln w="12700">
            <a:solidFill>
              <a:srgbClr val="C00000"/>
            </a:solidFill>
          </a:ln>
        </p:spPr>
        <p:txBody>
          <a:bodyPr wrap="square">
            <a:spAutoFit/>
          </a:bodyPr>
          <a:lstStyle/>
          <a:p>
            <a:r>
              <a:rPr lang="en-US" altLang="zh-CN" b="1" dirty="0">
                <a:latin typeface="Courier New" panose="02070309020205020404" pitchFamily="49" charset="0"/>
                <a:cs typeface="Courier New" panose="02070309020205020404" pitchFamily="49" charset="0"/>
              </a:rPr>
              <a:t> </a:t>
            </a:r>
            <a:r>
              <a:rPr lang="en-US" altLang="zh-CN" sz="1800" b="1" dirty="0">
                <a:latin typeface="Courier New" panose="02070309020205020404" pitchFamily="49" charset="0"/>
                <a:cs typeface="Courier New" panose="02070309020205020404" pitchFamily="49" charset="0"/>
              </a:rPr>
              <a:t>(</a:t>
            </a:r>
            <a:r>
              <a:rPr lang="en-US" altLang="zh-CN" sz="1800" b="1" dirty="0" err="1">
                <a:latin typeface="Courier New" panose="02070309020205020404" pitchFamily="49" charset="0"/>
                <a:cs typeface="Courier New" panose="02070309020205020404" pitchFamily="49" charset="0"/>
              </a:rPr>
              <a:t>b,c,d</a:t>
            </a:r>
            <a:r>
              <a:rPr lang="en-US" altLang="zh-CN" sz="1800" b="1" dirty="0">
                <a:latin typeface="Courier New" panose="02070309020205020404" pitchFamily="49" charset="0"/>
                <a:cs typeface="Courier New" panose="02070309020205020404" pitchFamily="49" charset="0"/>
              </a:rPr>
              <a:t>)</a:t>
            </a:r>
          </a:p>
          <a:p>
            <a:endParaRPr lang="en-US" altLang="zh-CN" b="1" dirty="0">
              <a:latin typeface="Courier New" panose="02070309020205020404" pitchFamily="49" charset="0"/>
              <a:cs typeface="Courier New" panose="02070309020205020404" pitchFamily="49" charset="0"/>
            </a:endParaRPr>
          </a:p>
          <a:p>
            <a:endParaRPr lang="en-US" altLang="zh-CN" b="1" dirty="0">
              <a:latin typeface="Courier New" panose="02070309020205020404" pitchFamily="49" charset="0"/>
              <a:cs typeface="Courier New" panose="02070309020205020404" pitchFamily="49" charset="0"/>
            </a:endParaRPr>
          </a:p>
          <a:p>
            <a:endParaRPr lang="en-US" altLang="zh-CN" b="1" dirty="0">
              <a:latin typeface="Courier New" panose="02070309020205020404" pitchFamily="49" charset="0"/>
              <a:cs typeface="Courier New" panose="02070309020205020404" pitchFamily="49" charset="0"/>
            </a:endParaRPr>
          </a:p>
          <a:p>
            <a:endParaRPr lang="en-US" altLang="zh-CN" b="1" dirty="0">
              <a:latin typeface="Courier New" panose="02070309020205020404" pitchFamily="49" charset="0"/>
              <a:cs typeface="Courier New" panose="02070309020205020404" pitchFamily="49" charset="0"/>
            </a:endParaRPr>
          </a:p>
          <a:p>
            <a:r>
              <a:rPr lang="en-US" altLang="zh-CN" sz="1800" b="1" dirty="0">
                <a:latin typeface="Courier New" panose="02070309020205020404" pitchFamily="49" charset="0"/>
                <a:cs typeface="Courier New" panose="02070309020205020404" pitchFamily="49" charset="0"/>
              </a:rPr>
              <a:t>                      </a:t>
            </a:r>
            <a:r>
              <a:rPr lang="en-US" altLang="zh-CN" sz="1800" b="1" dirty="0" err="1">
                <a:latin typeface="Courier New" panose="02070309020205020404" pitchFamily="49" charset="0"/>
                <a:cs typeface="Courier New" panose="02070309020205020404" pitchFamily="49" charset="0"/>
              </a:rPr>
              <a:t>b,c,d</a:t>
            </a:r>
            <a:r>
              <a:rPr lang="en-US" altLang="zh-CN" sz="1800" b="1" dirty="0">
                <a:latin typeface="Courier New" panose="02070309020205020404" pitchFamily="49" charset="0"/>
                <a:cs typeface="Courier New" panose="02070309020205020404" pitchFamily="49" charset="0"/>
              </a:rPr>
              <a:t>       </a:t>
            </a:r>
          </a:p>
          <a:p>
            <a:endParaRPr lang="en-US" altLang="zh-CN" b="1" dirty="0">
              <a:latin typeface="Courier New" panose="02070309020205020404" pitchFamily="49" charset="0"/>
              <a:cs typeface="Courier New" panose="02070309020205020404" pitchFamily="49" charset="0"/>
            </a:endParaRPr>
          </a:p>
          <a:p>
            <a:r>
              <a:rPr lang="en-US" altLang="zh-CN" b="1" dirty="0">
                <a:latin typeface="Courier New" panose="02070309020205020404" pitchFamily="49" charset="0"/>
                <a:cs typeface="Courier New" panose="02070309020205020404" pitchFamily="49" charset="0"/>
              </a:rPr>
              <a:t>              c           d</a:t>
            </a:r>
            <a:r>
              <a:rPr lang="en-US" altLang="zh-CN" sz="1800" b="1" dirty="0">
                <a:latin typeface="Courier New" panose="02070309020205020404" pitchFamily="49" charset="0"/>
                <a:cs typeface="Courier New" panose="02070309020205020404" pitchFamily="49" charset="0"/>
              </a:rPr>
              <a:t>    </a:t>
            </a:r>
            <a:endParaRPr lang="zh-CN" altLang="en-US" dirty="0"/>
          </a:p>
          <a:p>
            <a:r>
              <a:rPr lang="zh-CN" altLang="en-US" dirty="0"/>
              <a:t>                          </a:t>
            </a:r>
            <a:r>
              <a:rPr lang="zh-CN" altLang="en-US" b="1" dirty="0">
                <a:solidFill>
                  <a:srgbClr val="0F14F1"/>
                </a:solidFill>
              </a:rPr>
              <a:t>对</a:t>
            </a:r>
            <a:r>
              <a:rPr lang="zh-CN" altLang="en-US" dirty="0"/>
              <a:t> </a:t>
            </a:r>
            <a:r>
              <a:rPr lang="en-US" altLang="zh-CN" b="1" dirty="0">
                <a:latin typeface="Courier New" panose="02070309020205020404" pitchFamily="49" charset="0"/>
                <a:cs typeface="Courier New" panose="02070309020205020404" pitchFamily="49" charset="0"/>
              </a:rPr>
              <a:t>c</a:t>
            </a:r>
            <a:r>
              <a:rPr lang="en-US" altLang="zh-CN" dirty="0"/>
              <a:t> </a:t>
            </a:r>
            <a:r>
              <a:rPr lang="zh-CN" altLang="en-US" b="1" dirty="0">
                <a:solidFill>
                  <a:srgbClr val="0F14F1"/>
                </a:solidFill>
              </a:rPr>
              <a:t>递归</a:t>
            </a:r>
          </a:p>
          <a:p>
            <a:endParaRPr lang="en-US" altLang="zh-CN" dirty="0"/>
          </a:p>
          <a:p>
            <a:endParaRPr lang="en-US" altLang="zh-CN" dirty="0"/>
          </a:p>
          <a:p>
            <a:endParaRPr lang="en-US" altLang="zh-CN" dirty="0"/>
          </a:p>
          <a:p>
            <a:endParaRPr lang="zh-CN" altLang="en-US" dirty="0"/>
          </a:p>
        </p:txBody>
      </p:sp>
      <p:sp>
        <p:nvSpPr>
          <p:cNvPr id="27" name="弧形 26">
            <a:extLst>
              <a:ext uri="{FF2B5EF4-FFF2-40B4-BE49-F238E27FC236}">
                <a16:creationId xmlns:a16="http://schemas.microsoft.com/office/drawing/2014/main" id="{95F22EAA-8169-4F7B-9526-1ECB655E4E71}"/>
              </a:ext>
            </a:extLst>
          </p:cNvPr>
          <p:cNvSpPr/>
          <p:nvPr/>
        </p:nvSpPr>
        <p:spPr>
          <a:xfrm rot="13355435">
            <a:off x="9421526" y="4845619"/>
            <a:ext cx="550110" cy="661025"/>
          </a:xfrm>
          <a:prstGeom prst="arc">
            <a:avLst/>
          </a:prstGeom>
          <a:ln w="28575">
            <a:solidFill>
              <a:srgbClr val="C0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1" name="文本框 20">
            <a:extLst>
              <a:ext uri="{FF2B5EF4-FFF2-40B4-BE49-F238E27FC236}">
                <a16:creationId xmlns:a16="http://schemas.microsoft.com/office/drawing/2014/main" id="{5E011805-30A4-4FF8-9A8F-081E9764A378}"/>
              </a:ext>
            </a:extLst>
          </p:cNvPr>
          <p:cNvSpPr txBox="1"/>
          <p:nvPr/>
        </p:nvSpPr>
        <p:spPr>
          <a:xfrm>
            <a:off x="7846774" y="2853575"/>
            <a:ext cx="4021875" cy="3693319"/>
          </a:xfrm>
          <a:prstGeom prst="rect">
            <a:avLst/>
          </a:prstGeom>
          <a:solidFill>
            <a:srgbClr val="E2CCE6"/>
          </a:solidFill>
          <a:ln w="12700">
            <a:solidFill>
              <a:srgbClr val="C00000"/>
            </a:solidFill>
          </a:ln>
        </p:spPr>
        <p:txBody>
          <a:bodyPr wrap="square">
            <a:spAutoFit/>
          </a:bodyPr>
          <a:lstStyle/>
          <a:p>
            <a:r>
              <a:rPr lang="en-US" altLang="zh-CN" b="1" dirty="0">
                <a:latin typeface="Courier New" panose="02070309020205020404" pitchFamily="49" charset="0"/>
                <a:cs typeface="Courier New" panose="02070309020205020404" pitchFamily="49" charset="0"/>
              </a:rPr>
              <a:t>  c</a:t>
            </a:r>
          </a:p>
          <a:p>
            <a:endParaRPr lang="en-US" altLang="zh-CN" b="1" dirty="0">
              <a:latin typeface="Courier New" panose="02070309020205020404" pitchFamily="49" charset="0"/>
              <a:cs typeface="Courier New" panose="02070309020205020404" pitchFamily="49" charset="0"/>
            </a:endParaRPr>
          </a:p>
          <a:p>
            <a:endParaRPr lang="en-US" altLang="zh-CN" b="1" dirty="0">
              <a:latin typeface="Courier New" panose="02070309020205020404" pitchFamily="49" charset="0"/>
              <a:cs typeface="Courier New" panose="02070309020205020404" pitchFamily="49" charset="0"/>
            </a:endParaRPr>
          </a:p>
          <a:p>
            <a:r>
              <a:rPr lang="zh-CN" altLang="en-US" b="1" dirty="0">
                <a:latin typeface="Courier New" panose="02070309020205020404" pitchFamily="49" charset="0"/>
                <a:cs typeface="Courier New" panose="02070309020205020404" pitchFamily="49" charset="0"/>
              </a:rPr>
              <a:t>是原子，返回</a:t>
            </a:r>
            <a:endParaRPr lang="en-US" altLang="zh-CN" b="1" dirty="0">
              <a:latin typeface="Courier New" panose="02070309020205020404" pitchFamily="49" charset="0"/>
              <a:cs typeface="Courier New" panose="02070309020205020404" pitchFamily="49" charset="0"/>
            </a:endParaRPr>
          </a:p>
          <a:p>
            <a:r>
              <a:rPr lang="en-US" altLang="zh-CN" sz="1800" b="1" dirty="0">
                <a:latin typeface="Courier New" panose="02070309020205020404" pitchFamily="49" charset="0"/>
                <a:cs typeface="Courier New" panose="02070309020205020404" pitchFamily="49" charset="0"/>
              </a:rPr>
              <a:t>                   </a:t>
            </a:r>
          </a:p>
          <a:p>
            <a:endParaRPr lang="en-US" altLang="zh-CN" b="1" dirty="0">
              <a:latin typeface="Courier New" panose="02070309020205020404" pitchFamily="49" charset="0"/>
              <a:cs typeface="Courier New" panose="02070309020205020404" pitchFamily="49" charset="0"/>
            </a:endParaRPr>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zh-CN" altLang="en-US" dirty="0"/>
          </a:p>
        </p:txBody>
      </p:sp>
      <p:sp>
        <p:nvSpPr>
          <p:cNvPr id="22" name="文本框 21">
            <a:extLst>
              <a:ext uri="{FF2B5EF4-FFF2-40B4-BE49-F238E27FC236}">
                <a16:creationId xmlns:a16="http://schemas.microsoft.com/office/drawing/2014/main" id="{E996EDCE-932F-4C15-BD76-86F188BC30F5}"/>
              </a:ext>
            </a:extLst>
          </p:cNvPr>
          <p:cNvSpPr txBox="1"/>
          <p:nvPr/>
        </p:nvSpPr>
        <p:spPr>
          <a:xfrm>
            <a:off x="7845621" y="2857218"/>
            <a:ext cx="4021875" cy="3693319"/>
          </a:xfrm>
          <a:prstGeom prst="rect">
            <a:avLst/>
          </a:prstGeom>
          <a:solidFill>
            <a:schemeClr val="accent4">
              <a:lumMod val="20000"/>
              <a:lumOff val="80000"/>
            </a:schemeClr>
          </a:solidFill>
          <a:ln w="12700">
            <a:solidFill>
              <a:srgbClr val="C00000"/>
            </a:solidFill>
          </a:ln>
        </p:spPr>
        <p:txBody>
          <a:bodyPr wrap="square">
            <a:spAutoFit/>
          </a:bodyPr>
          <a:lstStyle/>
          <a:p>
            <a:r>
              <a:rPr lang="en-US" altLang="zh-CN" b="1" dirty="0">
                <a:latin typeface="Courier New" panose="02070309020205020404" pitchFamily="49" charset="0"/>
                <a:cs typeface="Courier New" panose="02070309020205020404" pitchFamily="49" charset="0"/>
              </a:rPr>
              <a:t> </a:t>
            </a:r>
            <a:r>
              <a:rPr lang="en-US" altLang="zh-CN" sz="1800" b="1" dirty="0">
                <a:latin typeface="Courier New" panose="02070309020205020404" pitchFamily="49" charset="0"/>
                <a:cs typeface="Courier New" panose="02070309020205020404" pitchFamily="49" charset="0"/>
              </a:rPr>
              <a:t>(</a:t>
            </a:r>
            <a:r>
              <a:rPr lang="en-US" altLang="zh-CN" sz="1800" b="1" dirty="0" err="1">
                <a:latin typeface="Courier New" panose="02070309020205020404" pitchFamily="49" charset="0"/>
                <a:cs typeface="Courier New" panose="02070309020205020404" pitchFamily="49" charset="0"/>
              </a:rPr>
              <a:t>b,c,d</a:t>
            </a:r>
            <a:r>
              <a:rPr lang="en-US" altLang="zh-CN" sz="1800" b="1" dirty="0">
                <a:latin typeface="Courier New" panose="02070309020205020404" pitchFamily="49" charset="0"/>
                <a:cs typeface="Courier New" panose="02070309020205020404" pitchFamily="49" charset="0"/>
              </a:rPr>
              <a:t>)</a:t>
            </a:r>
          </a:p>
          <a:p>
            <a:endParaRPr lang="en-US" altLang="zh-CN" b="1" dirty="0">
              <a:latin typeface="Courier New" panose="02070309020205020404" pitchFamily="49" charset="0"/>
              <a:cs typeface="Courier New" panose="02070309020205020404" pitchFamily="49" charset="0"/>
            </a:endParaRPr>
          </a:p>
          <a:p>
            <a:endParaRPr lang="en-US" altLang="zh-CN" b="1" dirty="0">
              <a:latin typeface="Courier New" panose="02070309020205020404" pitchFamily="49" charset="0"/>
              <a:cs typeface="Courier New" panose="02070309020205020404" pitchFamily="49" charset="0"/>
            </a:endParaRPr>
          </a:p>
          <a:p>
            <a:endParaRPr lang="en-US" altLang="zh-CN" b="1" dirty="0">
              <a:latin typeface="Courier New" panose="02070309020205020404" pitchFamily="49" charset="0"/>
              <a:cs typeface="Courier New" panose="02070309020205020404" pitchFamily="49" charset="0"/>
            </a:endParaRPr>
          </a:p>
          <a:p>
            <a:endParaRPr lang="en-US" altLang="zh-CN" b="1" dirty="0">
              <a:latin typeface="Courier New" panose="02070309020205020404" pitchFamily="49" charset="0"/>
              <a:cs typeface="Courier New" panose="02070309020205020404" pitchFamily="49" charset="0"/>
            </a:endParaRPr>
          </a:p>
          <a:p>
            <a:r>
              <a:rPr lang="en-US" altLang="zh-CN" sz="1800" b="1" dirty="0">
                <a:latin typeface="Courier New" panose="02070309020205020404" pitchFamily="49" charset="0"/>
                <a:cs typeface="Courier New" panose="02070309020205020404" pitchFamily="49" charset="0"/>
              </a:rPr>
              <a:t>                      </a:t>
            </a:r>
            <a:r>
              <a:rPr lang="en-US" altLang="zh-CN" sz="1800" b="1" dirty="0" err="1">
                <a:latin typeface="Courier New" panose="02070309020205020404" pitchFamily="49" charset="0"/>
                <a:cs typeface="Courier New" panose="02070309020205020404" pitchFamily="49" charset="0"/>
              </a:rPr>
              <a:t>b,c,d</a:t>
            </a:r>
            <a:r>
              <a:rPr lang="en-US" altLang="zh-CN" sz="1800" b="1" dirty="0">
                <a:latin typeface="Courier New" panose="02070309020205020404" pitchFamily="49" charset="0"/>
                <a:cs typeface="Courier New" panose="02070309020205020404" pitchFamily="49" charset="0"/>
              </a:rPr>
              <a:t>       </a:t>
            </a:r>
          </a:p>
          <a:p>
            <a:endParaRPr lang="en-US" altLang="zh-CN" b="1" dirty="0">
              <a:latin typeface="Courier New" panose="02070309020205020404" pitchFamily="49" charset="0"/>
              <a:cs typeface="Courier New" panose="02070309020205020404" pitchFamily="49" charset="0"/>
            </a:endParaRPr>
          </a:p>
          <a:p>
            <a:r>
              <a:rPr lang="en-US" altLang="zh-CN" b="1" dirty="0">
                <a:latin typeface="Courier New" panose="02070309020205020404" pitchFamily="49" charset="0"/>
                <a:cs typeface="Courier New" panose="02070309020205020404" pitchFamily="49" charset="0"/>
              </a:rPr>
              <a:t>              d           </a:t>
            </a:r>
            <a:r>
              <a:rPr lang="en-US" altLang="zh-CN" sz="1800" b="1" dirty="0">
                <a:latin typeface="Courier New" panose="02070309020205020404" pitchFamily="49" charset="0"/>
                <a:cs typeface="Courier New" panose="02070309020205020404" pitchFamily="49" charset="0"/>
              </a:rPr>
              <a:t>    </a:t>
            </a:r>
            <a:endParaRPr lang="zh-CN" altLang="en-US" dirty="0"/>
          </a:p>
          <a:p>
            <a:r>
              <a:rPr lang="zh-CN" altLang="en-US" dirty="0"/>
              <a:t>                          </a:t>
            </a:r>
            <a:r>
              <a:rPr lang="zh-CN" altLang="en-US" b="1" dirty="0">
                <a:solidFill>
                  <a:srgbClr val="0F14F1"/>
                </a:solidFill>
              </a:rPr>
              <a:t>对</a:t>
            </a:r>
            <a:r>
              <a:rPr lang="zh-CN" altLang="en-US" dirty="0"/>
              <a:t> </a:t>
            </a:r>
            <a:r>
              <a:rPr lang="en-US" altLang="zh-CN" b="1" dirty="0">
                <a:latin typeface="Courier New" panose="02070309020205020404" pitchFamily="49" charset="0"/>
                <a:cs typeface="Courier New" panose="02070309020205020404" pitchFamily="49" charset="0"/>
              </a:rPr>
              <a:t>d</a:t>
            </a:r>
            <a:r>
              <a:rPr lang="en-US" altLang="zh-CN" dirty="0"/>
              <a:t> </a:t>
            </a:r>
            <a:r>
              <a:rPr lang="zh-CN" altLang="en-US" b="1" dirty="0">
                <a:solidFill>
                  <a:srgbClr val="0F14F1"/>
                </a:solidFill>
              </a:rPr>
              <a:t>递归</a:t>
            </a:r>
          </a:p>
          <a:p>
            <a:endParaRPr lang="en-US" altLang="zh-CN" dirty="0"/>
          </a:p>
          <a:p>
            <a:endParaRPr lang="en-US" altLang="zh-CN" dirty="0"/>
          </a:p>
          <a:p>
            <a:endParaRPr lang="en-US" altLang="zh-CN" dirty="0"/>
          </a:p>
          <a:p>
            <a:endParaRPr lang="zh-CN" altLang="en-US" dirty="0"/>
          </a:p>
        </p:txBody>
      </p:sp>
      <p:sp>
        <p:nvSpPr>
          <p:cNvPr id="28" name="弧形 27">
            <a:extLst>
              <a:ext uri="{FF2B5EF4-FFF2-40B4-BE49-F238E27FC236}">
                <a16:creationId xmlns:a16="http://schemas.microsoft.com/office/drawing/2014/main" id="{939EF357-590D-4C77-862B-87C9283F2D63}"/>
              </a:ext>
            </a:extLst>
          </p:cNvPr>
          <p:cNvSpPr/>
          <p:nvPr/>
        </p:nvSpPr>
        <p:spPr>
          <a:xfrm rot="13355435">
            <a:off x="9421526" y="4778713"/>
            <a:ext cx="550110" cy="661025"/>
          </a:xfrm>
          <a:prstGeom prst="arc">
            <a:avLst/>
          </a:prstGeom>
          <a:ln w="28575">
            <a:solidFill>
              <a:srgbClr val="C0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3" name="文本框 22">
            <a:extLst>
              <a:ext uri="{FF2B5EF4-FFF2-40B4-BE49-F238E27FC236}">
                <a16:creationId xmlns:a16="http://schemas.microsoft.com/office/drawing/2014/main" id="{C9D86858-816F-45F2-8110-9384A9B7A16D}"/>
              </a:ext>
            </a:extLst>
          </p:cNvPr>
          <p:cNvSpPr txBox="1"/>
          <p:nvPr/>
        </p:nvSpPr>
        <p:spPr>
          <a:xfrm>
            <a:off x="7846738" y="2859110"/>
            <a:ext cx="4021875" cy="3693319"/>
          </a:xfrm>
          <a:prstGeom prst="rect">
            <a:avLst/>
          </a:prstGeom>
          <a:solidFill>
            <a:srgbClr val="E2CCE6"/>
          </a:solidFill>
          <a:ln w="12700">
            <a:solidFill>
              <a:srgbClr val="C00000"/>
            </a:solidFill>
          </a:ln>
        </p:spPr>
        <p:txBody>
          <a:bodyPr wrap="square">
            <a:spAutoFit/>
          </a:bodyPr>
          <a:lstStyle/>
          <a:p>
            <a:r>
              <a:rPr lang="en-US" altLang="zh-CN" b="1" dirty="0">
                <a:latin typeface="Courier New" panose="02070309020205020404" pitchFamily="49" charset="0"/>
                <a:cs typeface="Courier New" panose="02070309020205020404" pitchFamily="49" charset="0"/>
              </a:rPr>
              <a:t>  d</a:t>
            </a:r>
          </a:p>
          <a:p>
            <a:endParaRPr lang="en-US" altLang="zh-CN" b="1" dirty="0">
              <a:latin typeface="Courier New" panose="02070309020205020404" pitchFamily="49" charset="0"/>
              <a:cs typeface="Courier New" panose="02070309020205020404" pitchFamily="49" charset="0"/>
            </a:endParaRPr>
          </a:p>
          <a:p>
            <a:endParaRPr lang="en-US" altLang="zh-CN" b="1" dirty="0">
              <a:latin typeface="Courier New" panose="02070309020205020404" pitchFamily="49" charset="0"/>
              <a:cs typeface="Courier New" panose="02070309020205020404" pitchFamily="49" charset="0"/>
            </a:endParaRPr>
          </a:p>
          <a:p>
            <a:r>
              <a:rPr lang="zh-CN" altLang="en-US" b="1" dirty="0">
                <a:latin typeface="Courier New" panose="02070309020205020404" pitchFamily="49" charset="0"/>
                <a:cs typeface="Courier New" panose="02070309020205020404" pitchFamily="49" charset="0"/>
              </a:rPr>
              <a:t>是原子，返回</a:t>
            </a:r>
            <a:endParaRPr lang="en-US" altLang="zh-CN" b="1" dirty="0">
              <a:latin typeface="Courier New" panose="02070309020205020404" pitchFamily="49" charset="0"/>
              <a:cs typeface="Courier New" panose="02070309020205020404" pitchFamily="49" charset="0"/>
            </a:endParaRPr>
          </a:p>
          <a:p>
            <a:r>
              <a:rPr lang="en-US" altLang="zh-CN" sz="1800" b="1" dirty="0">
                <a:latin typeface="Courier New" panose="02070309020205020404" pitchFamily="49" charset="0"/>
                <a:cs typeface="Courier New" panose="02070309020205020404" pitchFamily="49" charset="0"/>
              </a:rPr>
              <a:t>                   </a:t>
            </a:r>
          </a:p>
          <a:p>
            <a:endParaRPr lang="en-US" altLang="zh-CN" b="1" dirty="0">
              <a:latin typeface="Courier New" panose="02070309020205020404" pitchFamily="49" charset="0"/>
              <a:cs typeface="Courier New" panose="02070309020205020404" pitchFamily="49" charset="0"/>
            </a:endParaRPr>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zh-CN" altLang="en-US" dirty="0"/>
          </a:p>
        </p:txBody>
      </p:sp>
      <p:sp>
        <p:nvSpPr>
          <p:cNvPr id="24" name="文本框 23">
            <a:extLst>
              <a:ext uri="{FF2B5EF4-FFF2-40B4-BE49-F238E27FC236}">
                <a16:creationId xmlns:a16="http://schemas.microsoft.com/office/drawing/2014/main" id="{2A4593E0-5E30-48D7-BBCE-F59E8CF1E16F}"/>
              </a:ext>
            </a:extLst>
          </p:cNvPr>
          <p:cNvSpPr txBox="1"/>
          <p:nvPr/>
        </p:nvSpPr>
        <p:spPr>
          <a:xfrm>
            <a:off x="7843048" y="2859087"/>
            <a:ext cx="4021875" cy="3693319"/>
          </a:xfrm>
          <a:prstGeom prst="rect">
            <a:avLst/>
          </a:prstGeom>
          <a:solidFill>
            <a:schemeClr val="accent4">
              <a:lumMod val="20000"/>
              <a:lumOff val="80000"/>
            </a:schemeClr>
          </a:solidFill>
          <a:ln w="12700">
            <a:solidFill>
              <a:srgbClr val="C00000"/>
            </a:solidFill>
          </a:ln>
        </p:spPr>
        <p:txBody>
          <a:bodyPr wrap="square">
            <a:spAutoFit/>
          </a:bodyPr>
          <a:lstStyle/>
          <a:p>
            <a:r>
              <a:rPr lang="en-US" altLang="zh-CN" b="1" dirty="0">
                <a:latin typeface="Courier New" panose="02070309020205020404" pitchFamily="49" charset="0"/>
                <a:cs typeface="Courier New" panose="02070309020205020404" pitchFamily="49" charset="0"/>
              </a:rPr>
              <a:t> </a:t>
            </a:r>
            <a:r>
              <a:rPr lang="en-US" altLang="zh-CN" sz="1800" b="1" dirty="0">
                <a:latin typeface="Courier New" panose="02070309020205020404" pitchFamily="49" charset="0"/>
                <a:cs typeface="Courier New" panose="02070309020205020404" pitchFamily="49" charset="0"/>
              </a:rPr>
              <a:t>(</a:t>
            </a:r>
            <a:r>
              <a:rPr lang="en-US" altLang="zh-CN" sz="1800" b="1" dirty="0" err="1">
                <a:latin typeface="Courier New" panose="02070309020205020404" pitchFamily="49" charset="0"/>
                <a:cs typeface="Courier New" panose="02070309020205020404" pitchFamily="49" charset="0"/>
              </a:rPr>
              <a:t>b,c,d</a:t>
            </a:r>
            <a:r>
              <a:rPr lang="en-US" altLang="zh-CN" sz="1800" b="1" dirty="0">
                <a:latin typeface="Courier New" panose="02070309020205020404" pitchFamily="49" charset="0"/>
                <a:cs typeface="Courier New" panose="02070309020205020404" pitchFamily="49" charset="0"/>
              </a:rPr>
              <a:t>)</a:t>
            </a:r>
          </a:p>
          <a:p>
            <a:endParaRPr lang="en-US" altLang="zh-CN" b="1" dirty="0">
              <a:latin typeface="Courier New" panose="02070309020205020404" pitchFamily="49" charset="0"/>
              <a:cs typeface="Courier New" panose="02070309020205020404" pitchFamily="49" charset="0"/>
            </a:endParaRPr>
          </a:p>
          <a:p>
            <a:endParaRPr lang="en-US" altLang="zh-CN" b="1" dirty="0">
              <a:latin typeface="Courier New" panose="02070309020205020404" pitchFamily="49" charset="0"/>
              <a:cs typeface="Courier New" panose="02070309020205020404" pitchFamily="49" charset="0"/>
            </a:endParaRPr>
          </a:p>
          <a:p>
            <a:endParaRPr lang="en-US" altLang="zh-CN" b="1" dirty="0">
              <a:latin typeface="Courier New" panose="02070309020205020404" pitchFamily="49" charset="0"/>
              <a:cs typeface="Courier New" panose="02070309020205020404" pitchFamily="49" charset="0"/>
            </a:endParaRPr>
          </a:p>
          <a:p>
            <a:endParaRPr lang="en-US" altLang="zh-CN" b="1" dirty="0">
              <a:latin typeface="Courier New" panose="02070309020205020404" pitchFamily="49" charset="0"/>
              <a:cs typeface="Courier New" panose="02070309020205020404" pitchFamily="49" charset="0"/>
            </a:endParaRPr>
          </a:p>
          <a:p>
            <a:r>
              <a:rPr lang="en-US" altLang="zh-CN" sz="1800" b="1" dirty="0">
                <a:latin typeface="Courier New" panose="02070309020205020404" pitchFamily="49" charset="0"/>
                <a:cs typeface="Courier New" panose="02070309020205020404" pitchFamily="49" charset="0"/>
              </a:rPr>
              <a:t>                      </a:t>
            </a:r>
            <a:r>
              <a:rPr lang="en-US" altLang="zh-CN" sz="1800" b="1" dirty="0" err="1">
                <a:latin typeface="Courier New" panose="02070309020205020404" pitchFamily="49" charset="0"/>
                <a:cs typeface="Courier New" panose="02070309020205020404" pitchFamily="49" charset="0"/>
              </a:rPr>
              <a:t>b,c,d</a:t>
            </a:r>
            <a:r>
              <a:rPr lang="en-US" altLang="zh-CN" sz="1800" b="1" dirty="0">
                <a:latin typeface="Courier New" panose="02070309020205020404" pitchFamily="49" charset="0"/>
                <a:cs typeface="Courier New" panose="02070309020205020404" pitchFamily="49" charset="0"/>
              </a:rPr>
              <a:t>       </a:t>
            </a:r>
          </a:p>
          <a:p>
            <a:endParaRPr lang="en-US" altLang="zh-CN" b="1" dirty="0">
              <a:latin typeface="Courier New" panose="02070309020205020404" pitchFamily="49" charset="0"/>
              <a:cs typeface="Courier New" panose="02070309020205020404" pitchFamily="49" charset="0"/>
            </a:endParaRPr>
          </a:p>
          <a:p>
            <a:r>
              <a:rPr lang="en-US" altLang="zh-CN" b="1" dirty="0">
                <a:latin typeface="Courier New" panose="02070309020205020404" pitchFamily="49" charset="0"/>
                <a:cs typeface="Courier New" panose="02070309020205020404" pitchFamily="49" charset="0"/>
              </a:rPr>
              <a:t>               d          </a:t>
            </a:r>
            <a:r>
              <a:rPr lang="en-US" altLang="zh-CN" sz="1800" b="1" dirty="0">
                <a:latin typeface="Courier New" panose="02070309020205020404" pitchFamily="49" charset="0"/>
                <a:cs typeface="Courier New" panose="02070309020205020404" pitchFamily="49" charset="0"/>
              </a:rPr>
              <a:t>    </a:t>
            </a:r>
            <a:endParaRPr lang="zh-CN" altLang="en-US" dirty="0"/>
          </a:p>
          <a:p>
            <a:r>
              <a:rPr lang="zh-CN" altLang="en-US" dirty="0"/>
              <a:t>                          </a:t>
            </a:r>
            <a:r>
              <a:rPr lang="zh-CN" altLang="en-US" b="1" dirty="0">
                <a:solidFill>
                  <a:srgbClr val="0F14F1"/>
                </a:solidFill>
              </a:rPr>
              <a:t>表尾串</a:t>
            </a:r>
            <a:r>
              <a:rPr lang="en-US" altLang="zh-CN" b="1" dirty="0">
                <a:solidFill>
                  <a:srgbClr val="0F14F1"/>
                </a:solidFill>
              </a:rPr>
              <a:t>sub</a:t>
            </a:r>
            <a:r>
              <a:rPr lang="zh-CN" altLang="en-US" b="1" dirty="0">
                <a:solidFill>
                  <a:srgbClr val="0F14F1"/>
                </a:solidFill>
              </a:rPr>
              <a:t>已空，返回</a:t>
            </a:r>
          </a:p>
          <a:p>
            <a:endParaRPr lang="en-US" altLang="zh-CN" dirty="0"/>
          </a:p>
          <a:p>
            <a:endParaRPr lang="en-US" altLang="zh-CN" dirty="0"/>
          </a:p>
          <a:p>
            <a:endParaRPr lang="en-US" altLang="zh-CN" dirty="0"/>
          </a:p>
          <a:p>
            <a:endParaRPr lang="zh-CN" altLang="en-US" dirty="0"/>
          </a:p>
        </p:txBody>
      </p:sp>
      <p:sp>
        <p:nvSpPr>
          <p:cNvPr id="29" name="弧形 28">
            <a:extLst>
              <a:ext uri="{FF2B5EF4-FFF2-40B4-BE49-F238E27FC236}">
                <a16:creationId xmlns:a16="http://schemas.microsoft.com/office/drawing/2014/main" id="{80E4FFB8-3E2E-42AD-809E-8BF6533FC052}"/>
              </a:ext>
            </a:extLst>
          </p:cNvPr>
          <p:cNvSpPr/>
          <p:nvPr/>
        </p:nvSpPr>
        <p:spPr>
          <a:xfrm rot="13355435">
            <a:off x="9421526" y="4801015"/>
            <a:ext cx="550110" cy="661025"/>
          </a:xfrm>
          <a:prstGeom prst="arc">
            <a:avLst/>
          </a:prstGeom>
          <a:ln w="28575">
            <a:solidFill>
              <a:srgbClr val="C0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5" name="文本框 24">
            <a:extLst>
              <a:ext uri="{FF2B5EF4-FFF2-40B4-BE49-F238E27FC236}">
                <a16:creationId xmlns:a16="http://schemas.microsoft.com/office/drawing/2014/main" id="{74BB4D4F-1DA8-4458-B1B0-C8A57A57B392}"/>
              </a:ext>
            </a:extLst>
          </p:cNvPr>
          <p:cNvSpPr txBox="1"/>
          <p:nvPr/>
        </p:nvSpPr>
        <p:spPr>
          <a:xfrm>
            <a:off x="7843068" y="2859110"/>
            <a:ext cx="4021875" cy="3693319"/>
          </a:xfrm>
          <a:prstGeom prst="rect">
            <a:avLst/>
          </a:prstGeom>
          <a:solidFill>
            <a:srgbClr val="ECF3FA"/>
          </a:solidFill>
          <a:ln w="12700">
            <a:solidFill>
              <a:srgbClr val="C00000"/>
            </a:solidFill>
          </a:ln>
        </p:spPr>
        <p:txBody>
          <a:bodyPr wrap="square">
            <a:spAutoFit/>
          </a:bodyPr>
          <a:lstStyle/>
          <a:p>
            <a:r>
              <a:rPr lang="en-US" altLang="zh-CN" sz="1800" b="1" dirty="0">
                <a:latin typeface="Courier New" panose="02070309020205020404" pitchFamily="49" charset="0"/>
                <a:cs typeface="Courier New" panose="02070309020205020404" pitchFamily="49" charset="0"/>
              </a:rPr>
              <a:t>(a,(</a:t>
            </a:r>
            <a:r>
              <a:rPr lang="en-US" altLang="zh-CN" sz="1800" b="1" dirty="0" err="1">
                <a:latin typeface="Courier New" panose="02070309020205020404" pitchFamily="49" charset="0"/>
                <a:cs typeface="Courier New" panose="02070309020205020404" pitchFamily="49" charset="0"/>
              </a:rPr>
              <a:t>b,c,d</a:t>
            </a:r>
            <a:r>
              <a:rPr lang="en-US" altLang="zh-CN" sz="1800" b="1" dirty="0">
                <a:latin typeface="Courier New" panose="02070309020205020404" pitchFamily="49" charset="0"/>
                <a:cs typeface="Courier New" panose="02070309020205020404" pitchFamily="49" charset="0"/>
              </a:rPr>
              <a:t>))</a:t>
            </a:r>
          </a:p>
          <a:p>
            <a:endParaRPr lang="en-US" altLang="zh-CN" b="1" dirty="0">
              <a:latin typeface="Courier New" panose="02070309020205020404" pitchFamily="49" charset="0"/>
              <a:cs typeface="Courier New" panose="02070309020205020404" pitchFamily="49" charset="0"/>
            </a:endParaRPr>
          </a:p>
          <a:p>
            <a:endParaRPr lang="en-US" altLang="zh-CN" b="1" dirty="0">
              <a:latin typeface="Courier New" panose="02070309020205020404" pitchFamily="49" charset="0"/>
              <a:cs typeface="Courier New" panose="02070309020205020404" pitchFamily="49" charset="0"/>
            </a:endParaRPr>
          </a:p>
          <a:p>
            <a:endParaRPr lang="en-US" altLang="zh-CN" b="1" dirty="0">
              <a:latin typeface="Courier New" panose="02070309020205020404" pitchFamily="49" charset="0"/>
              <a:cs typeface="Courier New" panose="02070309020205020404" pitchFamily="49" charset="0"/>
            </a:endParaRPr>
          </a:p>
          <a:p>
            <a:endParaRPr lang="en-US" altLang="zh-CN" b="1" dirty="0">
              <a:latin typeface="Courier New" panose="02070309020205020404" pitchFamily="49" charset="0"/>
              <a:cs typeface="Courier New" panose="02070309020205020404" pitchFamily="49" charset="0"/>
            </a:endParaRPr>
          </a:p>
          <a:p>
            <a:r>
              <a:rPr lang="en-US" altLang="zh-CN" sz="1800" b="1" dirty="0">
                <a:latin typeface="Courier New" panose="02070309020205020404" pitchFamily="49" charset="0"/>
                <a:cs typeface="Courier New" panose="02070309020205020404" pitchFamily="49" charset="0"/>
              </a:rPr>
              <a:t>                   </a:t>
            </a:r>
          </a:p>
          <a:p>
            <a:endParaRPr lang="en-US" altLang="zh-CN" b="1" dirty="0">
              <a:latin typeface="Courier New" panose="02070309020205020404" pitchFamily="49" charset="0"/>
              <a:cs typeface="Courier New" panose="02070309020205020404" pitchFamily="49" charset="0"/>
            </a:endParaRPr>
          </a:p>
          <a:p>
            <a:r>
              <a:rPr lang="en-US" altLang="zh-CN" b="1" dirty="0">
                <a:latin typeface="Courier New" panose="02070309020205020404" pitchFamily="49" charset="0"/>
                <a:cs typeface="Courier New" panose="02070309020205020404" pitchFamily="49" charset="0"/>
              </a:rPr>
              <a:t>           </a:t>
            </a:r>
            <a:r>
              <a:rPr lang="en-US" altLang="zh-CN" sz="1800" b="1" dirty="0">
                <a:latin typeface="Courier New" panose="02070309020205020404" pitchFamily="49" charset="0"/>
                <a:cs typeface="Courier New" panose="02070309020205020404" pitchFamily="49" charset="0"/>
              </a:rPr>
              <a:t>(</a:t>
            </a:r>
            <a:r>
              <a:rPr lang="en-US" altLang="zh-CN" sz="1800" b="1" dirty="0" err="1">
                <a:latin typeface="Courier New" panose="02070309020205020404" pitchFamily="49" charset="0"/>
                <a:cs typeface="Courier New" panose="02070309020205020404" pitchFamily="49" charset="0"/>
              </a:rPr>
              <a:t>b,c,d</a:t>
            </a:r>
            <a:r>
              <a:rPr lang="en-US" altLang="zh-CN" sz="1800" b="1" dirty="0">
                <a:latin typeface="Courier New" panose="02070309020205020404" pitchFamily="49" charset="0"/>
                <a:cs typeface="Courier New" panose="02070309020205020404" pitchFamily="49" charset="0"/>
              </a:rPr>
              <a:t>)    </a:t>
            </a:r>
            <a:endParaRPr lang="zh-CN" altLang="en-US" dirty="0"/>
          </a:p>
          <a:p>
            <a:r>
              <a:rPr lang="zh-CN" altLang="en-US" b="1" dirty="0">
                <a:solidFill>
                  <a:srgbClr val="0F14F1"/>
                </a:solidFill>
              </a:rPr>
              <a:t>                         表尾串</a:t>
            </a:r>
            <a:r>
              <a:rPr lang="en-US" altLang="zh-CN" b="1" dirty="0">
                <a:solidFill>
                  <a:srgbClr val="0F14F1"/>
                </a:solidFill>
              </a:rPr>
              <a:t>sub</a:t>
            </a:r>
            <a:r>
              <a:rPr lang="zh-CN" altLang="en-US" b="1" dirty="0">
                <a:solidFill>
                  <a:srgbClr val="0F14F1"/>
                </a:solidFill>
              </a:rPr>
              <a:t>已空，返回</a:t>
            </a:r>
          </a:p>
          <a:p>
            <a:endParaRPr lang="en-US" altLang="zh-CN" dirty="0"/>
          </a:p>
          <a:p>
            <a:endParaRPr lang="en-US" altLang="zh-CN" dirty="0"/>
          </a:p>
          <a:p>
            <a:endParaRPr lang="en-US" altLang="zh-CN" dirty="0"/>
          </a:p>
          <a:p>
            <a:endParaRPr lang="zh-CN" altLang="en-US" dirty="0"/>
          </a:p>
        </p:txBody>
      </p:sp>
      <p:sp>
        <p:nvSpPr>
          <p:cNvPr id="30" name="弧形 29">
            <a:extLst>
              <a:ext uri="{FF2B5EF4-FFF2-40B4-BE49-F238E27FC236}">
                <a16:creationId xmlns:a16="http://schemas.microsoft.com/office/drawing/2014/main" id="{365CDC7D-FD97-44AA-99B9-86B88D60C884}"/>
              </a:ext>
            </a:extLst>
          </p:cNvPr>
          <p:cNvSpPr/>
          <p:nvPr/>
        </p:nvSpPr>
        <p:spPr>
          <a:xfrm rot="13355435">
            <a:off x="9317450" y="4801015"/>
            <a:ext cx="550110" cy="661025"/>
          </a:xfrm>
          <a:prstGeom prst="arc">
            <a:avLst/>
          </a:prstGeom>
          <a:ln w="28575">
            <a:solidFill>
              <a:srgbClr val="C0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1" name="文本框 30">
            <a:extLst>
              <a:ext uri="{FF2B5EF4-FFF2-40B4-BE49-F238E27FC236}">
                <a16:creationId xmlns:a16="http://schemas.microsoft.com/office/drawing/2014/main" id="{B800715A-7EBF-4D88-9A11-B53F092CD12A}"/>
              </a:ext>
            </a:extLst>
          </p:cNvPr>
          <p:cNvSpPr txBox="1"/>
          <p:nvPr/>
        </p:nvSpPr>
        <p:spPr>
          <a:xfrm>
            <a:off x="7846774" y="2859064"/>
            <a:ext cx="4021875" cy="3693319"/>
          </a:xfrm>
          <a:prstGeom prst="rect">
            <a:avLst/>
          </a:prstGeom>
          <a:solidFill>
            <a:schemeClr val="bg1"/>
          </a:solidFill>
          <a:ln w="12700">
            <a:solidFill>
              <a:srgbClr val="C00000"/>
            </a:solidFill>
          </a:ln>
        </p:spPr>
        <p:txBody>
          <a:bodyPr wrap="square">
            <a:spAutoFit/>
          </a:bodyPr>
          <a:lstStyle/>
          <a:p>
            <a:pPr algn="ctr"/>
            <a:endParaRPr lang="en-US" altLang="zh-CN" sz="1800" b="1" dirty="0">
              <a:latin typeface="Courier New" panose="02070309020205020404" pitchFamily="49" charset="0"/>
              <a:cs typeface="Courier New" panose="02070309020205020404" pitchFamily="49" charset="0"/>
            </a:endParaRPr>
          </a:p>
          <a:p>
            <a:pPr algn="ctr"/>
            <a:endParaRPr lang="en-US" altLang="zh-CN" b="1" dirty="0">
              <a:latin typeface="Courier New" panose="02070309020205020404" pitchFamily="49" charset="0"/>
              <a:cs typeface="Courier New" panose="02070309020205020404" pitchFamily="49" charset="0"/>
            </a:endParaRPr>
          </a:p>
          <a:p>
            <a:pPr algn="ctr"/>
            <a:endParaRPr lang="en-US" altLang="zh-CN" b="1" dirty="0">
              <a:latin typeface="Courier New" panose="02070309020205020404" pitchFamily="49" charset="0"/>
              <a:cs typeface="Courier New" panose="02070309020205020404" pitchFamily="49" charset="0"/>
            </a:endParaRPr>
          </a:p>
          <a:p>
            <a:pPr algn="ctr"/>
            <a:endParaRPr lang="en-US" altLang="zh-CN" b="1" dirty="0">
              <a:latin typeface="Courier New" panose="02070309020205020404" pitchFamily="49" charset="0"/>
              <a:cs typeface="Courier New" panose="02070309020205020404" pitchFamily="49" charset="0"/>
            </a:endParaRPr>
          </a:p>
          <a:p>
            <a:pPr algn="ctr"/>
            <a:r>
              <a:rPr lang="zh-CN" altLang="en-US" b="1" dirty="0">
                <a:solidFill>
                  <a:srgbClr val="0F14F1"/>
                </a:solidFill>
              </a:rPr>
              <a:t>  算法结束</a:t>
            </a:r>
            <a:endParaRPr lang="en-US" altLang="zh-CN" dirty="0"/>
          </a:p>
          <a:p>
            <a:pPr algn="ctr"/>
            <a:endParaRPr lang="en-US" altLang="zh-CN" dirty="0"/>
          </a:p>
          <a:p>
            <a:pPr algn="ctr"/>
            <a:endParaRPr lang="en-US" altLang="zh-CN" dirty="0"/>
          </a:p>
          <a:p>
            <a:pPr algn="ctr"/>
            <a:endParaRPr lang="en-US" altLang="zh-CN" dirty="0"/>
          </a:p>
          <a:p>
            <a:pPr algn="ctr"/>
            <a:endParaRPr lang="en-US" altLang="zh-CN" dirty="0"/>
          </a:p>
          <a:p>
            <a:pPr algn="ctr"/>
            <a:endParaRPr lang="en-US" altLang="zh-CN" dirty="0"/>
          </a:p>
          <a:p>
            <a:pPr algn="ctr"/>
            <a:endParaRPr lang="en-US" altLang="zh-CN" dirty="0"/>
          </a:p>
          <a:p>
            <a:pPr algn="ctr"/>
            <a:endParaRPr lang="en-US" altLang="zh-CN" dirty="0"/>
          </a:p>
          <a:p>
            <a:pPr algn="ctr"/>
            <a:endParaRPr lang="zh-CN" altLang="en-US" dirty="0"/>
          </a:p>
        </p:txBody>
      </p:sp>
      <p:sp>
        <p:nvSpPr>
          <p:cNvPr id="32" name="文本框 31">
            <a:extLst>
              <a:ext uri="{FF2B5EF4-FFF2-40B4-BE49-F238E27FC236}">
                <a16:creationId xmlns:a16="http://schemas.microsoft.com/office/drawing/2014/main" id="{D33A8A43-F928-49A6-946B-066CA7272249}"/>
              </a:ext>
            </a:extLst>
          </p:cNvPr>
          <p:cNvSpPr txBox="1"/>
          <p:nvPr/>
        </p:nvSpPr>
        <p:spPr>
          <a:xfrm>
            <a:off x="297390" y="384474"/>
            <a:ext cx="7545658" cy="2308324"/>
          </a:xfrm>
          <a:prstGeom prst="rect">
            <a:avLst/>
          </a:prstGeom>
          <a:solidFill>
            <a:schemeClr val="accent6">
              <a:lumMod val="20000"/>
              <a:lumOff val="80000"/>
            </a:schemeClr>
          </a:solidFill>
          <a:ln w="12700">
            <a:solidFill>
              <a:srgbClr val="C00000"/>
            </a:solidFill>
          </a:ln>
        </p:spPr>
        <p:txBody>
          <a:bodyPr wrap="square">
            <a:spAutoFit/>
          </a:bodyPr>
          <a:lstStyle/>
          <a:p>
            <a:r>
              <a:rPr lang="zh-CN" altLang="en-US" sz="2000" b="1" dirty="0">
                <a:latin typeface="Courier New" panose="02070309020205020404" pitchFamily="49" charset="0"/>
                <a:cs typeface="Courier New" panose="02070309020205020404" pitchFamily="49" charset="0"/>
              </a:rPr>
              <a:t>对算法</a:t>
            </a:r>
            <a:r>
              <a:rPr lang="en-US" altLang="zh-CN" sz="2000" b="1" dirty="0">
                <a:latin typeface="+mn-ea"/>
                <a:cs typeface="Courier New" panose="02070309020205020404" pitchFamily="49" charset="0"/>
              </a:rPr>
              <a:t>5.11</a:t>
            </a:r>
            <a:r>
              <a:rPr lang="zh-CN" altLang="en-US" sz="2000" b="1" dirty="0">
                <a:latin typeface="Courier New" panose="02070309020205020404" pitchFamily="49" charset="0"/>
                <a:cs typeface="Courier New" panose="02070309020205020404" pitchFamily="49" charset="0"/>
              </a:rPr>
              <a:t>作一个简化，只保留从</a:t>
            </a:r>
            <a:r>
              <a:rPr lang="en-US" altLang="zh-CN" sz="2000" b="1" dirty="0">
                <a:latin typeface="Courier New" panose="02070309020205020404" pitchFamily="49" charset="0"/>
                <a:cs typeface="Courier New" panose="02070309020205020404" pitchFamily="49" charset="0"/>
              </a:rPr>
              <a:t>S</a:t>
            </a:r>
            <a:r>
              <a:rPr lang="zh-CN" altLang="en-US" sz="2000" b="1" dirty="0">
                <a:latin typeface="Courier New" panose="02070309020205020404" pitchFamily="49" charset="0"/>
                <a:cs typeface="Courier New" panose="02070309020205020404" pitchFamily="49" charset="0"/>
              </a:rPr>
              <a:t>串提取广义表的结构和原子信息的相关操作。如以下算法</a:t>
            </a:r>
            <a:r>
              <a:rPr lang="en-US" altLang="zh-CN" sz="2000" b="1" dirty="0" err="1">
                <a:solidFill>
                  <a:srgbClr val="0F14F1"/>
                </a:solidFill>
                <a:latin typeface="Courier New" panose="02070309020205020404" pitchFamily="49" charset="0"/>
                <a:cs typeface="Courier New" panose="02070309020205020404" pitchFamily="49" charset="0"/>
              </a:rPr>
              <a:t>GetGListInfo</a:t>
            </a:r>
            <a:r>
              <a:rPr lang="en-US" altLang="zh-CN" sz="2000" b="1" dirty="0">
                <a:solidFill>
                  <a:srgbClr val="0F14F1"/>
                </a:solidFill>
                <a:latin typeface="Courier New" panose="02070309020205020404" pitchFamily="49" charset="0"/>
                <a:cs typeface="Courier New" panose="02070309020205020404" pitchFamily="49" charset="0"/>
              </a:rPr>
              <a:t>(S)</a:t>
            </a:r>
            <a:r>
              <a:rPr lang="zh-CN" altLang="en-US" sz="2000" b="1" dirty="0">
                <a:latin typeface="Courier New" panose="02070309020205020404" pitchFamily="49" charset="0"/>
                <a:cs typeface="Courier New" panose="02070309020205020404" pitchFamily="49" charset="0"/>
              </a:rPr>
              <a:t>所示。</a:t>
            </a:r>
            <a:endParaRPr lang="en-US" altLang="zh-CN" sz="2000" b="1" dirty="0">
              <a:latin typeface="Courier New" panose="02070309020205020404" pitchFamily="49" charset="0"/>
              <a:cs typeface="Courier New" panose="02070309020205020404" pitchFamily="49" charset="0"/>
            </a:endParaRPr>
          </a:p>
          <a:p>
            <a:r>
              <a:rPr lang="zh-CN" altLang="en-US" sz="2000" b="1" dirty="0"/>
              <a:t>图</a:t>
            </a:r>
            <a:r>
              <a:rPr lang="en-US" altLang="zh-CN" sz="2000" b="1" dirty="0"/>
              <a:t>5.10</a:t>
            </a:r>
            <a:r>
              <a:rPr lang="zh-CN" altLang="en-US" sz="2000" b="1" dirty="0"/>
              <a:t>的广义表</a:t>
            </a:r>
            <a:r>
              <a:rPr lang="en-US" altLang="zh-CN" sz="2000" b="1" dirty="0"/>
              <a:t>C</a:t>
            </a:r>
            <a:r>
              <a:rPr lang="zh-CN" altLang="en-US" sz="2000" b="1" dirty="0"/>
              <a:t>的逻辑序列为：</a:t>
            </a:r>
            <a:endParaRPr lang="en-US" altLang="zh-CN" sz="2000" b="1" dirty="0"/>
          </a:p>
          <a:p>
            <a:r>
              <a:rPr lang="en-US" altLang="zh-CN" sz="2000" dirty="0"/>
              <a:t>             </a:t>
            </a:r>
            <a:r>
              <a:rPr lang="en-US" altLang="zh-CN" sz="2400" b="1" dirty="0">
                <a:latin typeface="Courier New" panose="02070309020205020404" pitchFamily="49" charset="0"/>
                <a:cs typeface="Courier New" panose="02070309020205020404" pitchFamily="49" charset="0"/>
              </a:rPr>
              <a:t>S = </a:t>
            </a:r>
            <a:r>
              <a:rPr lang="zh-CN" altLang="en-US" sz="2400" b="1" dirty="0">
                <a:latin typeface="Courier New" panose="02070309020205020404" pitchFamily="49" charset="0"/>
                <a:cs typeface="Courier New" panose="02070309020205020404" pitchFamily="49" charset="0"/>
              </a:rPr>
              <a:t>“</a:t>
            </a:r>
            <a:r>
              <a:rPr lang="en-US" altLang="zh-CN" sz="2400" b="1" dirty="0">
                <a:latin typeface="Courier New" panose="02070309020205020404" pitchFamily="49" charset="0"/>
                <a:cs typeface="Courier New" panose="02070309020205020404" pitchFamily="49" charset="0"/>
              </a:rPr>
              <a:t>(a,(</a:t>
            </a:r>
            <a:r>
              <a:rPr lang="en-US" altLang="zh-CN" sz="2400" b="1" dirty="0" err="1">
                <a:latin typeface="Courier New" panose="02070309020205020404" pitchFamily="49" charset="0"/>
                <a:cs typeface="Courier New" panose="02070309020205020404" pitchFamily="49" charset="0"/>
              </a:rPr>
              <a:t>b,c,d</a:t>
            </a:r>
            <a:r>
              <a:rPr lang="en-US" altLang="zh-CN" sz="2400" b="1" dirty="0">
                <a:latin typeface="Courier New" panose="02070309020205020404" pitchFamily="49" charset="0"/>
                <a:cs typeface="Courier New" panose="02070309020205020404" pitchFamily="49" charset="0"/>
              </a:rPr>
              <a:t>))</a:t>
            </a:r>
            <a:r>
              <a:rPr lang="zh-CN" altLang="en-US" sz="2400" b="1" dirty="0">
                <a:latin typeface="Courier New" panose="02070309020205020404" pitchFamily="49" charset="0"/>
                <a:cs typeface="Courier New" panose="02070309020205020404" pitchFamily="49" charset="0"/>
              </a:rPr>
              <a:t>”</a:t>
            </a:r>
            <a:endParaRPr lang="en-US" altLang="zh-CN" sz="2400" b="1" dirty="0">
              <a:latin typeface="Courier New" panose="02070309020205020404" pitchFamily="49" charset="0"/>
              <a:cs typeface="Courier New" panose="02070309020205020404" pitchFamily="49" charset="0"/>
            </a:endParaRPr>
          </a:p>
          <a:p>
            <a:r>
              <a:rPr lang="zh-CN" altLang="en-US" sz="2000" b="1" dirty="0">
                <a:latin typeface="Courier New" panose="02070309020205020404" pitchFamily="49" charset="0"/>
                <a:cs typeface="Courier New" panose="02070309020205020404" pitchFamily="49" charset="0"/>
              </a:rPr>
              <a:t>以下调用</a:t>
            </a:r>
            <a:r>
              <a:rPr lang="en-US" altLang="zh-CN" sz="2000" b="1" dirty="0" err="1">
                <a:latin typeface="Courier New" panose="02070309020205020404" pitchFamily="49" charset="0"/>
                <a:cs typeface="Courier New" panose="02070309020205020404" pitchFamily="49" charset="0"/>
              </a:rPr>
              <a:t>GetGListInfo</a:t>
            </a:r>
            <a:r>
              <a:rPr lang="en-US" altLang="zh-CN" sz="2000" b="1" dirty="0">
                <a:latin typeface="Courier New" panose="02070309020205020404" pitchFamily="49" charset="0"/>
                <a:cs typeface="Courier New" panose="02070309020205020404" pitchFamily="49" charset="0"/>
              </a:rPr>
              <a:t>(S)</a:t>
            </a:r>
            <a:r>
              <a:rPr lang="zh-CN" altLang="en-US" sz="2000" b="1" dirty="0">
                <a:latin typeface="Courier New" panose="02070309020205020404" pitchFamily="49" charset="0"/>
                <a:cs typeface="Courier New" panose="02070309020205020404" pitchFamily="49" charset="0"/>
              </a:rPr>
              <a:t>， 演示</a:t>
            </a:r>
            <a:r>
              <a:rPr lang="zh-CN" altLang="en-US" sz="2000" b="1" dirty="0">
                <a:solidFill>
                  <a:srgbClr val="0F14F1"/>
                </a:solidFill>
              </a:rPr>
              <a:t>从串</a:t>
            </a:r>
            <a:r>
              <a:rPr lang="en-US" altLang="zh-CN" sz="2000" b="1" dirty="0">
                <a:solidFill>
                  <a:srgbClr val="0F14F1"/>
                </a:solidFill>
              </a:rPr>
              <a:t>S</a:t>
            </a:r>
            <a:r>
              <a:rPr lang="zh-CN" altLang="en-US" sz="2000" b="1" dirty="0">
                <a:solidFill>
                  <a:srgbClr val="0F14F1"/>
                </a:solidFill>
                <a:latin typeface="Courier New" panose="02070309020205020404" pitchFamily="49" charset="0"/>
                <a:cs typeface="Courier New" panose="02070309020205020404" pitchFamily="49" charset="0"/>
              </a:rPr>
              <a:t>提取广义表</a:t>
            </a:r>
            <a:r>
              <a:rPr lang="en-US" altLang="zh-CN" sz="2000" b="1" dirty="0">
                <a:solidFill>
                  <a:srgbClr val="0F14F1"/>
                </a:solidFill>
                <a:latin typeface="Courier New" panose="02070309020205020404" pitchFamily="49" charset="0"/>
                <a:cs typeface="Courier New" panose="02070309020205020404" pitchFamily="49" charset="0"/>
              </a:rPr>
              <a:t>C</a:t>
            </a:r>
            <a:r>
              <a:rPr lang="zh-CN" altLang="en-US" sz="2000" b="1" dirty="0">
                <a:solidFill>
                  <a:srgbClr val="0F14F1"/>
                </a:solidFill>
                <a:latin typeface="Courier New" panose="02070309020205020404" pitchFamily="49" charset="0"/>
                <a:cs typeface="Courier New" panose="02070309020205020404" pitchFamily="49" charset="0"/>
              </a:rPr>
              <a:t>的结构和原子信息的递归过程。</a:t>
            </a:r>
            <a:endParaRPr lang="en-US" altLang="zh-CN" sz="2000" b="1" dirty="0">
              <a:latin typeface="Courier New" panose="02070309020205020404" pitchFamily="49" charset="0"/>
              <a:cs typeface="Courier New" panose="02070309020205020404" pitchFamily="49" charset="0"/>
            </a:endParaRPr>
          </a:p>
          <a:p>
            <a:r>
              <a:rPr lang="zh-CN" altLang="en-US" sz="2000" dirty="0"/>
              <a:t>算法框</a:t>
            </a:r>
            <a:r>
              <a:rPr lang="zh-CN" altLang="en-US" sz="2000" b="1" dirty="0"/>
              <a:t>底色的变化</a:t>
            </a:r>
            <a:r>
              <a:rPr lang="zh-CN" altLang="en-US" sz="2000" dirty="0"/>
              <a:t>对应算法</a:t>
            </a:r>
            <a:r>
              <a:rPr lang="zh-CN" altLang="en-US" sz="2000" b="1" dirty="0"/>
              <a:t>递归调用和返回的当前层次</a:t>
            </a:r>
            <a:r>
              <a:rPr lang="zh-CN" altLang="en-US" sz="2000" dirty="0"/>
              <a:t>。</a:t>
            </a:r>
            <a:endParaRPr lang="en-US" altLang="zh-CN" sz="2000" dirty="0"/>
          </a:p>
        </p:txBody>
      </p:sp>
      <p:sp>
        <p:nvSpPr>
          <p:cNvPr id="33" name="文本框 32">
            <a:extLst>
              <a:ext uri="{FF2B5EF4-FFF2-40B4-BE49-F238E27FC236}">
                <a16:creationId xmlns:a16="http://schemas.microsoft.com/office/drawing/2014/main" id="{8AADBF87-31E6-40AF-893D-77CC5CEED503}"/>
              </a:ext>
            </a:extLst>
          </p:cNvPr>
          <p:cNvSpPr txBox="1"/>
          <p:nvPr/>
        </p:nvSpPr>
        <p:spPr>
          <a:xfrm>
            <a:off x="8144149" y="384474"/>
            <a:ext cx="3720774" cy="830997"/>
          </a:xfrm>
          <a:prstGeom prst="rect">
            <a:avLst/>
          </a:prstGeom>
          <a:solidFill>
            <a:schemeClr val="accent6">
              <a:lumMod val="20000"/>
              <a:lumOff val="80000"/>
            </a:schemeClr>
          </a:solidFill>
          <a:ln w="12700">
            <a:solidFill>
              <a:srgbClr val="C00000"/>
            </a:solidFill>
          </a:ln>
        </p:spPr>
        <p:txBody>
          <a:bodyPr wrap="square">
            <a:spAutoFit/>
          </a:bodyPr>
          <a:lstStyle/>
          <a:p>
            <a:pPr algn="ctr"/>
            <a:r>
              <a:rPr lang="zh-CN" altLang="en-US" sz="2400" b="1" dirty="0">
                <a:solidFill>
                  <a:srgbClr val="C00000"/>
                </a:solidFill>
                <a:effectLst>
                  <a:outerShdw blurRad="38100" dist="38100" dir="2700000" algn="tl">
                    <a:srgbClr val="000000">
                      <a:alpha val="43137"/>
                    </a:srgbClr>
                  </a:outerShdw>
                </a:effectLst>
                <a:latin typeface="+mn-ea"/>
                <a:cs typeface="Courier New" panose="02070309020205020404" pitchFamily="49" charset="0"/>
              </a:rPr>
              <a:t>算法</a:t>
            </a:r>
            <a:r>
              <a:rPr lang="en-US" altLang="zh-CN" sz="2400" b="1" dirty="0">
                <a:solidFill>
                  <a:srgbClr val="C00000"/>
                </a:solidFill>
                <a:effectLst>
                  <a:outerShdw blurRad="38100" dist="38100" dir="2700000" algn="tl">
                    <a:srgbClr val="000000">
                      <a:alpha val="43137"/>
                    </a:srgbClr>
                  </a:outerShdw>
                </a:effectLst>
                <a:latin typeface="+mn-ea"/>
                <a:cs typeface="Courier New" panose="02070309020205020404" pitchFamily="49" charset="0"/>
              </a:rPr>
              <a:t>5.10</a:t>
            </a:r>
            <a:r>
              <a:rPr lang="zh-CN" altLang="en-US" sz="2400" b="1" dirty="0">
                <a:solidFill>
                  <a:srgbClr val="C00000"/>
                </a:solidFill>
                <a:effectLst>
                  <a:outerShdw blurRad="38100" dist="38100" dir="2700000" algn="tl">
                    <a:srgbClr val="000000">
                      <a:alpha val="43137"/>
                    </a:srgbClr>
                  </a:outerShdw>
                </a:effectLst>
                <a:latin typeface="+mn-ea"/>
                <a:cs typeface="Courier New" panose="02070309020205020404" pitchFamily="49" charset="0"/>
              </a:rPr>
              <a:t>和</a:t>
            </a:r>
            <a:r>
              <a:rPr lang="en-US" altLang="zh-CN" sz="2400" b="1" dirty="0">
                <a:solidFill>
                  <a:srgbClr val="C00000"/>
                </a:solidFill>
                <a:effectLst>
                  <a:outerShdw blurRad="38100" dist="38100" dir="2700000" algn="tl">
                    <a:srgbClr val="000000">
                      <a:alpha val="43137"/>
                    </a:srgbClr>
                  </a:outerShdw>
                </a:effectLst>
                <a:latin typeface="+mn-ea"/>
                <a:cs typeface="Courier New" panose="02070309020205020404" pitchFamily="49" charset="0"/>
              </a:rPr>
              <a:t>5.11</a:t>
            </a:r>
            <a:r>
              <a:rPr lang="zh-CN" altLang="en-US" sz="2400" b="1" dirty="0">
                <a:latin typeface="+mn-ea"/>
                <a:cs typeface="Courier New" panose="02070309020205020404" pitchFamily="49" charset="0"/>
              </a:rPr>
              <a:t>如何提取</a:t>
            </a:r>
            <a:endParaRPr lang="en-US" altLang="zh-CN" sz="2400" b="1" dirty="0">
              <a:latin typeface="+mn-ea"/>
              <a:cs typeface="Courier New" panose="02070309020205020404" pitchFamily="49" charset="0"/>
            </a:endParaRPr>
          </a:p>
          <a:p>
            <a:pPr algn="ctr"/>
            <a:r>
              <a:rPr lang="zh-CN" altLang="en-US" sz="2400" b="1" dirty="0">
                <a:latin typeface="+mn-ea"/>
                <a:cs typeface="Courier New" panose="02070309020205020404" pitchFamily="49" charset="0"/>
              </a:rPr>
              <a:t>广义表的</a:t>
            </a:r>
            <a:r>
              <a:rPr lang="zh-CN" altLang="en-US" sz="2400" b="1" dirty="0">
                <a:effectLst>
                  <a:outerShdw blurRad="38100" dist="38100" dir="2700000" algn="tl">
                    <a:srgbClr val="000000">
                      <a:alpha val="43137"/>
                    </a:srgbClr>
                  </a:outerShdw>
                </a:effectLst>
                <a:latin typeface="+mn-ea"/>
                <a:cs typeface="Courier New" panose="02070309020205020404" pitchFamily="49" charset="0"/>
              </a:rPr>
              <a:t>结构信息</a:t>
            </a:r>
            <a:r>
              <a:rPr lang="zh-CN" altLang="en-US" sz="2400" b="1" dirty="0">
                <a:latin typeface="+mn-ea"/>
                <a:cs typeface="Courier New" panose="02070309020205020404" pitchFamily="49" charset="0"/>
              </a:rPr>
              <a:t>？</a:t>
            </a:r>
            <a:endParaRPr lang="en-US" altLang="zh-CN" sz="2400" b="1" dirty="0">
              <a:latin typeface="+mn-ea"/>
              <a:cs typeface="Courier New" panose="02070309020205020404" pitchFamily="49" charset="0"/>
            </a:endParaRPr>
          </a:p>
        </p:txBody>
      </p:sp>
      <p:sp>
        <p:nvSpPr>
          <p:cNvPr id="34" name="文本框 33">
            <a:extLst>
              <a:ext uri="{FF2B5EF4-FFF2-40B4-BE49-F238E27FC236}">
                <a16:creationId xmlns:a16="http://schemas.microsoft.com/office/drawing/2014/main" id="{1309E72C-4E3D-4634-9A18-0B16384B4577}"/>
              </a:ext>
            </a:extLst>
          </p:cNvPr>
          <p:cNvSpPr txBox="1"/>
          <p:nvPr/>
        </p:nvSpPr>
        <p:spPr>
          <a:xfrm>
            <a:off x="8007740" y="1346701"/>
            <a:ext cx="3925229" cy="1015663"/>
          </a:xfrm>
          <a:prstGeom prst="rect">
            <a:avLst/>
          </a:prstGeom>
          <a:solidFill>
            <a:schemeClr val="accent4">
              <a:lumMod val="20000"/>
              <a:lumOff val="80000"/>
            </a:schemeClr>
          </a:solidFill>
        </p:spPr>
        <p:txBody>
          <a:bodyPr wrap="square" rtlCol="0">
            <a:spAutoFit/>
          </a:bodyPr>
          <a:lstStyle/>
          <a:p>
            <a:r>
              <a:rPr lang="zh-CN" altLang="en-US" sz="2000" b="1" dirty="0">
                <a:solidFill>
                  <a:srgbClr val="0F14F1"/>
                </a:solidFill>
              </a:rPr>
              <a:t>    算法</a:t>
            </a:r>
            <a:r>
              <a:rPr lang="en-US" altLang="zh-CN" sz="2000" b="1" dirty="0" err="1">
                <a:solidFill>
                  <a:srgbClr val="0F14F1"/>
                </a:solidFill>
              </a:rPr>
              <a:t>GetGListInf</a:t>
            </a:r>
            <a:r>
              <a:rPr lang="en-US" altLang="zh-CN" sz="2000" b="1" dirty="0">
                <a:solidFill>
                  <a:srgbClr val="0F14F1"/>
                </a:solidFill>
              </a:rPr>
              <a:t>(S)</a:t>
            </a:r>
            <a:r>
              <a:rPr lang="zh-CN" altLang="en-US" sz="2000" b="1" dirty="0">
                <a:solidFill>
                  <a:srgbClr val="0F14F1"/>
                </a:solidFill>
              </a:rPr>
              <a:t>实际上就是</a:t>
            </a:r>
            <a:endParaRPr lang="en-US" altLang="zh-CN" sz="2000" b="1" dirty="0">
              <a:solidFill>
                <a:srgbClr val="0F14F1"/>
              </a:solidFill>
            </a:endParaRPr>
          </a:p>
          <a:p>
            <a:pPr algn="just"/>
            <a:r>
              <a:rPr lang="zh-CN" altLang="en-US" sz="2000" b="1" dirty="0">
                <a:solidFill>
                  <a:srgbClr val="C00000"/>
                </a:solidFill>
                <a:effectLst>
                  <a:outerShdw blurRad="38100" dist="38100" dir="2700000" algn="tl">
                    <a:srgbClr val="000000">
                      <a:alpha val="43137"/>
                    </a:srgbClr>
                  </a:outerShdw>
                </a:effectLst>
              </a:rPr>
              <a:t>算法</a:t>
            </a:r>
            <a:r>
              <a:rPr lang="en-US" altLang="zh-CN" sz="2000" b="1" dirty="0">
                <a:solidFill>
                  <a:srgbClr val="C00000"/>
                </a:solidFill>
                <a:effectLst>
                  <a:outerShdw blurRad="38100" dist="38100" dir="2700000" algn="tl">
                    <a:srgbClr val="000000">
                      <a:alpha val="43137"/>
                    </a:srgbClr>
                  </a:outerShdw>
                </a:effectLst>
              </a:rPr>
              <a:t>5.10</a:t>
            </a:r>
            <a:r>
              <a:rPr lang="zh-CN" altLang="en-US" sz="2000" b="1" dirty="0">
                <a:solidFill>
                  <a:srgbClr val="0F14F1"/>
                </a:solidFill>
              </a:rPr>
              <a:t>主框架。能提取表结构信息，构建广义表就水到渠成了。</a:t>
            </a:r>
          </a:p>
        </p:txBody>
      </p:sp>
    </p:spTree>
    <p:extLst>
      <p:ext uri="{BB962C8B-B14F-4D97-AF65-F5344CB8AC3E}">
        <p14:creationId xmlns:p14="http://schemas.microsoft.com/office/powerpoint/2010/main" val="4788516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up)">
                                      <p:cBhvr>
                                        <p:cTn id="7" dur="500"/>
                                        <p:tgtEl>
                                          <p:spTgt spid="3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2">
                                            <p:bg/>
                                          </p:spTgt>
                                        </p:tgtEl>
                                        <p:attrNameLst>
                                          <p:attrName>style.visibility</p:attrName>
                                        </p:attrNameLst>
                                      </p:cBhvr>
                                      <p:to>
                                        <p:strVal val="visible"/>
                                      </p:to>
                                    </p:set>
                                    <p:animEffect transition="in" filter="wipe(up)">
                                      <p:cBhvr>
                                        <p:cTn id="12" dur="500"/>
                                        <p:tgtEl>
                                          <p:spTgt spid="32">
                                            <p:bg/>
                                          </p:spTgt>
                                        </p:tgtEl>
                                      </p:cBhvr>
                                    </p:animEffect>
                                  </p:childTnLst>
                                </p:cTn>
                              </p:par>
                              <p:par>
                                <p:cTn id="13" presetID="22" presetClass="entr" presetSubtype="1" fill="hold" grpId="0" nodeType="withEffect">
                                  <p:stCondLst>
                                    <p:cond delay="0"/>
                                  </p:stCondLst>
                                  <p:childTnLst>
                                    <p:set>
                                      <p:cBhvr>
                                        <p:cTn id="14" dur="1" fill="hold">
                                          <p:stCondLst>
                                            <p:cond delay="0"/>
                                          </p:stCondLst>
                                        </p:cTn>
                                        <p:tgtEl>
                                          <p:spTgt spid="32">
                                            <p:txEl>
                                              <p:pRg st="0" end="0"/>
                                            </p:txEl>
                                          </p:spTgt>
                                        </p:tgtEl>
                                        <p:attrNameLst>
                                          <p:attrName>style.visibility</p:attrName>
                                        </p:attrNameLst>
                                      </p:cBhvr>
                                      <p:to>
                                        <p:strVal val="visible"/>
                                      </p:to>
                                    </p:set>
                                    <p:animEffect transition="in" filter="wipe(up)">
                                      <p:cBhvr>
                                        <p:cTn id="15" dur="500"/>
                                        <p:tgtEl>
                                          <p:spTgt spid="32">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fade">
                                      <p:cBhvr>
                                        <p:cTn id="20" dur="500"/>
                                        <p:tgtEl>
                                          <p:spTgt spid="5"/>
                                        </p:tgtEl>
                                      </p:cBhvr>
                                    </p:animEffect>
                                  </p:childTnLst>
                                </p:cTn>
                              </p:par>
                            </p:childTnLst>
                          </p:cTn>
                        </p:par>
                        <p:par>
                          <p:cTn id="21" fill="hold">
                            <p:stCondLst>
                              <p:cond delay="500"/>
                            </p:stCondLst>
                            <p:childTnLst>
                              <p:par>
                                <p:cTn id="22" presetID="42" presetClass="entr" presetSubtype="0" fill="hold" grpId="0" nodeType="afterEffect">
                                  <p:stCondLst>
                                    <p:cond delay="0"/>
                                  </p:stCondLst>
                                  <p:childTnLst>
                                    <p:set>
                                      <p:cBhvr>
                                        <p:cTn id="23" dur="1" fill="hold">
                                          <p:stCondLst>
                                            <p:cond delay="0"/>
                                          </p:stCondLst>
                                        </p:cTn>
                                        <p:tgtEl>
                                          <p:spTgt spid="34"/>
                                        </p:tgtEl>
                                        <p:attrNameLst>
                                          <p:attrName>style.visibility</p:attrName>
                                        </p:attrNameLst>
                                      </p:cBhvr>
                                      <p:to>
                                        <p:strVal val="visible"/>
                                      </p:to>
                                    </p:set>
                                    <p:animEffect transition="in" filter="fade">
                                      <p:cBhvr>
                                        <p:cTn id="24" dur="1000"/>
                                        <p:tgtEl>
                                          <p:spTgt spid="34"/>
                                        </p:tgtEl>
                                      </p:cBhvr>
                                    </p:animEffect>
                                    <p:anim calcmode="lin" valueType="num">
                                      <p:cBhvr>
                                        <p:cTn id="25" dur="1000" fill="hold"/>
                                        <p:tgtEl>
                                          <p:spTgt spid="34"/>
                                        </p:tgtEl>
                                        <p:attrNameLst>
                                          <p:attrName>ppt_x</p:attrName>
                                        </p:attrNameLst>
                                      </p:cBhvr>
                                      <p:tavLst>
                                        <p:tav tm="0">
                                          <p:val>
                                            <p:strVal val="#ppt_x"/>
                                          </p:val>
                                        </p:tav>
                                        <p:tav tm="100000">
                                          <p:val>
                                            <p:strVal val="#ppt_x"/>
                                          </p:val>
                                        </p:tav>
                                      </p:tavLst>
                                    </p:anim>
                                    <p:anim calcmode="lin" valueType="num">
                                      <p:cBhvr>
                                        <p:cTn id="26" dur="1000" fill="hold"/>
                                        <p:tgtEl>
                                          <p:spTgt spid="34"/>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2" presetClass="entr" presetSubtype="1" fill="hold" grpId="0" nodeType="clickEffect">
                                  <p:stCondLst>
                                    <p:cond delay="0"/>
                                  </p:stCondLst>
                                  <p:childTnLst>
                                    <p:set>
                                      <p:cBhvr>
                                        <p:cTn id="30" dur="1" fill="hold">
                                          <p:stCondLst>
                                            <p:cond delay="0"/>
                                          </p:stCondLst>
                                        </p:cTn>
                                        <p:tgtEl>
                                          <p:spTgt spid="32">
                                            <p:txEl>
                                              <p:pRg st="1" end="1"/>
                                            </p:txEl>
                                          </p:spTgt>
                                        </p:tgtEl>
                                        <p:attrNameLst>
                                          <p:attrName>style.visibility</p:attrName>
                                        </p:attrNameLst>
                                      </p:cBhvr>
                                      <p:to>
                                        <p:strVal val="visible"/>
                                      </p:to>
                                    </p:set>
                                    <p:animEffect transition="in" filter="wipe(up)">
                                      <p:cBhvr>
                                        <p:cTn id="31" dur="500"/>
                                        <p:tgtEl>
                                          <p:spTgt spid="32">
                                            <p:txEl>
                                              <p:pRg st="1" end="1"/>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1" fill="hold" grpId="0" nodeType="clickEffect">
                                  <p:stCondLst>
                                    <p:cond delay="0"/>
                                  </p:stCondLst>
                                  <p:childTnLst>
                                    <p:set>
                                      <p:cBhvr>
                                        <p:cTn id="35" dur="1" fill="hold">
                                          <p:stCondLst>
                                            <p:cond delay="0"/>
                                          </p:stCondLst>
                                        </p:cTn>
                                        <p:tgtEl>
                                          <p:spTgt spid="32">
                                            <p:txEl>
                                              <p:pRg st="2" end="2"/>
                                            </p:txEl>
                                          </p:spTgt>
                                        </p:tgtEl>
                                        <p:attrNameLst>
                                          <p:attrName>style.visibility</p:attrName>
                                        </p:attrNameLst>
                                      </p:cBhvr>
                                      <p:to>
                                        <p:strVal val="visible"/>
                                      </p:to>
                                    </p:set>
                                    <p:animEffect transition="in" filter="wipe(up)">
                                      <p:cBhvr>
                                        <p:cTn id="36" dur="500"/>
                                        <p:tgtEl>
                                          <p:spTgt spid="32">
                                            <p:txEl>
                                              <p:pRg st="2" end="2"/>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1" fill="hold" grpId="0" nodeType="clickEffect">
                                  <p:stCondLst>
                                    <p:cond delay="0"/>
                                  </p:stCondLst>
                                  <p:childTnLst>
                                    <p:set>
                                      <p:cBhvr>
                                        <p:cTn id="40" dur="1" fill="hold">
                                          <p:stCondLst>
                                            <p:cond delay="0"/>
                                          </p:stCondLst>
                                        </p:cTn>
                                        <p:tgtEl>
                                          <p:spTgt spid="32">
                                            <p:txEl>
                                              <p:pRg st="3" end="3"/>
                                            </p:txEl>
                                          </p:spTgt>
                                        </p:tgtEl>
                                        <p:attrNameLst>
                                          <p:attrName>style.visibility</p:attrName>
                                        </p:attrNameLst>
                                      </p:cBhvr>
                                      <p:to>
                                        <p:strVal val="visible"/>
                                      </p:to>
                                    </p:set>
                                    <p:animEffect transition="in" filter="wipe(up)">
                                      <p:cBhvr>
                                        <p:cTn id="41" dur="500"/>
                                        <p:tgtEl>
                                          <p:spTgt spid="32">
                                            <p:txEl>
                                              <p:pRg st="3" end="3"/>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1" fill="hold" grpId="0" nodeType="clickEffect">
                                  <p:stCondLst>
                                    <p:cond delay="0"/>
                                  </p:stCondLst>
                                  <p:childTnLst>
                                    <p:set>
                                      <p:cBhvr>
                                        <p:cTn id="45" dur="1" fill="hold">
                                          <p:stCondLst>
                                            <p:cond delay="0"/>
                                          </p:stCondLst>
                                        </p:cTn>
                                        <p:tgtEl>
                                          <p:spTgt spid="32">
                                            <p:txEl>
                                              <p:pRg st="4" end="4"/>
                                            </p:txEl>
                                          </p:spTgt>
                                        </p:tgtEl>
                                        <p:attrNameLst>
                                          <p:attrName>style.visibility</p:attrName>
                                        </p:attrNameLst>
                                      </p:cBhvr>
                                      <p:to>
                                        <p:strVal val="visible"/>
                                      </p:to>
                                    </p:set>
                                    <p:animEffect transition="in" filter="wipe(up)">
                                      <p:cBhvr>
                                        <p:cTn id="46" dur="500"/>
                                        <p:tgtEl>
                                          <p:spTgt spid="32">
                                            <p:txEl>
                                              <p:pRg st="4" end="4"/>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6"/>
                                        </p:tgtEl>
                                        <p:attrNameLst>
                                          <p:attrName>style.visibility</p:attrName>
                                        </p:attrNameLst>
                                      </p:cBhvr>
                                      <p:to>
                                        <p:strVal val="visible"/>
                                      </p:to>
                                    </p:set>
                                    <p:animEffect transition="in" filter="wipe(left)">
                                      <p:cBhvr>
                                        <p:cTn id="51" dur="500"/>
                                        <p:tgtEl>
                                          <p:spTgt spid="6"/>
                                        </p:tgtEl>
                                      </p:cBhvr>
                                    </p:animEffect>
                                  </p:childTnLst>
                                </p:cTn>
                              </p:par>
                            </p:childTnLst>
                          </p:cTn>
                        </p:par>
                      </p:childTnLst>
                    </p:cTn>
                  </p:par>
                  <p:par>
                    <p:cTn id="52" fill="hold">
                      <p:stCondLst>
                        <p:cond delay="indefinite"/>
                      </p:stCondLst>
                      <p:childTnLst>
                        <p:par>
                          <p:cTn id="53" fill="hold">
                            <p:stCondLst>
                              <p:cond delay="0"/>
                            </p:stCondLst>
                            <p:childTnLst>
                              <p:par>
                                <p:cTn id="54" presetID="1" presetClass="emph" presetSubtype="2" fill="hold" nodeType="clickEffect">
                                  <p:stCondLst>
                                    <p:cond delay="0"/>
                                  </p:stCondLst>
                                  <p:childTnLst>
                                    <p:animClr clrSpc="rgb" dir="cw">
                                      <p:cBhvr>
                                        <p:cTn id="55" dur="500" fill="hold"/>
                                        <p:tgtEl>
                                          <p:spTgt spid="5"/>
                                        </p:tgtEl>
                                        <p:attrNameLst>
                                          <p:attrName>fillcolor</p:attrName>
                                        </p:attrNameLst>
                                      </p:cBhvr>
                                      <p:to>
                                        <a:srgbClr val="ECF3FA"/>
                                      </p:to>
                                    </p:animClr>
                                    <p:set>
                                      <p:cBhvr>
                                        <p:cTn id="56" dur="500" fill="hold"/>
                                        <p:tgtEl>
                                          <p:spTgt spid="5"/>
                                        </p:tgtEl>
                                        <p:attrNameLst>
                                          <p:attrName>fill.type</p:attrName>
                                        </p:attrNameLst>
                                      </p:cBhvr>
                                      <p:to>
                                        <p:strVal val="solid"/>
                                      </p:to>
                                    </p:set>
                                    <p:set>
                                      <p:cBhvr>
                                        <p:cTn id="57" dur="500" fill="hold"/>
                                        <p:tgtEl>
                                          <p:spTgt spid="5"/>
                                        </p:tgtEl>
                                        <p:attrNameLst>
                                          <p:attrName>fill.on</p:attrName>
                                        </p:attrNameLst>
                                      </p:cBhvr>
                                      <p:to>
                                        <p:strVal val="true"/>
                                      </p:to>
                                    </p:set>
                                  </p:childTnLst>
                                </p:cTn>
                              </p:par>
                              <p:par>
                                <p:cTn id="58" presetID="22" presetClass="entr" presetSubtype="1" fill="hold" grpId="0" nodeType="withEffect">
                                  <p:stCondLst>
                                    <p:cond delay="0"/>
                                  </p:stCondLst>
                                  <p:childTnLst>
                                    <p:set>
                                      <p:cBhvr>
                                        <p:cTn id="59" dur="1" fill="hold">
                                          <p:stCondLst>
                                            <p:cond delay="0"/>
                                          </p:stCondLst>
                                        </p:cTn>
                                        <p:tgtEl>
                                          <p:spTgt spid="8">
                                            <p:bg/>
                                          </p:spTgt>
                                        </p:tgtEl>
                                        <p:attrNameLst>
                                          <p:attrName>style.visibility</p:attrName>
                                        </p:attrNameLst>
                                      </p:cBhvr>
                                      <p:to>
                                        <p:strVal val="visible"/>
                                      </p:to>
                                    </p:set>
                                    <p:animEffect transition="in" filter="wipe(up)">
                                      <p:cBhvr>
                                        <p:cTn id="60" dur="500"/>
                                        <p:tgtEl>
                                          <p:spTgt spid="8">
                                            <p:bg/>
                                          </p:spTgt>
                                        </p:tgtEl>
                                      </p:cBhvr>
                                    </p:animEffect>
                                  </p:childTnLst>
                                </p:cTn>
                              </p:par>
                              <p:par>
                                <p:cTn id="61" presetID="22" presetClass="entr" presetSubtype="1" fill="hold" grpId="0" nodeType="withEffect">
                                  <p:stCondLst>
                                    <p:cond delay="0"/>
                                  </p:stCondLst>
                                  <p:childTnLst>
                                    <p:set>
                                      <p:cBhvr>
                                        <p:cTn id="62" dur="1" fill="hold">
                                          <p:stCondLst>
                                            <p:cond delay="0"/>
                                          </p:stCondLst>
                                        </p:cTn>
                                        <p:tgtEl>
                                          <p:spTgt spid="8">
                                            <p:txEl>
                                              <p:pRg st="0" end="0"/>
                                            </p:txEl>
                                          </p:spTgt>
                                        </p:tgtEl>
                                        <p:attrNameLst>
                                          <p:attrName>style.visibility</p:attrName>
                                        </p:attrNameLst>
                                      </p:cBhvr>
                                      <p:to>
                                        <p:strVal val="visible"/>
                                      </p:to>
                                    </p:set>
                                    <p:animEffect transition="in" filter="wipe(up)">
                                      <p:cBhvr>
                                        <p:cTn id="63" dur="500"/>
                                        <p:tgtEl>
                                          <p:spTgt spid="8">
                                            <p:txEl>
                                              <p:pRg st="0" end="0"/>
                                            </p:txEl>
                                          </p:spTgt>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1" fill="hold" grpId="0" nodeType="clickEffect">
                                  <p:stCondLst>
                                    <p:cond delay="0"/>
                                  </p:stCondLst>
                                  <p:childTnLst>
                                    <p:set>
                                      <p:cBhvr>
                                        <p:cTn id="67" dur="1" fill="hold">
                                          <p:stCondLst>
                                            <p:cond delay="0"/>
                                          </p:stCondLst>
                                        </p:cTn>
                                        <p:tgtEl>
                                          <p:spTgt spid="8">
                                            <p:txEl>
                                              <p:pRg st="5" end="5"/>
                                            </p:txEl>
                                          </p:spTgt>
                                        </p:tgtEl>
                                        <p:attrNameLst>
                                          <p:attrName>style.visibility</p:attrName>
                                        </p:attrNameLst>
                                      </p:cBhvr>
                                      <p:to>
                                        <p:strVal val="visible"/>
                                      </p:to>
                                    </p:set>
                                    <p:animEffect transition="in" filter="wipe(up)">
                                      <p:cBhvr>
                                        <p:cTn id="68" dur="500"/>
                                        <p:tgtEl>
                                          <p:spTgt spid="8">
                                            <p:txEl>
                                              <p:pRg st="5" end="5"/>
                                            </p:txEl>
                                          </p:spTgt>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1" fill="hold" grpId="0" nodeType="clickEffect">
                                  <p:stCondLst>
                                    <p:cond delay="0"/>
                                  </p:stCondLst>
                                  <p:childTnLst>
                                    <p:set>
                                      <p:cBhvr>
                                        <p:cTn id="72" dur="1" fill="hold">
                                          <p:stCondLst>
                                            <p:cond delay="0"/>
                                          </p:stCondLst>
                                        </p:cTn>
                                        <p:tgtEl>
                                          <p:spTgt spid="8">
                                            <p:txEl>
                                              <p:pRg st="7" end="7"/>
                                            </p:txEl>
                                          </p:spTgt>
                                        </p:tgtEl>
                                        <p:attrNameLst>
                                          <p:attrName>style.visibility</p:attrName>
                                        </p:attrNameLst>
                                      </p:cBhvr>
                                      <p:to>
                                        <p:strVal val="visible"/>
                                      </p:to>
                                    </p:set>
                                    <p:animEffect transition="in" filter="wipe(up)">
                                      <p:cBhvr>
                                        <p:cTn id="73" dur="500"/>
                                        <p:tgtEl>
                                          <p:spTgt spid="8">
                                            <p:txEl>
                                              <p:pRg st="7" end="7"/>
                                            </p:txEl>
                                          </p:spTgt>
                                        </p:tgtEl>
                                      </p:cBhvr>
                                    </p:animEffect>
                                  </p:childTnLst>
                                </p:cTn>
                              </p:par>
                            </p:childTnLst>
                          </p:cTn>
                        </p:par>
                      </p:childTnLst>
                    </p:cTn>
                  </p:par>
                  <p:par>
                    <p:cTn id="74" fill="hold">
                      <p:stCondLst>
                        <p:cond delay="indefinite"/>
                      </p:stCondLst>
                      <p:childTnLst>
                        <p:par>
                          <p:cTn id="75" fill="hold">
                            <p:stCondLst>
                              <p:cond delay="0"/>
                            </p:stCondLst>
                            <p:childTnLst>
                              <p:par>
                                <p:cTn id="76" presetID="22" presetClass="entr" presetSubtype="1" fill="hold" grpId="0" nodeType="clickEffect">
                                  <p:stCondLst>
                                    <p:cond delay="0"/>
                                  </p:stCondLst>
                                  <p:childTnLst>
                                    <p:set>
                                      <p:cBhvr>
                                        <p:cTn id="77" dur="1" fill="hold">
                                          <p:stCondLst>
                                            <p:cond delay="0"/>
                                          </p:stCondLst>
                                        </p:cTn>
                                        <p:tgtEl>
                                          <p:spTgt spid="8">
                                            <p:txEl>
                                              <p:pRg st="8" end="8"/>
                                            </p:txEl>
                                          </p:spTgt>
                                        </p:tgtEl>
                                        <p:attrNameLst>
                                          <p:attrName>style.visibility</p:attrName>
                                        </p:attrNameLst>
                                      </p:cBhvr>
                                      <p:to>
                                        <p:strVal val="visible"/>
                                      </p:to>
                                    </p:set>
                                    <p:animEffect transition="in" filter="wipe(up)">
                                      <p:cBhvr>
                                        <p:cTn id="78" dur="500"/>
                                        <p:tgtEl>
                                          <p:spTgt spid="8">
                                            <p:txEl>
                                              <p:pRg st="8" end="8"/>
                                            </p:txEl>
                                          </p:spTgt>
                                        </p:tgtEl>
                                      </p:cBhvr>
                                    </p:animEffect>
                                  </p:childTnLst>
                                </p:cTn>
                              </p:par>
                            </p:childTnLst>
                          </p:cTn>
                        </p:par>
                      </p:childTnLst>
                    </p:cTn>
                  </p:par>
                  <p:par>
                    <p:cTn id="79" fill="hold">
                      <p:stCondLst>
                        <p:cond delay="indefinite"/>
                      </p:stCondLst>
                      <p:childTnLst>
                        <p:par>
                          <p:cTn id="80" fill="hold">
                            <p:stCondLst>
                              <p:cond delay="0"/>
                            </p:stCondLst>
                            <p:childTnLst>
                              <p:par>
                                <p:cTn id="81" presetID="1" presetClass="emph" presetSubtype="2" fill="hold" nodeType="clickEffect">
                                  <p:stCondLst>
                                    <p:cond delay="0"/>
                                  </p:stCondLst>
                                  <p:childTnLst>
                                    <p:animClr clrSpc="rgb" dir="cw">
                                      <p:cBhvr>
                                        <p:cTn id="82" dur="500" fill="hold"/>
                                        <p:tgtEl>
                                          <p:spTgt spid="5"/>
                                        </p:tgtEl>
                                        <p:attrNameLst>
                                          <p:attrName>fillcolor</p:attrName>
                                        </p:attrNameLst>
                                      </p:cBhvr>
                                      <p:to>
                                        <a:srgbClr val="FFF2CC"/>
                                      </p:to>
                                    </p:animClr>
                                    <p:set>
                                      <p:cBhvr>
                                        <p:cTn id="83" dur="500" fill="hold"/>
                                        <p:tgtEl>
                                          <p:spTgt spid="5"/>
                                        </p:tgtEl>
                                        <p:attrNameLst>
                                          <p:attrName>fill.type</p:attrName>
                                        </p:attrNameLst>
                                      </p:cBhvr>
                                      <p:to>
                                        <p:strVal val="solid"/>
                                      </p:to>
                                    </p:set>
                                    <p:set>
                                      <p:cBhvr>
                                        <p:cTn id="84" dur="500" fill="hold"/>
                                        <p:tgtEl>
                                          <p:spTgt spid="5"/>
                                        </p:tgtEl>
                                        <p:attrNameLst>
                                          <p:attrName>fill.on</p:attrName>
                                        </p:attrNameLst>
                                      </p:cBhvr>
                                      <p:to>
                                        <p:strVal val="true"/>
                                      </p:to>
                                    </p:set>
                                  </p:childTnLst>
                                </p:cTn>
                              </p:par>
                              <p:par>
                                <p:cTn id="85" presetID="22" presetClass="entr" presetSubtype="1" fill="hold" grpId="0" nodeType="withEffect">
                                  <p:stCondLst>
                                    <p:cond delay="0"/>
                                  </p:stCondLst>
                                  <p:childTnLst>
                                    <p:set>
                                      <p:cBhvr>
                                        <p:cTn id="86" dur="1" fill="hold">
                                          <p:stCondLst>
                                            <p:cond delay="0"/>
                                          </p:stCondLst>
                                        </p:cTn>
                                        <p:tgtEl>
                                          <p:spTgt spid="12">
                                            <p:bg/>
                                          </p:spTgt>
                                        </p:tgtEl>
                                        <p:attrNameLst>
                                          <p:attrName>style.visibility</p:attrName>
                                        </p:attrNameLst>
                                      </p:cBhvr>
                                      <p:to>
                                        <p:strVal val="visible"/>
                                      </p:to>
                                    </p:set>
                                    <p:animEffect transition="in" filter="wipe(up)">
                                      <p:cBhvr>
                                        <p:cTn id="87" dur="500"/>
                                        <p:tgtEl>
                                          <p:spTgt spid="12">
                                            <p:bg/>
                                          </p:spTgt>
                                        </p:tgtEl>
                                      </p:cBhvr>
                                    </p:animEffect>
                                  </p:childTnLst>
                                </p:cTn>
                              </p:par>
                              <p:par>
                                <p:cTn id="88" presetID="22" presetClass="entr" presetSubtype="1" fill="hold" grpId="0" nodeType="withEffect">
                                  <p:stCondLst>
                                    <p:cond delay="0"/>
                                  </p:stCondLst>
                                  <p:childTnLst>
                                    <p:set>
                                      <p:cBhvr>
                                        <p:cTn id="89" dur="1" fill="hold">
                                          <p:stCondLst>
                                            <p:cond delay="0"/>
                                          </p:stCondLst>
                                        </p:cTn>
                                        <p:tgtEl>
                                          <p:spTgt spid="12">
                                            <p:txEl>
                                              <p:pRg st="0" end="0"/>
                                            </p:txEl>
                                          </p:spTgt>
                                        </p:tgtEl>
                                        <p:attrNameLst>
                                          <p:attrName>style.visibility</p:attrName>
                                        </p:attrNameLst>
                                      </p:cBhvr>
                                      <p:to>
                                        <p:strVal val="visible"/>
                                      </p:to>
                                    </p:set>
                                    <p:animEffect transition="in" filter="wipe(up)">
                                      <p:cBhvr>
                                        <p:cTn id="90" dur="500"/>
                                        <p:tgtEl>
                                          <p:spTgt spid="12">
                                            <p:txEl>
                                              <p:pRg st="0" end="0"/>
                                            </p:txEl>
                                          </p:spTgt>
                                        </p:tgtEl>
                                      </p:cBhvr>
                                    </p:animEffect>
                                  </p:childTnLst>
                                </p:cTn>
                              </p:par>
                            </p:childTnLst>
                          </p:cTn>
                        </p:par>
                      </p:childTnLst>
                    </p:cTn>
                  </p:par>
                  <p:par>
                    <p:cTn id="91" fill="hold">
                      <p:stCondLst>
                        <p:cond delay="indefinite"/>
                      </p:stCondLst>
                      <p:childTnLst>
                        <p:par>
                          <p:cTn id="92" fill="hold">
                            <p:stCondLst>
                              <p:cond delay="0"/>
                            </p:stCondLst>
                            <p:childTnLst>
                              <p:par>
                                <p:cTn id="93" presetID="22" presetClass="entr" presetSubtype="1" fill="hold" grpId="0" nodeType="clickEffect">
                                  <p:stCondLst>
                                    <p:cond delay="0"/>
                                  </p:stCondLst>
                                  <p:childTnLst>
                                    <p:set>
                                      <p:cBhvr>
                                        <p:cTn id="94" dur="1" fill="hold">
                                          <p:stCondLst>
                                            <p:cond delay="0"/>
                                          </p:stCondLst>
                                        </p:cTn>
                                        <p:tgtEl>
                                          <p:spTgt spid="12">
                                            <p:txEl>
                                              <p:pRg st="3" end="3"/>
                                            </p:txEl>
                                          </p:spTgt>
                                        </p:tgtEl>
                                        <p:attrNameLst>
                                          <p:attrName>style.visibility</p:attrName>
                                        </p:attrNameLst>
                                      </p:cBhvr>
                                      <p:to>
                                        <p:strVal val="visible"/>
                                      </p:to>
                                    </p:set>
                                    <p:animEffect transition="in" filter="wipe(up)">
                                      <p:cBhvr>
                                        <p:cTn id="95" dur="500"/>
                                        <p:tgtEl>
                                          <p:spTgt spid="12">
                                            <p:txEl>
                                              <p:pRg st="3" end="3"/>
                                            </p:txEl>
                                          </p:spTgt>
                                        </p:tgtEl>
                                      </p:cBhvr>
                                    </p:animEffect>
                                  </p:childTnLst>
                                </p:cTn>
                              </p:par>
                              <p:par>
                                <p:cTn id="96" presetID="22" presetClass="entr" presetSubtype="1" fill="hold" grpId="0" nodeType="withEffect">
                                  <p:stCondLst>
                                    <p:cond delay="0"/>
                                  </p:stCondLst>
                                  <p:childTnLst>
                                    <p:set>
                                      <p:cBhvr>
                                        <p:cTn id="97" dur="1" fill="hold">
                                          <p:stCondLst>
                                            <p:cond delay="0"/>
                                          </p:stCondLst>
                                        </p:cTn>
                                        <p:tgtEl>
                                          <p:spTgt spid="12">
                                            <p:txEl>
                                              <p:pRg st="5" end="5"/>
                                            </p:txEl>
                                          </p:spTgt>
                                        </p:tgtEl>
                                        <p:attrNameLst>
                                          <p:attrName>style.visibility</p:attrName>
                                        </p:attrNameLst>
                                      </p:cBhvr>
                                      <p:to>
                                        <p:strVal val="visible"/>
                                      </p:to>
                                    </p:set>
                                    <p:animEffect transition="in" filter="wipe(up)">
                                      <p:cBhvr>
                                        <p:cTn id="98" dur="500"/>
                                        <p:tgtEl>
                                          <p:spTgt spid="12">
                                            <p:txEl>
                                              <p:pRg st="5" end="5"/>
                                            </p:txEl>
                                          </p:spTgt>
                                        </p:tgtEl>
                                      </p:cBhvr>
                                    </p:animEffect>
                                  </p:childTnLst>
                                </p:cTn>
                              </p:par>
                              <p:par>
                                <p:cTn id="99" presetID="22" presetClass="entr" presetSubtype="1" fill="hold" grpId="0" nodeType="withEffect">
                                  <p:stCondLst>
                                    <p:cond delay="0"/>
                                  </p:stCondLst>
                                  <p:childTnLst>
                                    <p:set>
                                      <p:cBhvr>
                                        <p:cTn id="100" dur="1" fill="hold">
                                          <p:stCondLst>
                                            <p:cond delay="0"/>
                                          </p:stCondLst>
                                        </p:cTn>
                                        <p:tgtEl>
                                          <p:spTgt spid="12">
                                            <p:txEl>
                                              <p:pRg st="6" end="6"/>
                                            </p:txEl>
                                          </p:spTgt>
                                        </p:tgtEl>
                                        <p:attrNameLst>
                                          <p:attrName>style.visibility</p:attrName>
                                        </p:attrNameLst>
                                      </p:cBhvr>
                                      <p:to>
                                        <p:strVal val="visible"/>
                                      </p:to>
                                    </p:set>
                                    <p:animEffect transition="in" filter="wipe(up)">
                                      <p:cBhvr>
                                        <p:cTn id="101" dur="500"/>
                                        <p:tgtEl>
                                          <p:spTgt spid="12">
                                            <p:txEl>
                                              <p:pRg st="6" end="6"/>
                                            </p:txEl>
                                          </p:spTgt>
                                        </p:tgtEl>
                                      </p:cBhvr>
                                    </p:animEffect>
                                  </p:childTnLst>
                                </p:cTn>
                              </p:par>
                            </p:childTnLst>
                          </p:cTn>
                        </p:par>
                      </p:childTnLst>
                    </p:cTn>
                  </p:par>
                  <p:par>
                    <p:cTn id="102" fill="hold">
                      <p:stCondLst>
                        <p:cond delay="indefinite"/>
                      </p:stCondLst>
                      <p:childTnLst>
                        <p:par>
                          <p:cTn id="103" fill="hold">
                            <p:stCondLst>
                              <p:cond delay="0"/>
                            </p:stCondLst>
                            <p:childTnLst>
                              <p:par>
                                <p:cTn id="104" presetID="1" presetClass="emph" presetSubtype="2" fill="hold" nodeType="clickEffect">
                                  <p:stCondLst>
                                    <p:cond delay="0"/>
                                  </p:stCondLst>
                                  <p:childTnLst>
                                    <p:animClr clrSpc="rgb" dir="cw">
                                      <p:cBhvr>
                                        <p:cTn id="105" dur="500" fill="hold"/>
                                        <p:tgtEl>
                                          <p:spTgt spid="5"/>
                                        </p:tgtEl>
                                        <p:attrNameLst>
                                          <p:attrName>fillcolor</p:attrName>
                                        </p:attrNameLst>
                                      </p:cBhvr>
                                      <p:to>
                                        <a:srgbClr val="ECF3FA"/>
                                      </p:to>
                                    </p:animClr>
                                    <p:set>
                                      <p:cBhvr>
                                        <p:cTn id="106" dur="500" fill="hold"/>
                                        <p:tgtEl>
                                          <p:spTgt spid="5"/>
                                        </p:tgtEl>
                                        <p:attrNameLst>
                                          <p:attrName>fill.type</p:attrName>
                                        </p:attrNameLst>
                                      </p:cBhvr>
                                      <p:to>
                                        <p:strVal val="solid"/>
                                      </p:to>
                                    </p:set>
                                    <p:set>
                                      <p:cBhvr>
                                        <p:cTn id="107" dur="500" fill="hold"/>
                                        <p:tgtEl>
                                          <p:spTgt spid="5"/>
                                        </p:tgtEl>
                                        <p:attrNameLst>
                                          <p:attrName>fill.on</p:attrName>
                                        </p:attrNameLst>
                                      </p:cBhvr>
                                      <p:to>
                                        <p:strVal val="true"/>
                                      </p:to>
                                    </p:set>
                                  </p:childTnLst>
                                </p:cTn>
                              </p:par>
                              <p:par>
                                <p:cTn id="108" presetID="22" presetClass="entr" presetSubtype="1" fill="hold" grpId="0" nodeType="withEffect">
                                  <p:stCondLst>
                                    <p:cond delay="0"/>
                                  </p:stCondLst>
                                  <p:childTnLst>
                                    <p:set>
                                      <p:cBhvr>
                                        <p:cTn id="109" dur="1" fill="hold">
                                          <p:stCondLst>
                                            <p:cond delay="0"/>
                                          </p:stCondLst>
                                        </p:cTn>
                                        <p:tgtEl>
                                          <p:spTgt spid="13">
                                            <p:bg/>
                                          </p:spTgt>
                                        </p:tgtEl>
                                        <p:attrNameLst>
                                          <p:attrName>style.visibility</p:attrName>
                                        </p:attrNameLst>
                                      </p:cBhvr>
                                      <p:to>
                                        <p:strVal val="visible"/>
                                      </p:to>
                                    </p:set>
                                    <p:animEffect transition="in" filter="wipe(up)">
                                      <p:cBhvr>
                                        <p:cTn id="110" dur="500"/>
                                        <p:tgtEl>
                                          <p:spTgt spid="13">
                                            <p:bg/>
                                          </p:spTgt>
                                        </p:tgtEl>
                                      </p:cBhvr>
                                    </p:animEffect>
                                  </p:childTnLst>
                                </p:cTn>
                              </p:par>
                              <p:par>
                                <p:cTn id="111" presetID="22" presetClass="entr" presetSubtype="1" fill="hold" grpId="0" nodeType="withEffect">
                                  <p:stCondLst>
                                    <p:cond delay="0"/>
                                  </p:stCondLst>
                                  <p:childTnLst>
                                    <p:set>
                                      <p:cBhvr>
                                        <p:cTn id="112" dur="1" fill="hold">
                                          <p:stCondLst>
                                            <p:cond delay="0"/>
                                          </p:stCondLst>
                                        </p:cTn>
                                        <p:tgtEl>
                                          <p:spTgt spid="13">
                                            <p:txEl>
                                              <p:pRg st="0" end="0"/>
                                            </p:txEl>
                                          </p:spTgt>
                                        </p:tgtEl>
                                        <p:attrNameLst>
                                          <p:attrName>style.visibility</p:attrName>
                                        </p:attrNameLst>
                                      </p:cBhvr>
                                      <p:to>
                                        <p:strVal val="visible"/>
                                      </p:to>
                                    </p:set>
                                    <p:animEffect transition="in" filter="wipe(up)">
                                      <p:cBhvr>
                                        <p:cTn id="113" dur="500"/>
                                        <p:tgtEl>
                                          <p:spTgt spid="13">
                                            <p:txEl>
                                              <p:pRg st="0" end="0"/>
                                            </p:txEl>
                                          </p:spTgt>
                                        </p:tgtEl>
                                      </p:cBhvr>
                                    </p:animEffect>
                                  </p:childTnLst>
                                </p:cTn>
                              </p:par>
                              <p:par>
                                <p:cTn id="114" presetID="22" presetClass="entr" presetSubtype="1" fill="hold" grpId="0" nodeType="withEffect">
                                  <p:stCondLst>
                                    <p:cond delay="0"/>
                                  </p:stCondLst>
                                  <p:childTnLst>
                                    <p:set>
                                      <p:cBhvr>
                                        <p:cTn id="115" dur="1" fill="hold">
                                          <p:stCondLst>
                                            <p:cond delay="0"/>
                                          </p:stCondLst>
                                        </p:cTn>
                                        <p:tgtEl>
                                          <p:spTgt spid="13">
                                            <p:txEl>
                                              <p:pRg st="5" end="5"/>
                                            </p:txEl>
                                          </p:spTgt>
                                        </p:tgtEl>
                                        <p:attrNameLst>
                                          <p:attrName>style.visibility</p:attrName>
                                        </p:attrNameLst>
                                      </p:cBhvr>
                                      <p:to>
                                        <p:strVal val="visible"/>
                                      </p:to>
                                    </p:set>
                                    <p:animEffect transition="in" filter="wipe(up)">
                                      <p:cBhvr>
                                        <p:cTn id="116" dur="500"/>
                                        <p:tgtEl>
                                          <p:spTgt spid="13">
                                            <p:txEl>
                                              <p:pRg st="5" end="5"/>
                                            </p:txEl>
                                          </p:spTgt>
                                        </p:tgtEl>
                                      </p:cBhvr>
                                    </p:animEffect>
                                  </p:childTnLst>
                                </p:cTn>
                              </p:par>
                            </p:childTnLst>
                          </p:cTn>
                        </p:par>
                      </p:childTnLst>
                    </p:cTn>
                  </p:par>
                  <p:par>
                    <p:cTn id="117" fill="hold">
                      <p:stCondLst>
                        <p:cond delay="indefinite"/>
                      </p:stCondLst>
                      <p:childTnLst>
                        <p:par>
                          <p:cTn id="118" fill="hold">
                            <p:stCondLst>
                              <p:cond delay="0"/>
                            </p:stCondLst>
                            <p:childTnLst>
                              <p:par>
                                <p:cTn id="119" presetID="22" presetClass="entr" presetSubtype="4" fill="hold" grpId="0" nodeType="clickEffect">
                                  <p:stCondLst>
                                    <p:cond delay="0"/>
                                  </p:stCondLst>
                                  <p:childTnLst>
                                    <p:set>
                                      <p:cBhvr>
                                        <p:cTn id="120" dur="1" fill="hold">
                                          <p:stCondLst>
                                            <p:cond delay="0"/>
                                          </p:stCondLst>
                                        </p:cTn>
                                        <p:tgtEl>
                                          <p:spTgt spid="20"/>
                                        </p:tgtEl>
                                        <p:attrNameLst>
                                          <p:attrName>style.visibility</p:attrName>
                                        </p:attrNameLst>
                                      </p:cBhvr>
                                      <p:to>
                                        <p:strVal val="visible"/>
                                      </p:to>
                                    </p:set>
                                    <p:animEffect transition="in" filter="wipe(down)">
                                      <p:cBhvr>
                                        <p:cTn id="121" dur="500"/>
                                        <p:tgtEl>
                                          <p:spTgt spid="20"/>
                                        </p:tgtEl>
                                      </p:cBhvr>
                                    </p:animEffect>
                                  </p:childTnLst>
                                </p:cTn>
                              </p:par>
                            </p:childTnLst>
                          </p:cTn>
                        </p:par>
                        <p:par>
                          <p:cTn id="122" fill="hold">
                            <p:stCondLst>
                              <p:cond delay="500"/>
                            </p:stCondLst>
                            <p:childTnLst>
                              <p:par>
                                <p:cTn id="123" presetID="22" presetClass="entr" presetSubtype="1" fill="hold" grpId="0" nodeType="afterEffect">
                                  <p:stCondLst>
                                    <p:cond delay="0"/>
                                  </p:stCondLst>
                                  <p:childTnLst>
                                    <p:set>
                                      <p:cBhvr>
                                        <p:cTn id="124" dur="1" fill="hold">
                                          <p:stCondLst>
                                            <p:cond delay="0"/>
                                          </p:stCondLst>
                                        </p:cTn>
                                        <p:tgtEl>
                                          <p:spTgt spid="13">
                                            <p:txEl>
                                              <p:pRg st="7" end="7"/>
                                            </p:txEl>
                                          </p:spTgt>
                                        </p:tgtEl>
                                        <p:attrNameLst>
                                          <p:attrName>style.visibility</p:attrName>
                                        </p:attrNameLst>
                                      </p:cBhvr>
                                      <p:to>
                                        <p:strVal val="visible"/>
                                      </p:to>
                                    </p:set>
                                    <p:animEffect transition="in" filter="wipe(up)">
                                      <p:cBhvr>
                                        <p:cTn id="125" dur="500"/>
                                        <p:tgtEl>
                                          <p:spTgt spid="13">
                                            <p:txEl>
                                              <p:pRg st="7" end="7"/>
                                            </p:txEl>
                                          </p:spTgt>
                                        </p:tgtEl>
                                      </p:cBhvr>
                                    </p:animEffect>
                                  </p:childTnLst>
                                </p:cTn>
                              </p:par>
                            </p:childTnLst>
                          </p:cTn>
                        </p:par>
                      </p:childTnLst>
                    </p:cTn>
                  </p:par>
                  <p:par>
                    <p:cTn id="126" fill="hold">
                      <p:stCondLst>
                        <p:cond delay="indefinite"/>
                      </p:stCondLst>
                      <p:childTnLst>
                        <p:par>
                          <p:cTn id="127" fill="hold">
                            <p:stCondLst>
                              <p:cond delay="0"/>
                            </p:stCondLst>
                            <p:childTnLst>
                              <p:par>
                                <p:cTn id="128" presetID="22" presetClass="entr" presetSubtype="1" fill="hold" grpId="0" nodeType="clickEffect">
                                  <p:stCondLst>
                                    <p:cond delay="0"/>
                                  </p:stCondLst>
                                  <p:childTnLst>
                                    <p:set>
                                      <p:cBhvr>
                                        <p:cTn id="129" dur="1" fill="hold">
                                          <p:stCondLst>
                                            <p:cond delay="0"/>
                                          </p:stCondLst>
                                        </p:cTn>
                                        <p:tgtEl>
                                          <p:spTgt spid="13">
                                            <p:txEl>
                                              <p:pRg st="8" end="8"/>
                                            </p:txEl>
                                          </p:spTgt>
                                        </p:tgtEl>
                                        <p:attrNameLst>
                                          <p:attrName>style.visibility</p:attrName>
                                        </p:attrNameLst>
                                      </p:cBhvr>
                                      <p:to>
                                        <p:strVal val="visible"/>
                                      </p:to>
                                    </p:set>
                                    <p:animEffect transition="in" filter="wipe(up)">
                                      <p:cBhvr>
                                        <p:cTn id="130" dur="500"/>
                                        <p:tgtEl>
                                          <p:spTgt spid="13">
                                            <p:txEl>
                                              <p:pRg st="8" end="8"/>
                                            </p:txEl>
                                          </p:spTgt>
                                        </p:tgtEl>
                                      </p:cBhvr>
                                    </p:animEffect>
                                  </p:childTnLst>
                                </p:cTn>
                              </p:par>
                            </p:childTnLst>
                          </p:cTn>
                        </p:par>
                      </p:childTnLst>
                    </p:cTn>
                  </p:par>
                  <p:par>
                    <p:cTn id="131" fill="hold">
                      <p:stCondLst>
                        <p:cond delay="indefinite"/>
                      </p:stCondLst>
                      <p:childTnLst>
                        <p:par>
                          <p:cTn id="132" fill="hold">
                            <p:stCondLst>
                              <p:cond delay="0"/>
                            </p:stCondLst>
                            <p:childTnLst>
                              <p:par>
                                <p:cTn id="133" presetID="1" presetClass="emph" presetSubtype="2" fill="hold" nodeType="clickEffect">
                                  <p:stCondLst>
                                    <p:cond delay="0"/>
                                  </p:stCondLst>
                                  <p:childTnLst>
                                    <p:animClr clrSpc="rgb" dir="cw">
                                      <p:cBhvr>
                                        <p:cTn id="134" dur="500" fill="hold"/>
                                        <p:tgtEl>
                                          <p:spTgt spid="5"/>
                                        </p:tgtEl>
                                        <p:attrNameLst>
                                          <p:attrName>fillcolor</p:attrName>
                                        </p:attrNameLst>
                                      </p:cBhvr>
                                      <p:to>
                                        <a:srgbClr val="FFF2CC"/>
                                      </p:to>
                                    </p:animClr>
                                    <p:set>
                                      <p:cBhvr>
                                        <p:cTn id="135" dur="500" fill="hold"/>
                                        <p:tgtEl>
                                          <p:spTgt spid="5"/>
                                        </p:tgtEl>
                                        <p:attrNameLst>
                                          <p:attrName>fill.type</p:attrName>
                                        </p:attrNameLst>
                                      </p:cBhvr>
                                      <p:to>
                                        <p:strVal val="solid"/>
                                      </p:to>
                                    </p:set>
                                    <p:set>
                                      <p:cBhvr>
                                        <p:cTn id="136" dur="500" fill="hold"/>
                                        <p:tgtEl>
                                          <p:spTgt spid="5"/>
                                        </p:tgtEl>
                                        <p:attrNameLst>
                                          <p:attrName>fill.on</p:attrName>
                                        </p:attrNameLst>
                                      </p:cBhvr>
                                      <p:to>
                                        <p:strVal val="true"/>
                                      </p:to>
                                    </p:set>
                                  </p:childTnLst>
                                </p:cTn>
                              </p:par>
                              <p:par>
                                <p:cTn id="137" presetID="22" presetClass="entr" presetSubtype="1" fill="hold" grpId="0" nodeType="withEffect">
                                  <p:stCondLst>
                                    <p:cond delay="0"/>
                                  </p:stCondLst>
                                  <p:childTnLst>
                                    <p:set>
                                      <p:cBhvr>
                                        <p:cTn id="138" dur="1" fill="hold">
                                          <p:stCondLst>
                                            <p:cond delay="0"/>
                                          </p:stCondLst>
                                        </p:cTn>
                                        <p:tgtEl>
                                          <p:spTgt spid="16">
                                            <p:bg/>
                                          </p:spTgt>
                                        </p:tgtEl>
                                        <p:attrNameLst>
                                          <p:attrName>style.visibility</p:attrName>
                                        </p:attrNameLst>
                                      </p:cBhvr>
                                      <p:to>
                                        <p:strVal val="visible"/>
                                      </p:to>
                                    </p:set>
                                    <p:animEffect transition="in" filter="wipe(up)">
                                      <p:cBhvr>
                                        <p:cTn id="139" dur="500"/>
                                        <p:tgtEl>
                                          <p:spTgt spid="16">
                                            <p:bg/>
                                          </p:spTgt>
                                        </p:tgtEl>
                                      </p:cBhvr>
                                    </p:animEffect>
                                  </p:childTnLst>
                                </p:cTn>
                              </p:par>
                              <p:par>
                                <p:cTn id="140" presetID="22" presetClass="entr" presetSubtype="1" fill="hold" grpId="0" nodeType="withEffect">
                                  <p:stCondLst>
                                    <p:cond delay="0"/>
                                  </p:stCondLst>
                                  <p:childTnLst>
                                    <p:set>
                                      <p:cBhvr>
                                        <p:cTn id="141" dur="1" fill="hold">
                                          <p:stCondLst>
                                            <p:cond delay="0"/>
                                          </p:stCondLst>
                                        </p:cTn>
                                        <p:tgtEl>
                                          <p:spTgt spid="16">
                                            <p:txEl>
                                              <p:pRg st="0" end="0"/>
                                            </p:txEl>
                                          </p:spTgt>
                                        </p:tgtEl>
                                        <p:attrNameLst>
                                          <p:attrName>style.visibility</p:attrName>
                                        </p:attrNameLst>
                                      </p:cBhvr>
                                      <p:to>
                                        <p:strVal val="visible"/>
                                      </p:to>
                                    </p:set>
                                    <p:animEffect transition="in" filter="wipe(up)">
                                      <p:cBhvr>
                                        <p:cTn id="142" dur="500"/>
                                        <p:tgtEl>
                                          <p:spTgt spid="16">
                                            <p:txEl>
                                              <p:pRg st="0" end="0"/>
                                            </p:txEl>
                                          </p:spTgt>
                                        </p:tgtEl>
                                      </p:cBhvr>
                                    </p:animEffect>
                                  </p:childTnLst>
                                </p:cTn>
                              </p:par>
                            </p:childTnLst>
                          </p:cTn>
                        </p:par>
                      </p:childTnLst>
                    </p:cTn>
                  </p:par>
                  <p:par>
                    <p:cTn id="143" fill="hold">
                      <p:stCondLst>
                        <p:cond delay="indefinite"/>
                      </p:stCondLst>
                      <p:childTnLst>
                        <p:par>
                          <p:cTn id="144" fill="hold">
                            <p:stCondLst>
                              <p:cond delay="0"/>
                            </p:stCondLst>
                            <p:childTnLst>
                              <p:par>
                                <p:cTn id="145" presetID="22" presetClass="entr" presetSubtype="1" fill="hold" grpId="0" nodeType="clickEffect">
                                  <p:stCondLst>
                                    <p:cond delay="0"/>
                                  </p:stCondLst>
                                  <p:childTnLst>
                                    <p:set>
                                      <p:cBhvr>
                                        <p:cTn id="146" dur="1" fill="hold">
                                          <p:stCondLst>
                                            <p:cond delay="0"/>
                                          </p:stCondLst>
                                        </p:cTn>
                                        <p:tgtEl>
                                          <p:spTgt spid="16">
                                            <p:txEl>
                                              <p:pRg st="5" end="5"/>
                                            </p:txEl>
                                          </p:spTgt>
                                        </p:tgtEl>
                                        <p:attrNameLst>
                                          <p:attrName>style.visibility</p:attrName>
                                        </p:attrNameLst>
                                      </p:cBhvr>
                                      <p:to>
                                        <p:strVal val="visible"/>
                                      </p:to>
                                    </p:set>
                                    <p:animEffect transition="in" filter="wipe(up)">
                                      <p:cBhvr>
                                        <p:cTn id="147" dur="500"/>
                                        <p:tgtEl>
                                          <p:spTgt spid="16">
                                            <p:txEl>
                                              <p:pRg st="5" end="5"/>
                                            </p:txEl>
                                          </p:spTgt>
                                        </p:tgtEl>
                                      </p:cBhvr>
                                    </p:animEffect>
                                  </p:childTnLst>
                                </p:cTn>
                              </p:par>
                            </p:childTnLst>
                          </p:cTn>
                        </p:par>
                      </p:childTnLst>
                    </p:cTn>
                  </p:par>
                  <p:par>
                    <p:cTn id="148" fill="hold">
                      <p:stCondLst>
                        <p:cond delay="indefinite"/>
                      </p:stCondLst>
                      <p:childTnLst>
                        <p:par>
                          <p:cTn id="149" fill="hold">
                            <p:stCondLst>
                              <p:cond delay="0"/>
                            </p:stCondLst>
                            <p:childTnLst>
                              <p:par>
                                <p:cTn id="150" presetID="22" presetClass="entr" presetSubtype="1" fill="hold" grpId="0" nodeType="clickEffect">
                                  <p:stCondLst>
                                    <p:cond delay="0"/>
                                  </p:stCondLst>
                                  <p:childTnLst>
                                    <p:set>
                                      <p:cBhvr>
                                        <p:cTn id="151" dur="1" fill="hold">
                                          <p:stCondLst>
                                            <p:cond delay="0"/>
                                          </p:stCondLst>
                                        </p:cTn>
                                        <p:tgtEl>
                                          <p:spTgt spid="16">
                                            <p:txEl>
                                              <p:pRg st="7" end="7"/>
                                            </p:txEl>
                                          </p:spTgt>
                                        </p:tgtEl>
                                        <p:attrNameLst>
                                          <p:attrName>style.visibility</p:attrName>
                                        </p:attrNameLst>
                                      </p:cBhvr>
                                      <p:to>
                                        <p:strVal val="visible"/>
                                      </p:to>
                                    </p:set>
                                    <p:animEffect transition="in" filter="wipe(up)">
                                      <p:cBhvr>
                                        <p:cTn id="152" dur="500"/>
                                        <p:tgtEl>
                                          <p:spTgt spid="16">
                                            <p:txEl>
                                              <p:pRg st="7" end="7"/>
                                            </p:txEl>
                                          </p:spTgt>
                                        </p:tgtEl>
                                      </p:cBhvr>
                                    </p:animEffect>
                                  </p:childTnLst>
                                </p:cTn>
                              </p:par>
                            </p:childTnLst>
                          </p:cTn>
                        </p:par>
                      </p:childTnLst>
                    </p:cTn>
                  </p:par>
                  <p:par>
                    <p:cTn id="153" fill="hold">
                      <p:stCondLst>
                        <p:cond delay="indefinite"/>
                      </p:stCondLst>
                      <p:childTnLst>
                        <p:par>
                          <p:cTn id="154" fill="hold">
                            <p:stCondLst>
                              <p:cond delay="0"/>
                            </p:stCondLst>
                            <p:childTnLst>
                              <p:par>
                                <p:cTn id="155" presetID="22" presetClass="entr" presetSubtype="1" fill="hold" grpId="0" nodeType="clickEffect">
                                  <p:stCondLst>
                                    <p:cond delay="0"/>
                                  </p:stCondLst>
                                  <p:childTnLst>
                                    <p:set>
                                      <p:cBhvr>
                                        <p:cTn id="156" dur="1" fill="hold">
                                          <p:stCondLst>
                                            <p:cond delay="0"/>
                                          </p:stCondLst>
                                        </p:cTn>
                                        <p:tgtEl>
                                          <p:spTgt spid="16">
                                            <p:txEl>
                                              <p:pRg st="8" end="8"/>
                                            </p:txEl>
                                          </p:spTgt>
                                        </p:tgtEl>
                                        <p:attrNameLst>
                                          <p:attrName>style.visibility</p:attrName>
                                        </p:attrNameLst>
                                      </p:cBhvr>
                                      <p:to>
                                        <p:strVal val="visible"/>
                                      </p:to>
                                    </p:set>
                                    <p:animEffect transition="in" filter="wipe(up)">
                                      <p:cBhvr>
                                        <p:cTn id="157" dur="500"/>
                                        <p:tgtEl>
                                          <p:spTgt spid="16">
                                            <p:txEl>
                                              <p:pRg st="8" end="8"/>
                                            </p:txEl>
                                          </p:spTgt>
                                        </p:tgtEl>
                                      </p:cBhvr>
                                    </p:animEffect>
                                  </p:childTnLst>
                                </p:cTn>
                              </p:par>
                            </p:childTnLst>
                          </p:cTn>
                        </p:par>
                      </p:childTnLst>
                    </p:cTn>
                  </p:par>
                  <p:par>
                    <p:cTn id="158" fill="hold">
                      <p:stCondLst>
                        <p:cond delay="indefinite"/>
                      </p:stCondLst>
                      <p:childTnLst>
                        <p:par>
                          <p:cTn id="159" fill="hold">
                            <p:stCondLst>
                              <p:cond delay="0"/>
                            </p:stCondLst>
                            <p:childTnLst>
                              <p:par>
                                <p:cTn id="160" presetID="1" presetClass="emph" presetSubtype="2" fill="hold" nodeType="clickEffect">
                                  <p:stCondLst>
                                    <p:cond delay="0"/>
                                  </p:stCondLst>
                                  <p:childTnLst>
                                    <p:animClr clrSpc="rgb" dir="cw">
                                      <p:cBhvr>
                                        <p:cTn id="161" dur="500" fill="hold"/>
                                        <p:tgtEl>
                                          <p:spTgt spid="5"/>
                                        </p:tgtEl>
                                        <p:attrNameLst>
                                          <p:attrName>fillcolor</p:attrName>
                                        </p:attrNameLst>
                                      </p:cBhvr>
                                      <p:to>
                                        <a:srgbClr val="E1CEE4"/>
                                      </p:to>
                                    </p:animClr>
                                    <p:set>
                                      <p:cBhvr>
                                        <p:cTn id="162" dur="500" fill="hold"/>
                                        <p:tgtEl>
                                          <p:spTgt spid="5"/>
                                        </p:tgtEl>
                                        <p:attrNameLst>
                                          <p:attrName>fill.type</p:attrName>
                                        </p:attrNameLst>
                                      </p:cBhvr>
                                      <p:to>
                                        <p:strVal val="solid"/>
                                      </p:to>
                                    </p:set>
                                    <p:set>
                                      <p:cBhvr>
                                        <p:cTn id="163" dur="500" fill="hold"/>
                                        <p:tgtEl>
                                          <p:spTgt spid="5"/>
                                        </p:tgtEl>
                                        <p:attrNameLst>
                                          <p:attrName>fill.on</p:attrName>
                                        </p:attrNameLst>
                                      </p:cBhvr>
                                      <p:to>
                                        <p:strVal val="true"/>
                                      </p:to>
                                    </p:set>
                                  </p:childTnLst>
                                </p:cTn>
                              </p:par>
                              <p:par>
                                <p:cTn id="164" presetID="22" presetClass="entr" presetSubtype="1" fill="hold" grpId="0" nodeType="withEffect">
                                  <p:stCondLst>
                                    <p:cond delay="0"/>
                                  </p:stCondLst>
                                  <p:childTnLst>
                                    <p:set>
                                      <p:cBhvr>
                                        <p:cTn id="165" dur="1" fill="hold">
                                          <p:stCondLst>
                                            <p:cond delay="0"/>
                                          </p:stCondLst>
                                        </p:cTn>
                                        <p:tgtEl>
                                          <p:spTgt spid="17">
                                            <p:bg/>
                                          </p:spTgt>
                                        </p:tgtEl>
                                        <p:attrNameLst>
                                          <p:attrName>style.visibility</p:attrName>
                                        </p:attrNameLst>
                                      </p:cBhvr>
                                      <p:to>
                                        <p:strVal val="visible"/>
                                      </p:to>
                                    </p:set>
                                    <p:animEffect transition="in" filter="wipe(up)">
                                      <p:cBhvr>
                                        <p:cTn id="166" dur="500"/>
                                        <p:tgtEl>
                                          <p:spTgt spid="17">
                                            <p:bg/>
                                          </p:spTgt>
                                        </p:tgtEl>
                                      </p:cBhvr>
                                    </p:animEffect>
                                  </p:childTnLst>
                                </p:cTn>
                              </p:par>
                              <p:par>
                                <p:cTn id="167" presetID="22" presetClass="entr" presetSubtype="1" fill="hold" grpId="0" nodeType="withEffect">
                                  <p:stCondLst>
                                    <p:cond delay="0"/>
                                  </p:stCondLst>
                                  <p:childTnLst>
                                    <p:set>
                                      <p:cBhvr>
                                        <p:cTn id="168" dur="1" fill="hold">
                                          <p:stCondLst>
                                            <p:cond delay="0"/>
                                          </p:stCondLst>
                                        </p:cTn>
                                        <p:tgtEl>
                                          <p:spTgt spid="17">
                                            <p:txEl>
                                              <p:pRg st="0" end="0"/>
                                            </p:txEl>
                                          </p:spTgt>
                                        </p:tgtEl>
                                        <p:attrNameLst>
                                          <p:attrName>style.visibility</p:attrName>
                                        </p:attrNameLst>
                                      </p:cBhvr>
                                      <p:to>
                                        <p:strVal val="visible"/>
                                      </p:to>
                                    </p:set>
                                    <p:animEffect transition="in" filter="wipe(up)">
                                      <p:cBhvr>
                                        <p:cTn id="169" dur="500"/>
                                        <p:tgtEl>
                                          <p:spTgt spid="17">
                                            <p:txEl>
                                              <p:pRg st="0" end="0"/>
                                            </p:txEl>
                                          </p:spTgt>
                                        </p:tgtEl>
                                      </p:cBhvr>
                                    </p:animEffect>
                                  </p:childTnLst>
                                </p:cTn>
                              </p:par>
                            </p:childTnLst>
                          </p:cTn>
                        </p:par>
                      </p:childTnLst>
                    </p:cTn>
                  </p:par>
                  <p:par>
                    <p:cTn id="170" fill="hold">
                      <p:stCondLst>
                        <p:cond delay="indefinite"/>
                      </p:stCondLst>
                      <p:childTnLst>
                        <p:par>
                          <p:cTn id="171" fill="hold">
                            <p:stCondLst>
                              <p:cond delay="0"/>
                            </p:stCondLst>
                            <p:childTnLst>
                              <p:par>
                                <p:cTn id="172" presetID="22" presetClass="entr" presetSubtype="1" fill="hold" grpId="0" nodeType="clickEffect">
                                  <p:stCondLst>
                                    <p:cond delay="0"/>
                                  </p:stCondLst>
                                  <p:childTnLst>
                                    <p:set>
                                      <p:cBhvr>
                                        <p:cTn id="173" dur="1" fill="hold">
                                          <p:stCondLst>
                                            <p:cond delay="0"/>
                                          </p:stCondLst>
                                        </p:cTn>
                                        <p:tgtEl>
                                          <p:spTgt spid="17">
                                            <p:txEl>
                                              <p:pRg st="3" end="3"/>
                                            </p:txEl>
                                          </p:spTgt>
                                        </p:tgtEl>
                                        <p:attrNameLst>
                                          <p:attrName>style.visibility</p:attrName>
                                        </p:attrNameLst>
                                      </p:cBhvr>
                                      <p:to>
                                        <p:strVal val="visible"/>
                                      </p:to>
                                    </p:set>
                                    <p:animEffect transition="in" filter="wipe(up)">
                                      <p:cBhvr>
                                        <p:cTn id="174" dur="500"/>
                                        <p:tgtEl>
                                          <p:spTgt spid="17">
                                            <p:txEl>
                                              <p:pRg st="3" end="3"/>
                                            </p:txEl>
                                          </p:spTgt>
                                        </p:tgtEl>
                                      </p:cBhvr>
                                    </p:animEffect>
                                  </p:childTnLst>
                                </p:cTn>
                              </p:par>
                              <p:par>
                                <p:cTn id="175" presetID="22" presetClass="entr" presetSubtype="1" fill="hold" grpId="0" nodeType="withEffect">
                                  <p:stCondLst>
                                    <p:cond delay="0"/>
                                  </p:stCondLst>
                                  <p:childTnLst>
                                    <p:set>
                                      <p:cBhvr>
                                        <p:cTn id="176" dur="1" fill="hold">
                                          <p:stCondLst>
                                            <p:cond delay="0"/>
                                          </p:stCondLst>
                                        </p:cTn>
                                        <p:tgtEl>
                                          <p:spTgt spid="17">
                                            <p:txEl>
                                              <p:pRg st="4" end="4"/>
                                            </p:txEl>
                                          </p:spTgt>
                                        </p:tgtEl>
                                        <p:attrNameLst>
                                          <p:attrName>style.visibility</p:attrName>
                                        </p:attrNameLst>
                                      </p:cBhvr>
                                      <p:to>
                                        <p:strVal val="visible"/>
                                      </p:to>
                                    </p:set>
                                    <p:animEffect transition="in" filter="wipe(up)">
                                      <p:cBhvr>
                                        <p:cTn id="177" dur="500"/>
                                        <p:tgtEl>
                                          <p:spTgt spid="17">
                                            <p:txEl>
                                              <p:pRg st="4" end="4"/>
                                            </p:txEl>
                                          </p:spTgt>
                                        </p:tgtEl>
                                      </p:cBhvr>
                                    </p:animEffect>
                                  </p:childTnLst>
                                </p:cTn>
                              </p:par>
                            </p:childTnLst>
                          </p:cTn>
                        </p:par>
                      </p:childTnLst>
                    </p:cTn>
                  </p:par>
                  <p:par>
                    <p:cTn id="178" fill="hold">
                      <p:stCondLst>
                        <p:cond delay="indefinite"/>
                      </p:stCondLst>
                      <p:childTnLst>
                        <p:par>
                          <p:cTn id="179" fill="hold">
                            <p:stCondLst>
                              <p:cond delay="0"/>
                            </p:stCondLst>
                            <p:childTnLst>
                              <p:par>
                                <p:cTn id="180" presetID="1" presetClass="emph" presetSubtype="2" fill="hold" nodeType="clickEffect">
                                  <p:stCondLst>
                                    <p:cond delay="0"/>
                                  </p:stCondLst>
                                  <p:childTnLst>
                                    <p:animClr clrSpc="rgb" dir="cw">
                                      <p:cBhvr>
                                        <p:cTn id="181" dur="500" fill="hold"/>
                                        <p:tgtEl>
                                          <p:spTgt spid="5"/>
                                        </p:tgtEl>
                                        <p:attrNameLst>
                                          <p:attrName>fillcolor</p:attrName>
                                        </p:attrNameLst>
                                      </p:cBhvr>
                                      <p:to>
                                        <a:srgbClr val="FFF2CC"/>
                                      </p:to>
                                    </p:animClr>
                                    <p:set>
                                      <p:cBhvr>
                                        <p:cTn id="182" dur="500" fill="hold"/>
                                        <p:tgtEl>
                                          <p:spTgt spid="5"/>
                                        </p:tgtEl>
                                        <p:attrNameLst>
                                          <p:attrName>fill.type</p:attrName>
                                        </p:attrNameLst>
                                      </p:cBhvr>
                                      <p:to>
                                        <p:strVal val="solid"/>
                                      </p:to>
                                    </p:set>
                                    <p:set>
                                      <p:cBhvr>
                                        <p:cTn id="183" dur="500" fill="hold"/>
                                        <p:tgtEl>
                                          <p:spTgt spid="5"/>
                                        </p:tgtEl>
                                        <p:attrNameLst>
                                          <p:attrName>fill.on</p:attrName>
                                        </p:attrNameLst>
                                      </p:cBhvr>
                                      <p:to>
                                        <p:strVal val="true"/>
                                      </p:to>
                                    </p:set>
                                  </p:childTnLst>
                                </p:cTn>
                              </p:par>
                              <p:par>
                                <p:cTn id="184" presetID="22" presetClass="entr" presetSubtype="1" fill="hold" grpId="0" nodeType="withEffect">
                                  <p:stCondLst>
                                    <p:cond delay="0"/>
                                  </p:stCondLst>
                                  <p:childTnLst>
                                    <p:set>
                                      <p:cBhvr>
                                        <p:cTn id="185" dur="1" fill="hold">
                                          <p:stCondLst>
                                            <p:cond delay="0"/>
                                          </p:stCondLst>
                                        </p:cTn>
                                        <p:tgtEl>
                                          <p:spTgt spid="19">
                                            <p:bg/>
                                          </p:spTgt>
                                        </p:tgtEl>
                                        <p:attrNameLst>
                                          <p:attrName>style.visibility</p:attrName>
                                        </p:attrNameLst>
                                      </p:cBhvr>
                                      <p:to>
                                        <p:strVal val="visible"/>
                                      </p:to>
                                    </p:set>
                                    <p:animEffect transition="in" filter="wipe(up)">
                                      <p:cBhvr>
                                        <p:cTn id="186" dur="500"/>
                                        <p:tgtEl>
                                          <p:spTgt spid="19">
                                            <p:bg/>
                                          </p:spTgt>
                                        </p:tgtEl>
                                      </p:cBhvr>
                                    </p:animEffect>
                                  </p:childTnLst>
                                </p:cTn>
                              </p:par>
                              <p:par>
                                <p:cTn id="187" presetID="22" presetClass="entr" presetSubtype="1" fill="hold" grpId="0" nodeType="withEffect">
                                  <p:stCondLst>
                                    <p:cond delay="0"/>
                                  </p:stCondLst>
                                  <p:childTnLst>
                                    <p:set>
                                      <p:cBhvr>
                                        <p:cTn id="188" dur="1" fill="hold">
                                          <p:stCondLst>
                                            <p:cond delay="0"/>
                                          </p:stCondLst>
                                        </p:cTn>
                                        <p:tgtEl>
                                          <p:spTgt spid="19">
                                            <p:txEl>
                                              <p:pRg st="0" end="0"/>
                                            </p:txEl>
                                          </p:spTgt>
                                        </p:tgtEl>
                                        <p:attrNameLst>
                                          <p:attrName>style.visibility</p:attrName>
                                        </p:attrNameLst>
                                      </p:cBhvr>
                                      <p:to>
                                        <p:strVal val="visible"/>
                                      </p:to>
                                    </p:set>
                                    <p:animEffect transition="in" filter="wipe(up)">
                                      <p:cBhvr>
                                        <p:cTn id="189" dur="500"/>
                                        <p:tgtEl>
                                          <p:spTgt spid="19">
                                            <p:txEl>
                                              <p:pRg st="0" end="0"/>
                                            </p:txEl>
                                          </p:spTgt>
                                        </p:tgtEl>
                                      </p:cBhvr>
                                    </p:animEffect>
                                  </p:childTnLst>
                                </p:cTn>
                              </p:par>
                            </p:childTnLst>
                          </p:cTn>
                        </p:par>
                      </p:childTnLst>
                    </p:cTn>
                  </p:par>
                  <p:par>
                    <p:cTn id="190" fill="hold">
                      <p:stCondLst>
                        <p:cond delay="indefinite"/>
                      </p:stCondLst>
                      <p:childTnLst>
                        <p:par>
                          <p:cTn id="191" fill="hold">
                            <p:stCondLst>
                              <p:cond delay="0"/>
                            </p:stCondLst>
                            <p:childTnLst>
                              <p:par>
                                <p:cTn id="192" presetID="22" presetClass="entr" presetSubtype="1" fill="hold" grpId="0" nodeType="clickEffect">
                                  <p:stCondLst>
                                    <p:cond delay="0"/>
                                  </p:stCondLst>
                                  <p:childTnLst>
                                    <p:set>
                                      <p:cBhvr>
                                        <p:cTn id="193" dur="1" fill="hold">
                                          <p:stCondLst>
                                            <p:cond delay="0"/>
                                          </p:stCondLst>
                                        </p:cTn>
                                        <p:tgtEl>
                                          <p:spTgt spid="19">
                                            <p:txEl>
                                              <p:pRg st="5" end="5"/>
                                            </p:txEl>
                                          </p:spTgt>
                                        </p:tgtEl>
                                        <p:attrNameLst>
                                          <p:attrName>style.visibility</p:attrName>
                                        </p:attrNameLst>
                                      </p:cBhvr>
                                      <p:to>
                                        <p:strVal val="visible"/>
                                      </p:to>
                                    </p:set>
                                    <p:animEffect transition="in" filter="wipe(up)">
                                      <p:cBhvr>
                                        <p:cTn id="194" dur="500"/>
                                        <p:tgtEl>
                                          <p:spTgt spid="19">
                                            <p:txEl>
                                              <p:pRg st="5" end="5"/>
                                            </p:txEl>
                                          </p:spTgt>
                                        </p:tgtEl>
                                      </p:cBhvr>
                                    </p:animEffect>
                                  </p:childTnLst>
                                </p:cTn>
                              </p:par>
                            </p:childTnLst>
                          </p:cTn>
                        </p:par>
                      </p:childTnLst>
                    </p:cTn>
                  </p:par>
                  <p:par>
                    <p:cTn id="195" fill="hold">
                      <p:stCondLst>
                        <p:cond delay="indefinite"/>
                      </p:stCondLst>
                      <p:childTnLst>
                        <p:par>
                          <p:cTn id="196" fill="hold">
                            <p:stCondLst>
                              <p:cond delay="0"/>
                            </p:stCondLst>
                            <p:childTnLst>
                              <p:par>
                                <p:cTn id="197" presetID="22" presetClass="entr" presetSubtype="4" fill="hold" grpId="0" nodeType="clickEffect">
                                  <p:stCondLst>
                                    <p:cond delay="0"/>
                                  </p:stCondLst>
                                  <p:childTnLst>
                                    <p:set>
                                      <p:cBhvr>
                                        <p:cTn id="198" dur="1" fill="hold">
                                          <p:stCondLst>
                                            <p:cond delay="0"/>
                                          </p:stCondLst>
                                        </p:cTn>
                                        <p:tgtEl>
                                          <p:spTgt spid="27"/>
                                        </p:tgtEl>
                                        <p:attrNameLst>
                                          <p:attrName>style.visibility</p:attrName>
                                        </p:attrNameLst>
                                      </p:cBhvr>
                                      <p:to>
                                        <p:strVal val="visible"/>
                                      </p:to>
                                    </p:set>
                                    <p:animEffect transition="in" filter="wipe(down)">
                                      <p:cBhvr>
                                        <p:cTn id="199" dur="500"/>
                                        <p:tgtEl>
                                          <p:spTgt spid="27"/>
                                        </p:tgtEl>
                                      </p:cBhvr>
                                    </p:animEffect>
                                  </p:childTnLst>
                                </p:cTn>
                              </p:par>
                            </p:childTnLst>
                          </p:cTn>
                        </p:par>
                      </p:childTnLst>
                    </p:cTn>
                  </p:par>
                  <p:par>
                    <p:cTn id="200" fill="hold">
                      <p:stCondLst>
                        <p:cond delay="indefinite"/>
                      </p:stCondLst>
                      <p:childTnLst>
                        <p:par>
                          <p:cTn id="201" fill="hold">
                            <p:stCondLst>
                              <p:cond delay="0"/>
                            </p:stCondLst>
                            <p:childTnLst>
                              <p:par>
                                <p:cTn id="202" presetID="22" presetClass="entr" presetSubtype="1" fill="hold" grpId="0" nodeType="clickEffect">
                                  <p:stCondLst>
                                    <p:cond delay="0"/>
                                  </p:stCondLst>
                                  <p:childTnLst>
                                    <p:set>
                                      <p:cBhvr>
                                        <p:cTn id="203" dur="1" fill="hold">
                                          <p:stCondLst>
                                            <p:cond delay="0"/>
                                          </p:stCondLst>
                                        </p:cTn>
                                        <p:tgtEl>
                                          <p:spTgt spid="19">
                                            <p:txEl>
                                              <p:pRg st="7" end="7"/>
                                            </p:txEl>
                                          </p:spTgt>
                                        </p:tgtEl>
                                        <p:attrNameLst>
                                          <p:attrName>style.visibility</p:attrName>
                                        </p:attrNameLst>
                                      </p:cBhvr>
                                      <p:to>
                                        <p:strVal val="visible"/>
                                      </p:to>
                                    </p:set>
                                    <p:animEffect transition="in" filter="wipe(up)">
                                      <p:cBhvr>
                                        <p:cTn id="204" dur="500"/>
                                        <p:tgtEl>
                                          <p:spTgt spid="19">
                                            <p:txEl>
                                              <p:pRg st="7" end="7"/>
                                            </p:txEl>
                                          </p:spTgt>
                                        </p:tgtEl>
                                      </p:cBhvr>
                                    </p:animEffect>
                                  </p:childTnLst>
                                </p:cTn>
                              </p:par>
                            </p:childTnLst>
                          </p:cTn>
                        </p:par>
                      </p:childTnLst>
                    </p:cTn>
                  </p:par>
                  <p:par>
                    <p:cTn id="205" fill="hold">
                      <p:stCondLst>
                        <p:cond delay="indefinite"/>
                      </p:stCondLst>
                      <p:childTnLst>
                        <p:par>
                          <p:cTn id="206" fill="hold">
                            <p:stCondLst>
                              <p:cond delay="0"/>
                            </p:stCondLst>
                            <p:childTnLst>
                              <p:par>
                                <p:cTn id="207" presetID="22" presetClass="entr" presetSubtype="1" fill="hold" grpId="0" nodeType="clickEffect">
                                  <p:stCondLst>
                                    <p:cond delay="0"/>
                                  </p:stCondLst>
                                  <p:childTnLst>
                                    <p:set>
                                      <p:cBhvr>
                                        <p:cTn id="208" dur="1" fill="hold">
                                          <p:stCondLst>
                                            <p:cond delay="0"/>
                                          </p:stCondLst>
                                        </p:cTn>
                                        <p:tgtEl>
                                          <p:spTgt spid="19">
                                            <p:txEl>
                                              <p:pRg st="8" end="8"/>
                                            </p:txEl>
                                          </p:spTgt>
                                        </p:tgtEl>
                                        <p:attrNameLst>
                                          <p:attrName>style.visibility</p:attrName>
                                        </p:attrNameLst>
                                      </p:cBhvr>
                                      <p:to>
                                        <p:strVal val="visible"/>
                                      </p:to>
                                    </p:set>
                                    <p:animEffect transition="in" filter="wipe(up)">
                                      <p:cBhvr>
                                        <p:cTn id="209" dur="500"/>
                                        <p:tgtEl>
                                          <p:spTgt spid="19">
                                            <p:txEl>
                                              <p:pRg st="8" end="8"/>
                                            </p:txEl>
                                          </p:spTgt>
                                        </p:tgtEl>
                                      </p:cBhvr>
                                    </p:animEffect>
                                  </p:childTnLst>
                                </p:cTn>
                              </p:par>
                            </p:childTnLst>
                          </p:cTn>
                        </p:par>
                      </p:childTnLst>
                    </p:cTn>
                  </p:par>
                  <p:par>
                    <p:cTn id="210" fill="hold">
                      <p:stCondLst>
                        <p:cond delay="indefinite"/>
                      </p:stCondLst>
                      <p:childTnLst>
                        <p:par>
                          <p:cTn id="211" fill="hold">
                            <p:stCondLst>
                              <p:cond delay="0"/>
                            </p:stCondLst>
                            <p:childTnLst>
                              <p:par>
                                <p:cTn id="212" presetID="1" presetClass="emph" presetSubtype="2" fill="hold" nodeType="clickEffect">
                                  <p:stCondLst>
                                    <p:cond delay="0"/>
                                  </p:stCondLst>
                                  <p:childTnLst>
                                    <p:animClr clrSpc="rgb" dir="cw">
                                      <p:cBhvr>
                                        <p:cTn id="213" dur="500" fill="hold"/>
                                        <p:tgtEl>
                                          <p:spTgt spid="5"/>
                                        </p:tgtEl>
                                        <p:attrNameLst>
                                          <p:attrName>fillcolor</p:attrName>
                                        </p:attrNameLst>
                                      </p:cBhvr>
                                      <p:to>
                                        <a:srgbClr val="E1CEE4"/>
                                      </p:to>
                                    </p:animClr>
                                    <p:set>
                                      <p:cBhvr>
                                        <p:cTn id="214" dur="500" fill="hold"/>
                                        <p:tgtEl>
                                          <p:spTgt spid="5"/>
                                        </p:tgtEl>
                                        <p:attrNameLst>
                                          <p:attrName>fill.type</p:attrName>
                                        </p:attrNameLst>
                                      </p:cBhvr>
                                      <p:to>
                                        <p:strVal val="solid"/>
                                      </p:to>
                                    </p:set>
                                    <p:set>
                                      <p:cBhvr>
                                        <p:cTn id="215" dur="500" fill="hold"/>
                                        <p:tgtEl>
                                          <p:spTgt spid="5"/>
                                        </p:tgtEl>
                                        <p:attrNameLst>
                                          <p:attrName>fill.on</p:attrName>
                                        </p:attrNameLst>
                                      </p:cBhvr>
                                      <p:to>
                                        <p:strVal val="true"/>
                                      </p:to>
                                    </p:set>
                                  </p:childTnLst>
                                </p:cTn>
                              </p:par>
                              <p:par>
                                <p:cTn id="216" presetID="22" presetClass="entr" presetSubtype="1" fill="hold" grpId="0" nodeType="withEffect">
                                  <p:stCondLst>
                                    <p:cond delay="0"/>
                                  </p:stCondLst>
                                  <p:childTnLst>
                                    <p:set>
                                      <p:cBhvr>
                                        <p:cTn id="217" dur="1" fill="hold">
                                          <p:stCondLst>
                                            <p:cond delay="0"/>
                                          </p:stCondLst>
                                        </p:cTn>
                                        <p:tgtEl>
                                          <p:spTgt spid="21">
                                            <p:bg/>
                                          </p:spTgt>
                                        </p:tgtEl>
                                        <p:attrNameLst>
                                          <p:attrName>style.visibility</p:attrName>
                                        </p:attrNameLst>
                                      </p:cBhvr>
                                      <p:to>
                                        <p:strVal val="visible"/>
                                      </p:to>
                                    </p:set>
                                    <p:animEffect transition="in" filter="wipe(up)">
                                      <p:cBhvr>
                                        <p:cTn id="218" dur="500"/>
                                        <p:tgtEl>
                                          <p:spTgt spid="21">
                                            <p:bg/>
                                          </p:spTgt>
                                        </p:tgtEl>
                                      </p:cBhvr>
                                    </p:animEffect>
                                  </p:childTnLst>
                                </p:cTn>
                              </p:par>
                              <p:par>
                                <p:cTn id="219" presetID="22" presetClass="entr" presetSubtype="1" fill="hold" grpId="0" nodeType="withEffect">
                                  <p:stCondLst>
                                    <p:cond delay="0"/>
                                  </p:stCondLst>
                                  <p:childTnLst>
                                    <p:set>
                                      <p:cBhvr>
                                        <p:cTn id="220" dur="1" fill="hold">
                                          <p:stCondLst>
                                            <p:cond delay="0"/>
                                          </p:stCondLst>
                                        </p:cTn>
                                        <p:tgtEl>
                                          <p:spTgt spid="21">
                                            <p:txEl>
                                              <p:pRg st="0" end="0"/>
                                            </p:txEl>
                                          </p:spTgt>
                                        </p:tgtEl>
                                        <p:attrNameLst>
                                          <p:attrName>style.visibility</p:attrName>
                                        </p:attrNameLst>
                                      </p:cBhvr>
                                      <p:to>
                                        <p:strVal val="visible"/>
                                      </p:to>
                                    </p:set>
                                    <p:animEffect transition="in" filter="wipe(up)">
                                      <p:cBhvr>
                                        <p:cTn id="221" dur="500"/>
                                        <p:tgtEl>
                                          <p:spTgt spid="21">
                                            <p:txEl>
                                              <p:pRg st="0" end="0"/>
                                            </p:txEl>
                                          </p:spTgt>
                                        </p:tgtEl>
                                      </p:cBhvr>
                                    </p:animEffect>
                                  </p:childTnLst>
                                </p:cTn>
                              </p:par>
                            </p:childTnLst>
                          </p:cTn>
                        </p:par>
                      </p:childTnLst>
                    </p:cTn>
                  </p:par>
                  <p:par>
                    <p:cTn id="222" fill="hold">
                      <p:stCondLst>
                        <p:cond delay="indefinite"/>
                      </p:stCondLst>
                      <p:childTnLst>
                        <p:par>
                          <p:cTn id="223" fill="hold">
                            <p:stCondLst>
                              <p:cond delay="0"/>
                            </p:stCondLst>
                            <p:childTnLst>
                              <p:par>
                                <p:cTn id="224" presetID="22" presetClass="entr" presetSubtype="1" fill="hold" grpId="0" nodeType="clickEffect">
                                  <p:stCondLst>
                                    <p:cond delay="0"/>
                                  </p:stCondLst>
                                  <p:childTnLst>
                                    <p:set>
                                      <p:cBhvr>
                                        <p:cTn id="225" dur="1" fill="hold">
                                          <p:stCondLst>
                                            <p:cond delay="0"/>
                                          </p:stCondLst>
                                        </p:cTn>
                                        <p:tgtEl>
                                          <p:spTgt spid="21">
                                            <p:txEl>
                                              <p:pRg st="3" end="3"/>
                                            </p:txEl>
                                          </p:spTgt>
                                        </p:tgtEl>
                                        <p:attrNameLst>
                                          <p:attrName>style.visibility</p:attrName>
                                        </p:attrNameLst>
                                      </p:cBhvr>
                                      <p:to>
                                        <p:strVal val="visible"/>
                                      </p:to>
                                    </p:set>
                                    <p:animEffect transition="in" filter="wipe(up)">
                                      <p:cBhvr>
                                        <p:cTn id="226" dur="500"/>
                                        <p:tgtEl>
                                          <p:spTgt spid="21">
                                            <p:txEl>
                                              <p:pRg st="3" end="3"/>
                                            </p:txEl>
                                          </p:spTgt>
                                        </p:tgtEl>
                                      </p:cBhvr>
                                    </p:animEffect>
                                  </p:childTnLst>
                                </p:cTn>
                              </p:par>
                              <p:par>
                                <p:cTn id="227" presetID="22" presetClass="entr" presetSubtype="1" fill="hold" grpId="0" nodeType="withEffect">
                                  <p:stCondLst>
                                    <p:cond delay="0"/>
                                  </p:stCondLst>
                                  <p:childTnLst>
                                    <p:set>
                                      <p:cBhvr>
                                        <p:cTn id="228" dur="1" fill="hold">
                                          <p:stCondLst>
                                            <p:cond delay="0"/>
                                          </p:stCondLst>
                                        </p:cTn>
                                        <p:tgtEl>
                                          <p:spTgt spid="21">
                                            <p:txEl>
                                              <p:pRg st="4" end="4"/>
                                            </p:txEl>
                                          </p:spTgt>
                                        </p:tgtEl>
                                        <p:attrNameLst>
                                          <p:attrName>style.visibility</p:attrName>
                                        </p:attrNameLst>
                                      </p:cBhvr>
                                      <p:to>
                                        <p:strVal val="visible"/>
                                      </p:to>
                                    </p:set>
                                    <p:animEffect transition="in" filter="wipe(up)">
                                      <p:cBhvr>
                                        <p:cTn id="229" dur="500"/>
                                        <p:tgtEl>
                                          <p:spTgt spid="21">
                                            <p:txEl>
                                              <p:pRg st="4" end="4"/>
                                            </p:txEl>
                                          </p:spTgt>
                                        </p:tgtEl>
                                      </p:cBhvr>
                                    </p:animEffect>
                                  </p:childTnLst>
                                </p:cTn>
                              </p:par>
                            </p:childTnLst>
                          </p:cTn>
                        </p:par>
                      </p:childTnLst>
                    </p:cTn>
                  </p:par>
                  <p:par>
                    <p:cTn id="230" fill="hold">
                      <p:stCondLst>
                        <p:cond delay="indefinite"/>
                      </p:stCondLst>
                      <p:childTnLst>
                        <p:par>
                          <p:cTn id="231" fill="hold">
                            <p:stCondLst>
                              <p:cond delay="0"/>
                            </p:stCondLst>
                            <p:childTnLst>
                              <p:par>
                                <p:cTn id="232" presetID="1" presetClass="emph" presetSubtype="2" fill="hold" nodeType="clickEffect">
                                  <p:stCondLst>
                                    <p:cond delay="0"/>
                                  </p:stCondLst>
                                  <p:childTnLst>
                                    <p:animClr clrSpc="rgb" dir="cw">
                                      <p:cBhvr>
                                        <p:cTn id="233" dur="500" fill="hold"/>
                                        <p:tgtEl>
                                          <p:spTgt spid="5"/>
                                        </p:tgtEl>
                                        <p:attrNameLst>
                                          <p:attrName>fillcolor</p:attrName>
                                        </p:attrNameLst>
                                      </p:cBhvr>
                                      <p:to>
                                        <a:srgbClr val="FFF2CC"/>
                                      </p:to>
                                    </p:animClr>
                                    <p:set>
                                      <p:cBhvr>
                                        <p:cTn id="234" dur="500" fill="hold"/>
                                        <p:tgtEl>
                                          <p:spTgt spid="5"/>
                                        </p:tgtEl>
                                        <p:attrNameLst>
                                          <p:attrName>fill.type</p:attrName>
                                        </p:attrNameLst>
                                      </p:cBhvr>
                                      <p:to>
                                        <p:strVal val="solid"/>
                                      </p:to>
                                    </p:set>
                                    <p:set>
                                      <p:cBhvr>
                                        <p:cTn id="235" dur="500" fill="hold"/>
                                        <p:tgtEl>
                                          <p:spTgt spid="5"/>
                                        </p:tgtEl>
                                        <p:attrNameLst>
                                          <p:attrName>fill.on</p:attrName>
                                        </p:attrNameLst>
                                      </p:cBhvr>
                                      <p:to>
                                        <p:strVal val="true"/>
                                      </p:to>
                                    </p:set>
                                  </p:childTnLst>
                                </p:cTn>
                              </p:par>
                              <p:par>
                                <p:cTn id="236" presetID="22" presetClass="entr" presetSubtype="1" fill="hold" grpId="0" nodeType="withEffect">
                                  <p:stCondLst>
                                    <p:cond delay="0"/>
                                  </p:stCondLst>
                                  <p:childTnLst>
                                    <p:set>
                                      <p:cBhvr>
                                        <p:cTn id="237" dur="1" fill="hold">
                                          <p:stCondLst>
                                            <p:cond delay="0"/>
                                          </p:stCondLst>
                                        </p:cTn>
                                        <p:tgtEl>
                                          <p:spTgt spid="22">
                                            <p:bg/>
                                          </p:spTgt>
                                        </p:tgtEl>
                                        <p:attrNameLst>
                                          <p:attrName>style.visibility</p:attrName>
                                        </p:attrNameLst>
                                      </p:cBhvr>
                                      <p:to>
                                        <p:strVal val="visible"/>
                                      </p:to>
                                    </p:set>
                                    <p:animEffect transition="in" filter="wipe(up)">
                                      <p:cBhvr>
                                        <p:cTn id="238" dur="500"/>
                                        <p:tgtEl>
                                          <p:spTgt spid="22">
                                            <p:bg/>
                                          </p:spTgt>
                                        </p:tgtEl>
                                      </p:cBhvr>
                                    </p:animEffect>
                                  </p:childTnLst>
                                </p:cTn>
                              </p:par>
                              <p:par>
                                <p:cTn id="239" presetID="22" presetClass="entr" presetSubtype="1" fill="hold" grpId="0" nodeType="withEffect">
                                  <p:stCondLst>
                                    <p:cond delay="0"/>
                                  </p:stCondLst>
                                  <p:childTnLst>
                                    <p:set>
                                      <p:cBhvr>
                                        <p:cTn id="240" dur="1" fill="hold">
                                          <p:stCondLst>
                                            <p:cond delay="0"/>
                                          </p:stCondLst>
                                        </p:cTn>
                                        <p:tgtEl>
                                          <p:spTgt spid="22">
                                            <p:txEl>
                                              <p:pRg st="0" end="0"/>
                                            </p:txEl>
                                          </p:spTgt>
                                        </p:tgtEl>
                                        <p:attrNameLst>
                                          <p:attrName>style.visibility</p:attrName>
                                        </p:attrNameLst>
                                      </p:cBhvr>
                                      <p:to>
                                        <p:strVal val="visible"/>
                                      </p:to>
                                    </p:set>
                                    <p:animEffect transition="in" filter="wipe(up)">
                                      <p:cBhvr>
                                        <p:cTn id="241" dur="500"/>
                                        <p:tgtEl>
                                          <p:spTgt spid="22">
                                            <p:txEl>
                                              <p:pRg st="0" end="0"/>
                                            </p:txEl>
                                          </p:spTgt>
                                        </p:tgtEl>
                                      </p:cBhvr>
                                    </p:animEffect>
                                  </p:childTnLst>
                                </p:cTn>
                              </p:par>
                            </p:childTnLst>
                          </p:cTn>
                        </p:par>
                      </p:childTnLst>
                    </p:cTn>
                  </p:par>
                  <p:par>
                    <p:cTn id="242" fill="hold">
                      <p:stCondLst>
                        <p:cond delay="indefinite"/>
                      </p:stCondLst>
                      <p:childTnLst>
                        <p:par>
                          <p:cTn id="243" fill="hold">
                            <p:stCondLst>
                              <p:cond delay="0"/>
                            </p:stCondLst>
                            <p:childTnLst>
                              <p:par>
                                <p:cTn id="244" presetID="22" presetClass="entr" presetSubtype="1" fill="hold" grpId="0" nodeType="clickEffect">
                                  <p:stCondLst>
                                    <p:cond delay="0"/>
                                  </p:stCondLst>
                                  <p:childTnLst>
                                    <p:set>
                                      <p:cBhvr>
                                        <p:cTn id="245" dur="1" fill="hold">
                                          <p:stCondLst>
                                            <p:cond delay="0"/>
                                          </p:stCondLst>
                                        </p:cTn>
                                        <p:tgtEl>
                                          <p:spTgt spid="22">
                                            <p:txEl>
                                              <p:pRg st="5" end="5"/>
                                            </p:txEl>
                                          </p:spTgt>
                                        </p:tgtEl>
                                        <p:attrNameLst>
                                          <p:attrName>style.visibility</p:attrName>
                                        </p:attrNameLst>
                                      </p:cBhvr>
                                      <p:to>
                                        <p:strVal val="visible"/>
                                      </p:to>
                                    </p:set>
                                    <p:animEffect transition="in" filter="wipe(up)">
                                      <p:cBhvr>
                                        <p:cTn id="246" dur="500"/>
                                        <p:tgtEl>
                                          <p:spTgt spid="22">
                                            <p:txEl>
                                              <p:pRg st="5" end="5"/>
                                            </p:txEl>
                                          </p:spTgt>
                                        </p:tgtEl>
                                      </p:cBhvr>
                                    </p:animEffect>
                                  </p:childTnLst>
                                </p:cTn>
                              </p:par>
                            </p:childTnLst>
                          </p:cTn>
                        </p:par>
                      </p:childTnLst>
                    </p:cTn>
                  </p:par>
                  <p:par>
                    <p:cTn id="247" fill="hold">
                      <p:stCondLst>
                        <p:cond delay="indefinite"/>
                      </p:stCondLst>
                      <p:childTnLst>
                        <p:par>
                          <p:cTn id="248" fill="hold">
                            <p:stCondLst>
                              <p:cond delay="0"/>
                            </p:stCondLst>
                            <p:childTnLst>
                              <p:par>
                                <p:cTn id="249" presetID="22" presetClass="entr" presetSubtype="4" fill="hold" grpId="0" nodeType="clickEffect">
                                  <p:stCondLst>
                                    <p:cond delay="0"/>
                                  </p:stCondLst>
                                  <p:childTnLst>
                                    <p:set>
                                      <p:cBhvr>
                                        <p:cTn id="250" dur="1" fill="hold">
                                          <p:stCondLst>
                                            <p:cond delay="0"/>
                                          </p:stCondLst>
                                        </p:cTn>
                                        <p:tgtEl>
                                          <p:spTgt spid="28"/>
                                        </p:tgtEl>
                                        <p:attrNameLst>
                                          <p:attrName>style.visibility</p:attrName>
                                        </p:attrNameLst>
                                      </p:cBhvr>
                                      <p:to>
                                        <p:strVal val="visible"/>
                                      </p:to>
                                    </p:set>
                                    <p:animEffect transition="in" filter="wipe(down)">
                                      <p:cBhvr>
                                        <p:cTn id="251" dur="500"/>
                                        <p:tgtEl>
                                          <p:spTgt spid="28"/>
                                        </p:tgtEl>
                                      </p:cBhvr>
                                    </p:animEffect>
                                  </p:childTnLst>
                                </p:cTn>
                              </p:par>
                            </p:childTnLst>
                          </p:cTn>
                        </p:par>
                        <p:par>
                          <p:cTn id="252" fill="hold">
                            <p:stCondLst>
                              <p:cond delay="500"/>
                            </p:stCondLst>
                            <p:childTnLst>
                              <p:par>
                                <p:cTn id="253" presetID="22" presetClass="entr" presetSubtype="1" fill="hold" grpId="0" nodeType="afterEffect">
                                  <p:stCondLst>
                                    <p:cond delay="0"/>
                                  </p:stCondLst>
                                  <p:childTnLst>
                                    <p:set>
                                      <p:cBhvr>
                                        <p:cTn id="254" dur="1" fill="hold">
                                          <p:stCondLst>
                                            <p:cond delay="0"/>
                                          </p:stCondLst>
                                        </p:cTn>
                                        <p:tgtEl>
                                          <p:spTgt spid="22">
                                            <p:txEl>
                                              <p:pRg st="7" end="7"/>
                                            </p:txEl>
                                          </p:spTgt>
                                        </p:tgtEl>
                                        <p:attrNameLst>
                                          <p:attrName>style.visibility</p:attrName>
                                        </p:attrNameLst>
                                      </p:cBhvr>
                                      <p:to>
                                        <p:strVal val="visible"/>
                                      </p:to>
                                    </p:set>
                                    <p:animEffect transition="in" filter="wipe(up)">
                                      <p:cBhvr>
                                        <p:cTn id="255" dur="500"/>
                                        <p:tgtEl>
                                          <p:spTgt spid="22">
                                            <p:txEl>
                                              <p:pRg st="7" end="7"/>
                                            </p:txEl>
                                          </p:spTgt>
                                        </p:tgtEl>
                                      </p:cBhvr>
                                    </p:animEffect>
                                  </p:childTnLst>
                                </p:cTn>
                              </p:par>
                            </p:childTnLst>
                          </p:cTn>
                        </p:par>
                      </p:childTnLst>
                    </p:cTn>
                  </p:par>
                  <p:par>
                    <p:cTn id="256" fill="hold">
                      <p:stCondLst>
                        <p:cond delay="indefinite"/>
                      </p:stCondLst>
                      <p:childTnLst>
                        <p:par>
                          <p:cTn id="257" fill="hold">
                            <p:stCondLst>
                              <p:cond delay="0"/>
                            </p:stCondLst>
                            <p:childTnLst>
                              <p:par>
                                <p:cTn id="258" presetID="22" presetClass="entr" presetSubtype="1" fill="hold" grpId="0" nodeType="clickEffect">
                                  <p:stCondLst>
                                    <p:cond delay="0"/>
                                  </p:stCondLst>
                                  <p:childTnLst>
                                    <p:set>
                                      <p:cBhvr>
                                        <p:cTn id="259" dur="1" fill="hold">
                                          <p:stCondLst>
                                            <p:cond delay="0"/>
                                          </p:stCondLst>
                                        </p:cTn>
                                        <p:tgtEl>
                                          <p:spTgt spid="22">
                                            <p:txEl>
                                              <p:pRg st="8" end="8"/>
                                            </p:txEl>
                                          </p:spTgt>
                                        </p:tgtEl>
                                        <p:attrNameLst>
                                          <p:attrName>style.visibility</p:attrName>
                                        </p:attrNameLst>
                                      </p:cBhvr>
                                      <p:to>
                                        <p:strVal val="visible"/>
                                      </p:to>
                                    </p:set>
                                    <p:animEffect transition="in" filter="wipe(up)">
                                      <p:cBhvr>
                                        <p:cTn id="260" dur="500"/>
                                        <p:tgtEl>
                                          <p:spTgt spid="22">
                                            <p:txEl>
                                              <p:pRg st="8" end="8"/>
                                            </p:txEl>
                                          </p:spTgt>
                                        </p:tgtEl>
                                      </p:cBhvr>
                                    </p:animEffect>
                                  </p:childTnLst>
                                </p:cTn>
                              </p:par>
                            </p:childTnLst>
                          </p:cTn>
                        </p:par>
                      </p:childTnLst>
                    </p:cTn>
                  </p:par>
                  <p:par>
                    <p:cTn id="261" fill="hold">
                      <p:stCondLst>
                        <p:cond delay="indefinite"/>
                      </p:stCondLst>
                      <p:childTnLst>
                        <p:par>
                          <p:cTn id="262" fill="hold">
                            <p:stCondLst>
                              <p:cond delay="0"/>
                            </p:stCondLst>
                            <p:childTnLst>
                              <p:par>
                                <p:cTn id="263" presetID="1" presetClass="emph" presetSubtype="2" fill="hold" nodeType="clickEffect">
                                  <p:stCondLst>
                                    <p:cond delay="0"/>
                                  </p:stCondLst>
                                  <p:childTnLst>
                                    <p:animClr clrSpc="rgb" dir="cw">
                                      <p:cBhvr>
                                        <p:cTn id="264" dur="500" fill="hold"/>
                                        <p:tgtEl>
                                          <p:spTgt spid="5"/>
                                        </p:tgtEl>
                                        <p:attrNameLst>
                                          <p:attrName>fillcolor</p:attrName>
                                        </p:attrNameLst>
                                      </p:cBhvr>
                                      <p:to>
                                        <a:srgbClr val="E1CEE4"/>
                                      </p:to>
                                    </p:animClr>
                                    <p:set>
                                      <p:cBhvr>
                                        <p:cTn id="265" dur="500" fill="hold"/>
                                        <p:tgtEl>
                                          <p:spTgt spid="5"/>
                                        </p:tgtEl>
                                        <p:attrNameLst>
                                          <p:attrName>fill.type</p:attrName>
                                        </p:attrNameLst>
                                      </p:cBhvr>
                                      <p:to>
                                        <p:strVal val="solid"/>
                                      </p:to>
                                    </p:set>
                                    <p:set>
                                      <p:cBhvr>
                                        <p:cTn id="266" dur="500" fill="hold"/>
                                        <p:tgtEl>
                                          <p:spTgt spid="5"/>
                                        </p:tgtEl>
                                        <p:attrNameLst>
                                          <p:attrName>fill.on</p:attrName>
                                        </p:attrNameLst>
                                      </p:cBhvr>
                                      <p:to>
                                        <p:strVal val="true"/>
                                      </p:to>
                                    </p:set>
                                  </p:childTnLst>
                                </p:cTn>
                              </p:par>
                              <p:par>
                                <p:cTn id="267" presetID="22" presetClass="entr" presetSubtype="1" fill="hold" grpId="0" nodeType="withEffect">
                                  <p:stCondLst>
                                    <p:cond delay="0"/>
                                  </p:stCondLst>
                                  <p:childTnLst>
                                    <p:set>
                                      <p:cBhvr>
                                        <p:cTn id="268" dur="1" fill="hold">
                                          <p:stCondLst>
                                            <p:cond delay="0"/>
                                          </p:stCondLst>
                                        </p:cTn>
                                        <p:tgtEl>
                                          <p:spTgt spid="23">
                                            <p:bg/>
                                          </p:spTgt>
                                        </p:tgtEl>
                                        <p:attrNameLst>
                                          <p:attrName>style.visibility</p:attrName>
                                        </p:attrNameLst>
                                      </p:cBhvr>
                                      <p:to>
                                        <p:strVal val="visible"/>
                                      </p:to>
                                    </p:set>
                                    <p:animEffect transition="in" filter="wipe(up)">
                                      <p:cBhvr>
                                        <p:cTn id="269" dur="500"/>
                                        <p:tgtEl>
                                          <p:spTgt spid="23">
                                            <p:bg/>
                                          </p:spTgt>
                                        </p:tgtEl>
                                      </p:cBhvr>
                                    </p:animEffect>
                                  </p:childTnLst>
                                </p:cTn>
                              </p:par>
                              <p:par>
                                <p:cTn id="270" presetID="22" presetClass="entr" presetSubtype="1" fill="hold" grpId="0" nodeType="withEffect">
                                  <p:stCondLst>
                                    <p:cond delay="0"/>
                                  </p:stCondLst>
                                  <p:childTnLst>
                                    <p:set>
                                      <p:cBhvr>
                                        <p:cTn id="271" dur="1" fill="hold">
                                          <p:stCondLst>
                                            <p:cond delay="0"/>
                                          </p:stCondLst>
                                        </p:cTn>
                                        <p:tgtEl>
                                          <p:spTgt spid="23">
                                            <p:txEl>
                                              <p:pRg st="0" end="0"/>
                                            </p:txEl>
                                          </p:spTgt>
                                        </p:tgtEl>
                                        <p:attrNameLst>
                                          <p:attrName>style.visibility</p:attrName>
                                        </p:attrNameLst>
                                      </p:cBhvr>
                                      <p:to>
                                        <p:strVal val="visible"/>
                                      </p:to>
                                    </p:set>
                                    <p:animEffect transition="in" filter="wipe(up)">
                                      <p:cBhvr>
                                        <p:cTn id="272" dur="500"/>
                                        <p:tgtEl>
                                          <p:spTgt spid="23">
                                            <p:txEl>
                                              <p:pRg st="0" end="0"/>
                                            </p:txEl>
                                          </p:spTgt>
                                        </p:tgtEl>
                                      </p:cBhvr>
                                    </p:animEffect>
                                  </p:childTnLst>
                                </p:cTn>
                              </p:par>
                            </p:childTnLst>
                          </p:cTn>
                        </p:par>
                      </p:childTnLst>
                    </p:cTn>
                  </p:par>
                  <p:par>
                    <p:cTn id="273" fill="hold">
                      <p:stCondLst>
                        <p:cond delay="indefinite"/>
                      </p:stCondLst>
                      <p:childTnLst>
                        <p:par>
                          <p:cTn id="274" fill="hold">
                            <p:stCondLst>
                              <p:cond delay="0"/>
                            </p:stCondLst>
                            <p:childTnLst>
                              <p:par>
                                <p:cTn id="275" presetID="22" presetClass="entr" presetSubtype="1" fill="hold" grpId="0" nodeType="clickEffect">
                                  <p:stCondLst>
                                    <p:cond delay="0"/>
                                  </p:stCondLst>
                                  <p:childTnLst>
                                    <p:set>
                                      <p:cBhvr>
                                        <p:cTn id="276" dur="1" fill="hold">
                                          <p:stCondLst>
                                            <p:cond delay="0"/>
                                          </p:stCondLst>
                                        </p:cTn>
                                        <p:tgtEl>
                                          <p:spTgt spid="23">
                                            <p:txEl>
                                              <p:pRg st="3" end="3"/>
                                            </p:txEl>
                                          </p:spTgt>
                                        </p:tgtEl>
                                        <p:attrNameLst>
                                          <p:attrName>style.visibility</p:attrName>
                                        </p:attrNameLst>
                                      </p:cBhvr>
                                      <p:to>
                                        <p:strVal val="visible"/>
                                      </p:to>
                                    </p:set>
                                    <p:animEffect transition="in" filter="wipe(up)">
                                      <p:cBhvr>
                                        <p:cTn id="277" dur="500"/>
                                        <p:tgtEl>
                                          <p:spTgt spid="23">
                                            <p:txEl>
                                              <p:pRg st="3" end="3"/>
                                            </p:txEl>
                                          </p:spTgt>
                                        </p:tgtEl>
                                      </p:cBhvr>
                                    </p:animEffect>
                                  </p:childTnLst>
                                </p:cTn>
                              </p:par>
                              <p:par>
                                <p:cTn id="278" presetID="22" presetClass="entr" presetSubtype="1" fill="hold" grpId="0" nodeType="withEffect">
                                  <p:stCondLst>
                                    <p:cond delay="0"/>
                                  </p:stCondLst>
                                  <p:childTnLst>
                                    <p:set>
                                      <p:cBhvr>
                                        <p:cTn id="279" dur="1" fill="hold">
                                          <p:stCondLst>
                                            <p:cond delay="0"/>
                                          </p:stCondLst>
                                        </p:cTn>
                                        <p:tgtEl>
                                          <p:spTgt spid="23">
                                            <p:txEl>
                                              <p:pRg st="4" end="4"/>
                                            </p:txEl>
                                          </p:spTgt>
                                        </p:tgtEl>
                                        <p:attrNameLst>
                                          <p:attrName>style.visibility</p:attrName>
                                        </p:attrNameLst>
                                      </p:cBhvr>
                                      <p:to>
                                        <p:strVal val="visible"/>
                                      </p:to>
                                    </p:set>
                                    <p:animEffect transition="in" filter="wipe(up)">
                                      <p:cBhvr>
                                        <p:cTn id="280" dur="500"/>
                                        <p:tgtEl>
                                          <p:spTgt spid="23">
                                            <p:txEl>
                                              <p:pRg st="4" end="4"/>
                                            </p:txEl>
                                          </p:spTgt>
                                        </p:tgtEl>
                                      </p:cBhvr>
                                    </p:animEffect>
                                  </p:childTnLst>
                                </p:cTn>
                              </p:par>
                            </p:childTnLst>
                          </p:cTn>
                        </p:par>
                      </p:childTnLst>
                    </p:cTn>
                  </p:par>
                  <p:par>
                    <p:cTn id="281" fill="hold">
                      <p:stCondLst>
                        <p:cond delay="indefinite"/>
                      </p:stCondLst>
                      <p:childTnLst>
                        <p:par>
                          <p:cTn id="282" fill="hold">
                            <p:stCondLst>
                              <p:cond delay="0"/>
                            </p:stCondLst>
                            <p:childTnLst>
                              <p:par>
                                <p:cTn id="283" presetID="1" presetClass="emph" presetSubtype="2" fill="hold" nodeType="clickEffect">
                                  <p:stCondLst>
                                    <p:cond delay="0"/>
                                  </p:stCondLst>
                                  <p:childTnLst>
                                    <p:animClr clrSpc="rgb" dir="cw">
                                      <p:cBhvr>
                                        <p:cTn id="284" dur="500" fill="hold"/>
                                        <p:tgtEl>
                                          <p:spTgt spid="5"/>
                                        </p:tgtEl>
                                        <p:attrNameLst>
                                          <p:attrName>fillcolor</p:attrName>
                                        </p:attrNameLst>
                                      </p:cBhvr>
                                      <p:to>
                                        <a:srgbClr val="FFF2CC"/>
                                      </p:to>
                                    </p:animClr>
                                    <p:set>
                                      <p:cBhvr>
                                        <p:cTn id="285" dur="500" fill="hold"/>
                                        <p:tgtEl>
                                          <p:spTgt spid="5"/>
                                        </p:tgtEl>
                                        <p:attrNameLst>
                                          <p:attrName>fill.type</p:attrName>
                                        </p:attrNameLst>
                                      </p:cBhvr>
                                      <p:to>
                                        <p:strVal val="solid"/>
                                      </p:to>
                                    </p:set>
                                    <p:set>
                                      <p:cBhvr>
                                        <p:cTn id="286" dur="500" fill="hold"/>
                                        <p:tgtEl>
                                          <p:spTgt spid="5"/>
                                        </p:tgtEl>
                                        <p:attrNameLst>
                                          <p:attrName>fill.on</p:attrName>
                                        </p:attrNameLst>
                                      </p:cBhvr>
                                      <p:to>
                                        <p:strVal val="true"/>
                                      </p:to>
                                    </p:set>
                                  </p:childTnLst>
                                </p:cTn>
                              </p:par>
                              <p:par>
                                <p:cTn id="287" presetID="22" presetClass="entr" presetSubtype="1" fill="hold" grpId="0" nodeType="withEffect">
                                  <p:stCondLst>
                                    <p:cond delay="0"/>
                                  </p:stCondLst>
                                  <p:childTnLst>
                                    <p:set>
                                      <p:cBhvr>
                                        <p:cTn id="288" dur="1" fill="hold">
                                          <p:stCondLst>
                                            <p:cond delay="0"/>
                                          </p:stCondLst>
                                        </p:cTn>
                                        <p:tgtEl>
                                          <p:spTgt spid="24">
                                            <p:bg/>
                                          </p:spTgt>
                                        </p:tgtEl>
                                        <p:attrNameLst>
                                          <p:attrName>style.visibility</p:attrName>
                                        </p:attrNameLst>
                                      </p:cBhvr>
                                      <p:to>
                                        <p:strVal val="visible"/>
                                      </p:to>
                                    </p:set>
                                    <p:animEffect transition="in" filter="wipe(up)">
                                      <p:cBhvr>
                                        <p:cTn id="289" dur="500"/>
                                        <p:tgtEl>
                                          <p:spTgt spid="24">
                                            <p:bg/>
                                          </p:spTgt>
                                        </p:tgtEl>
                                      </p:cBhvr>
                                    </p:animEffect>
                                  </p:childTnLst>
                                </p:cTn>
                              </p:par>
                              <p:par>
                                <p:cTn id="290" presetID="22" presetClass="entr" presetSubtype="1" fill="hold" grpId="0" nodeType="withEffect">
                                  <p:stCondLst>
                                    <p:cond delay="0"/>
                                  </p:stCondLst>
                                  <p:childTnLst>
                                    <p:set>
                                      <p:cBhvr>
                                        <p:cTn id="291" dur="1" fill="hold">
                                          <p:stCondLst>
                                            <p:cond delay="0"/>
                                          </p:stCondLst>
                                        </p:cTn>
                                        <p:tgtEl>
                                          <p:spTgt spid="24">
                                            <p:txEl>
                                              <p:pRg st="0" end="0"/>
                                            </p:txEl>
                                          </p:spTgt>
                                        </p:tgtEl>
                                        <p:attrNameLst>
                                          <p:attrName>style.visibility</p:attrName>
                                        </p:attrNameLst>
                                      </p:cBhvr>
                                      <p:to>
                                        <p:strVal val="visible"/>
                                      </p:to>
                                    </p:set>
                                    <p:animEffect transition="in" filter="wipe(up)">
                                      <p:cBhvr>
                                        <p:cTn id="292" dur="500"/>
                                        <p:tgtEl>
                                          <p:spTgt spid="24">
                                            <p:txEl>
                                              <p:pRg st="0" end="0"/>
                                            </p:txEl>
                                          </p:spTgt>
                                        </p:tgtEl>
                                      </p:cBhvr>
                                    </p:animEffect>
                                  </p:childTnLst>
                                </p:cTn>
                              </p:par>
                            </p:childTnLst>
                          </p:cTn>
                        </p:par>
                      </p:childTnLst>
                    </p:cTn>
                  </p:par>
                  <p:par>
                    <p:cTn id="293" fill="hold">
                      <p:stCondLst>
                        <p:cond delay="indefinite"/>
                      </p:stCondLst>
                      <p:childTnLst>
                        <p:par>
                          <p:cTn id="294" fill="hold">
                            <p:stCondLst>
                              <p:cond delay="0"/>
                            </p:stCondLst>
                            <p:childTnLst>
                              <p:par>
                                <p:cTn id="295" presetID="22" presetClass="entr" presetSubtype="1" fill="hold" grpId="0" nodeType="clickEffect">
                                  <p:stCondLst>
                                    <p:cond delay="0"/>
                                  </p:stCondLst>
                                  <p:childTnLst>
                                    <p:set>
                                      <p:cBhvr>
                                        <p:cTn id="296" dur="1" fill="hold">
                                          <p:stCondLst>
                                            <p:cond delay="0"/>
                                          </p:stCondLst>
                                        </p:cTn>
                                        <p:tgtEl>
                                          <p:spTgt spid="24">
                                            <p:txEl>
                                              <p:pRg st="5" end="5"/>
                                            </p:txEl>
                                          </p:spTgt>
                                        </p:tgtEl>
                                        <p:attrNameLst>
                                          <p:attrName>style.visibility</p:attrName>
                                        </p:attrNameLst>
                                      </p:cBhvr>
                                      <p:to>
                                        <p:strVal val="visible"/>
                                      </p:to>
                                    </p:set>
                                    <p:animEffect transition="in" filter="wipe(up)">
                                      <p:cBhvr>
                                        <p:cTn id="297" dur="500"/>
                                        <p:tgtEl>
                                          <p:spTgt spid="24">
                                            <p:txEl>
                                              <p:pRg st="5" end="5"/>
                                            </p:txEl>
                                          </p:spTgt>
                                        </p:tgtEl>
                                      </p:cBhvr>
                                    </p:animEffect>
                                  </p:childTnLst>
                                </p:cTn>
                              </p:par>
                            </p:childTnLst>
                          </p:cTn>
                        </p:par>
                      </p:childTnLst>
                    </p:cTn>
                  </p:par>
                  <p:par>
                    <p:cTn id="298" fill="hold">
                      <p:stCondLst>
                        <p:cond delay="indefinite"/>
                      </p:stCondLst>
                      <p:childTnLst>
                        <p:par>
                          <p:cTn id="299" fill="hold">
                            <p:stCondLst>
                              <p:cond delay="0"/>
                            </p:stCondLst>
                            <p:childTnLst>
                              <p:par>
                                <p:cTn id="300" presetID="22" presetClass="entr" presetSubtype="4" fill="hold" grpId="0" nodeType="clickEffect">
                                  <p:stCondLst>
                                    <p:cond delay="0"/>
                                  </p:stCondLst>
                                  <p:childTnLst>
                                    <p:set>
                                      <p:cBhvr>
                                        <p:cTn id="301" dur="1" fill="hold">
                                          <p:stCondLst>
                                            <p:cond delay="0"/>
                                          </p:stCondLst>
                                        </p:cTn>
                                        <p:tgtEl>
                                          <p:spTgt spid="29"/>
                                        </p:tgtEl>
                                        <p:attrNameLst>
                                          <p:attrName>style.visibility</p:attrName>
                                        </p:attrNameLst>
                                      </p:cBhvr>
                                      <p:to>
                                        <p:strVal val="visible"/>
                                      </p:to>
                                    </p:set>
                                    <p:animEffect transition="in" filter="wipe(down)">
                                      <p:cBhvr>
                                        <p:cTn id="302" dur="500"/>
                                        <p:tgtEl>
                                          <p:spTgt spid="29"/>
                                        </p:tgtEl>
                                      </p:cBhvr>
                                    </p:animEffect>
                                  </p:childTnLst>
                                </p:cTn>
                              </p:par>
                            </p:childTnLst>
                          </p:cTn>
                        </p:par>
                        <p:par>
                          <p:cTn id="303" fill="hold">
                            <p:stCondLst>
                              <p:cond delay="500"/>
                            </p:stCondLst>
                            <p:childTnLst>
                              <p:par>
                                <p:cTn id="304" presetID="22" presetClass="entr" presetSubtype="1" fill="hold" grpId="0" nodeType="afterEffect">
                                  <p:stCondLst>
                                    <p:cond delay="0"/>
                                  </p:stCondLst>
                                  <p:childTnLst>
                                    <p:set>
                                      <p:cBhvr>
                                        <p:cTn id="305" dur="1" fill="hold">
                                          <p:stCondLst>
                                            <p:cond delay="0"/>
                                          </p:stCondLst>
                                        </p:cTn>
                                        <p:tgtEl>
                                          <p:spTgt spid="24">
                                            <p:txEl>
                                              <p:pRg st="7" end="7"/>
                                            </p:txEl>
                                          </p:spTgt>
                                        </p:tgtEl>
                                        <p:attrNameLst>
                                          <p:attrName>style.visibility</p:attrName>
                                        </p:attrNameLst>
                                      </p:cBhvr>
                                      <p:to>
                                        <p:strVal val="visible"/>
                                      </p:to>
                                    </p:set>
                                    <p:animEffect transition="in" filter="wipe(up)">
                                      <p:cBhvr>
                                        <p:cTn id="306" dur="500"/>
                                        <p:tgtEl>
                                          <p:spTgt spid="24">
                                            <p:txEl>
                                              <p:pRg st="7" end="7"/>
                                            </p:txEl>
                                          </p:spTgt>
                                        </p:tgtEl>
                                      </p:cBhvr>
                                    </p:animEffect>
                                  </p:childTnLst>
                                </p:cTn>
                              </p:par>
                            </p:childTnLst>
                          </p:cTn>
                        </p:par>
                      </p:childTnLst>
                    </p:cTn>
                  </p:par>
                  <p:par>
                    <p:cTn id="307" fill="hold">
                      <p:stCondLst>
                        <p:cond delay="indefinite"/>
                      </p:stCondLst>
                      <p:childTnLst>
                        <p:par>
                          <p:cTn id="308" fill="hold">
                            <p:stCondLst>
                              <p:cond delay="0"/>
                            </p:stCondLst>
                            <p:childTnLst>
                              <p:par>
                                <p:cTn id="309" presetID="22" presetClass="entr" presetSubtype="1" fill="hold" grpId="0" nodeType="clickEffect">
                                  <p:stCondLst>
                                    <p:cond delay="0"/>
                                  </p:stCondLst>
                                  <p:childTnLst>
                                    <p:set>
                                      <p:cBhvr>
                                        <p:cTn id="310" dur="1" fill="hold">
                                          <p:stCondLst>
                                            <p:cond delay="0"/>
                                          </p:stCondLst>
                                        </p:cTn>
                                        <p:tgtEl>
                                          <p:spTgt spid="24">
                                            <p:txEl>
                                              <p:pRg st="8" end="8"/>
                                            </p:txEl>
                                          </p:spTgt>
                                        </p:tgtEl>
                                        <p:attrNameLst>
                                          <p:attrName>style.visibility</p:attrName>
                                        </p:attrNameLst>
                                      </p:cBhvr>
                                      <p:to>
                                        <p:strVal val="visible"/>
                                      </p:to>
                                    </p:set>
                                    <p:animEffect transition="in" filter="wipe(up)">
                                      <p:cBhvr>
                                        <p:cTn id="311" dur="500"/>
                                        <p:tgtEl>
                                          <p:spTgt spid="24">
                                            <p:txEl>
                                              <p:pRg st="8" end="8"/>
                                            </p:txEl>
                                          </p:spTgt>
                                        </p:tgtEl>
                                      </p:cBhvr>
                                    </p:animEffect>
                                  </p:childTnLst>
                                </p:cTn>
                              </p:par>
                            </p:childTnLst>
                          </p:cTn>
                        </p:par>
                      </p:childTnLst>
                    </p:cTn>
                  </p:par>
                  <p:par>
                    <p:cTn id="312" fill="hold">
                      <p:stCondLst>
                        <p:cond delay="indefinite"/>
                      </p:stCondLst>
                      <p:childTnLst>
                        <p:par>
                          <p:cTn id="313" fill="hold">
                            <p:stCondLst>
                              <p:cond delay="0"/>
                            </p:stCondLst>
                            <p:childTnLst>
                              <p:par>
                                <p:cTn id="314" presetID="1" presetClass="emph" presetSubtype="2" fill="hold" nodeType="clickEffect">
                                  <p:stCondLst>
                                    <p:cond delay="0"/>
                                  </p:stCondLst>
                                  <p:childTnLst>
                                    <p:animClr clrSpc="rgb" dir="cw">
                                      <p:cBhvr>
                                        <p:cTn id="315" dur="500" fill="hold"/>
                                        <p:tgtEl>
                                          <p:spTgt spid="5"/>
                                        </p:tgtEl>
                                        <p:attrNameLst>
                                          <p:attrName>fillcolor</p:attrName>
                                        </p:attrNameLst>
                                      </p:cBhvr>
                                      <p:to>
                                        <a:srgbClr val="E7E6E6"/>
                                      </p:to>
                                    </p:animClr>
                                    <p:set>
                                      <p:cBhvr>
                                        <p:cTn id="316" dur="500" fill="hold"/>
                                        <p:tgtEl>
                                          <p:spTgt spid="5"/>
                                        </p:tgtEl>
                                        <p:attrNameLst>
                                          <p:attrName>fill.type</p:attrName>
                                        </p:attrNameLst>
                                      </p:cBhvr>
                                      <p:to>
                                        <p:strVal val="solid"/>
                                      </p:to>
                                    </p:set>
                                    <p:set>
                                      <p:cBhvr>
                                        <p:cTn id="317" dur="500" fill="hold"/>
                                        <p:tgtEl>
                                          <p:spTgt spid="5"/>
                                        </p:tgtEl>
                                        <p:attrNameLst>
                                          <p:attrName>fill.on</p:attrName>
                                        </p:attrNameLst>
                                      </p:cBhvr>
                                      <p:to>
                                        <p:strVal val="true"/>
                                      </p:to>
                                    </p:set>
                                  </p:childTnLst>
                                </p:cTn>
                              </p:par>
                              <p:par>
                                <p:cTn id="318" presetID="22" presetClass="entr" presetSubtype="1" fill="hold" grpId="0" nodeType="withEffect">
                                  <p:stCondLst>
                                    <p:cond delay="0"/>
                                  </p:stCondLst>
                                  <p:childTnLst>
                                    <p:set>
                                      <p:cBhvr>
                                        <p:cTn id="319" dur="1" fill="hold">
                                          <p:stCondLst>
                                            <p:cond delay="0"/>
                                          </p:stCondLst>
                                        </p:cTn>
                                        <p:tgtEl>
                                          <p:spTgt spid="25">
                                            <p:bg/>
                                          </p:spTgt>
                                        </p:tgtEl>
                                        <p:attrNameLst>
                                          <p:attrName>style.visibility</p:attrName>
                                        </p:attrNameLst>
                                      </p:cBhvr>
                                      <p:to>
                                        <p:strVal val="visible"/>
                                      </p:to>
                                    </p:set>
                                    <p:animEffect transition="in" filter="wipe(up)">
                                      <p:cBhvr>
                                        <p:cTn id="320" dur="500"/>
                                        <p:tgtEl>
                                          <p:spTgt spid="25">
                                            <p:bg/>
                                          </p:spTgt>
                                        </p:tgtEl>
                                      </p:cBhvr>
                                    </p:animEffect>
                                  </p:childTnLst>
                                </p:cTn>
                              </p:par>
                              <p:par>
                                <p:cTn id="321" presetID="22" presetClass="entr" presetSubtype="1" fill="hold" grpId="0" nodeType="withEffect">
                                  <p:stCondLst>
                                    <p:cond delay="0"/>
                                  </p:stCondLst>
                                  <p:childTnLst>
                                    <p:set>
                                      <p:cBhvr>
                                        <p:cTn id="322" dur="1" fill="hold">
                                          <p:stCondLst>
                                            <p:cond delay="0"/>
                                          </p:stCondLst>
                                        </p:cTn>
                                        <p:tgtEl>
                                          <p:spTgt spid="25">
                                            <p:txEl>
                                              <p:pRg st="0" end="0"/>
                                            </p:txEl>
                                          </p:spTgt>
                                        </p:tgtEl>
                                        <p:attrNameLst>
                                          <p:attrName>style.visibility</p:attrName>
                                        </p:attrNameLst>
                                      </p:cBhvr>
                                      <p:to>
                                        <p:strVal val="visible"/>
                                      </p:to>
                                    </p:set>
                                    <p:animEffect transition="in" filter="wipe(up)">
                                      <p:cBhvr>
                                        <p:cTn id="323" dur="500"/>
                                        <p:tgtEl>
                                          <p:spTgt spid="25">
                                            <p:txEl>
                                              <p:pRg st="0" end="0"/>
                                            </p:txEl>
                                          </p:spTgt>
                                        </p:tgtEl>
                                      </p:cBhvr>
                                    </p:animEffect>
                                  </p:childTnLst>
                                </p:cTn>
                              </p:par>
                              <p:par>
                                <p:cTn id="324" presetID="22" presetClass="entr" presetSubtype="1" fill="hold" grpId="0" nodeType="withEffect">
                                  <p:stCondLst>
                                    <p:cond delay="0"/>
                                  </p:stCondLst>
                                  <p:childTnLst>
                                    <p:set>
                                      <p:cBhvr>
                                        <p:cTn id="325" dur="1" fill="hold">
                                          <p:stCondLst>
                                            <p:cond delay="0"/>
                                          </p:stCondLst>
                                        </p:cTn>
                                        <p:tgtEl>
                                          <p:spTgt spid="25">
                                            <p:txEl>
                                              <p:pRg st="5" end="5"/>
                                            </p:txEl>
                                          </p:spTgt>
                                        </p:tgtEl>
                                        <p:attrNameLst>
                                          <p:attrName>style.visibility</p:attrName>
                                        </p:attrNameLst>
                                      </p:cBhvr>
                                      <p:to>
                                        <p:strVal val="visible"/>
                                      </p:to>
                                    </p:set>
                                    <p:animEffect transition="in" filter="wipe(up)">
                                      <p:cBhvr>
                                        <p:cTn id="326" dur="500"/>
                                        <p:tgtEl>
                                          <p:spTgt spid="25">
                                            <p:txEl>
                                              <p:pRg st="5" end="5"/>
                                            </p:txEl>
                                          </p:spTgt>
                                        </p:tgtEl>
                                      </p:cBhvr>
                                    </p:animEffect>
                                  </p:childTnLst>
                                </p:cTn>
                              </p:par>
                            </p:childTnLst>
                          </p:cTn>
                        </p:par>
                      </p:childTnLst>
                    </p:cTn>
                  </p:par>
                  <p:par>
                    <p:cTn id="327" fill="hold">
                      <p:stCondLst>
                        <p:cond delay="indefinite"/>
                      </p:stCondLst>
                      <p:childTnLst>
                        <p:par>
                          <p:cTn id="328" fill="hold">
                            <p:stCondLst>
                              <p:cond delay="0"/>
                            </p:stCondLst>
                            <p:childTnLst>
                              <p:par>
                                <p:cTn id="329" presetID="22" presetClass="entr" presetSubtype="4" fill="hold" grpId="0" nodeType="clickEffect">
                                  <p:stCondLst>
                                    <p:cond delay="0"/>
                                  </p:stCondLst>
                                  <p:childTnLst>
                                    <p:set>
                                      <p:cBhvr>
                                        <p:cTn id="330" dur="1" fill="hold">
                                          <p:stCondLst>
                                            <p:cond delay="0"/>
                                          </p:stCondLst>
                                        </p:cTn>
                                        <p:tgtEl>
                                          <p:spTgt spid="30"/>
                                        </p:tgtEl>
                                        <p:attrNameLst>
                                          <p:attrName>style.visibility</p:attrName>
                                        </p:attrNameLst>
                                      </p:cBhvr>
                                      <p:to>
                                        <p:strVal val="visible"/>
                                      </p:to>
                                    </p:set>
                                    <p:animEffect transition="in" filter="wipe(down)">
                                      <p:cBhvr>
                                        <p:cTn id="331" dur="500"/>
                                        <p:tgtEl>
                                          <p:spTgt spid="30"/>
                                        </p:tgtEl>
                                      </p:cBhvr>
                                    </p:animEffect>
                                  </p:childTnLst>
                                </p:cTn>
                              </p:par>
                            </p:childTnLst>
                          </p:cTn>
                        </p:par>
                        <p:par>
                          <p:cTn id="332" fill="hold">
                            <p:stCondLst>
                              <p:cond delay="500"/>
                            </p:stCondLst>
                            <p:childTnLst>
                              <p:par>
                                <p:cTn id="333" presetID="22" presetClass="entr" presetSubtype="1" fill="hold" grpId="0" nodeType="afterEffect">
                                  <p:stCondLst>
                                    <p:cond delay="0"/>
                                  </p:stCondLst>
                                  <p:childTnLst>
                                    <p:set>
                                      <p:cBhvr>
                                        <p:cTn id="334" dur="1" fill="hold">
                                          <p:stCondLst>
                                            <p:cond delay="0"/>
                                          </p:stCondLst>
                                        </p:cTn>
                                        <p:tgtEl>
                                          <p:spTgt spid="25">
                                            <p:txEl>
                                              <p:pRg st="7" end="7"/>
                                            </p:txEl>
                                          </p:spTgt>
                                        </p:tgtEl>
                                        <p:attrNameLst>
                                          <p:attrName>style.visibility</p:attrName>
                                        </p:attrNameLst>
                                      </p:cBhvr>
                                      <p:to>
                                        <p:strVal val="visible"/>
                                      </p:to>
                                    </p:set>
                                    <p:animEffect transition="in" filter="wipe(up)">
                                      <p:cBhvr>
                                        <p:cTn id="335" dur="500"/>
                                        <p:tgtEl>
                                          <p:spTgt spid="25">
                                            <p:txEl>
                                              <p:pRg st="7" end="7"/>
                                            </p:txEl>
                                          </p:spTgt>
                                        </p:tgtEl>
                                      </p:cBhvr>
                                    </p:animEffect>
                                  </p:childTnLst>
                                </p:cTn>
                              </p:par>
                            </p:childTnLst>
                          </p:cTn>
                        </p:par>
                      </p:childTnLst>
                    </p:cTn>
                  </p:par>
                  <p:par>
                    <p:cTn id="336" fill="hold">
                      <p:stCondLst>
                        <p:cond delay="indefinite"/>
                      </p:stCondLst>
                      <p:childTnLst>
                        <p:par>
                          <p:cTn id="337" fill="hold">
                            <p:stCondLst>
                              <p:cond delay="0"/>
                            </p:stCondLst>
                            <p:childTnLst>
                              <p:par>
                                <p:cTn id="338" presetID="22" presetClass="entr" presetSubtype="1" fill="hold" grpId="0" nodeType="clickEffect">
                                  <p:stCondLst>
                                    <p:cond delay="0"/>
                                  </p:stCondLst>
                                  <p:childTnLst>
                                    <p:set>
                                      <p:cBhvr>
                                        <p:cTn id="339" dur="1" fill="hold">
                                          <p:stCondLst>
                                            <p:cond delay="0"/>
                                          </p:stCondLst>
                                        </p:cTn>
                                        <p:tgtEl>
                                          <p:spTgt spid="25">
                                            <p:txEl>
                                              <p:pRg st="8" end="8"/>
                                            </p:txEl>
                                          </p:spTgt>
                                        </p:tgtEl>
                                        <p:attrNameLst>
                                          <p:attrName>style.visibility</p:attrName>
                                        </p:attrNameLst>
                                      </p:cBhvr>
                                      <p:to>
                                        <p:strVal val="visible"/>
                                      </p:to>
                                    </p:set>
                                    <p:animEffect transition="in" filter="wipe(up)">
                                      <p:cBhvr>
                                        <p:cTn id="340" dur="500"/>
                                        <p:tgtEl>
                                          <p:spTgt spid="25">
                                            <p:txEl>
                                              <p:pRg st="8" end="8"/>
                                            </p:txEl>
                                          </p:spTgt>
                                        </p:tgtEl>
                                      </p:cBhvr>
                                    </p:animEffect>
                                  </p:childTnLst>
                                </p:cTn>
                              </p:par>
                            </p:childTnLst>
                          </p:cTn>
                        </p:par>
                      </p:childTnLst>
                    </p:cTn>
                  </p:par>
                  <p:par>
                    <p:cTn id="341" fill="hold">
                      <p:stCondLst>
                        <p:cond delay="indefinite"/>
                      </p:stCondLst>
                      <p:childTnLst>
                        <p:par>
                          <p:cTn id="342" fill="hold">
                            <p:stCondLst>
                              <p:cond delay="0"/>
                            </p:stCondLst>
                            <p:childTnLst>
                              <p:par>
                                <p:cTn id="343" presetID="1" presetClass="emph" presetSubtype="2" fill="hold" nodeType="clickEffect">
                                  <p:stCondLst>
                                    <p:cond delay="0"/>
                                  </p:stCondLst>
                                  <p:childTnLst>
                                    <p:animClr clrSpc="rgb" dir="cw">
                                      <p:cBhvr>
                                        <p:cTn id="344" dur="500" fill="hold"/>
                                        <p:tgtEl>
                                          <p:spTgt spid="5"/>
                                        </p:tgtEl>
                                        <p:attrNameLst>
                                          <p:attrName>fillcolor</p:attrName>
                                        </p:attrNameLst>
                                      </p:cBhvr>
                                      <p:to>
                                        <a:srgbClr val="FFFFFF"/>
                                      </p:to>
                                    </p:animClr>
                                    <p:set>
                                      <p:cBhvr>
                                        <p:cTn id="345" dur="500" fill="hold"/>
                                        <p:tgtEl>
                                          <p:spTgt spid="5"/>
                                        </p:tgtEl>
                                        <p:attrNameLst>
                                          <p:attrName>fill.type</p:attrName>
                                        </p:attrNameLst>
                                      </p:cBhvr>
                                      <p:to>
                                        <p:strVal val="solid"/>
                                      </p:to>
                                    </p:set>
                                    <p:set>
                                      <p:cBhvr>
                                        <p:cTn id="346" dur="500" fill="hold"/>
                                        <p:tgtEl>
                                          <p:spTgt spid="5"/>
                                        </p:tgtEl>
                                        <p:attrNameLst>
                                          <p:attrName>fill.on</p:attrName>
                                        </p:attrNameLst>
                                      </p:cBhvr>
                                      <p:to>
                                        <p:strVal val="true"/>
                                      </p:to>
                                    </p:set>
                                  </p:childTnLst>
                                </p:cTn>
                              </p:par>
                              <p:par>
                                <p:cTn id="347" presetID="22" presetClass="entr" presetSubtype="1" fill="hold" grpId="0" nodeType="withEffect">
                                  <p:stCondLst>
                                    <p:cond delay="0"/>
                                  </p:stCondLst>
                                  <p:childTnLst>
                                    <p:set>
                                      <p:cBhvr>
                                        <p:cTn id="348" dur="1" fill="hold">
                                          <p:stCondLst>
                                            <p:cond delay="0"/>
                                          </p:stCondLst>
                                        </p:cTn>
                                        <p:tgtEl>
                                          <p:spTgt spid="31">
                                            <p:bg/>
                                          </p:spTgt>
                                        </p:tgtEl>
                                        <p:attrNameLst>
                                          <p:attrName>style.visibility</p:attrName>
                                        </p:attrNameLst>
                                      </p:cBhvr>
                                      <p:to>
                                        <p:strVal val="visible"/>
                                      </p:to>
                                    </p:set>
                                    <p:animEffect transition="in" filter="wipe(up)">
                                      <p:cBhvr>
                                        <p:cTn id="349" dur="500"/>
                                        <p:tgtEl>
                                          <p:spTgt spid="31">
                                            <p:bg/>
                                          </p:spTgt>
                                        </p:tgtEl>
                                      </p:cBhvr>
                                    </p:animEffect>
                                  </p:childTnLst>
                                </p:cTn>
                              </p:par>
                            </p:childTnLst>
                          </p:cTn>
                        </p:par>
                      </p:childTnLst>
                    </p:cTn>
                  </p:par>
                  <p:par>
                    <p:cTn id="350" fill="hold">
                      <p:stCondLst>
                        <p:cond delay="indefinite"/>
                      </p:stCondLst>
                      <p:childTnLst>
                        <p:par>
                          <p:cTn id="351" fill="hold">
                            <p:stCondLst>
                              <p:cond delay="0"/>
                            </p:stCondLst>
                            <p:childTnLst>
                              <p:par>
                                <p:cTn id="352" presetID="22" presetClass="entr" presetSubtype="1" fill="hold" grpId="0" nodeType="clickEffect">
                                  <p:stCondLst>
                                    <p:cond delay="0"/>
                                  </p:stCondLst>
                                  <p:childTnLst>
                                    <p:set>
                                      <p:cBhvr>
                                        <p:cTn id="353" dur="1" fill="hold">
                                          <p:stCondLst>
                                            <p:cond delay="0"/>
                                          </p:stCondLst>
                                        </p:cTn>
                                        <p:tgtEl>
                                          <p:spTgt spid="31">
                                            <p:txEl>
                                              <p:pRg st="4" end="4"/>
                                            </p:txEl>
                                          </p:spTgt>
                                        </p:tgtEl>
                                        <p:attrNameLst>
                                          <p:attrName>style.visibility</p:attrName>
                                        </p:attrNameLst>
                                      </p:cBhvr>
                                      <p:to>
                                        <p:strVal val="visible"/>
                                      </p:to>
                                    </p:set>
                                    <p:animEffect transition="in" filter="wipe(up)">
                                      <p:cBhvr>
                                        <p:cTn id="354" dur="500"/>
                                        <p:tgtEl>
                                          <p:spTgt spid="3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8" grpId="0" build="p" animBg="1"/>
      <p:bldP spid="12" grpId="0" uiExpand="1" build="p" animBg="1"/>
      <p:bldP spid="13" grpId="0" uiExpand="1" build="p" animBg="1"/>
      <p:bldP spid="20" grpId="0" animBg="1"/>
      <p:bldP spid="16" grpId="0" uiExpand="1" build="p" animBg="1"/>
      <p:bldP spid="17" grpId="0" uiExpand="1" build="p" animBg="1"/>
      <p:bldP spid="19" grpId="0" build="p" animBg="1"/>
      <p:bldP spid="27" grpId="0" animBg="1"/>
      <p:bldP spid="21" grpId="0" uiExpand="1" build="p" animBg="1"/>
      <p:bldP spid="22" grpId="0" uiExpand="1" build="p" animBg="1"/>
      <p:bldP spid="28" grpId="0" animBg="1"/>
      <p:bldP spid="23" grpId="0" uiExpand="1" build="p" animBg="1"/>
      <p:bldP spid="24" grpId="0" uiExpand="1" build="p" animBg="1"/>
      <p:bldP spid="29" grpId="0" uiExpand="1" animBg="1"/>
      <p:bldP spid="25" grpId="0" uiExpand="1" build="p" animBg="1"/>
      <p:bldP spid="30" grpId="0" animBg="1"/>
      <p:bldP spid="31" grpId="0" uiExpand="1" build="p" animBg="1"/>
      <p:bldP spid="32" grpId="0" uiExpand="1" build="p" animBg="1"/>
      <p:bldP spid="33" grpId="0" uiExpand="1" animBg="1"/>
      <p:bldP spid="34"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2DF1B734-12C1-44FD-A186-FC15AB7827E2}"/>
              </a:ext>
            </a:extLst>
          </p:cNvPr>
          <p:cNvSpPr txBox="1"/>
          <p:nvPr/>
        </p:nvSpPr>
        <p:spPr>
          <a:xfrm>
            <a:off x="217815" y="1015096"/>
            <a:ext cx="7935946" cy="5844357"/>
          </a:xfrm>
          <a:prstGeom prst="rect">
            <a:avLst/>
          </a:prstGeom>
          <a:solidFill>
            <a:schemeClr val="bg1"/>
          </a:solidFill>
          <a:ln w="12700">
            <a:solidFill>
              <a:srgbClr val="002060"/>
            </a:solidFill>
          </a:ln>
        </p:spPr>
        <p:txBody>
          <a:bodyPr wrap="square">
            <a:spAutoFit/>
          </a:bodyPr>
          <a:lstStyle/>
          <a:p>
            <a:pPr>
              <a:lnSpc>
                <a:spcPct val="110000"/>
              </a:lnSpc>
            </a:pPr>
            <a:r>
              <a:rPr lang="en-US" altLang="zh-CN" b="1" dirty="0">
                <a:solidFill>
                  <a:srgbClr val="C00000"/>
                </a:solidFill>
                <a:latin typeface="+mn-ea"/>
              </a:rPr>
              <a:t>GList </a:t>
            </a:r>
            <a:r>
              <a:rPr lang="en-US" altLang="zh-CN" b="1" dirty="0" err="1">
                <a:solidFill>
                  <a:srgbClr val="C00000"/>
                </a:solidFill>
                <a:latin typeface="+mn-ea"/>
              </a:rPr>
              <a:t>NewGList</a:t>
            </a:r>
            <a:r>
              <a:rPr lang="en-US" altLang="zh-CN" b="1" dirty="0">
                <a:latin typeface="+mn-ea"/>
              </a:rPr>
              <a:t>(</a:t>
            </a:r>
            <a:r>
              <a:rPr lang="en-US" altLang="zh-CN" b="1" dirty="0" err="1">
                <a:latin typeface="+mn-ea"/>
              </a:rPr>
              <a:t>SString</a:t>
            </a:r>
            <a:r>
              <a:rPr lang="en-US" altLang="zh-CN" b="1" dirty="0">
                <a:latin typeface="+mn-ea"/>
              </a:rPr>
              <a:t> S) </a:t>
            </a:r>
            <a:r>
              <a:rPr lang="en-US" altLang="zh-CN" b="1" dirty="0">
                <a:solidFill>
                  <a:srgbClr val="041ABC"/>
                </a:solidFill>
                <a:effectLst>
                  <a:outerShdw blurRad="38100" dist="38100" dir="2700000" algn="tl">
                    <a:srgbClr val="000000">
                      <a:alpha val="43137"/>
                    </a:srgbClr>
                  </a:outerShdw>
                </a:effectLst>
                <a:latin typeface="+mn-ea"/>
              </a:rPr>
              <a:t>{</a:t>
            </a:r>
            <a:r>
              <a:rPr lang="en-US" altLang="zh-CN" b="1" dirty="0">
                <a:effectLst>
                  <a:outerShdw blurRad="38100" dist="38100" dir="2700000" algn="tl">
                    <a:srgbClr val="000000">
                      <a:alpha val="43137"/>
                    </a:srgbClr>
                  </a:outerShdw>
                </a:effectLst>
                <a:latin typeface="+mn-ea"/>
              </a:rPr>
              <a:t>  </a:t>
            </a:r>
            <a:r>
              <a:rPr lang="en-US" altLang="zh-CN" b="1" dirty="0">
                <a:solidFill>
                  <a:srgbClr val="0070C0"/>
                </a:solidFill>
                <a:effectLst>
                  <a:outerShdw blurRad="38100" dist="38100" dir="2700000" algn="tl">
                    <a:srgbClr val="000000">
                      <a:alpha val="43137"/>
                    </a:srgbClr>
                  </a:outerShdw>
                </a:effectLst>
                <a:latin typeface="+mn-ea"/>
              </a:rPr>
              <a:t>// </a:t>
            </a:r>
            <a:r>
              <a:rPr lang="zh-CN" altLang="en-US" b="1" dirty="0">
                <a:solidFill>
                  <a:srgbClr val="C00000"/>
                </a:solidFill>
                <a:effectLst>
                  <a:outerShdw blurRad="38100" dist="38100" dir="2700000" algn="tl">
                    <a:srgbClr val="000000">
                      <a:alpha val="43137"/>
                    </a:srgbClr>
                  </a:outerShdw>
                </a:effectLst>
                <a:latin typeface="+mn-ea"/>
              </a:rPr>
              <a:t>算法</a:t>
            </a:r>
            <a:r>
              <a:rPr lang="en-US" altLang="zh-CN" b="1" dirty="0">
                <a:solidFill>
                  <a:srgbClr val="C00000"/>
                </a:solidFill>
                <a:effectLst>
                  <a:outerShdw blurRad="38100" dist="38100" dir="2700000" algn="tl">
                    <a:srgbClr val="000000">
                      <a:alpha val="43137"/>
                    </a:srgbClr>
                  </a:outerShdw>
                </a:effectLst>
                <a:latin typeface="+mn-ea"/>
              </a:rPr>
              <a:t>5.10</a:t>
            </a:r>
            <a:r>
              <a:rPr lang="zh-CN" altLang="en-US" b="1" dirty="0">
                <a:solidFill>
                  <a:srgbClr val="0070C0"/>
                </a:solidFill>
                <a:effectLst>
                  <a:outerShdw blurRad="38100" dist="38100" dir="2700000" algn="tl">
                    <a:srgbClr val="000000">
                      <a:alpha val="43137"/>
                    </a:srgbClr>
                  </a:outerShdw>
                </a:effectLst>
                <a:latin typeface="+mn-ea"/>
              </a:rPr>
              <a:t>，构建广义表</a:t>
            </a:r>
            <a:endParaRPr lang="en-US" altLang="zh-CN" b="1" dirty="0">
              <a:solidFill>
                <a:srgbClr val="0070C0"/>
              </a:solidFill>
              <a:effectLst>
                <a:outerShdw blurRad="38100" dist="38100" dir="2700000" algn="tl">
                  <a:srgbClr val="000000">
                    <a:alpha val="43137"/>
                  </a:srgbClr>
                </a:outerShdw>
              </a:effectLst>
              <a:latin typeface="+mn-ea"/>
            </a:endParaRPr>
          </a:p>
          <a:p>
            <a:pPr>
              <a:lnSpc>
                <a:spcPct val="110000"/>
              </a:lnSpc>
            </a:pPr>
            <a:r>
              <a:rPr lang="en-US" altLang="zh-CN" dirty="0">
                <a:latin typeface="+mn-ea"/>
              </a:rPr>
              <a:t>  </a:t>
            </a:r>
            <a:r>
              <a:rPr lang="en-US" altLang="zh-CN" dirty="0" err="1">
                <a:latin typeface="+mn-ea"/>
              </a:rPr>
              <a:t>SStr</a:t>
            </a:r>
            <a:r>
              <a:rPr lang="en-US" altLang="zh-CN" dirty="0">
                <a:latin typeface="+mn-ea"/>
              </a:rPr>
              <a:t> sub, </a:t>
            </a:r>
            <a:r>
              <a:rPr lang="en-US" altLang="zh-CN" dirty="0" err="1">
                <a:latin typeface="+mn-ea"/>
              </a:rPr>
              <a:t>hsub</a:t>
            </a:r>
            <a:r>
              <a:rPr lang="en-US" altLang="zh-CN" dirty="0">
                <a:latin typeface="+mn-ea"/>
              </a:rPr>
              <a:t>, emp = </a:t>
            </a:r>
            <a:r>
              <a:rPr lang="en-US" altLang="zh-CN" dirty="0" err="1">
                <a:latin typeface="+mn-ea"/>
              </a:rPr>
              <a:t>SStrNew</a:t>
            </a:r>
            <a:r>
              <a:rPr lang="en-US" altLang="zh-CN" dirty="0">
                <a:latin typeface="+mn-ea"/>
              </a:rPr>
              <a:t>(</a:t>
            </a:r>
            <a:r>
              <a:rPr lang="en-US" altLang="zh-CN" b="1" dirty="0">
                <a:latin typeface="Courier New" panose="02070309020205020404" pitchFamily="49" charset="0"/>
                <a:cs typeface="Courier New" panose="02070309020205020404" pitchFamily="49" charset="0"/>
              </a:rPr>
              <a:t>"</a:t>
            </a:r>
            <a:r>
              <a:rPr lang="en-US" altLang="zh-CN" b="1" dirty="0">
                <a:latin typeface="+mn-ea"/>
              </a:rPr>
              <a:t>()</a:t>
            </a:r>
            <a:r>
              <a:rPr lang="en-US" altLang="zh-CN" b="1" dirty="0">
                <a:latin typeface="Courier New" panose="02070309020205020404" pitchFamily="49" charset="0"/>
                <a:cs typeface="Courier New" panose="02070309020205020404" pitchFamily="49" charset="0"/>
              </a:rPr>
              <a:t>"</a:t>
            </a:r>
            <a:r>
              <a:rPr lang="en-US" altLang="zh-CN" dirty="0">
                <a:latin typeface="+mn-ea"/>
              </a:rPr>
              <a:t>);</a:t>
            </a:r>
            <a:endParaRPr lang="zh-CN" altLang="zh-CN" dirty="0">
              <a:latin typeface="+mn-ea"/>
            </a:endParaRPr>
          </a:p>
          <a:p>
            <a:pPr>
              <a:lnSpc>
                <a:spcPct val="110000"/>
              </a:lnSpc>
            </a:pPr>
            <a:r>
              <a:rPr lang="en-US" altLang="zh-CN" dirty="0">
                <a:latin typeface="+mn-ea"/>
              </a:rPr>
              <a:t>  GList L, p, q;</a:t>
            </a:r>
            <a:r>
              <a:rPr lang="zh-CN" altLang="en-US" b="1" dirty="0">
                <a:latin typeface="+mn-ea"/>
              </a:rPr>
              <a:t>  </a:t>
            </a:r>
            <a:endParaRPr lang="en-US" altLang="zh-CN" b="1" dirty="0">
              <a:latin typeface="+mn-ea"/>
            </a:endParaRPr>
          </a:p>
          <a:p>
            <a:pPr>
              <a:lnSpc>
                <a:spcPct val="110000"/>
              </a:lnSpc>
            </a:pPr>
            <a:r>
              <a:rPr lang="en-US" altLang="zh-CN" b="1" dirty="0">
                <a:effectLst>
                  <a:outerShdw blurRad="38100" dist="38100" dir="2700000" algn="tl">
                    <a:srgbClr val="000000">
                      <a:alpha val="43137"/>
                    </a:srgbClr>
                  </a:outerShdw>
                </a:effectLst>
                <a:latin typeface="+mn-ea"/>
              </a:rPr>
              <a:t>  </a:t>
            </a:r>
            <a:r>
              <a:rPr lang="zh-CN" altLang="en-US" b="1" dirty="0">
                <a:solidFill>
                  <a:srgbClr val="041ABC"/>
                </a:solidFill>
                <a:effectLst>
                  <a:outerShdw blurRad="38100" dist="38100" dir="2700000" algn="tl">
                    <a:srgbClr val="000000">
                      <a:alpha val="43137"/>
                    </a:srgbClr>
                  </a:outerShdw>
                </a:effectLst>
                <a:latin typeface="+mn-ea"/>
              </a:rPr>
              <a:t>if</a:t>
            </a:r>
            <a:r>
              <a:rPr lang="zh-CN" altLang="en-US" b="1" dirty="0">
                <a:latin typeface="+mn-ea"/>
              </a:rPr>
              <a:t> (</a:t>
            </a:r>
            <a:r>
              <a:rPr lang="en-US" altLang="zh-CN" b="1" dirty="0">
                <a:latin typeface="+mn-ea"/>
              </a:rPr>
              <a:t>S</a:t>
            </a:r>
            <a:r>
              <a:rPr lang="zh-CN" altLang="en-US" b="1" dirty="0">
                <a:latin typeface="+mn-ea"/>
              </a:rPr>
              <a:t>StrCmp(S, emp)) </a:t>
            </a:r>
            <a:r>
              <a:rPr lang="en-US" altLang="zh-CN" b="1" dirty="0">
                <a:solidFill>
                  <a:srgbClr val="041ABC"/>
                </a:solidFill>
                <a:effectLst>
                  <a:outerShdw blurRad="38100" dist="38100" dir="2700000" algn="tl">
                    <a:srgbClr val="000000">
                      <a:alpha val="43137"/>
                    </a:srgbClr>
                  </a:outerShdw>
                </a:effectLst>
                <a:latin typeface="+mn-ea"/>
              </a:rPr>
              <a:t>return</a:t>
            </a:r>
            <a:r>
              <a:rPr lang="zh-CN" altLang="en-US" b="1" dirty="0">
                <a:latin typeface="+mn-ea"/>
              </a:rPr>
              <a:t> NULL;  </a:t>
            </a:r>
            <a:r>
              <a:rPr lang="zh-CN" altLang="en-US" b="1" dirty="0">
                <a:solidFill>
                  <a:schemeClr val="accent6">
                    <a:lumMod val="75000"/>
                  </a:schemeClr>
                </a:solidFill>
                <a:latin typeface="+mn-ea"/>
              </a:rPr>
              <a:t>// </a:t>
            </a:r>
            <a:r>
              <a:rPr lang="en-US" altLang="zh-CN" b="1" dirty="0">
                <a:solidFill>
                  <a:schemeClr val="accent6">
                    <a:lumMod val="75000"/>
                  </a:schemeClr>
                </a:solidFill>
                <a:latin typeface="+mn-ea"/>
              </a:rPr>
              <a:t>S</a:t>
            </a:r>
            <a:r>
              <a:rPr lang="zh-CN" altLang="en-US" b="1" dirty="0">
                <a:solidFill>
                  <a:schemeClr val="accent6">
                    <a:lumMod val="75000"/>
                  </a:schemeClr>
                </a:solidFill>
                <a:latin typeface="+mn-ea"/>
              </a:rPr>
              <a:t>为</a:t>
            </a:r>
            <a:r>
              <a:rPr lang="en-US" altLang="zh-CN" b="1" dirty="0">
                <a:solidFill>
                  <a:schemeClr val="accent6">
                    <a:lumMod val="75000"/>
                  </a:schemeClr>
                </a:solidFill>
                <a:latin typeface="Courier New" panose="02070309020205020404" pitchFamily="49" charset="0"/>
                <a:cs typeface="Courier New" panose="02070309020205020404" pitchFamily="49" charset="0"/>
              </a:rPr>
              <a:t>"</a:t>
            </a:r>
            <a:r>
              <a:rPr lang="en-US" altLang="zh-CN" b="1" dirty="0">
                <a:solidFill>
                  <a:schemeClr val="accent6">
                    <a:lumMod val="75000"/>
                  </a:schemeClr>
                </a:solidFill>
                <a:latin typeface="+mn-ea"/>
              </a:rPr>
              <a:t>()</a:t>
            </a:r>
            <a:r>
              <a:rPr lang="en-US" altLang="zh-CN" b="1" dirty="0">
                <a:solidFill>
                  <a:schemeClr val="accent6">
                    <a:lumMod val="75000"/>
                  </a:schemeClr>
                </a:solidFill>
                <a:latin typeface="Courier New" panose="02070309020205020404" pitchFamily="49" charset="0"/>
                <a:cs typeface="Courier New" panose="02070309020205020404" pitchFamily="49" charset="0"/>
              </a:rPr>
              <a:t>"</a:t>
            </a:r>
            <a:r>
              <a:rPr lang="zh-CN" altLang="en-US" b="1" dirty="0">
                <a:solidFill>
                  <a:schemeClr val="accent6">
                    <a:lumMod val="75000"/>
                  </a:schemeClr>
                </a:solidFill>
                <a:latin typeface="+mn-ea"/>
              </a:rPr>
              <a:t>，是空表，</a:t>
            </a:r>
            <a:r>
              <a:rPr lang="en-US" altLang="zh-CN" b="1" dirty="0">
                <a:solidFill>
                  <a:schemeClr val="accent6">
                    <a:lumMod val="75000"/>
                  </a:schemeClr>
                </a:solidFill>
                <a:latin typeface="+mn-ea"/>
              </a:rPr>
              <a:t>emp=</a:t>
            </a:r>
            <a:r>
              <a:rPr lang="en-US" altLang="zh-CN" b="1" dirty="0">
                <a:solidFill>
                  <a:schemeClr val="accent6">
                    <a:lumMod val="75000"/>
                  </a:schemeClr>
                </a:solidFill>
                <a:latin typeface="Courier New" panose="02070309020205020404" pitchFamily="49" charset="0"/>
                <a:cs typeface="Courier New" panose="02070309020205020404" pitchFamily="49" charset="0"/>
              </a:rPr>
              <a:t>"</a:t>
            </a:r>
            <a:r>
              <a:rPr lang="en-US" altLang="zh-CN" b="1" dirty="0">
                <a:solidFill>
                  <a:schemeClr val="accent6">
                    <a:lumMod val="75000"/>
                  </a:schemeClr>
                </a:solidFill>
                <a:latin typeface="+mn-ea"/>
              </a:rPr>
              <a:t>()</a:t>
            </a:r>
            <a:r>
              <a:rPr lang="en-US" altLang="zh-CN" b="1" dirty="0">
                <a:solidFill>
                  <a:schemeClr val="accent6">
                    <a:lumMod val="75000"/>
                  </a:schemeClr>
                </a:solidFill>
                <a:latin typeface="Courier New" panose="02070309020205020404" pitchFamily="49" charset="0"/>
                <a:cs typeface="Courier New" panose="02070309020205020404" pitchFamily="49" charset="0"/>
              </a:rPr>
              <a:t>"</a:t>
            </a:r>
          </a:p>
          <a:p>
            <a:pPr>
              <a:lnSpc>
                <a:spcPct val="110000"/>
              </a:lnSpc>
            </a:pPr>
            <a:r>
              <a:rPr lang="zh-CN" altLang="en-US" b="1" dirty="0">
                <a:latin typeface="+mn-ea"/>
              </a:rPr>
              <a:t>  </a:t>
            </a:r>
            <a:r>
              <a:rPr lang="en-US" altLang="zh-CN" b="1" dirty="0">
                <a:solidFill>
                  <a:srgbClr val="C00000"/>
                </a:solidFill>
                <a:effectLst>
                  <a:outerShdw blurRad="38100" dist="38100" dir="2700000" algn="tl">
                    <a:srgbClr val="000000">
                      <a:alpha val="43137"/>
                    </a:srgbClr>
                  </a:outerShdw>
                </a:effectLst>
                <a:latin typeface="+mn-ea"/>
              </a:rPr>
              <a:t>if</a:t>
            </a:r>
            <a:r>
              <a:rPr lang="en-US" altLang="zh-CN" b="1" dirty="0">
                <a:solidFill>
                  <a:srgbClr val="C00000"/>
                </a:solidFill>
                <a:latin typeface="+mn-ea"/>
              </a:rPr>
              <a:t>(</a:t>
            </a:r>
            <a:r>
              <a:rPr lang="en-US" altLang="zh-CN" b="1" dirty="0">
                <a:solidFill>
                  <a:srgbClr val="C00000"/>
                </a:solidFill>
                <a:effectLst>
                  <a:outerShdw blurRad="38100" dist="38100" dir="2700000" algn="tl">
                    <a:srgbClr val="000000">
                      <a:alpha val="43137"/>
                    </a:srgbClr>
                  </a:outerShdw>
                </a:effectLst>
                <a:latin typeface="+mn-ea"/>
              </a:rPr>
              <a:t>!</a:t>
            </a:r>
            <a:r>
              <a:rPr lang="en-US" altLang="zh-CN" b="1" dirty="0">
                <a:solidFill>
                  <a:srgbClr val="C00000"/>
                </a:solidFill>
                <a:latin typeface="+mn-ea"/>
              </a:rPr>
              <a:t>(L=(GList)</a:t>
            </a:r>
            <a:r>
              <a:rPr lang="en-US" altLang="zh-CN" b="1" dirty="0">
                <a:solidFill>
                  <a:srgbClr val="C00000"/>
                </a:solidFill>
                <a:effectLst>
                  <a:outerShdw blurRad="38100" dist="38100" dir="2700000" algn="tl">
                    <a:srgbClr val="000000">
                      <a:alpha val="43137"/>
                    </a:srgbClr>
                  </a:outerShdw>
                </a:effectLst>
                <a:latin typeface="+mn-ea"/>
              </a:rPr>
              <a:t>malloc</a:t>
            </a:r>
            <a:r>
              <a:rPr lang="en-US" altLang="zh-CN" b="1" dirty="0">
                <a:solidFill>
                  <a:srgbClr val="C00000"/>
                </a:solidFill>
                <a:latin typeface="+mn-ea"/>
              </a:rPr>
              <a:t>(</a:t>
            </a:r>
            <a:r>
              <a:rPr lang="en-US" altLang="zh-CN" b="1" dirty="0" err="1">
                <a:solidFill>
                  <a:srgbClr val="C00000"/>
                </a:solidFill>
                <a:effectLst>
                  <a:outerShdw blurRad="38100" dist="38100" dir="2700000" algn="tl">
                    <a:srgbClr val="000000">
                      <a:alpha val="43137"/>
                    </a:srgbClr>
                  </a:outerShdw>
                </a:effectLst>
                <a:latin typeface="+mn-ea"/>
              </a:rPr>
              <a:t>sizeof</a:t>
            </a:r>
            <a:r>
              <a:rPr lang="en-US" altLang="zh-CN" b="1" dirty="0">
                <a:solidFill>
                  <a:srgbClr val="C00000"/>
                </a:solidFill>
                <a:latin typeface="+mn-ea"/>
              </a:rPr>
              <a:t>(</a:t>
            </a:r>
            <a:r>
              <a:rPr lang="en-US" altLang="zh-CN" b="1" dirty="0" err="1">
                <a:solidFill>
                  <a:srgbClr val="C00000"/>
                </a:solidFill>
                <a:latin typeface="+mn-ea"/>
              </a:rPr>
              <a:t>GLNode</a:t>
            </a:r>
            <a:r>
              <a:rPr lang="en-US" altLang="zh-CN" b="1" dirty="0">
                <a:solidFill>
                  <a:srgbClr val="C00000"/>
                </a:solidFill>
                <a:latin typeface="+mn-ea"/>
              </a:rPr>
              <a:t>)))) </a:t>
            </a:r>
            <a:r>
              <a:rPr lang="en-US" altLang="zh-CN" b="1" dirty="0">
                <a:solidFill>
                  <a:srgbClr val="C00000"/>
                </a:solidFill>
                <a:effectLst>
                  <a:outerShdw blurRad="38100" dist="38100" dir="2700000" algn="tl">
                    <a:srgbClr val="000000">
                      <a:alpha val="43137"/>
                    </a:srgbClr>
                  </a:outerShdw>
                </a:effectLst>
                <a:latin typeface="+mn-ea"/>
              </a:rPr>
              <a:t>exit</a:t>
            </a:r>
            <a:r>
              <a:rPr lang="en-US" altLang="zh-CN" b="1" dirty="0">
                <a:solidFill>
                  <a:srgbClr val="C00000"/>
                </a:solidFill>
                <a:latin typeface="+mn-ea"/>
              </a:rPr>
              <a:t>(OVERFLOW);</a:t>
            </a:r>
            <a:endParaRPr lang="zh-CN" altLang="en-US" b="1" dirty="0">
              <a:solidFill>
                <a:srgbClr val="C00000"/>
              </a:solidFill>
              <a:latin typeface="+mn-ea"/>
            </a:endParaRPr>
          </a:p>
          <a:p>
            <a:pPr>
              <a:lnSpc>
                <a:spcPct val="110000"/>
              </a:lnSpc>
            </a:pPr>
            <a:r>
              <a:rPr lang="zh-CN" altLang="en-US" b="1" dirty="0">
                <a:latin typeface="+mn-ea"/>
              </a:rPr>
              <a:t>  </a:t>
            </a:r>
            <a:r>
              <a:rPr lang="zh-CN" altLang="en-US" b="1" dirty="0">
                <a:solidFill>
                  <a:srgbClr val="041ABC"/>
                </a:solidFill>
                <a:effectLst>
                  <a:outerShdw blurRad="38100" dist="38100" dir="2700000" algn="tl">
                    <a:srgbClr val="000000">
                      <a:alpha val="43137"/>
                    </a:srgbClr>
                  </a:outerShdw>
                </a:effectLst>
                <a:latin typeface="+mn-ea"/>
              </a:rPr>
              <a:t>if</a:t>
            </a:r>
            <a:r>
              <a:rPr lang="zh-CN" altLang="en-US" b="1" dirty="0">
                <a:latin typeface="+mn-ea"/>
              </a:rPr>
              <a:t> (</a:t>
            </a:r>
            <a:r>
              <a:rPr lang="en-US" altLang="zh-CN" b="1" dirty="0">
                <a:latin typeface="+mn-ea"/>
              </a:rPr>
              <a:t>S</a:t>
            </a:r>
            <a:r>
              <a:rPr lang="zh-CN" altLang="en-US" b="1" dirty="0">
                <a:latin typeface="+mn-ea"/>
              </a:rPr>
              <a:t>StrLen(S)==1)</a:t>
            </a:r>
            <a:r>
              <a:rPr lang="en-US" altLang="zh-CN" b="1" dirty="0">
                <a:solidFill>
                  <a:srgbClr val="C00000"/>
                </a:solidFill>
                <a:effectLst>
                  <a:outerShdw blurRad="38100" dist="38100" dir="2700000" algn="tl">
                    <a:srgbClr val="000000">
                      <a:alpha val="43137"/>
                    </a:srgbClr>
                  </a:outerShdw>
                </a:effectLst>
                <a:latin typeface="+mn-ea"/>
              </a:rPr>
              <a:t>{</a:t>
            </a:r>
            <a:r>
              <a:rPr lang="en-US" altLang="zh-CN" b="1" dirty="0">
                <a:solidFill>
                  <a:srgbClr val="C00000"/>
                </a:solidFill>
                <a:latin typeface="+mn-ea"/>
              </a:rPr>
              <a:t> L-&gt;tag = ATOM;  L-&gt;atom = S[1]; </a:t>
            </a:r>
            <a:r>
              <a:rPr lang="en-US" altLang="zh-CN" b="1" dirty="0">
                <a:solidFill>
                  <a:srgbClr val="C00000"/>
                </a:solidFill>
                <a:effectLst>
                  <a:outerShdw blurRad="38100" dist="38100" dir="2700000" algn="tl">
                    <a:srgbClr val="000000">
                      <a:alpha val="43137"/>
                    </a:srgbClr>
                  </a:outerShdw>
                </a:effectLst>
                <a:latin typeface="+mn-ea"/>
              </a:rPr>
              <a:t>}</a:t>
            </a:r>
            <a:r>
              <a:rPr lang="en-US" altLang="zh-CN" b="1" dirty="0">
                <a:solidFill>
                  <a:srgbClr val="C00000"/>
                </a:solidFill>
                <a:latin typeface="+mn-ea"/>
              </a:rPr>
              <a:t> //</a:t>
            </a:r>
            <a:r>
              <a:rPr lang="zh-CN" altLang="en-US" b="1" dirty="0">
                <a:solidFill>
                  <a:srgbClr val="C00000"/>
                </a:solidFill>
                <a:latin typeface="+mn-ea"/>
              </a:rPr>
              <a:t>置为原子</a:t>
            </a:r>
            <a:endParaRPr lang="en-US" altLang="zh-CN" b="1" dirty="0">
              <a:solidFill>
                <a:srgbClr val="0070C0"/>
              </a:solidFill>
              <a:latin typeface="+mn-ea"/>
            </a:endParaRPr>
          </a:p>
          <a:p>
            <a:pPr>
              <a:lnSpc>
                <a:spcPct val="110000"/>
              </a:lnSpc>
            </a:pPr>
            <a:r>
              <a:rPr lang="zh-CN" altLang="en-US" b="1" dirty="0">
                <a:latin typeface="+mn-ea"/>
              </a:rPr>
              <a:t>  </a:t>
            </a:r>
            <a:r>
              <a:rPr lang="zh-CN" altLang="en-US" b="1" dirty="0">
                <a:solidFill>
                  <a:srgbClr val="041ABC"/>
                </a:solidFill>
                <a:effectLst>
                  <a:outerShdw blurRad="38100" dist="38100" dir="2700000" algn="tl">
                    <a:srgbClr val="000000">
                      <a:alpha val="43137"/>
                    </a:srgbClr>
                  </a:outerShdw>
                </a:effectLst>
                <a:latin typeface="+mn-ea"/>
              </a:rPr>
              <a:t>else</a:t>
            </a:r>
            <a:r>
              <a:rPr lang="zh-CN" altLang="en-US" b="1" dirty="0">
                <a:effectLst>
                  <a:outerShdw blurRad="38100" dist="38100" dir="2700000" algn="tl">
                    <a:srgbClr val="000000">
                      <a:alpha val="43137"/>
                    </a:srgbClr>
                  </a:outerShdw>
                </a:effectLst>
                <a:latin typeface="+mn-ea"/>
              </a:rPr>
              <a:t> </a:t>
            </a:r>
            <a:r>
              <a:rPr lang="zh-CN" altLang="en-US" b="1" dirty="0">
                <a:solidFill>
                  <a:srgbClr val="041ABC"/>
                </a:solidFill>
                <a:effectLst>
                  <a:outerShdw blurRad="38100" dist="38100" dir="2700000" algn="tl">
                    <a:srgbClr val="000000">
                      <a:alpha val="43137"/>
                    </a:srgbClr>
                  </a:outerShdw>
                </a:effectLst>
                <a:latin typeface="+mn-ea"/>
              </a:rPr>
              <a:t>{</a:t>
            </a:r>
            <a:r>
              <a:rPr lang="zh-CN" altLang="en-US" b="1" dirty="0">
                <a:effectLst>
                  <a:outerShdw blurRad="38100" dist="38100" dir="2700000" algn="tl">
                    <a:srgbClr val="000000">
                      <a:alpha val="43137"/>
                    </a:srgbClr>
                  </a:outerShdw>
                </a:effectLst>
                <a:latin typeface="+mn-ea"/>
              </a:rPr>
              <a:t>  </a:t>
            </a:r>
            <a:r>
              <a:rPr lang="en-US" altLang="zh-CN" b="1" dirty="0">
                <a:solidFill>
                  <a:srgbClr val="C00000"/>
                </a:solidFill>
                <a:latin typeface="+mn-ea"/>
              </a:rPr>
              <a:t>L-&gt;tag = LIST;   p = L;     </a:t>
            </a:r>
            <a:r>
              <a:rPr lang="en-US" altLang="zh-CN" b="1" dirty="0">
                <a:solidFill>
                  <a:schemeClr val="accent6">
                    <a:lumMod val="75000"/>
                  </a:schemeClr>
                </a:solidFill>
                <a:latin typeface="+mn-ea"/>
              </a:rPr>
              <a:t>// </a:t>
            </a:r>
            <a:r>
              <a:rPr lang="zh-CN" altLang="en-US" b="1" dirty="0">
                <a:solidFill>
                  <a:schemeClr val="accent6">
                    <a:lumMod val="75000"/>
                  </a:schemeClr>
                </a:solidFill>
                <a:latin typeface="+mn-ea"/>
              </a:rPr>
              <a:t>非空表的表结点</a:t>
            </a:r>
          </a:p>
          <a:p>
            <a:pPr>
              <a:lnSpc>
                <a:spcPct val="110000"/>
              </a:lnSpc>
            </a:pPr>
            <a:r>
              <a:rPr lang="zh-CN" altLang="en-US" b="1" dirty="0">
                <a:latin typeface="+mn-ea"/>
              </a:rPr>
              <a:t>    </a:t>
            </a:r>
            <a:r>
              <a:rPr lang="en-US" altLang="zh-CN" b="1" dirty="0">
                <a:latin typeface="+mn-ea"/>
              </a:rPr>
              <a:t>sub=</a:t>
            </a:r>
            <a:r>
              <a:rPr lang="en-US" altLang="zh-CN" b="1" dirty="0" err="1">
                <a:latin typeface="+mn-ea"/>
              </a:rPr>
              <a:t>SStr</a:t>
            </a:r>
            <a:r>
              <a:rPr lang="zh-CN" altLang="en-US" b="1" dirty="0">
                <a:latin typeface="+mn-ea"/>
              </a:rPr>
              <a:t>Sub(S, 2, </a:t>
            </a:r>
            <a:r>
              <a:rPr lang="en-US" altLang="zh-CN" b="1" dirty="0">
                <a:latin typeface="+mn-ea"/>
              </a:rPr>
              <a:t>S</a:t>
            </a:r>
            <a:r>
              <a:rPr lang="zh-CN" altLang="en-US" b="1" dirty="0">
                <a:latin typeface="+mn-ea"/>
              </a:rPr>
              <a:t>StrLen(S)-2);  </a:t>
            </a:r>
            <a:r>
              <a:rPr lang="zh-CN" altLang="en-US" b="1" dirty="0">
                <a:solidFill>
                  <a:schemeClr val="accent6">
                    <a:lumMod val="75000"/>
                  </a:schemeClr>
                </a:solidFill>
                <a:latin typeface="+mn-ea"/>
              </a:rPr>
              <a:t>// 得到脱外层括号子串</a:t>
            </a:r>
            <a:r>
              <a:rPr lang="en-US" altLang="zh-CN" b="1" dirty="0">
                <a:solidFill>
                  <a:schemeClr val="accent6">
                    <a:lumMod val="75000"/>
                  </a:schemeClr>
                </a:solidFill>
                <a:latin typeface="+mn-ea"/>
              </a:rPr>
              <a:t>sub</a:t>
            </a:r>
            <a:r>
              <a:rPr lang="zh-CN" altLang="en-US" b="1" dirty="0">
                <a:solidFill>
                  <a:schemeClr val="accent6">
                    <a:lumMod val="75000"/>
                  </a:schemeClr>
                </a:solidFill>
                <a:latin typeface="+mn-ea"/>
              </a:rPr>
              <a:t> </a:t>
            </a:r>
          </a:p>
          <a:p>
            <a:pPr>
              <a:lnSpc>
                <a:spcPct val="110000"/>
              </a:lnSpc>
            </a:pPr>
            <a:r>
              <a:rPr lang="zh-CN" altLang="en-US" b="1" dirty="0">
                <a:latin typeface="+mn-ea"/>
              </a:rPr>
              <a:t>    </a:t>
            </a:r>
            <a:r>
              <a:rPr lang="zh-CN" altLang="en-US" b="1" dirty="0">
                <a:solidFill>
                  <a:srgbClr val="041ABC"/>
                </a:solidFill>
                <a:effectLst>
                  <a:outerShdw blurRad="38100" dist="38100" dir="2700000" algn="tl">
                    <a:srgbClr val="000000">
                      <a:alpha val="43137"/>
                    </a:srgbClr>
                  </a:outerShdw>
                </a:effectLst>
                <a:latin typeface="+mn-ea"/>
              </a:rPr>
              <a:t>do</a:t>
            </a:r>
            <a:r>
              <a:rPr lang="zh-CN" altLang="en-US" b="1" dirty="0">
                <a:effectLst>
                  <a:outerShdw blurRad="38100" dist="38100" dir="2700000" algn="tl">
                    <a:srgbClr val="000000">
                      <a:alpha val="43137"/>
                    </a:srgbClr>
                  </a:outerShdw>
                </a:effectLst>
                <a:latin typeface="+mn-ea"/>
              </a:rPr>
              <a:t> </a:t>
            </a:r>
            <a:r>
              <a:rPr lang="zh-CN" altLang="en-US" b="1" dirty="0">
                <a:solidFill>
                  <a:srgbClr val="041ABC"/>
                </a:solidFill>
                <a:effectLst>
                  <a:outerShdw blurRad="38100" dist="38100" dir="2700000" algn="tl">
                    <a:srgbClr val="000000">
                      <a:alpha val="43137"/>
                    </a:srgbClr>
                  </a:outerShdw>
                </a:effectLst>
                <a:latin typeface="+mn-ea"/>
              </a:rPr>
              <a:t>{</a:t>
            </a:r>
            <a:r>
              <a:rPr lang="zh-CN" altLang="en-US" b="1" dirty="0">
                <a:effectLst>
                  <a:outerShdw blurRad="38100" dist="38100" dir="2700000" algn="tl">
                    <a:srgbClr val="000000">
                      <a:alpha val="43137"/>
                    </a:srgbClr>
                  </a:outerShdw>
                </a:effectLst>
                <a:latin typeface="+mn-ea"/>
              </a:rPr>
              <a:t>  </a:t>
            </a:r>
            <a:r>
              <a:rPr lang="zh-CN" altLang="en-US" b="1" dirty="0">
                <a:solidFill>
                  <a:schemeClr val="accent6">
                    <a:lumMod val="75000"/>
                  </a:schemeClr>
                </a:solidFill>
                <a:latin typeface="+mn-ea"/>
              </a:rPr>
              <a:t>// 依次分离子表</a:t>
            </a:r>
          </a:p>
          <a:p>
            <a:pPr>
              <a:lnSpc>
                <a:spcPct val="110000"/>
              </a:lnSpc>
            </a:pPr>
            <a:r>
              <a:rPr lang="zh-CN" altLang="en-US" b="1" dirty="0">
                <a:latin typeface="+mn-ea"/>
              </a:rPr>
              <a:t>      hsub </a:t>
            </a:r>
            <a:r>
              <a:rPr lang="en-US" altLang="zh-CN" b="1" dirty="0">
                <a:latin typeface="+mn-ea"/>
              </a:rPr>
              <a:t>= S</a:t>
            </a:r>
            <a:r>
              <a:rPr lang="zh-CN" altLang="en-US" b="1" dirty="0">
                <a:latin typeface="+mn-ea"/>
              </a:rPr>
              <a:t>ever(sub);  </a:t>
            </a:r>
            <a:r>
              <a:rPr lang="zh-CN" altLang="en-US" b="1" dirty="0">
                <a:solidFill>
                  <a:schemeClr val="accent6">
                    <a:lumMod val="75000"/>
                  </a:schemeClr>
                </a:solidFill>
                <a:latin typeface="+mn-ea"/>
              </a:rPr>
              <a:t>// 从sub中分离出表头串 hsub，</a:t>
            </a:r>
            <a:r>
              <a:rPr lang="en-US" altLang="zh-CN" b="1" dirty="0">
                <a:solidFill>
                  <a:schemeClr val="accent6">
                    <a:lumMod val="75000"/>
                  </a:schemeClr>
                </a:solidFill>
                <a:latin typeface="+mn-ea"/>
              </a:rPr>
              <a:t>sub</a:t>
            </a:r>
            <a:r>
              <a:rPr lang="zh-CN" altLang="en-US" b="1" dirty="0">
                <a:solidFill>
                  <a:schemeClr val="accent6">
                    <a:lumMod val="75000"/>
                  </a:schemeClr>
                </a:solidFill>
                <a:latin typeface="+mn-ea"/>
              </a:rPr>
              <a:t>保留表尾</a:t>
            </a:r>
          </a:p>
          <a:p>
            <a:pPr>
              <a:lnSpc>
                <a:spcPct val="110000"/>
              </a:lnSpc>
            </a:pPr>
            <a:r>
              <a:rPr lang="zh-CN" altLang="en-US" b="1" dirty="0">
                <a:latin typeface="+mn-ea"/>
              </a:rPr>
              <a:t>      </a:t>
            </a:r>
            <a:r>
              <a:rPr lang="en-US" altLang="zh-CN" b="1" dirty="0">
                <a:solidFill>
                  <a:srgbClr val="C00000"/>
                </a:solidFill>
                <a:latin typeface="+mn-ea"/>
              </a:rPr>
              <a:t>p-&gt;</a:t>
            </a:r>
            <a:r>
              <a:rPr lang="en-US" altLang="zh-CN" b="1" dirty="0" err="1">
                <a:solidFill>
                  <a:srgbClr val="C00000"/>
                </a:solidFill>
                <a:latin typeface="+mn-ea"/>
              </a:rPr>
              <a:t>ptr.hp</a:t>
            </a:r>
            <a:r>
              <a:rPr lang="zh-CN" altLang="en-US" b="1" dirty="0">
                <a:solidFill>
                  <a:srgbClr val="C00000"/>
                </a:solidFill>
                <a:latin typeface="+mn-ea"/>
              </a:rPr>
              <a:t> </a:t>
            </a:r>
            <a:r>
              <a:rPr lang="en-US" altLang="zh-CN" b="1" dirty="0">
                <a:solidFill>
                  <a:srgbClr val="C00000"/>
                </a:solidFill>
                <a:latin typeface="+mn-ea"/>
              </a:rPr>
              <a:t>= New</a:t>
            </a:r>
            <a:r>
              <a:rPr lang="zh-CN" altLang="en-US" b="1" dirty="0">
                <a:solidFill>
                  <a:srgbClr val="C00000"/>
                </a:solidFill>
                <a:latin typeface="+mn-ea"/>
              </a:rPr>
              <a:t>GList(</a:t>
            </a:r>
            <a:r>
              <a:rPr lang="en-US" altLang="zh-CN" b="1" dirty="0" err="1">
                <a:solidFill>
                  <a:srgbClr val="C00000"/>
                </a:solidFill>
                <a:latin typeface="+mn-ea"/>
              </a:rPr>
              <a:t>hsub</a:t>
            </a:r>
            <a:r>
              <a:rPr lang="zh-CN" altLang="en-US" b="1" dirty="0">
                <a:solidFill>
                  <a:srgbClr val="C00000"/>
                </a:solidFill>
                <a:latin typeface="+mn-ea"/>
              </a:rPr>
              <a:t>);   </a:t>
            </a:r>
            <a:r>
              <a:rPr lang="en-US" altLang="zh-CN" b="1" dirty="0">
                <a:solidFill>
                  <a:srgbClr val="C00000"/>
                </a:solidFill>
                <a:latin typeface="+mn-ea"/>
              </a:rPr>
              <a:t>q = p;   </a:t>
            </a:r>
            <a:r>
              <a:rPr lang="en-US" altLang="zh-CN" b="1" dirty="0">
                <a:solidFill>
                  <a:schemeClr val="accent6">
                    <a:lumMod val="75000"/>
                  </a:schemeClr>
                </a:solidFill>
                <a:latin typeface="+mn-ea"/>
              </a:rPr>
              <a:t>// </a:t>
            </a:r>
            <a:r>
              <a:rPr lang="zh-CN" altLang="en-US" b="1" dirty="0">
                <a:solidFill>
                  <a:schemeClr val="accent6">
                    <a:lumMod val="75000"/>
                  </a:schemeClr>
                </a:solidFill>
                <a:latin typeface="+mn-ea"/>
              </a:rPr>
              <a:t>递归建子表</a:t>
            </a:r>
            <a:r>
              <a:rPr lang="en-US" altLang="zh-CN" b="1" dirty="0">
                <a:solidFill>
                  <a:schemeClr val="accent6">
                    <a:lumMod val="75000"/>
                  </a:schemeClr>
                </a:solidFill>
                <a:latin typeface="+mn-ea"/>
              </a:rPr>
              <a:t> </a:t>
            </a:r>
          </a:p>
          <a:p>
            <a:pPr>
              <a:lnSpc>
                <a:spcPct val="110000"/>
              </a:lnSpc>
            </a:pPr>
            <a:r>
              <a:rPr lang="en-US" altLang="zh-CN" b="1" dirty="0">
                <a:solidFill>
                  <a:srgbClr val="C00000"/>
                </a:solidFill>
                <a:latin typeface="+mn-ea"/>
              </a:rPr>
              <a:t>      if (!</a:t>
            </a:r>
            <a:r>
              <a:rPr lang="en-US" altLang="zh-CN" b="1" dirty="0" err="1">
                <a:solidFill>
                  <a:srgbClr val="C00000"/>
                </a:solidFill>
                <a:latin typeface="+mn-ea"/>
              </a:rPr>
              <a:t>SStrEmpty</a:t>
            </a:r>
            <a:r>
              <a:rPr lang="en-US" altLang="zh-CN" b="1" dirty="0">
                <a:solidFill>
                  <a:srgbClr val="C00000"/>
                </a:solidFill>
                <a:latin typeface="+mn-ea"/>
              </a:rPr>
              <a:t>(sub)) { </a:t>
            </a:r>
          </a:p>
          <a:p>
            <a:pPr>
              <a:lnSpc>
                <a:spcPct val="110000"/>
              </a:lnSpc>
            </a:pPr>
            <a:r>
              <a:rPr lang="en-US" altLang="zh-CN" b="1" dirty="0">
                <a:solidFill>
                  <a:srgbClr val="C00000"/>
                </a:solidFill>
                <a:latin typeface="+mn-ea"/>
              </a:rPr>
              <a:t>        if (!(p=(GList)</a:t>
            </a:r>
            <a:r>
              <a:rPr lang="en-US" altLang="zh-CN" b="1" dirty="0">
                <a:solidFill>
                  <a:srgbClr val="C00000"/>
                </a:solidFill>
                <a:effectLst>
                  <a:outerShdw blurRad="38100" dist="38100" dir="2700000" algn="tl">
                    <a:srgbClr val="000000">
                      <a:alpha val="43137"/>
                    </a:srgbClr>
                  </a:outerShdw>
                </a:effectLst>
                <a:latin typeface="+mn-ea"/>
              </a:rPr>
              <a:t>malloc</a:t>
            </a:r>
            <a:r>
              <a:rPr lang="en-US" altLang="zh-CN" b="1" dirty="0">
                <a:solidFill>
                  <a:srgbClr val="C00000"/>
                </a:solidFill>
                <a:latin typeface="+mn-ea"/>
              </a:rPr>
              <a:t>(</a:t>
            </a:r>
            <a:r>
              <a:rPr lang="en-US" altLang="zh-CN" b="1" dirty="0" err="1">
                <a:solidFill>
                  <a:srgbClr val="C00000"/>
                </a:solidFill>
                <a:effectLst>
                  <a:outerShdw blurRad="38100" dist="38100" dir="2700000" algn="tl">
                    <a:srgbClr val="000000">
                      <a:alpha val="43137"/>
                    </a:srgbClr>
                  </a:outerShdw>
                </a:effectLst>
                <a:latin typeface="+mn-ea"/>
              </a:rPr>
              <a:t>sizeof</a:t>
            </a:r>
            <a:r>
              <a:rPr lang="en-US" altLang="zh-CN" b="1" dirty="0">
                <a:solidFill>
                  <a:srgbClr val="C00000"/>
                </a:solidFill>
                <a:latin typeface="+mn-ea"/>
              </a:rPr>
              <a:t>(</a:t>
            </a:r>
            <a:r>
              <a:rPr lang="en-US" altLang="zh-CN" b="1" dirty="0" err="1">
                <a:solidFill>
                  <a:srgbClr val="C00000"/>
                </a:solidFill>
                <a:latin typeface="+mn-ea"/>
              </a:rPr>
              <a:t>GLNode</a:t>
            </a:r>
            <a:r>
              <a:rPr lang="en-US" altLang="zh-CN" b="1" dirty="0">
                <a:solidFill>
                  <a:srgbClr val="C00000"/>
                </a:solidFill>
                <a:latin typeface="+mn-ea"/>
              </a:rPr>
              <a:t>))))</a:t>
            </a:r>
            <a:r>
              <a:rPr lang="en-US" altLang="zh-CN" b="1" dirty="0">
                <a:solidFill>
                  <a:srgbClr val="C00000"/>
                </a:solidFill>
                <a:effectLst>
                  <a:outerShdw blurRad="38100" dist="38100" dir="2700000" algn="tl">
                    <a:srgbClr val="000000">
                      <a:alpha val="43137"/>
                    </a:srgbClr>
                  </a:outerShdw>
                </a:effectLst>
                <a:latin typeface="+mn-ea"/>
              </a:rPr>
              <a:t> exit</a:t>
            </a:r>
            <a:r>
              <a:rPr lang="en-US" altLang="zh-CN" b="1" dirty="0">
                <a:solidFill>
                  <a:srgbClr val="C00000"/>
                </a:solidFill>
                <a:latin typeface="+mn-ea"/>
              </a:rPr>
              <a:t>(OVERFLOW);</a:t>
            </a:r>
            <a:endParaRPr lang="zh-CN" altLang="en-US" b="1" dirty="0">
              <a:solidFill>
                <a:srgbClr val="C00000"/>
              </a:solidFill>
              <a:latin typeface="+mn-ea"/>
            </a:endParaRPr>
          </a:p>
          <a:p>
            <a:pPr>
              <a:lnSpc>
                <a:spcPct val="110000"/>
              </a:lnSpc>
            </a:pPr>
            <a:r>
              <a:rPr lang="en-US" altLang="zh-CN" b="1" dirty="0">
                <a:solidFill>
                  <a:srgbClr val="C00000"/>
                </a:solidFill>
                <a:latin typeface="+mn-ea"/>
              </a:rPr>
              <a:t>         p-&gt;tag = LIST;   q-&gt;</a:t>
            </a:r>
            <a:r>
              <a:rPr lang="en-US" altLang="zh-CN" b="1" dirty="0" err="1">
                <a:solidFill>
                  <a:srgbClr val="C00000"/>
                </a:solidFill>
                <a:latin typeface="+mn-ea"/>
              </a:rPr>
              <a:t>ptr.tp</a:t>
            </a:r>
            <a:r>
              <a:rPr lang="en-US" altLang="zh-CN" b="1" dirty="0">
                <a:solidFill>
                  <a:srgbClr val="C00000"/>
                </a:solidFill>
                <a:latin typeface="+mn-ea"/>
              </a:rPr>
              <a:t> = p;</a:t>
            </a:r>
          </a:p>
          <a:p>
            <a:pPr>
              <a:lnSpc>
                <a:spcPct val="110000"/>
              </a:lnSpc>
            </a:pPr>
            <a:r>
              <a:rPr lang="en-US" altLang="zh-CN" b="1" dirty="0">
                <a:solidFill>
                  <a:srgbClr val="C00000"/>
                </a:solidFill>
                <a:latin typeface="+mn-ea"/>
              </a:rPr>
              <a:t>      }</a:t>
            </a:r>
          </a:p>
          <a:p>
            <a:pPr>
              <a:lnSpc>
                <a:spcPct val="110000"/>
              </a:lnSpc>
            </a:pPr>
            <a:r>
              <a:rPr lang="en-US" altLang="zh-CN" b="1" dirty="0">
                <a:solidFill>
                  <a:srgbClr val="C00000"/>
                </a:solidFill>
                <a:latin typeface="+mn-ea"/>
              </a:rPr>
              <a:t> </a:t>
            </a:r>
            <a:r>
              <a:rPr lang="zh-CN" altLang="en-US" b="1" dirty="0">
                <a:latin typeface="+mn-ea"/>
              </a:rPr>
              <a:t>   </a:t>
            </a:r>
            <a:r>
              <a:rPr lang="zh-CN" altLang="en-US" b="1" dirty="0">
                <a:solidFill>
                  <a:srgbClr val="041ABC"/>
                </a:solidFill>
                <a:effectLst>
                  <a:outerShdw blurRad="38100" dist="38100" dir="2700000" algn="tl">
                    <a:srgbClr val="000000">
                      <a:alpha val="43137"/>
                    </a:srgbClr>
                  </a:outerShdw>
                </a:effectLst>
                <a:latin typeface="+mn-ea"/>
              </a:rPr>
              <a:t>}</a:t>
            </a:r>
            <a:r>
              <a:rPr lang="zh-CN" altLang="en-US" b="1" dirty="0">
                <a:effectLst>
                  <a:outerShdw blurRad="38100" dist="38100" dir="2700000" algn="tl">
                    <a:srgbClr val="000000">
                      <a:alpha val="43137"/>
                    </a:srgbClr>
                  </a:outerShdw>
                </a:effectLst>
                <a:latin typeface="+mn-ea"/>
              </a:rPr>
              <a:t> </a:t>
            </a:r>
            <a:r>
              <a:rPr lang="zh-CN" altLang="en-US" b="1" dirty="0">
                <a:solidFill>
                  <a:srgbClr val="041ABC"/>
                </a:solidFill>
                <a:effectLst>
                  <a:outerShdw blurRad="38100" dist="38100" dir="2700000" algn="tl">
                    <a:srgbClr val="000000">
                      <a:alpha val="43137"/>
                    </a:srgbClr>
                  </a:outerShdw>
                </a:effectLst>
                <a:latin typeface="+mn-ea"/>
              </a:rPr>
              <a:t>while</a:t>
            </a:r>
            <a:r>
              <a:rPr lang="zh-CN" altLang="en-US" b="1" dirty="0">
                <a:effectLst>
                  <a:outerShdw blurRad="38100" dist="38100" dir="2700000" algn="tl">
                    <a:srgbClr val="000000">
                      <a:alpha val="43137"/>
                    </a:srgbClr>
                  </a:outerShdw>
                </a:effectLst>
                <a:latin typeface="+mn-ea"/>
              </a:rPr>
              <a:t> </a:t>
            </a:r>
            <a:r>
              <a:rPr lang="zh-CN" altLang="en-US" b="1" dirty="0">
                <a:latin typeface="+mn-ea"/>
              </a:rPr>
              <a:t>(!S</a:t>
            </a:r>
            <a:r>
              <a:rPr lang="en-US" altLang="zh-CN" b="1" dirty="0">
                <a:latin typeface="+mn-ea"/>
              </a:rPr>
              <a:t>S</a:t>
            </a:r>
            <a:r>
              <a:rPr lang="zh-CN" altLang="en-US" b="1" dirty="0">
                <a:latin typeface="+mn-ea"/>
              </a:rPr>
              <a:t>trEmpty(sub));  </a:t>
            </a:r>
            <a:r>
              <a:rPr lang="en-US" altLang="zh-CN" b="1" dirty="0">
                <a:solidFill>
                  <a:schemeClr val="accent6">
                    <a:lumMod val="75000"/>
                  </a:schemeClr>
                </a:solidFill>
                <a:latin typeface="+mn-ea"/>
              </a:rPr>
              <a:t>// </a:t>
            </a:r>
            <a:r>
              <a:rPr lang="zh-CN" altLang="en-US" b="1" dirty="0">
                <a:solidFill>
                  <a:schemeClr val="accent6">
                    <a:lumMod val="75000"/>
                  </a:schemeClr>
                </a:solidFill>
                <a:latin typeface="+mn-ea"/>
              </a:rPr>
              <a:t>表尾串</a:t>
            </a:r>
            <a:r>
              <a:rPr lang="en-US" altLang="zh-CN" b="1" dirty="0">
                <a:solidFill>
                  <a:schemeClr val="accent6">
                    <a:lumMod val="75000"/>
                  </a:schemeClr>
                </a:solidFill>
                <a:latin typeface="+mn-ea"/>
              </a:rPr>
              <a:t>sub</a:t>
            </a:r>
            <a:r>
              <a:rPr lang="zh-CN" altLang="en-US" b="1" dirty="0">
                <a:solidFill>
                  <a:schemeClr val="accent6">
                    <a:lumMod val="75000"/>
                  </a:schemeClr>
                </a:solidFill>
                <a:latin typeface="+mn-ea"/>
              </a:rPr>
              <a:t>不空，则循环继续</a:t>
            </a:r>
            <a:endParaRPr lang="en-US" altLang="zh-CN" b="1" dirty="0">
              <a:solidFill>
                <a:schemeClr val="accent6">
                  <a:lumMod val="75000"/>
                </a:schemeClr>
              </a:solidFill>
              <a:latin typeface="+mn-ea"/>
            </a:endParaRPr>
          </a:p>
          <a:p>
            <a:pPr>
              <a:lnSpc>
                <a:spcPct val="110000"/>
              </a:lnSpc>
            </a:pPr>
            <a:r>
              <a:rPr lang="en-US" altLang="zh-CN" b="1" dirty="0">
                <a:solidFill>
                  <a:srgbClr val="0070C0"/>
                </a:solidFill>
                <a:latin typeface="+mn-ea"/>
              </a:rPr>
              <a:t>    </a:t>
            </a:r>
            <a:r>
              <a:rPr lang="en-US" altLang="zh-CN" b="1" dirty="0">
                <a:solidFill>
                  <a:srgbClr val="C00000"/>
                </a:solidFill>
                <a:latin typeface="+mn-ea"/>
              </a:rPr>
              <a:t>q-&gt;</a:t>
            </a:r>
            <a:r>
              <a:rPr lang="en-US" altLang="zh-CN" b="1" dirty="0" err="1">
                <a:solidFill>
                  <a:srgbClr val="C00000"/>
                </a:solidFill>
                <a:latin typeface="+mn-ea"/>
              </a:rPr>
              <a:t>ptr.tp</a:t>
            </a:r>
            <a:r>
              <a:rPr lang="en-US" altLang="zh-CN" b="1" dirty="0">
                <a:solidFill>
                  <a:srgbClr val="C00000"/>
                </a:solidFill>
                <a:latin typeface="+mn-ea"/>
              </a:rPr>
              <a:t> = NULL;</a:t>
            </a:r>
            <a:endParaRPr lang="zh-CN" altLang="en-US" b="1" dirty="0">
              <a:solidFill>
                <a:srgbClr val="C00000"/>
              </a:solidFill>
              <a:latin typeface="+mn-ea"/>
            </a:endParaRPr>
          </a:p>
          <a:p>
            <a:pPr>
              <a:lnSpc>
                <a:spcPct val="110000"/>
              </a:lnSpc>
            </a:pPr>
            <a:r>
              <a:rPr lang="zh-CN" altLang="en-US" b="1" dirty="0">
                <a:effectLst>
                  <a:outerShdw blurRad="38100" dist="38100" dir="2700000" algn="tl">
                    <a:srgbClr val="000000">
                      <a:alpha val="43137"/>
                    </a:srgbClr>
                  </a:outerShdw>
                </a:effectLst>
                <a:latin typeface="+mn-ea"/>
              </a:rPr>
              <a:t>  </a:t>
            </a:r>
            <a:r>
              <a:rPr lang="zh-CN" altLang="en-US" b="1" dirty="0">
                <a:solidFill>
                  <a:srgbClr val="041ABC"/>
                </a:solidFill>
                <a:effectLst>
                  <a:outerShdw blurRad="38100" dist="38100" dir="2700000" algn="tl">
                    <a:srgbClr val="000000">
                      <a:alpha val="43137"/>
                    </a:srgbClr>
                  </a:outerShdw>
                </a:effectLst>
                <a:latin typeface="+mn-ea"/>
              </a:rPr>
              <a:t>}</a:t>
            </a:r>
            <a:r>
              <a:rPr lang="zh-CN" altLang="en-US" b="1" dirty="0">
                <a:latin typeface="+mn-ea"/>
              </a:rPr>
              <a:t> </a:t>
            </a:r>
            <a:r>
              <a:rPr lang="zh-CN" altLang="en-US" b="1" dirty="0">
                <a:solidFill>
                  <a:schemeClr val="accent6">
                    <a:lumMod val="75000"/>
                  </a:schemeClr>
                </a:solidFill>
                <a:latin typeface="+mn-ea"/>
              </a:rPr>
              <a:t>// else</a:t>
            </a:r>
            <a:endParaRPr lang="en-US" altLang="zh-CN" b="1" dirty="0">
              <a:solidFill>
                <a:schemeClr val="accent6">
                  <a:lumMod val="75000"/>
                </a:schemeClr>
              </a:solidFill>
              <a:latin typeface="+mn-ea"/>
            </a:endParaRPr>
          </a:p>
          <a:p>
            <a:pPr>
              <a:lnSpc>
                <a:spcPct val="110000"/>
              </a:lnSpc>
            </a:pPr>
            <a:r>
              <a:rPr lang="en-US" altLang="zh-CN" b="1" dirty="0">
                <a:solidFill>
                  <a:srgbClr val="041ABC"/>
                </a:solidFill>
                <a:effectLst>
                  <a:outerShdw blurRad="38100" dist="38100" dir="2700000" algn="tl">
                    <a:srgbClr val="000000">
                      <a:alpha val="43137"/>
                    </a:srgbClr>
                  </a:outerShdw>
                </a:effectLst>
                <a:latin typeface="+mn-ea"/>
              </a:rPr>
              <a:t>}</a:t>
            </a:r>
            <a:endParaRPr lang="zh-CN" altLang="en-US" b="1" dirty="0">
              <a:solidFill>
                <a:srgbClr val="041ABC"/>
              </a:solidFill>
              <a:effectLst>
                <a:outerShdw blurRad="38100" dist="38100" dir="2700000" algn="tl">
                  <a:srgbClr val="000000">
                    <a:alpha val="43137"/>
                  </a:srgbClr>
                </a:outerShdw>
              </a:effectLst>
              <a:latin typeface="+mn-ea"/>
            </a:endParaRPr>
          </a:p>
        </p:txBody>
      </p:sp>
      <p:sp>
        <p:nvSpPr>
          <p:cNvPr id="5" name="文本框 4">
            <a:extLst>
              <a:ext uri="{FF2B5EF4-FFF2-40B4-BE49-F238E27FC236}">
                <a16:creationId xmlns:a16="http://schemas.microsoft.com/office/drawing/2014/main" id="{42F42C3B-52A2-489D-B484-084DFDE9CF2A}"/>
              </a:ext>
            </a:extLst>
          </p:cNvPr>
          <p:cNvSpPr txBox="1"/>
          <p:nvPr/>
        </p:nvSpPr>
        <p:spPr>
          <a:xfrm>
            <a:off x="8738848" y="2720510"/>
            <a:ext cx="3228769" cy="461665"/>
          </a:xfrm>
          <a:prstGeom prst="rect">
            <a:avLst/>
          </a:prstGeom>
          <a:noFill/>
        </p:spPr>
        <p:txBody>
          <a:bodyPr wrap="none" rtlCol="0">
            <a:spAutoFit/>
          </a:bodyPr>
          <a:lstStyle/>
          <a:p>
            <a:r>
              <a:rPr lang="en-US" altLang="zh-CN" sz="2400" b="1" dirty="0">
                <a:solidFill>
                  <a:srgbClr val="0F14F1"/>
                </a:solidFill>
              </a:rPr>
              <a:t>S            </a:t>
            </a:r>
            <a:r>
              <a:rPr lang="en-US" altLang="zh-CN" sz="2400" b="1" dirty="0" err="1">
                <a:solidFill>
                  <a:srgbClr val="0F14F1"/>
                </a:solidFill>
              </a:rPr>
              <a:t>hsub</a:t>
            </a:r>
            <a:r>
              <a:rPr lang="en-US" altLang="zh-CN" sz="2400" b="1" dirty="0">
                <a:solidFill>
                  <a:srgbClr val="0F14F1"/>
                </a:solidFill>
              </a:rPr>
              <a:t>        sub</a:t>
            </a:r>
            <a:endParaRPr lang="zh-CN" altLang="en-US" sz="2400" b="1" dirty="0">
              <a:solidFill>
                <a:srgbClr val="0F14F1"/>
              </a:solidFill>
            </a:endParaRPr>
          </a:p>
        </p:txBody>
      </p:sp>
      <p:sp>
        <p:nvSpPr>
          <p:cNvPr id="6" name="文本框 5">
            <a:extLst>
              <a:ext uri="{FF2B5EF4-FFF2-40B4-BE49-F238E27FC236}">
                <a16:creationId xmlns:a16="http://schemas.microsoft.com/office/drawing/2014/main" id="{83476255-863C-486D-BCD6-5FEA8632DF21}"/>
              </a:ext>
            </a:extLst>
          </p:cNvPr>
          <p:cNvSpPr txBox="1"/>
          <p:nvPr/>
        </p:nvSpPr>
        <p:spPr>
          <a:xfrm>
            <a:off x="8166417" y="3152439"/>
            <a:ext cx="4021875" cy="3693319"/>
          </a:xfrm>
          <a:prstGeom prst="rect">
            <a:avLst/>
          </a:prstGeom>
          <a:solidFill>
            <a:srgbClr val="ECF3FA"/>
          </a:solidFill>
          <a:ln w="12700">
            <a:solidFill>
              <a:srgbClr val="C00000"/>
            </a:solidFill>
          </a:ln>
        </p:spPr>
        <p:txBody>
          <a:bodyPr wrap="square">
            <a:spAutoFit/>
          </a:bodyPr>
          <a:lstStyle/>
          <a:p>
            <a:r>
              <a:rPr lang="en-US" altLang="zh-CN" sz="1800" b="1" dirty="0">
                <a:latin typeface="Courier New" panose="02070309020205020404" pitchFamily="49" charset="0"/>
                <a:cs typeface="Courier New" panose="02070309020205020404" pitchFamily="49" charset="0"/>
              </a:rPr>
              <a:t>(a,(</a:t>
            </a:r>
            <a:r>
              <a:rPr lang="en-US" altLang="zh-CN" sz="1800" b="1" dirty="0" err="1">
                <a:latin typeface="Courier New" panose="02070309020205020404" pitchFamily="49" charset="0"/>
                <a:cs typeface="Courier New" panose="02070309020205020404" pitchFamily="49" charset="0"/>
              </a:rPr>
              <a:t>b,c,d</a:t>
            </a:r>
            <a:r>
              <a:rPr lang="en-US" altLang="zh-CN" sz="1800" b="1" dirty="0">
                <a:latin typeface="Courier New" panose="02070309020205020404" pitchFamily="49" charset="0"/>
                <a:cs typeface="Courier New" panose="02070309020205020404" pitchFamily="49" charset="0"/>
              </a:rPr>
              <a:t>))</a:t>
            </a:r>
          </a:p>
          <a:p>
            <a:endParaRPr lang="en-US" altLang="zh-CN" b="1" dirty="0">
              <a:latin typeface="Courier New" panose="02070309020205020404" pitchFamily="49" charset="0"/>
              <a:cs typeface="Courier New" panose="02070309020205020404" pitchFamily="49" charset="0"/>
            </a:endParaRPr>
          </a:p>
          <a:p>
            <a:endParaRPr lang="en-US" altLang="zh-CN" b="1" dirty="0">
              <a:latin typeface="Courier New" panose="02070309020205020404" pitchFamily="49" charset="0"/>
              <a:cs typeface="Courier New" panose="02070309020205020404" pitchFamily="49" charset="0"/>
            </a:endParaRPr>
          </a:p>
          <a:p>
            <a:endParaRPr lang="en-US" altLang="zh-CN" b="1" dirty="0">
              <a:latin typeface="Courier New" panose="02070309020205020404" pitchFamily="49" charset="0"/>
              <a:cs typeface="Courier New" panose="02070309020205020404" pitchFamily="49" charset="0"/>
            </a:endParaRPr>
          </a:p>
          <a:p>
            <a:endParaRPr lang="en-US" altLang="zh-CN" b="1" dirty="0">
              <a:latin typeface="Courier New" panose="02070309020205020404" pitchFamily="49" charset="0"/>
              <a:cs typeface="Courier New" panose="02070309020205020404" pitchFamily="49" charset="0"/>
            </a:endParaRPr>
          </a:p>
          <a:p>
            <a:r>
              <a:rPr lang="en-US" altLang="zh-CN" sz="1800" b="1" dirty="0">
                <a:latin typeface="Courier New" panose="02070309020205020404" pitchFamily="49" charset="0"/>
                <a:cs typeface="Courier New" panose="02070309020205020404" pitchFamily="49" charset="0"/>
              </a:rPr>
              <a:t>                   a,(</a:t>
            </a:r>
            <a:r>
              <a:rPr lang="en-US" altLang="zh-CN" sz="1800" b="1" dirty="0" err="1">
                <a:latin typeface="Courier New" panose="02070309020205020404" pitchFamily="49" charset="0"/>
                <a:cs typeface="Courier New" panose="02070309020205020404" pitchFamily="49" charset="0"/>
              </a:rPr>
              <a:t>b,c,d</a:t>
            </a:r>
            <a:r>
              <a:rPr lang="en-US" altLang="zh-CN" sz="1800" b="1" dirty="0">
                <a:latin typeface="Courier New" panose="02070309020205020404" pitchFamily="49" charset="0"/>
                <a:cs typeface="Courier New" panose="02070309020205020404" pitchFamily="49" charset="0"/>
              </a:rPr>
              <a:t>)</a:t>
            </a:r>
          </a:p>
          <a:p>
            <a:endParaRPr lang="en-US" altLang="zh-CN" b="1" dirty="0">
              <a:latin typeface="Courier New" panose="02070309020205020404" pitchFamily="49" charset="0"/>
              <a:cs typeface="Courier New" panose="02070309020205020404" pitchFamily="49" charset="0"/>
            </a:endParaRPr>
          </a:p>
          <a:p>
            <a:r>
              <a:rPr lang="en-US" altLang="zh-CN" b="1" dirty="0">
                <a:latin typeface="Courier New" panose="02070309020205020404" pitchFamily="49" charset="0"/>
                <a:cs typeface="Courier New" panose="02070309020205020404" pitchFamily="49" charset="0"/>
              </a:rPr>
              <a:t>             a       </a:t>
            </a:r>
            <a:r>
              <a:rPr lang="en-US" altLang="zh-CN" sz="1800" b="1" dirty="0">
                <a:latin typeface="Courier New" panose="02070309020205020404" pitchFamily="49" charset="0"/>
                <a:cs typeface="Courier New" panose="02070309020205020404" pitchFamily="49" charset="0"/>
              </a:rPr>
              <a:t>(</a:t>
            </a:r>
            <a:r>
              <a:rPr lang="en-US" altLang="zh-CN" sz="1800" b="1" dirty="0" err="1">
                <a:latin typeface="Courier New" panose="02070309020205020404" pitchFamily="49" charset="0"/>
                <a:cs typeface="Courier New" panose="02070309020205020404" pitchFamily="49" charset="0"/>
              </a:rPr>
              <a:t>b,c,d</a:t>
            </a:r>
            <a:r>
              <a:rPr lang="en-US" altLang="zh-CN" sz="1800" b="1" dirty="0">
                <a:latin typeface="Courier New" panose="02070309020205020404" pitchFamily="49" charset="0"/>
                <a:cs typeface="Courier New" panose="02070309020205020404" pitchFamily="49" charset="0"/>
              </a:rPr>
              <a:t>)    </a:t>
            </a:r>
            <a:endParaRPr lang="zh-CN" altLang="en-US" dirty="0"/>
          </a:p>
          <a:p>
            <a:r>
              <a:rPr lang="zh-CN" altLang="en-US" dirty="0"/>
              <a:t>                        </a:t>
            </a:r>
            <a:r>
              <a:rPr lang="zh-CN" altLang="en-US" b="1" dirty="0">
                <a:solidFill>
                  <a:srgbClr val="0F14F1"/>
                </a:solidFill>
              </a:rPr>
              <a:t>对</a:t>
            </a:r>
            <a:r>
              <a:rPr lang="zh-CN" altLang="en-US" dirty="0"/>
              <a:t> </a:t>
            </a:r>
            <a:r>
              <a:rPr lang="en-US" altLang="zh-CN" b="1" dirty="0">
                <a:latin typeface="Courier New" panose="02070309020205020404" pitchFamily="49" charset="0"/>
                <a:cs typeface="Courier New" panose="02070309020205020404" pitchFamily="49" charset="0"/>
              </a:rPr>
              <a:t>a</a:t>
            </a:r>
            <a:r>
              <a:rPr lang="en-US" altLang="zh-CN" dirty="0"/>
              <a:t> </a:t>
            </a:r>
            <a:r>
              <a:rPr lang="zh-CN" altLang="en-US" b="1" dirty="0">
                <a:solidFill>
                  <a:srgbClr val="0F14F1"/>
                </a:solidFill>
              </a:rPr>
              <a:t>递归</a:t>
            </a:r>
          </a:p>
          <a:p>
            <a:endParaRPr lang="en-US" altLang="zh-CN" dirty="0"/>
          </a:p>
          <a:p>
            <a:endParaRPr lang="en-US" altLang="zh-CN" dirty="0"/>
          </a:p>
          <a:p>
            <a:endParaRPr lang="en-US" altLang="zh-CN" dirty="0"/>
          </a:p>
          <a:p>
            <a:endParaRPr lang="zh-CN" altLang="en-US" dirty="0"/>
          </a:p>
        </p:txBody>
      </p:sp>
      <p:sp>
        <p:nvSpPr>
          <p:cNvPr id="7" name="文本框 6">
            <a:extLst>
              <a:ext uri="{FF2B5EF4-FFF2-40B4-BE49-F238E27FC236}">
                <a16:creationId xmlns:a16="http://schemas.microsoft.com/office/drawing/2014/main" id="{8D9EB224-FC81-47C4-BE9A-B48F48F94DAE}"/>
              </a:ext>
            </a:extLst>
          </p:cNvPr>
          <p:cNvSpPr txBox="1"/>
          <p:nvPr/>
        </p:nvSpPr>
        <p:spPr>
          <a:xfrm>
            <a:off x="8166415" y="3152439"/>
            <a:ext cx="4021875" cy="3693319"/>
          </a:xfrm>
          <a:prstGeom prst="rect">
            <a:avLst/>
          </a:prstGeom>
          <a:solidFill>
            <a:schemeClr val="accent4">
              <a:lumMod val="20000"/>
              <a:lumOff val="80000"/>
            </a:schemeClr>
          </a:solidFill>
          <a:ln w="12700">
            <a:solidFill>
              <a:srgbClr val="C00000"/>
            </a:solidFill>
          </a:ln>
        </p:spPr>
        <p:txBody>
          <a:bodyPr wrap="square">
            <a:spAutoFit/>
          </a:bodyPr>
          <a:lstStyle/>
          <a:p>
            <a:r>
              <a:rPr lang="en-US" altLang="zh-CN" b="1" dirty="0">
                <a:latin typeface="Courier New" panose="02070309020205020404" pitchFamily="49" charset="0"/>
                <a:cs typeface="Courier New" panose="02070309020205020404" pitchFamily="49" charset="0"/>
              </a:rPr>
              <a:t>    </a:t>
            </a:r>
            <a:r>
              <a:rPr lang="en-US" altLang="zh-CN" sz="1800" b="1" dirty="0">
                <a:latin typeface="Courier New" panose="02070309020205020404" pitchFamily="49" charset="0"/>
                <a:cs typeface="Courier New" panose="02070309020205020404" pitchFamily="49" charset="0"/>
              </a:rPr>
              <a:t>a</a:t>
            </a:r>
          </a:p>
          <a:p>
            <a:endParaRPr lang="en-US" altLang="zh-CN" b="1" dirty="0">
              <a:latin typeface="Courier New" panose="02070309020205020404" pitchFamily="49" charset="0"/>
              <a:cs typeface="Courier New" panose="02070309020205020404" pitchFamily="49" charset="0"/>
            </a:endParaRPr>
          </a:p>
          <a:p>
            <a:endParaRPr lang="en-US" altLang="zh-CN" b="1" dirty="0">
              <a:latin typeface="Courier New" panose="02070309020205020404" pitchFamily="49" charset="0"/>
              <a:cs typeface="Courier New" panose="02070309020205020404" pitchFamily="49" charset="0"/>
            </a:endParaRPr>
          </a:p>
          <a:p>
            <a:r>
              <a:rPr lang="zh-CN" altLang="en-US" b="1" dirty="0">
                <a:latin typeface="Courier New" panose="02070309020205020404" pitchFamily="49" charset="0"/>
                <a:cs typeface="Courier New" panose="02070309020205020404" pitchFamily="49" charset="0"/>
              </a:rPr>
              <a:t>是原子，返回</a:t>
            </a:r>
            <a:endParaRPr lang="en-US" altLang="zh-CN" b="1" dirty="0">
              <a:latin typeface="Courier New" panose="02070309020205020404" pitchFamily="49" charset="0"/>
              <a:cs typeface="Courier New" panose="02070309020205020404" pitchFamily="49" charset="0"/>
            </a:endParaRPr>
          </a:p>
          <a:p>
            <a:endParaRPr lang="en-US" altLang="zh-CN" b="1" dirty="0">
              <a:latin typeface="Courier New" panose="02070309020205020404" pitchFamily="49" charset="0"/>
              <a:cs typeface="Courier New" panose="02070309020205020404" pitchFamily="49" charset="0"/>
            </a:endParaRPr>
          </a:p>
          <a:p>
            <a:r>
              <a:rPr lang="en-US" altLang="zh-CN" sz="1800" b="1" dirty="0">
                <a:latin typeface="Courier New" panose="02070309020205020404" pitchFamily="49" charset="0"/>
                <a:cs typeface="Courier New" panose="02070309020205020404" pitchFamily="49" charset="0"/>
              </a:rPr>
              <a:t>                   </a:t>
            </a:r>
            <a:endParaRPr lang="en-US" altLang="zh-CN" b="1" dirty="0">
              <a:latin typeface="Courier New" panose="02070309020205020404" pitchFamily="49" charset="0"/>
              <a:cs typeface="Courier New" panose="02070309020205020404" pitchFamily="49" charset="0"/>
            </a:endParaRPr>
          </a:p>
          <a:p>
            <a:r>
              <a:rPr lang="en-US" altLang="zh-CN" b="1" dirty="0">
                <a:latin typeface="Courier New" panose="02070309020205020404" pitchFamily="49" charset="0"/>
                <a:cs typeface="Courier New" panose="02070309020205020404" pitchFamily="49" charset="0"/>
              </a:rPr>
              <a:t>             </a:t>
            </a:r>
            <a:r>
              <a:rPr lang="en-US" altLang="zh-CN" sz="1800" b="1" dirty="0">
                <a:latin typeface="Courier New" panose="02070309020205020404" pitchFamily="49" charset="0"/>
                <a:cs typeface="Courier New" panose="02070309020205020404" pitchFamily="49" charset="0"/>
              </a:rPr>
              <a:t>    </a:t>
            </a:r>
            <a:endParaRPr lang="zh-CN" altLang="en-US" dirty="0"/>
          </a:p>
          <a:p>
            <a:endParaRPr lang="en-US" altLang="zh-CN" dirty="0"/>
          </a:p>
          <a:p>
            <a:endParaRPr lang="en-US" altLang="zh-CN" dirty="0"/>
          </a:p>
          <a:p>
            <a:endParaRPr lang="en-US" altLang="zh-CN" dirty="0"/>
          </a:p>
          <a:p>
            <a:endParaRPr lang="en-US" altLang="zh-CN" dirty="0"/>
          </a:p>
          <a:p>
            <a:endParaRPr lang="en-US" altLang="zh-CN" dirty="0"/>
          </a:p>
          <a:p>
            <a:endParaRPr lang="zh-CN" altLang="en-US" dirty="0"/>
          </a:p>
        </p:txBody>
      </p:sp>
      <p:sp>
        <p:nvSpPr>
          <p:cNvPr id="8" name="文本框 7">
            <a:extLst>
              <a:ext uri="{FF2B5EF4-FFF2-40B4-BE49-F238E27FC236}">
                <a16:creationId xmlns:a16="http://schemas.microsoft.com/office/drawing/2014/main" id="{87839190-2FDE-4C12-97CE-5BE0CBC41F8A}"/>
              </a:ext>
            </a:extLst>
          </p:cNvPr>
          <p:cNvSpPr txBox="1"/>
          <p:nvPr/>
        </p:nvSpPr>
        <p:spPr>
          <a:xfrm>
            <a:off x="8170125" y="3161508"/>
            <a:ext cx="4021875" cy="3693319"/>
          </a:xfrm>
          <a:prstGeom prst="rect">
            <a:avLst/>
          </a:prstGeom>
          <a:solidFill>
            <a:srgbClr val="ECF3FA"/>
          </a:solidFill>
          <a:ln w="12700">
            <a:solidFill>
              <a:srgbClr val="C00000"/>
            </a:solidFill>
          </a:ln>
        </p:spPr>
        <p:txBody>
          <a:bodyPr wrap="square">
            <a:spAutoFit/>
          </a:bodyPr>
          <a:lstStyle/>
          <a:p>
            <a:r>
              <a:rPr lang="en-US" altLang="zh-CN" sz="1800" b="1" dirty="0">
                <a:latin typeface="Courier New" panose="02070309020205020404" pitchFamily="49" charset="0"/>
                <a:cs typeface="Courier New" panose="02070309020205020404" pitchFamily="49" charset="0"/>
              </a:rPr>
              <a:t>(a,(</a:t>
            </a:r>
            <a:r>
              <a:rPr lang="en-US" altLang="zh-CN" sz="1800" b="1" dirty="0" err="1">
                <a:latin typeface="Courier New" panose="02070309020205020404" pitchFamily="49" charset="0"/>
                <a:cs typeface="Courier New" panose="02070309020205020404" pitchFamily="49" charset="0"/>
              </a:rPr>
              <a:t>b,c,d</a:t>
            </a:r>
            <a:r>
              <a:rPr lang="en-US" altLang="zh-CN" sz="1800" b="1" dirty="0">
                <a:latin typeface="Courier New" panose="02070309020205020404" pitchFamily="49" charset="0"/>
                <a:cs typeface="Courier New" panose="02070309020205020404" pitchFamily="49" charset="0"/>
              </a:rPr>
              <a:t>))</a:t>
            </a:r>
          </a:p>
          <a:p>
            <a:endParaRPr lang="en-US" altLang="zh-CN" b="1" dirty="0">
              <a:latin typeface="Courier New" panose="02070309020205020404" pitchFamily="49" charset="0"/>
              <a:cs typeface="Courier New" panose="02070309020205020404" pitchFamily="49" charset="0"/>
            </a:endParaRPr>
          </a:p>
          <a:p>
            <a:endParaRPr lang="en-US" altLang="zh-CN" b="1" dirty="0">
              <a:latin typeface="Courier New" panose="02070309020205020404" pitchFamily="49" charset="0"/>
              <a:cs typeface="Courier New" panose="02070309020205020404" pitchFamily="49" charset="0"/>
            </a:endParaRPr>
          </a:p>
          <a:p>
            <a:endParaRPr lang="en-US" altLang="zh-CN" b="1" dirty="0">
              <a:latin typeface="Courier New" panose="02070309020205020404" pitchFamily="49" charset="0"/>
              <a:cs typeface="Courier New" panose="02070309020205020404" pitchFamily="49" charset="0"/>
            </a:endParaRPr>
          </a:p>
          <a:p>
            <a:endParaRPr lang="en-US" altLang="zh-CN" b="1" dirty="0">
              <a:latin typeface="Courier New" panose="02070309020205020404" pitchFamily="49" charset="0"/>
              <a:cs typeface="Courier New" panose="02070309020205020404" pitchFamily="49" charset="0"/>
            </a:endParaRPr>
          </a:p>
          <a:p>
            <a:r>
              <a:rPr lang="en-US" altLang="zh-CN" sz="1800" b="1" dirty="0">
                <a:latin typeface="Courier New" panose="02070309020205020404" pitchFamily="49" charset="0"/>
                <a:cs typeface="Courier New" panose="02070309020205020404" pitchFamily="49" charset="0"/>
              </a:rPr>
              <a:t>                   </a:t>
            </a:r>
          </a:p>
          <a:p>
            <a:endParaRPr lang="en-US" altLang="zh-CN" b="1" dirty="0">
              <a:latin typeface="Courier New" panose="02070309020205020404" pitchFamily="49" charset="0"/>
              <a:cs typeface="Courier New" panose="02070309020205020404" pitchFamily="49" charset="0"/>
            </a:endParaRPr>
          </a:p>
          <a:p>
            <a:r>
              <a:rPr lang="en-US" altLang="zh-CN" b="1" dirty="0">
                <a:latin typeface="Courier New" panose="02070309020205020404" pitchFamily="49" charset="0"/>
                <a:cs typeface="Courier New" panose="02070309020205020404" pitchFamily="49" charset="0"/>
              </a:rPr>
              <a:t>           </a:t>
            </a:r>
            <a:r>
              <a:rPr lang="en-US" altLang="zh-CN" sz="1800" b="1" dirty="0">
                <a:latin typeface="Courier New" panose="02070309020205020404" pitchFamily="49" charset="0"/>
                <a:cs typeface="Courier New" panose="02070309020205020404" pitchFamily="49" charset="0"/>
              </a:rPr>
              <a:t>(</a:t>
            </a:r>
            <a:r>
              <a:rPr lang="en-US" altLang="zh-CN" sz="1800" b="1" dirty="0" err="1">
                <a:latin typeface="Courier New" panose="02070309020205020404" pitchFamily="49" charset="0"/>
                <a:cs typeface="Courier New" panose="02070309020205020404" pitchFamily="49" charset="0"/>
              </a:rPr>
              <a:t>b,c,d</a:t>
            </a:r>
            <a:r>
              <a:rPr lang="en-US" altLang="zh-CN" sz="1800" b="1" dirty="0">
                <a:latin typeface="Courier New" panose="02070309020205020404" pitchFamily="49" charset="0"/>
                <a:cs typeface="Courier New" panose="02070309020205020404" pitchFamily="49" charset="0"/>
              </a:rPr>
              <a:t>)    </a:t>
            </a:r>
            <a:endParaRPr lang="zh-CN" altLang="en-US" dirty="0"/>
          </a:p>
          <a:p>
            <a:r>
              <a:rPr lang="zh-CN" altLang="en-US" dirty="0"/>
              <a:t>                    </a:t>
            </a:r>
            <a:r>
              <a:rPr lang="zh-CN" altLang="en-US" b="1" dirty="0">
                <a:solidFill>
                  <a:srgbClr val="0F14F1"/>
                </a:solidFill>
              </a:rPr>
              <a:t>对</a:t>
            </a:r>
            <a:r>
              <a:rPr lang="zh-CN" altLang="en-US" dirty="0"/>
              <a:t> </a:t>
            </a:r>
            <a:r>
              <a:rPr lang="en-US" altLang="zh-CN" b="1" dirty="0">
                <a:latin typeface="Courier New" panose="02070309020205020404" pitchFamily="49" charset="0"/>
                <a:cs typeface="Courier New" panose="02070309020205020404" pitchFamily="49" charset="0"/>
              </a:rPr>
              <a:t>(</a:t>
            </a:r>
            <a:r>
              <a:rPr lang="en-US" altLang="zh-CN" b="1" dirty="0" err="1">
                <a:latin typeface="Courier New" panose="02070309020205020404" pitchFamily="49" charset="0"/>
                <a:cs typeface="Courier New" panose="02070309020205020404" pitchFamily="49" charset="0"/>
              </a:rPr>
              <a:t>b,c,d</a:t>
            </a:r>
            <a:r>
              <a:rPr lang="en-US" altLang="zh-CN" b="1" dirty="0">
                <a:latin typeface="Courier New" panose="02070309020205020404" pitchFamily="49" charset="0"/>
                <a:cs typeface="Courier New" panose="02070309020205020404" pitchFamily="49" charset="0"/>
              </a:rPr>
              <a:t>)</a:t>
            </a:r>
            <a:r>
              <a:rPr lang="en-US" altLang="zh-CN" dirty="0"/>
              <a:t> </a:t>
            </a:r>
            <a:r>
              <a:rPr lang="zh-CN" altLang="en-US" b="1" dirty="0">
                <a:solidFill>
                  <a:srgbClr val="0F14F1"/>
                </a:solidFill>
              </a:rPr>
              <a:t>递归</a:t>
            </a:r>
          </a:p>
          <a:p>
            <a:endParaRPr lang="en-US" altLang="zh-CN" dirty="0"/>
          </a:p>
          <a:p>
            <a:endParaRPr lang="en-US" altLang="zh-CN" dirty="0"/>
          </a:p>
          <a:p>
            <a:endParaRPr lang="en-US" altLang="zh-CN" dirty="0"/>
          </a:p>
          <a:p>
            <a:endParaRPr lang="zh-CN" altLang="en-US" dirty="0"/>
          </a:p>
        </p:txBody>
      </p:sp>
      <p:sp>
        <p:nvSpPr>
          <p:cNvPr id="9" name="弧形 8">
            <a:extLst>
              <a:ext uri="{FF2B5EF4-FFF2-40B4-BE49-F238E27FC236}">
                <a16:creationId xmlns:a16="http://schemas.microsoft.com/office/drawing/2014/main" id="{DCD339CC-F01B-4739-9288-49A108D027AC}"/>
              </a:ext>
            </a:extLst>
          </p:cNvPr>
          <p:cNvSpPr/>
          <p:nvPr/>
        </p:nvSpPr>
        <p:spPr>
          <a:xfrm rot="13355435">
            <a:off x="9592477" y="5096264"/>
            <a:ext cx="550110" cy="661025"/>
          </a:xfrm>
          <a:prstGeom prst="arc">
            <a:avLst/>
          </a:prstGeom>
          <a:ln w="28575">
            <a:solidFill>
              <a:srgbClr val="C0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 name="文本框 9">
            <a:extLst>
              <a:ext uri="{FF2B5EF4-FFF2-40B4-BE49-F238E27FC236}">
                <a16:creationId xmlns:a16="http://schemas.microsoft.com/office/drawing/2014/main" id="{7E5652EA-7A7A-4576-BB70-60194C219E92}"/>
              </a:ext>
            </a:extLst>
          </p:cNvPr>
          <p:cNvSpPr txBox="1"/>
          <p:nvPr/>
        </p:nvSpPr>
        <p:spPr>
          <a:xfrm>
            <a:off x="8170125" y="3154073"/>
            <a:ext cx="4021875" cy="3693319"/>
          </a:xfrm>
          <a:prstGeom prst="rect">
            <a:avLst/>
          </a:prstGeom>
          <a:solidFill>
            <a:schemeClr val="accent4">
              <a:lumMod val="20000"/>
              <a:lumOff val="80000"/>
            </a:schemeClr>
          </a:solidFill>
          <a:ln w="12700">
            <a:solidFill>
              <a:srgbClr val="C00000"/>
            </a:solidFill>
          </a:ln>
        </p:spPr>
        <p:txBody>
          <a:bodyPr wrap="square">
            <a:spAutoFit/>
          </a:bodyPr>
          <a:lstStyle/>
          <a:p>
            <a:r>
              <a:rPr lang="en-US" altLang="zh-CN" b="1" dirty="0">
                <a:latin typeface="Courier New" panose="02070309020205020404" pitchFamily="49" charset="0"/>
                <a:cs typeface="Courier New" panose="02070309020205020404" pitchFamily="49" charset="0"/>
              </a:rPr>
              <a:t> </a:t>
            </a:r>
            <a:r>
              <a:rPr lang="en-US" altLang="zh-CN" sz="1800" b="1" dirty="0">
                <a:latin typeface="Courier New" panose="02070309020205020404" pitchFamily="49" charset="0"/>
                <a:cs typeface="Courier New" panose="02070309020205020404" pitchFamily="49" charset="0"/>
              </a:rPr>
              <a:t>(</a:t>
            </a:r>
            <a:r>
              <a:rPr lang="en-US" altLang="zh-CN" sz="1800" b="1" dirty="0" err="1">
                <a:latin typeface="Courier New" panose="02070309020205020404" pitchFamily="49" charset="0"/>
                <a:cs typeface="Courier New" panose="02070309020205020404" pitchFamily="49" charset="0"/>
              </a:rPr>
              <a:t>b,c,d</a:t>
            </a:r>
            <a:r>
              <a:rPr lang="en-US" altLang="zh-CN" sz="1800" b="1" dirty="0">
                <a:latin typeface="Courier New" panose="02070309020205020404" pitchFamily="49" charset="0"/>
                <a:cs typeface="Courier New" panose="02070309020205020404" pitchFamily="49" charset="0"/>
              </a:rPr>
              <a:t>)</a:t>
            </a:r>
          </a:p>
          <a:p>
            <a:endParaRPr lang="en-US" altLang="zh-CN" b="1" dirty="0">
              <a:latin typeface="Courier New" panose="02070309020205020404" pitchFamily="49" charset="0"/>
              <a:cs typeface="Courier New" panose="02070309020205020404" pitchFamily="49" charset="0"/>
            </a:endParaRPr>
          </a:p>
          <a:p>
            <a:endParaRPr lang="en-US" altLang="zh-CN" b="1" dirty="0">
              <a:latin typeface="Courier New" panose="02070309020205020404" pitchFamily="49" charset="0"/>
              <a:cs typeface="Courier New" panose="02070309020205020404" pitchFamily="49" charset="0"/>
            </a:endParaRPr>
          </a:p>
          <a:p>
            <a:endParaRPr lang="en-US" altLang="zh-CN" b="1" dirty="0">
              <a:latin typeface="Courier New" panose="02070309020205020404" pitchFamily="49" charset="0"/>
              <a:cs typeface="Courier New" panose="02070309020205020404" pitchFamily="49" charset="0"/>
            </a:endParaRPr>
          </a:p>
          <a:p>
            <a:endParaRPr lang="en-US" altLang="zh-CN" b="1" dirty="0">
              <a:latin typeface="Courier New" panose="02070309020205020404" pitchFamily="49" charset="0"/>
              <a:cs typeface="Courier New" panose="02070309020205020404" pitchFamily="49" charset="0"/>
            </a:endParaRPr>
          </a:p>
          <a:p>
            <a:r>
              <a:rPr lang="en-US" altLang="zh-CN" sz="1800" b="1" dirty="0">
                <a:latin typeface="Courier New" panose="02070309020205020404" pitchFamily="49" charset="0"/>
                <a:cs typeface="Courier New" panose="02070309020205020404" pitchFamily="49" charset="0"/>
              </a:rPr>
              <a:t>                      </a:t>
            </a:r>
            <a:r>
              <a:rPr lang="en-US" altLang="zh-CN" sz="1800" b="1" dirty="0" err="1">
                <a:latin typeface="Courier New" panose="02070309020205020404" pitchFamily="49" charset="0"/>
                <a:cs typeface="Courier New" panose="02070309020205020404" pitchFamily="49" charset="0"/>
              </a:rPr>
              <a:t>b,c,d</a:t>
            </a:r>
            <a:r>
              <a:rPr lang="en-US" altLang="zh-CN" sz="1800" b="1" dirty="0">
                <a:latin typeface="Courier New" panose="02070309020205020404" pitchFamily="49" charset="0"/>
                <a:cs typeface="Courier New" panose="02070309020205020404" pitchFamily="49" charset="0"/>
              </a:rPr>
              <a:t>       </a:t>
            </a:r>
          </a:p>
          <a:p>
            <a:endParaRPr lang="en-US" altLang="zh-CN" b="1" dirty="0">
              <a:latin typeface="Courier New" panose="02070309020205020404" pitchFamily="49" charset="0"/>
              <a:cs typeface="Courier New" panose="02070309020205020404" pitchFamily="49" charset="0"/>
            </a:endParaRPr>
          </a:p>
          <a:p>
            <a:r>
              <a:rPr lang="en-US" altLang="zh-CN" b="1" dirty="0">
                <a:latin typeface="Courier New" panose="02070309020205020404" pitchFamily="49" charset="0"/>
                <a:cs typeface="Courier New" panose="02070309020205020404" pitchFamily="49" charset="0"/>
              </a:rPr>
              <a:t>              </a:t>
            </a:r>
            <a:r>
              <a:rPr lang="en-US" altLang="zh-CN" sz="1800" b="1" dirty="0">
                <a:latin typeface="Courier New" panose="02070309020205020404" pitchFamily="49" charset="0"/>
                <a:cs typeface="Courier New" panose="02070309020205020404" pitchFamily="49" charset="0"/>
              </a:rPr>
              <a:t>b</a:t>
            </a:r>
            <a:r>
              <a:rPr lang="en-US" altLang="zh-CN" b="1" dirty="0">
                <a:latin typeface="Courier New" panose="02070309020205020404" pitchFamily="49" charset="0"/>
                <a:cs typeface="Courier New" panose="02070309020205020404" pitchFamily="49" charset="0"/>
              </a:rPr>
              <a:t>         </a:t>
            </a:r>
            <a:r>
              <a:rPr lang="en-US" altLang="zh-CN" sz="1800" b="1" dirty="0" err="1">
                <a:latin typeface="Courier New" panose="02070309020205020404" pitchFamily="49" charset="0"/>
                <a:cs typeface="Courier New" panose="02070309020205020404" pitchFamily="49" charset="0"/>
              </a:rPr>
              <a:t>c,d</a:t>
            </a:r>
            <a:r>
              <a:rPr lang="en-US" altLang="zh-CN" sz="1800" b="1" dirty="0">
                <a:latin typeface="Courier New" panose="02070309020205020404" pitchFamily="49" charset="0"/>
                <a:cs typeface="Courier New" panose="02070309020205020404" pitchFamily="49" charset="0"/>
              </a:rPr>
              <a:t>    </a:t>
            </a:r>
            <a:endParaRPr lang="zh-CN" altLang="en-US" dirty="0"/>
          </a:p>
          <a:p>
            <a:r>
              <a:rPr lang="zh-CN" altLang="en-US" dirty="0"/>
              <a:t>                          </a:t>
            </a:r>
            <a:r>
              <a:rPr lang="zh-CN" altLang="en-US" b="1" dirty="0">
                <a:solidFill>
                  <a:srgbClr val="0F14F1"/>
                </a:solidFill>
              </a:rPr>
              <a:t>对</a:t>
            </a:r>
            <a:r>
              <a:rPr lang="zh-CN" altLang="en-US" dirty="0"/>
              <a:t> </a:t>
            </a:r>
            <a:r>
              <a:rPr lang="en-US" altLang="zh-CN" b="1" dirty="0">
                <a:latin typeface="Courier New" panose="02070309020205020404" pitchFamily="49" charset="0"/>
                <a:cs typeface="Courier New" panose="02070309020205020404" pitchFamily="49" charset="0"/>
              </a:rPr>
              <a:t>b</a:t>
            </a:r>
            <a:r>
              <a:rPr lang="en-US" altLang="zh-CN" dirty="0"/>
              <a:t> </a:t>
            </a:r>
            <a:r>
              <a:rPr lang="zh-CN" altLang="en-US" b="1" dirty="0">
                <a:solidFill>
                  <a:srgbClr val="0F14F1"/>
                </a:solidFill>
              </a:rPr>
              <a:t>递归</a:t>
            </a:r>
          </a:p>
          <a:p>
            <a:endParaRPr lang="en-US" altLang="zh-CN" dirty="0"/>
          </a:p>
          <a:p>
            <a:endParaRPr lang="en-US" altLang="zh-CN" dirty="0"/>
          </a:p>
          <a:p>
            <a:endParaRPr lang="en-US" altLang="zh-CN" dirty="0"/>
          </a:p>
          <a:p>
            <a:endParaRPr lang="zh-CN" altLang="en-US" dirty="0"/>
          </a:p>
        </p:txBody>
      </p:sp>
      <p:sp>
        <p:nvSpPr>
          <p:cNvPr id="11" name="文本框 10">
            <a:extLst>
              <a:ext uri="{FF2B5EF4-FFF2-40B4-BE49-F238E27FC236}">
                <a16:creationId xmlns:a16="http://schemas.microsoft.com/office/drawing/2014/main" id="{10D51A6E-FE1F-4676-ABCB-EAEB49105260}"/>
              </a:ext>
            </a:extLst>
          </p:cNvPr>
          <p:cNvSpPr txBox="1"/>
          <p:nvPr/>
        </p:nvSpPr>
        <p:spPr>
          <a:xfrm>
            <a:off x="8166399" y="3154097"/>
            <a:ext cx="4021875" cy="3693319"/>
          </a:xfrm>
          <a:prstGeom prst="rect">
            <a:avLst/>
          </a:prstGeom>
          <a:solidFill>
            <a:srgbClr val="E2CCE6"/>
          </a:solidFill>
          <a:ln w="12700">
            <a:solidFill>
              <a:srgbClr val="C00000"/>
            </a:solidFill>
          </a:ln>
        </p:spPr>
        <p:txBody>
          <a:bodyPr wrap="square">
            <a:spAutoFit/>
          </a:bodyPr>
          <a:lstStyle/>
          <a:p>
            <a:r>
              <a:rPr lang="en-US" altLang="zh-CN" b="1" dirty="0">
                <a:latin typeface="Courier New" panose="02070309020205020404" pitchFamily="49" charset="0"/>
                <a:cs typeface="Courier New" panose="02070309020205020404" pitchFamily="49" charset="0"/>
              </a:rPr>
              <a:t>  </a:t>
            </a:r>
            <a:r>
              <a:rPr lang="en-US" altLang="zh-CN" sz="1800" b="1" dirty="0">
                <a:latin typeface="Courier New" panose="02070309020205020404" pitchFamily="49" charset="0"/>
                <a:cs typeface="Courier New" panose="02070309020205020404" pitchFamily="49" charset="0"/>
              </a:rPr>
              <a:t>b</a:t>
            </a:r>
            <a:endParaRPr lang="en-US" altLang="zh-CN" b="1" dirty="0">
              <a:latin typeface="Courier New" panose="02070309020205020404" pitchFamily="49" charset="0"/>
              <a:cs typeface="Courier New" panose="02070309020205020404" pitchFamily="49" charset="0"/>
            </a:endParaRPr>
          </a:p>
          <a:p>
            <a:endParaRPr lang="en-US" altLang="zh-CN" b="1" dirty="0">
              <a:latin typeface="Courier New" panose="02070309020205020404" pitchFamily="49" charset="0"/>
              <a:cs typeface="Courier New" panose="02070309020205020404" pitchFamily="49" charset="0"/>
            </a:endParaRPr>
          </a:p>
          <a:p>
            <a:endParaRPr lang="en-US" altLang="zh-CN" b="1" dirty="0">
              <a:latin typeface="Courier New" panose="02070309020205020404" pitchFamily="49" charset="0"/>
              <a:cs typeface="Courier New" panose="02070309020205020404" pitchFamily="49" charset="0"/>
            </a:endParaRPr>
          </a:p>
          <a:p>
            <a:r>
              <a:rPr lang="zh-CN" altLang="en-US" b="1" dirty="0">
                <a:latin typeface="Courier New" panose="02070309020205020404" pitchFamily="49" charset="0"/>
                <a:cs typeface="Courier New" panose="02070309020205020404" pitchFamily="49" charset="0"/>
              </a:rPr>
              <a:t>是原子，返回</a:t>
            </a:r>
            <a:endParaRPr lang="en-US" altLang="zh-CN" b="1" dirty="0">
              <a:latin typeface="Courier New" panose="02070309020205020404" pitchFamily="49" charset="0"/>
              <a:cs typeface="Courier New" panose="02070309020205020404" pitchFamily="49" charset="0"/>
            </a:endParaRPr>
          </a:p>
          <a:p>
            <a:r>
              <a:rPr lang="en-US" altLang="zh-CN" sz="1800" b="1" dirty="0">
                <a:latin typeface="Courier New" panose="02070309020205020404" pitchFamily="49" charset="0"/>
                <a:cs typeface="Courier New" panose="02070309020205020404" pitchFamily="49" charset="0"/>
              </a:rPr>
              <a:t>                   </a:t>
            </a:r>
          </a:p>
          <a:p>
            <a:endParaRPr lang="en-US" altLang="zh-CN" b="1" dirty="0">
              <a:latin typeface="Courier New" panose="02070309020205020404" pitchFamily="49" charset="0"/>
              <a:cs typeface="Courier New" panose="02070309020205020404" pitchFamily="49" charset="0"/>
            </a:endParaRPr>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zh-CN" altLang="en-US" dirty="0"/>
          </a:p>
        </p:txBody>
      </p:sp>
      <p:sp>
        <p:nvSpPr>
          <p:cNvPr id="12" name="文本框 11">
            <a:extLst>
              <a:ext uri="{FF2B5EF4-FFF2-40B4-BE49-F238E27FC236}">
                <a16:creationId xmlns:a16="http://schemas.microsoft.com/office/drawing/2014/main" id="{2870D5C5-5D5B-4DDB-912F-72BEE606EE51}"/>
              </a:ext>
            </a:extLst>
          </p:cNvPr>
          <p:cNvSpPr txBox="1"/>
          <p:nvPr/>
        </p:nvSpPr>
        <p:spPr>
          <a:xfrm>
            <a:off x="8170107" y="3155604"/>
            <a:ext cx="4021875" cy="3693319"/>
          </a:xfrm>
          <a:prstGeom prst="rect">
            <a:avLst/>
          </a:prstGeom>
          <a:solidFill>
            <a:schemeClr val="accent4">
              <a:lumMod val="20000"/>
              <a:lumOff val="80000"/>
            </a:schemeClr>
          </a:solidFill>
          <a:ln w="12700">
            <a:solidFill>
              <a:srgbClr val="C00000"/>
            </a:solidFill>
          </a:ln>
        </p:spPr>
        <p:txBody>
          <a:bodyPr wrap="square">
            <a:spAutoFit/>
          </a:bodyPr>
          <a:lstStyle/>
          <a:p>
            <a:r>
              <a:rPr lang="en-US" altLang="zh-CN" b="1" dirty="0">
                <a:latin typeface="Courier New" panose="02070309020205020404" pitchFamily="49" charset="0"/>
                <a:cs typeface="Courier New" panose="02070309020205020404" pitchFamily="49" charset="0"/>
              </a:rPr>
              <a:t> </a:t>
            </a:r>
            <a:r>
              <a:rPr lang="en-US" altLang="zh-CN" sz="1800" b="1" dirty="0">
                <a:latin typeface="Courier New" panose="02070309020205020404" pitchFamily="49" charset="0"/>
                <a:cs typeface="Courier New" panose="02070309020205020404" pitchFamily="49" charset="0"/>
              </a:rPr>
              <a:t>(</a:t>
            </a:r>
            <a:r>
              <a:rPr lang="en-US" altLang="zh-CN" sz="1800" b="1" dirty="0" err="1">
                <a:latin typeface="Courier New" panose="02070309020205020404" pitchFamily="49" charset="0"/>
                <a:cs typeface="Courier New" panose="02070309020205020404" pitchFamily="49" charset="0"/>
              </a:rPr>
              <a:t>b,c,d</a:t>
            </a:r>
            <a:r>
              <a:rPr lang="en-US" altLang="zh-CN" sz="1800" b="1" dirty="0">
                <a:latin typeface="Courier New" panose="02070309020205020404" pitchFamily="49" charset="0"/>
                <a:cs typeface="Courier New" panose="02070309020205020404" pitchFamily="49" charset="0"/>
              </a:rPr>
              <a:t>)</a:t>
            </a:r>
          </a:p>
          <a:p>
            <a:endParaRPr lang="en-US" altLang="zh-CN" b="1" dirty="0">
              <a:latin typeface="Courier New" panose="02070309020205020404" pitchFamily="49" charset="0"/>
              <a:cs typeface="Courier New" panose="02070309020205020404" pitchFamily="49" charset="0"/>
            </a:endParaRPr>
          </a:p>
          <a:p>
            <a:endParaRPr lang="en-US" altLang="zh-CN" b="1" dirty="0">
              <a:latin typeface="Courier New" panose="02070309020205020404" pitchFamily="49" charset="0"/>
              <a:cs typeface="Courier New" panose="02070309020205020404" pitchFamily="49" charset="0"/>
            </a:endParaRPr>
          </a:p>
          <a:p>
            <a:endParaRPr lang="en-US" altLang="zh-CN" b="1" dirty="0">
              <a:latin typeface="Courier New" panose="02070309020205020404" pitchFamily="49" charset="0"/>
              <a:cs typeface="Courier New" panose="02070309020205020404" pitchFamily="49" charset="0"/>
            </a:endParaRPr>
          </a:p>
          <a:p>
            <a:endParaRPr lang="en-US" altLang="zh-CN" b="1" dirty="0">
              <a:latin typeface="Courier New" panose="02070309020205020404" pitchFamily="49" charset="0"/>
              <a:cs typeface="Courier New" panose="02070309020205020404" pitchFamily="49" charset="0"/>
            </a:endParaRPr>
          </a:p>
          <a:p>
            <a:r>
              <a:rPr lang="en-US" altLang="zh-CN" sz="1800" b="1" dirty="0">
                <a:latin typeface="Courier New" panose="02070309020205020404" pitchFamily="49" charset="0"/>
                <a:cs typeface="Courier New" panose="02070309020205020404" pitchFamily="49" charset="0"/>
              </a:rPr>
              <a:t>                      </a:t>
            </a:r>
            <a:r>
              <a:rPr lang="en-US" altLang="zh-CN" sz="1800" b="1" dirty="0" err="1">
                <a:latin typeface="Courier New" panose="02070309020205020404" pitchFamily="49" charset="0"/>
                <a:cs typeface="Courier New" panose="02070309020205020404" pitchFamily="49" charset="0"/>
              </a:rPr>
              <a:t>b,c,d</a:t>
            </a:r>
            <a:r>
              <a:rPr lang="en-US" altLang="zh-CN" sz="1800" b="1" dirty="0">
                <a:latin typeface="Courier New" panose="02070309020205020404" pitchFamily="49" charset="0"/>
                <a:cs typeface="Courier New" panose="02070309020205020404" pitchFamily="49" charset="0"/>
              </a:rPr>
              <a:t>       </a:t>
            </a:r>
          </a:p>
          <a:p>
            <a:endParaRPr lang="en-US" altLang="zh-CN" b="1" dirty="0">
              <a:latin typeface="Courier New" panose="02070309020205020404" pitchFamily="49" charset="0"/>
              <a:cs typeface="Courier New" panose="02070309020205020404" pitchFamily="49" charset="0"/>
            </a:endParaRPr>
          </a:p>
          <a:p>
            <a:r>
              <a:rPr lang="en-US" altLang="zh-CN" b="1" dirty="0">
                <a:latin typeface="Courier New" panose="02070309020205020404" pitchFamily="49" charset="0"/>
                <a:cs typeface="Courier New" panose="02070309020205020404" pitchFamily="49" charset="0"/>
              </a:rPr>
              <a:t>              c           d</a:t>
            </a:r>
            <a:r>
              <a:rPr lang="en-US" altLang="zh-CN" sz="1800" b="1" dirty="0">
                <a:latin typeface="Courier New" panose="02070309020205020404" pitchFamily="49" charset="0"/>
                <a:cs typeface="Courier New" panose="02070309020205020404" pitchFamily="49" charset="0"/>
              </a:rPr>
              <a:t>    </a:t>
            </a:r>
            <a:endParaRPr lang="zh-CN" altLang="en-US" dirty="0"/>
          </a:p>
          <a:p>
            <a:r>
              <a:rPr lang="zh-CN" altLang="en-US" dirty="0"/>
              <a:t>                          </a:t>
            </a:r>
            <a:r>
              <a:rPr lang="zh-CN" altLang="en-US" b="1" dirty="0">
                <a:solidFill>
                  <a:srgbClr val="0F14F1"/>
                </a:solidFill>
              </a:rPr>
              <a:t>对</a:t>
            </a:r>
            <a:r>
              <a:rPr lang="zh-CN" altLang="en-US" dirty="0"/>
              <a:t> </a:t>
            </a:r>
            <a:r>
              <a:rPr lang="en-US" altLang="zh-CN" b="1" dirty="0">
                <a:latin typeface="Courier New" panose="02070309020205020404" pitchFamily="49" charset="0"/>
                <a:cs typeface="Courier New" panose="02070309020205020404" pitchFamily="49" charset="0"/>
              </a:rPr>
              <a:t>c</a:t>
            </a:r>
            <a:r>
              <a:rPr lang="en-US" altLang="zh-CN" dirty="0"/>
              <a:t> </a:t>
            </a:r>
            <a:r>
              <a:rPr lang="zh-CN" altLang="en-US" b="1" dirty="0">
                <a:solidFill>
                  <a:srgbClr val="0F14F1"/>
                </a:solidFill>
              </a:rPr>
              <a:t>递归</a:t>
            </a:r>
          </a:p>
          <a:p>
            <a:endParaRPr lang="en-US" altLang="zh-CN" dirty="0"/>
          </a:p>
          <a:p>
            <a:endParaRPr lang="en-US" altLang="zh-CN" dirty="0"/>
          </a:p>
          <a:p>
            <a:endParaRPr lang="en-US" altLang="zh-CN" dirty="0"/>
          </a:p>
          <a:p>
            <a:endParaRPr lang="zh-CN" altLang="en-US" dirty="0"/>
          </a:p>
        </p:txBody>
      </p:sp>
      <p:sp>
        <p:nvSpPr>
          <p:cNvPr id="13" name="弧形 12">
            <a:extLst>
              <a:ext uri="{FF2B5EF4-FFF2-40B4-BE49-F238E27FC236}">
                <a16:creationId xmlns:a16="http://schemas.microsoft.com/office/drawing/2014/main" id="{E3FECE6A-890F-4313-8372-EF657FA8E197}"/>
              </a:ext>
            </a:extLst>
          </p:cNvPr>
          <p:cNvSpPr/>
          <p:nvPr/>
        </p:nvSpPr>
        <p:spPr>
          <a:xfrm rot="13355435">
            <a:off x="9744877" y="5144588"/>
            <a:ext cx="550110" cy="661025"/>
          </a:xfrm>
          <a:prstGeom prst="arc">
            <a:avLst/>
          </a:prstGeom>
          <a:ln w="28575">
            <a:solidFill>
              <a:srgbClr val="C0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4" name="文本框 13">
            <a:extLst>
              <a:ext uri="{FF2B5EF4-FFF2-40B4-BE49-F238E27FC236}">
                <a16:creationId xmlns:a16="http://schemas.microsoft.com/office/drawing/2014/main" id="{3A840FD9-E94E-4AC1-84D6-C58282D8EC3D}"/>
              </a:ext>
            </a:extLst>
          </p:cNvPr>
          <p:cNvSpPr txBox="1"/>
          <p:nvPr/>
        </p:nvSpPr>
        <p:spPr>
          <a:xfrm>
            <a:off x="8170125" y="3152544"/>
            <a:ext cx="4021875" cy="3693319"/>
          </a:xfrm>
          <a:prstGeom prst="rect">
            <a:avLst/>
          </a:prstGeom>
          <a:solidFill>
            <a:srgbClr val="E2CCE6"/>
          </a:solidFill>
          <a:ln w="12700">
            <a:solidFill>
              <a:srgbClr val="C00000"/>
            </a:solidFill>
          </a:ln>
        </p:spPr>
        <p:txBody>
          <a:bodyPr wrap="square">
            <a:spAutoFit/>
          </a:bodyPr>
          <a:lstStyle/>
          <a:p>
            <a:r>
              <a:rPr lang="en-US" altLang="zh-CN" b="1" dirty="0">
                <a:latin typeface="Courier New" panose="02070309020205020404" pitchFamily="49" charset="0"/>
                <a:cs typeface="Courier New" panose="02070309020205020404" pitchFamily="49" charset="0"/>
              </a:rPr>
              <a:t>  c</a:t>
            </a:r>
          </a:p>
          <a:p>
            <a:endParaRPr lang="en-US" altLang="zh-CN" b="1" dirty="0">
              <a:latin typeface="Courier New" panose="02070309020205020404" pitchFamily="49" charset="0"/>
              <a:cs typeface="Courier New" panose="02070309020205020404" pitchFamily="49" charset="0"/>
            </a:endParaRPr>
          </a:p>
          <a:p>
            <a:endParaRPr lang="en-US" altLang="zh-CN" b="1" dirty="0">
              <a:latin typeface="Courier New" panose="02070309020205020404" pitchFamily="49" charset="0"/>
              <a:cs typeface="Courier New" panose="02070309020205020404" pitchFamily="49" charset="0"/>
            </a:endParaRPr>
          </a:p>
          <a:p>
            <a:r>
              <a:rPr lang="zh-CN" altLang="en-US" b="1" dirty="0">
                <a:latin typeface="Courier New" panose="02070309020205020404" pitchFamily="49" charset="0"/>
                <a:cs typeface="Courier New" panose="02070309020205020404" pitchFamily="49" charset="0"/>
              </a:rPr>
              <a:t>是原子，返回</a:t>
            </a:r>
            <a:endParaRPr lang="en-US" altLang="zh-CN" b="1" dirty="0">
              <a:latin typeface="Courier New" panose="02070309020205020404" pitchFamily="49" charset="0"/>
              <a:cs typeface="Courier New" panose="02070309020205020404" pitchFamily="49" charset="0"/>
            </a:endParaRPr>
          </a:p>
          <a:p>
            <a:r>
              <a:rPr lang="en-US" altLang="zh-CN" sz="1800" b="1" dirty="0">
                <a:latin typeface="Courier New" panose="02070309020205020404" pitchFamily="49" charset="0"/>
                <a:cs typeface="Courier New" panose="02070309020205020404" pitchFamily="49" charset="0"/>
              </a:rPr>
              <a:t>                   </a:t>
            </a:r>
          </a:p>
          <a:p>
            <a:endParaRPr lang="en-US" altLang="zh-CN" b="1" dirty="0">
              <a:latin typeface="Courier New" panose="02070309020205020404" pitchFamily="49" charset="0"/>
              <a:cs typeface="Courier New" panose="02070309020205020404" pitchFamily="49" charset="0"/>
            </a:endParaRPr>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zh-CN" altLang="en-US" dirty="0"/>
          </a:p>
        </p:txBody>
      </p:sp>
      <p:sp>
        <p:nvSpPr>
          <p:cNvPr id="15" name="文本框 14">
            <a:extLst>
              <a:ext uri="{FF2B5EF4-FFF2-40B4-BE49-F238E27FC236}">
                <a16:creationId xmlns:a16="http://schemas.microsoft.com/office/drawing/2014/main" id="{8068292E-A7B2-4440-B8BB-8ACFBEBC91D9}"/>
              </a:ext>
            </a:extLst>
          </p:cNvPr>
          <p:cNvSpPr txBox="1"/>
          <p:nvPr/>
        </p:nvSpPr>
        <p:spPr>
          <a:xfrm>
            <a:off x="8168972" y="3156187"/>
            <a:ext cx="4021875" cy="3693319"/>
          </a:xfrm>
          <a:prstGeom prst="rect">
            <a:avLst/>
          </a:prstGeom>
          <a:solidFill>
            <a:schemeClr val="accent4">
              <a:lumMod val="20000"/>
              <a:lumOff val="80000"/>
            </a:schemeClr>
          </a:solidFill>
          <a:ln w="12700">
            <a:solidFill>
              <a:srgbClr val="C00000"/>
            </a:solidFill>
          </a:ln>
        </p:spPr>
        <p:txBody>
          <a:bodyPr wrap="square">
            <a:spAutoFit/>
          </a:bodyPr>
          <a:lstStyle/>
          <a:p>
            <a:r>
              <a:rPr lang="en-US" altLang="zh-CN" b="1" dirty="0">
                <a:latin typeface="Courier New" panose="02070309020205020404" pitchFamily="49" charset="0"/>
                <a:cs typeface="Courier New" panose="02070309020205020404" pitchFamily="49" charset="0"/>
              </a:rPr>
              <a:t> </a:t>
            </a:r>
            <a:r>
              <a:rPr lang="en-US" altLang="zh-CN" sz="1800" b="1" dirty="0">
                <a:latin typeface="Courier New" panose="02070309020205020404" pitchFamily="49" charset="0"/>
                <a:cs typeface="Courier New" panose="02070309020205020404" pitchFamily="49" charset="0"/>
              </a:rPr>
              <a:t>(</a:t>
            </a:r>
            <a:r>
              <a:rPr lang="en-US" altLang="zh-CN" sz="1800" b="1" dirty="0" err="1">
                <a:latin typeface="Courier New" panose="02070309020205020404" pitchFamily="49" charset="0"/>
                <a:cs typeface="Courier New" panose="02070309020205020404" pitchFamily="49" charset="0"/>
              </a:rPr>
              <a:t>b,c,d</a:t>
            </a:r>
            <a:r>
              <a:rPr lang="en-US" altLang="zh-CN" sz="1800" b="1" dirty="0">
                <a:latin typeface="Courier New" panose="02070309020205020404" pitchFamily="49" charset="0"/>
                <a:cs typeface="Courier New" panose="02070309020205020404" pitchFamily="49" charset="0"/>
              </a:rPr>
              <a:t>)</a:t>
            </a:r>
          </a:p>
          <a:p>
            <a:endParaRPr lang="en-US" altLang="zh-CN" b="1" dirty="0">
              <a:latin typeface="Courier New" panose="02070309020205020404" pitchFamily="49" charset="0"/>
              <a:cs typeface="Courier New" panose="02070309020205020404" pitchFamily="49" charset="0"/>
            </a:endParaRPr>
          </a:p>
          <a:p>
            <a:endParaRPr lang="en-US" altLang="zh-CN" b="1" dirty="0">
              <a:latin typeface="Courier New" panose="02070309020205020404" pitchFamily="49" charset="0"/>
              <a:cs typeface="Courier New" panose="02070309020205020404" pitchFamily="49" charset="0"/>
            </a:endParaRPr>
          </a:p>
          <a:p>
            <a:endParaRPr lang="en-US" altLang="zh-CN" b="1" dirty="0">
              <a:latin typeface="Courier New" panose="02070309020205020404" pitchFamily="49" charset="0"/>
              <a:cs typeface="Courier New" panose="02070309020205020404" pitchFamily="49" charset="0"/>
            </a:endParaRPr>
          </a:p>
          <a:p>
            <a:endParaRPr lang="en-US" altLang="zh-CN" b="1" dirty="0">
              <a:latin typeface="Courier New" panose="02070309020205020404" pitchFamily="49" charset="0"/>
              <a:cs typeface="Courier New" panose="02070309020205020404" pitchFamily="49" charset="0"/>
            </a:endParaRPr>
          </a:p>
          <a:p>
            <a:r>
              <a:rPr lang="en-US" altLang="zh-CN" sz="1800" b="1" dirty="0">
                <a:latin typeface="Courier New" panose="02070309020205020404" pitchFamily="49" charset="0"/>
                <a:cs typeface="Courier New" panose="02070309020205020404" pitchFamily="49" charset="0"/>
              </a:rPr>
              <a:t>                      </a:t>
            </a:r>
            <a:r>
              <a:rPr lang="en-US" altLang="zh-CN" sz="1800" b="1" dirty="0" err="1">
                <a:latin typeface="Courier New" panose="02070309020205020404" pitchFamily="49" charset="0"/>
                <a:cs typeface="Courier New" panose="02070309020205020404" pitchFamily="49" charset="0"/>
              </a:rPr>
              <a:t>b,c,d</a:t>
            </a:r>
            <a:r>
              <a:rPr lang="en-US" altLang="zh-CN" sz="1800" b="1" dirty="0">
                <a:latin typeface="Courier New" panose="02070309020205020404" pitchFamily="49" charset="0"/>
                <a:cs typeface="Courier New" panose="02070309020205020404" pitchFamily="49" charset="0"/>
              </a:rPr>
              <a:t>       </a:t>
            </a:r>
          </a:p>
          <a:p>
            <a:endParaRPr lang="en-US" altLang="zh-CN" b="1" dirty="0">
              <a:latin typeface="Courier New" panose="02070309020205020404" pitchFamily="49" charset="0"/>
              <a:cs typeface="Courier New" panose="02070309020205020404" pitchFamily="49" charset="0"/>
            </a:endParaRPr>
          </a:p>
          <a:p>
            <a:r>
              <a:rPr lang="en-US" altLang="zh-CN" b="1" dirty="0">
                <a:latin typeface="Courier New" panose="02070309020205020404" pitchFamily="49" charset="0"/>
                <a:cs typeface="Courier New" panose="02070309020205020404" pitchFamily="49" charset="0"/>
              </a:rPr>
              <a:t>              d           </a:t>
            </a:r>
            <a:r>
              <a:rPr lang="en-US" altLang="zh-CN" sz="1800" b="1" dirty="0">
                <a:latin typeface="Courier New" panose="02070309020205020404" pitchFamily="49" charset="0"/>
                <a:cs typeface="Courier New" panose="02070309020205020404" pitchFamily="49" charset="0"/>
              </a:rPr>
              <a:t>    </a:t>
            </a:r>
            <a:endParaRPr lang="zh-CN" altLang="en-US" dirty="0"/>
          </a:p>
          <a:p>
            <a:r>
              <a:rPr lang="zh-CN" altLang="en-US" dirty="0"/>
              <a:t>                          </a:t>
            </a:r>
            <a:r>
              <a:rPr lang="zh-CN" altLang="en-US" b="1" dirty="0">
                <a:solidFill>
                  <a:srgbClr val="0F14F1"/>
                </a:solidFill>
              </a:rPr>
              <a:t>对</a:t>
            </a:r>
            <a:r>
              <a:rPr lang="zh-CN" altLang="en-US" dirty="0"/>
              <a:t> </a:t>
            </a:r>
            <a:r>
              <a:rPr lang="en-US" altLang="zh-CN" b="1" dirty="0">
                <a:latin typeface="Courier New" panose="02070309020205020404" pitchFamily="49" charset="0"/>
                <a:cs typeface="Courier New" panose="02070309020205020404" pitchFamily="49" charset="0"/>
              </a:rPr>
              <a:t>d</a:t>
            </a:r>
            <a:r>
              <a:rPr lang="en-US" altLang="zh-CN" dirty="0"/>
              <a:t> </a:t>
            </a:r>
            <a:r>
              <a:rPr lang="zh-CN" altLang="en-US" b="1" dirty="0">
                <a:solidFill>
                  <a:srgbClr val="0F14F1"/>
                </a:solidFill>
              </a:rPr>
              <a:t>递归</a:t>
            </a:r>
          </a:p>
          <a:p>
            <a:endParaRPr lang="en-US" altLang="zh-CN" dirty="0"/>
          </a:p>
          <a:p>
            <a:endParaRPr lang="en-US" altLang="zh-CN" dirty="0"/>
          </a:p>
          <a:p>
            <a:endParaRPr lang="en-US" altLang="zh-CN" dirty="0"/>
          </a:p>
          <a:p>
            <a:endParaRPr lang="zh-CN" altLang="en-US" dirty="0"/>
          </a:p>
        </p:txBody>
      </p:sp>
      <p:sp>
        <p:nvSpPr>
          <p:cNvPr id="16" name="弧形 15">
            <a:extLst>
              <a:ext uri="{FF2B5EF4-FFF2-40B4-BE49-F238E27FC236}">
                <a16:creationId xmlns:a16="http://schemas.microsoft.com/office/drawing/2014/main" id="{05A0BE83-16F6-4B60-8029-84C6E5A2FB2E}"/>
              </a:ext>
            </a:extLst>
          </p:cNvPr>
          <p:cNvSpPr/>
          <p:nvPr/>
        </p:nvSpPr>
        <p:spPr>
          <a:xfrm rot="13355435">
            <a:off x="9744877" y="5077682"/>
            <a:ext cx="550110" cy="661025"/>
          </a:xfrm>
          <a:prstGeom prst="arc">
            <a:avLst/>
          </a:prstGeom>
          <a:ln w="28575">
            <a:solidFill>
              <a:srgbClr val="C0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7" name="文本框 16">
            <a:extLst>
              <a:ext uri="{FF2B5EF4-FFF2-40B4-BE49-F238E27FC236}">
                <a16:creationId xmlns:a16="http://schemas.microsoft.com/office/drawing/2014/main" id="{E56C9881-3983-44D6-BA6D-74ADF08CFFCF}"/>
              </a:ext>
            </a:extLst>
          </p:cNvPr>
          <p:cNvSpPr txBox="1"/>
          <p:nvPr/>
        </p:nvSpPr>
        <p:spPr>
          <a:xfrm>
            <a:off x="8170089" y="3158079"/>
            <a:ext cx="4021875" cy="3693319"/>
          </a:xfrm>
          <a:prstGeom prst="rect">
            <a:avLst/>
          </a:prstGeom>
          <a:solidFill>
            <a:srgbClr val="E2CCE6"/>
          </a:solidFill>
          <a:ln w="12700">
            <a:solidFill>
              <a:srgbClr val="C00000"/>
            </a:solidFill>
          </a:ln>
        </p:spPr>
        <p:txBody>
          <a:bodyPr wrap="square">
            <a:spAutoFit/>
          </a:bodyPr>
          <a:lstStyle/>
          <a:p>
            <a:r>
              <a:rPr lang="en-US" altLang="zh-CN" b="1" dirty="0">
                <a:latin typeface="Courier New" panose="02070309020205020404" pitchFamily="49" charset="0"/>
                <a:cs typeface="Courier New" panose="02070309020205020404" pitchFamily="49" charset="0"/>
              </a:rPr>
              <a:t>  d</a:t>
            </a:r>
          </a:p>
          <a:p>
            <a:endParaRPr lang="en-US" altLang="zh-CN" b="1" dirty="0">
              <a:latin typeface="Courier New" panose="02070309020205020404" pitchFamily="49" charset="0"/>
              <a:cs typeface="Courier New" panose="02070309020205020404" pitchFamily="49" charset="0"/>
            </a:endParaRPr>
          </a:p>
          <a:p>
            <a:endParaRPr lang="en-US" altLang="zh-CN" b="1" dirty="0">
              <a:latin typeface="Courier New" panose="02070309020205020404" pitchFamily="49" charset="0"/>
              <a:cs typeface="Courier New" panose="02070309020205020404" pitchFamily="49" charset="0"/>
            </a:endParaRPr>
          </a:p>
          <a:p>
            <a:r>
              <a:rPr lang="zh-CN" altLang="en-US" b="1" dirty="0">
                <a:latin typeface="Courier New" panose="02070309020205020404" pitchFamily="49" charset="0"/>
                <a:cs typeface="Courier New" panose="02070309020205020404" pitchFamily="49" charset="0"/>
              </a:rPr>
              <a:t>是原子，返回</a:t>
            </a:r>
            <a:endParaRPr lang="en-US" altLang="zh-CN" b="1" dirty="0">
              <a:latin typeface="Courier New" panose="02070309020205020404" pitchFamily="49" charset="0"/>
              <a:cs typeface="Courier New" panose="02070309020205020404" pitchFamily="49" charset="0"/>
            </a:endParaRPr>
          </a:p>
          <a:p>
            <a:r>
              <a:rPr lang="en-US" altLang="zh-CN" sz="1800" b="1" dirty="0">
                <a:latin typeface="Courier New" panose="02070309020205020404" pitchFamily="49" charset="0"/>
                <a:cs typeface="Courier New" panose="02070309020205020404" pitchFamily="49" charset="0"/>
              </a:rPr>
              <a:t>                   </a:t>
            </a:r>
          </a:p>
          <a:p>
            <a:endParaRPr lang="en-US" altLang="zh-CN" b="1" dirty="0">
              <a:latin typeface="Courier New" panose="02070309020205020404" pitchFamily="49" charset="0"/>
              <a:cs typeface="Courier New" panose="02070309020205020404" pitchFamily="49" charset="0"/>
            </a:endParaRPr>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zh-CN" altLang="en-US" dirty="0"/>
          </a:p>
        </p:txBody>
      </p:sp>
      <p:sp>
        <p:nvSpPr>
          <p:cNvPr id="18" name="文本框 17">
            <a:extLst>
              <a:ext uri="{FF2B5EF4-FFF2-40B4-BE49-F238E27FC236}">
                <a16:creationId xmlns:a16="http://schemas.microsoft.com/office/drawing/2014/main" id="{F2EECAD4-F48E-4252-8017-0D4E09F79448}"/>
              </a:ext>
            </a:extLst>
          </p:cNvPr>
          <p:cNvSpPr txBox="1"/>
          <p:nvPr/>
        </p:nvSpPr>
        <p:spPr>
          <a:xfrm>
            <a:off x="8166399" y="3158056"/>
            <a:ext cx="4021875" cy="3693319"/>
          </a:xfrm>
          <a:prstGeom prst="rect">
            <a:avLst/>
          </a:prstGeom>
          <a:solidFill>
            <a:schemeClr val="accent4">
              <a:lumMod val="20000"/>
              <a:lumOff val="80000"/>
            </a:schemeClr>
          </a:solidFill>
          <a:ln w="12700">
            <a:solidFill>
              <a:srgbClr val="C00000"/>
            </a:solidFill>
          </a:ln>
        </p:spPr>
        <p:txBody>
          <a:bodyPr wrap="square">
            <a:spAutoFit/>
          </a:bodyPr>
          <a:lstStyle/>
          <a:p>
            <a:r>
              <a:rPr lang="en-US" altLang="zh-CN" b="1" dirty="0">
                <a:latin typeface="Courier New" panose="02070309020205020404" pitchFamily="49" charset="0"/>
                <a:cs typeface="Courier New" panose="02070309020205020404" pitchFamily="49" charset="0"/>
              </a:rPr>
              <a:t> </a:t>
            </a:r>
            <a:r>
              <a:rPr lang="en-US" altLang="zh-CN" sz="1800" b="1" dirty="0">
                <a:latin typeface="Courier New" panose="02070309020205020404" pitchFamily="49" charset="0"/>
                <a:cs typeface="Courier New" panose="02070309020205020404" pitchFamily="49" charset="0"/>
              </a:rPr>
              <a:t>(</a:t>
            </a:r>
            <a:r>
              <a:rPr lang="en-US" altLang="zh-CN" sz="1800" b="1" dirty="0" err="1">
                <a:latin typeface="Courier New" panose="02070309020205020404" pitchFamily="49" charset="0"/>
                <a:cs typeface="Courier New" panose="02070309020205020404" pitchFamily="49" charset="0"/>
              </a:rPr>
              <a:t>b,c,d</a:t>
            </a:r>
            <a:r>
              <a:rPr lang="en-US" altLang="zh-CN" sz="1800" b="1" dirty="0">
                <a:latin typeface="Courier New" panose="02070309020205020404" pitchFamily="49" charset="0"/>
                <a:cs typeface="Courier New" panose="02070309020205020404" pitchFamily="49" charset="0"/>
              </a:rPr>
              <a:t>)</a:t>
            </a:r>
          </a:p>
          <a:p>
            <a:endParaRPr lang="en-US" altLang="zh-CN" b="1" dirty="0">
              <a:latin typeface="Courier New" panose="02070309020205020404" pitchFamily="49" charset="0"/>
              <a:cs typeface="Courier New" panose="02070309020205020404" pitchFamily="49" charset="0"/>
            </a:endParaRPr>
          </a:p>
          <a:p>
            <a:endParaRPr lang="en-US" altLang="zh-CN" b="1" dirty="0">
              <a:latin typeface="Courier New" panose="02070309020205020404" pitchFamily="49" charset="0"/>
              <a:cs typeface="Courier New" panose="02070309020205020404" pitchFamily="49" charset="0"/>
            </a:endParaRPr>
          </a:p>
          <a:p>
            <a:endParaRPr lang="en-US" altLang="zh-CN" b="1" dirty="0">
              <a:latin typeface="Courier New" panose="02070309020205020404" pitchFamily="49" charset="0"/>
              <a:cs typeface="Courier New" panose="02070309020205020404" pitchFamily="49" charset="0"/>
            </a:endParaRPr>
          </a:p>
          <a:p>
            <a:endParaRPr lang="en-US" altLang="zh-CN" b="1" dirty="0">
              <a:latin typeface="Courier New" panose="02070309020205020404" pitchFamily="49" charset="0"/>
              <a:cs typeface="Courier New" panose="02070309020205020404" pitchFamily="49" charset="0"/>
            </a:endParaRPr>
          </a:p>
          <a:p>
            <a:r>
              <a:rPr lang="en-US" altLang="zh-CN" sz="1800" b="1" dirty="0">
                <a:latin typeface="Courier New" panose="02070309020205020404" pitchFamily="49" charset="0"/>
                <a:cs typeface="Courier New" panose="02070309020205020404" pitchFamily="49" charset="0"/>
              </a:rPr>
              <a:t>                      </a:t>
            </a:r>
            <a:r>
              <a:rPr lang="en-US" altLang="zh-CN" sz="1800" b="1" dirty="0" err="1">
                <a:latin typeface="Courier New" panose="02070309020205020404" pitchFamily="49" charset="0"/>
                <a:cs typeface="Courier New" panose="02070309020205020404" pitchFamily="49" charset="0"/>
              </a:rPr>
              <a:t>b,c,d</a:t>
            </a:r>
            <a:r>
              <a:rPr lang="en-US" altLang="zh-CN" sz="1800" b="1" dirty="0">
                <a:latin typeface="Courier New" panose="02070309020205020404" pitchFamily="49" charset="0"/>
                <a:cs typeface="Courier New" panose="02070309020205020404" pitchFamily="49" charset="0"/>
              </a:rPr>
              <a:t>       </a:t>
            </a:r>
          </a:p>
          <a:p>
            <a:endParaRPr lang="en-US" altLang="zh-CN" b="1" dirty="0">
              <a:latin typeface="Courier New" panose="02070309020205020404" pitchFamily="49" charset="0"/>
              <a:cs typeface="Courier New" panose="02070309020205020404" pitchFamily="49" charset="0"/>
            </a:endParaRPr>
          </a:p>
          <a:p>
            <a:r>
              <a:rPr lang="en-US" altLang="zh-CN" b="1" dirty="0">
                <a:latin typeface="Courier New" panose="02070309020205020404" pitchFamily="49" charset="0"/>
                <a:cs typeface="Courier New" panose="02070309020205020404" pitchFamily="49" charset="0"/>
              </a:rPr>
              <a:t>               d          </a:t>
            </a:r>
            <a:r>
              <a:rPr lang="en-US" altLang="zh-CN" sz="1800" b="1" dirty="0">
                <a:latin typeface="Courier New" panose="02070309020205020404" pitchFamily="49" charset="0"/>
                <a:cs typeface="Courier New" panose="02070309020205020404" pitchFamily="49" charset="0"/>
              </a:rPr>
              <a:t>    </a:t>
            </a:r>
            <a:endParaRPr lang="zh-CN" altLang="en-US" dirty="0"/>
          </a:p>
          <a:p>
            <a:r>
              <a:rPr lang="zh-CN" altLang="en-US" dirty="0"/>
              <a:t>                          </a:t>
            </a:r>
            <a:r>
              <a:rPr lang="zh-CN" altLang="en-US" b="1" dirty="0">
                <a:solidFill>
                  <a:srgbClr val="0F14F1"/>
                </a:solidFill>
              </a:rPr>
              <a:t>表尾串</a:t>
            </a:r>
            <a:r>
              <a:rPr lang="en-US" altLang="zh-CN" b="1" dirty="0">
                <a:solidFill>
                  <a:srgbClr val="0F14F1"/>
                </a:solidFill>
              </a:rPr>
              <a:t>sub</a:t>
            </a:r>
            <a:r>
              <a:rPr lang="zh-CN" altLang="en-US" b="1" dirty="0">
                <a:solidFill>
                  <a:srgbClr val="0F14F1"/>
                </a:solidFill>
              </a:rPr>
              <a:t>已空，返回</a:t>
            </a:r>
          </a:p>
          <a:p>
            <a:endParaRPr lang="en-US" altLang="zh-CN" dirty="0"/>
          </a:p>
          <a:p>
            <a:endParaRPr lang="en-US" altLang="zh-CN" dirty="0"/>
          </a:p>
          <a:p>
            <a:endParaRPr lang="en-US" altLang="zh-CN" dirty="0"/>
          </a:p>
          <a:p>
            <a:endParaRPr lang="zh-CN" altLang="en-US" dirty="0"/>
          </a:p>
        </p:txBody>
      </p:sp>
      <p:sp>
        <p:nvSpPr>
          <p:cNvPr id="19" name="弧形 18">
            <a:extLst>
              <a:ext uri="{FF2B5EF4-FFF2-40B4-BE49-F238E27FC236}">
                <a16:creationId xmlns:a16="http://schemas.microsoft.com/office/drawing/2014/main" id="{BD76B0CE-6038-4519-AAD6-320F72535A63}"/>
              </a:ext>
            </a:extLst>
          </p:cNvPr>
          <p:cNvSpPr/>
          <p:nvPr/>
        </p:nvSpPr>
        <p:spPr>
          <a:xfrm rot="13355435">
            <a:off x="9744877" y="5099984"/>
            <a:ext cx="550110" cy="661025"/>
          </a:xfrm>
          <a:prstGeom prst="arc">
            <a:avLst/>
          </a:prstGeom>
          <a:ln w="28575">
            <a:solidFill>
              <a:srgbClr val="C0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0" name="文本框 19">
            <a:extLst>
              <a:ext uri="{FF2B5EF4-FFF2-40B4-BE49-F238E27FC236}">
                <a16:creationId xmlns:a16="http://schemas.microsoft.com/office/drawing/2014/main" id="{CE3501B8-1284-4199-B8E9-5959AD8109A4}"/>
              </a:ext>
            </a:extLst>
          </p:cNvPr>
          <p:cNvSpPr txBox="1"/>
          <p:nvPr/>
        </p:nvSpPr>
        <p:spPr>
          <a:xfrm>
            <a:off x="8166419" y="3158079"/>
            <a:ext cx="4021875" cy="3693319"/>
          </a:xfrm>
          <a:prstGeom prst="rect">
            <a:avLst/>
          </a:prstGeom>
          <a:solidFill>
            <a:srgbClr val="ECF3FA"/>
          </a:solidFill>
          <a:ln w="12700">
            <a:solidFill>
              <a:srgbClr val="C00000"/>
            </a:solidFill>
          </a:ln>
        </p:spPr>
        <p:txBody>
          <a:bodyPr wrap="square">
            <a:spAutoFit/>
          </a:bodyPr>
          <a:lstStyle/>
          <a:p>
            <a:r>
              <a:rPr lang="en-US" altLang="zh-CN" sz="1800" b="1" dirty="0">
                <a:latin typeface="Courier New" panose="02070309020205020404" pitchFamily="49" charset="0"/>
                <a:cs typeface="Courier New" panose="02070309020205020404" pitchFamily="49" charset="0"/>
              </a:rPr>
              <a:t>(a,(</a:t>
            </a:r>
            <a:r>
              <a:rPr lang="en-US" altLang="zh-CN" sz="1800" b="1" dirty="0" err="1">
                <a:latin typeface="Courier New" panose="02070309020205020404" pitchFamily="49" charset="0"/>
                <a:cs typeface="Courier New" panose="02070309020205020404" pitchFamily="49" charset="0"/>
              </a:rPr>
              <a:t>b,c,d</a:t>
            </a:r>
            <a:r>
              <a:rPr lang="en-US" altLang="zh-CN" sz="1800" b="1" dirty="0">
                <a:latin typeface="Courier New" panose="02070309020205020404" pitchFamily="49" charset="0"/>
                <a:cs typeface="Courier New" panose="02070309020205020404" pitchFamily="49" charset="0"/>
              </a:rPr>
              <a:t>))</a:t>
            </a:r>
          </a:p>
          <a:p>
            <a:endParaRPr lang="en-US" altLang="zh-CN" b="1" dirty="0">
              <a:latin typeface="Courier New" panose="02070309020205020404" pitchFamily="49" charset="0"/>
              <a:cs typeface="Courier New" panose="02070309020205020404" pitchFamily="49" charset="0"/>
            </a:endParaRPr>
          </a:p>
          <a:p>
            <a:endParaRPr lang="en-US" altLang="zh-CN" b="1" dirty="0">
              <a:latin typeface="Courier New" panose="02070309020205020404" pitchFamily="49" charset="0"/>
              <a:cs typeface="Courier New" panose="02070309020205020404" pitchFamily="49" charset="0"/>
            </a:endParaRPr>
          </a:p>
          <a:p>
            <a:endParaRPr lang="en-US" altLang="zh-CN" b="1" dirty="0">
              <a:latin typeface="Courier New" panose="02070309020205020404" pitchFamily="49" charset="0"/>
              <a:cs typeface="Courier New" panose="02070309020205020404" pitchFamily="49" charset="0"/>
            </a:endParaRPr>
          </a:p>
          <a:p>
            <a:endParaRPr lang="en-US" altLang="zh-CN" b="1" dirty="0">
              <a:latin typeface="Courier New" panose="02070309020205020404" pitchFamily="49" charset="0"/>
              <a:cs typeface="Courier New" panose="02070309020205020404" pitchFamily="49" charset="0"/>
            </a:endParaRPr>
          </a:p>
          <a:p>
            <a:r>
              <a:rPr lang="en-US" altLang="zh-CN" sz="1800" b="1" dirty="0">
                <a:latin typeface="Courier New" panose="02070309020205020404" pitchFamily="49" charset="0"/>
                <a:cs typeface="Courier New" panose="02070309020205020404" pitchFamily="49" charset="0"/>
              </a:rPr>
              <a:t>                   </a:t>
            </a:r>
          </a:p>
          <a:p>
            <a:endParaRPr lang="en-US" altLang="zh-CN" b="1" dirty="0">
              <a:latin typeface="Courier New" panose="02070309020205020404" pitchFamily="49" charset="0"/>
              <a:cs typeface="Courier New" panose="02070309020205020404" pitchFamily="49" charset="0"/>
            </a:endParaRPr>
          </a:p>
          <a:p>
            <a:r>
              <a:rPr lang="en-US" altLang="zh-CN" b="1" dirty="0">
                <a:latin typeface="Courier New" panose="02070309020205020404" pitchFamily="49" charset="0"/>
                <a:cs typeface="Courier New" panose="02070309020205020404" pitchFamily="49" charset="0"/>
              </a:rPr>
              <a:t>           </a:t>
            </a:r>
            <a:r>
              <a:rPr lang="en-US" altLang="zh-CN" sz="1800" b="1" dirty="0">
                <a:latin typeface="Courier New" panose="02070309020205020404" pitchFamily="49" charset="0"/>
                <a:cs typeface="Courier New" panose="02070309020205020404" pitchFamily="49" charset="0"/>
              </a:rPr>
              <a:t>(</a:t>
            </a:r>
            <a:r>
              <a:rPr lang="en-US" altLang="zh-CN" sz="1800" b="1" dirty="0" err="1">
                <a:latin typeface="Courier New" panose="02070309020205020404" pitchFamily="49" charset="0"/>
                <a:cs typeface="Courier New" panose="02070309020205020404" pitchFamily="49" charset="0"/>
              </a:rPr>
              <a:t>b,c,d</a:t>
            </a:r>
            <a:r>
              <a:rPr lang="en-US" altLang="zh-CN" sz="1800" b="1" dirty="0">
                <a:latin typeface="Courier New" panose="02070309020205020404" pitchFamily="49" charset="0"/>
                <a:cs typeface="Courier New" panose="02070309020205020404" pitchFamily="49" charset="0"/>
              </a:rPr>
              <a:t>)    </a:t>
            </a:r>
            <a:endParaRPr lang="zh-CN" altLang="en-US" dirty="0"/>
          </a:p>
          <a:p>
            <a:r>
              <a:rPr lang="zh-CN" altLang="en-US" b="1" dirty="0">
                <a:solidFill>
                  <a:srgbClr val="0F14F1"/>
                </a:solidFill>
              </a:rPr>
              <a:t>                         表尾串</a:t>
            </a:r>
            <a:r>
              <a:rPr lang="en-US" altLang="zh-CN" b="1" dirty="0">
                <a:solidFill>
                  <a:srgbClr val="0F14F1"/>
                </a:solidFill>
              </a:rPr>
              <a:t>sub</a:t>
            </a:r>
            <a:r>
              <a:rPr lang="zh-CN" altLang="en-US" b="1" dirty="0">
                <a:solidFill>
                  <a:srgbClr val="0F14F1"/>
                </a:solidFill>
              </a:rPr>
              <a:t>已空，返回</a:t>
            </a:r>
          </a:p>
          <a:p>
            <a:endParaRPr lang="en-US" altLang="zh-CN" dirty="0"/>
          </a:p>
          <a:p>
            <a:endParaRPr lang="en-US" altLang="zh-CN" dirty="0"/>
          </a:p>
          <a:p>
            <a:endParaRPr lang="en-US" altLang="zh-CN" dirty="0"/>
          </a:p>
          <a:p>
            <a:endParaRPr lang="zh-CN" altLang="en-US" dirty="0"/>
          </a:p>
        </p:txBody>
      </p:sp>
      <p:sp>
        <p:nvSpPr>
          <p:cNvPr id="21" name="弧形 20">
            <a:extLst>
              <a:ext uri="{FF2B5EF4-FFF2-40B4-BE49-F238E27FC236}">
                <a16:creationId xmlns:a16="http://schemas.microsoft.com/office/drawing/2014/main" id="{A048A671-D9AB-4233-B6C5-F1847BE54FA3}"/>
              </a:ext>
            </a:extLst>
          </p:cNvPr>
          <p:cNvSpPr/>
          <p:nvPr/>
        </p:nvSpPr>
        <p:spPr>
          <a:xfrm rot="13355435">
            <a:off x="9640801" y="5099984"/>
            <a:ext cx="550110" cy="661025"/>
          </a:xfrm>
          <a:prstGeom prst="arc">
            <a:avLst/>
          </a:prstGeom>
          <a:ln w="28575">
            <a:solidFill>
              <a:srgbClr val="C0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2" name="文本框 21">
            <a:extLst>
              <a:ext uri="{FF2B5EF4-FFF2-40B4-BE49-F238E27FC236}">
                <a16:creationId xmlns:a16="http://schemas.microsoft.com/office/drawing/2014/main" id="{9AA771A4-C106-40FE-8228-752A726378A3}"/>
              </a:ext>
            </a:extLst>
          </p:cNvPr>
          <p:cNvSpPr txBox="1"/>
          <p:nvPr/>
        </p:nvSpPr>
        <p:spPr>
          <a:xfrm>
            <a:off x="8170125" y="3158033"/>
            <a:ext cx="4021875" cy="3693319"/>
          </a:xfrm>
          <a:prstGeom prst="rect">
            <a:avLst/>
          </a:prstGeom>
          <a:solidFill>
            <a:schemeClr val="bg1"/>
          </a:solidFill>
          <a:ln w="12700">
            <a:solidFill>
              <a:srgbClr val="C00000"/>
            </a:solidFill>
          </a:ln>
        </p:spPr>
        <p:txBody>
          <a:bodyPr wrap="square">
            <a:spAutoFit/>
          </a:bodyPr>
          <a:lstStyle/>
          <a:p>
            <a:pPr algn="ctr"/>
            <a:endParaRPr lang="en-US" altLang="zh-CN" sz="1800" b="1" dirty="0">
              <a:latin typeface="Courier New" panose="02070309020205020404" pitchFamily="49" charset="0"/>
              <a:cs typeface="Courier New" panose="02070309020205020404" pitchFamily="49" charset="0"/>
            </a:endParaRPr>
          </a:p>
          <a:p>
            <a:pPr algn="ctr"/>
            <a:endParaRPr lang="en-US" altLang="zh-CN" b="1" dirty="0">
              <a:latin typeface="Courier New" panose="02070309020205020404" pitchFamily="49" charset="0"/>
              <a:cs typeface="Courier New" panose="02070309020205020404" pitchFamily="49" charset="0"/>
            </a:endParaRPr>
          </a:p>
          <a:p>
            <a:pPr algn="ctr"/>
            <a:endParaRPr lang="en-US" altLang="zh-CN" b="1" dirty="0">
              <a:latin typeface="Courier New" panose="02070309020205020404" pitchFamily="49" charset="0"/>
              <a:cs typeface="Courier New" panose="02070309020205020404" pitchFamily="49" charset="0"/>
            </a:endParaRPr>
          </a:p>
          <a:p>
            <a:pPr algn="ctr"/>
            <a:endParaRPr lang="en-US" altLang="zh-CN" b="1" dirty="0">
              <a:latin typeface="Courier New" panose="02070309020205020404" pitchFamily="49" charset="0"/>
              <a:cs typeface="Courier New" panose="02070309020205020404" pitchFamily="49" charset="0"/>
            </a:endParaRPr>
          </a:p>
          <a:p>
            <a:pPr algn="ctr"/>
            <a:r>
              <a:rPr lang="zh-CN" altLang="en-US" b="1" dirty="0">
                <a:solidFill>
                  <a:srgbClr val="0F14F1"/>
                </a:solidFill>
              </a:rPr>
              <a:t>  算法结束</a:t>
            </a:r>
            <a:endParaRPr lang="en-US" altLang="zh-CN" dirty="0"/>
          </a:p>
          <a:p>
            <a:pPr algn="ctr"/>
            <a:endParaRPr lang="en-US" altLang="zh-CN" dirty="0"/>
          </a:p>
          <a:p>
            <a:pPr algn="ctr"/>
            <a:endParaRPr lang="en-US" altLang="zh-CN" dirty="0"/>
          </a:p>
          <a:p>
            <a:pPr algn="ctr"/>
            <a:endParaRPr lang="en-US" altLang="zh-CN" dirty="0"/>
          </a:p>
          <a:p>
            <a:pPr algn="ctr"/>
            <a:endParaRPr lang="en-US" altLang="zh-CN" dirty="0"/>
          </a:p>
          <a:p>
            <a:pPr algn="ctr"/>
            <a:endParaRPr lang="en-US" altLang="zh-CN" dirty="0"/>
          </a:p>
          <a:p>
            <a:pPr algn="ctr"/>
            <a:endParaRPr lang="en-US" altLang="zh-CN" dirty="0"/>
          </a:p>
          <a:p>
            <a:pPr algn="ctr"/>
            <a:endParaRPr lang="en-US" altLang="zh-CN" dirty="0"/>
          </a:p>
          <a:p>
            <a:pPr algn="ctr"/>
            <a:endParaRPr lang="zh-CN" altLang="en-US" dirty="0"/>
          </a:p>
        </p:txBody>
      </p:sp>
      <p:sp>
        <p:nvSpPr>
          <p:cNvPr id="23" name="矩形: 圆角 22">
            <a:extLst>
              <a:ext uri="{FF2B5EF4-FFF2-40B4-BE49-F238E27FC236}">
                <a16:creationId xmlns:a16="http://schemas.microsoft.com/office/drawing/2014/main" id="{11854C5B-83A5-4347-901B-A557E1E3D5E2}"/>
              </a:ext>
            </a:extLst>
          </p:cNvPr>
          <p:cNvSpPr/>
          <p:nvPr/>
        </p:nvSpPr>
        <p:spPr>
          <a:xfrm>
            <a:off x="1413295" y="296854"/>
            <a:ext cx="5646091" cy="425560"/>
          </a:xfrm>
          <a:prstGeom prst="roundRect">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200" b="1" dirty="0">
                <a:solidFill>
                  <a:srgbClr val="C00000"/>
                </a:solidFill>
                <a:effectLst>
                  <a:outerShdw blurRad="38100" dist="38100" dir="2700000" algn="tl">
                    <a:srgbClr val="000000">
                      <a:alpha val="43137"/>
                    </a:srgbClr>
                  </a:outerShdw>
                </a:effectLst>
                <a:latin typeface="+mn-ea"/>
                <a:cs typeface="Courier New" panose="02070309020205020404" pitchFamily="49" charset="0"/>
              </a:rPr>
              <a:t>算法</a:t>
            </a:r>
            <a:r>
              <a:rPr lang="en-US" altLang="zh-CN" sz="2200" b="1" dirty="0">
                <a:solidFill>
                  <a:srgbClr val="C00000"/>
                </a:solidFill>
                <a:effectLst>
                  <a:outerShdw blurRad="38100" dist="38100" dir="2700000" algn="tl">
                    <a:srgbClr val="000000">
                      <a:alpha val="43137"/>
                    </a:srgbClr>
                  </a:outerShdw>
                </a:effectLst>
                <a:latin typeface="+mn-ea"/>
                <a:cs typeface="Courier New" panose="02070309020205020404" pitchFamily="49" charset="0"/>
              </a:rPr>
              <a:t>5.10 </a:t>
            </a:r>
            <a:r>
              <a:rPr lang="zh-CN" altLang="en-US" sz="2200" b="1" dirty="0">
                <a:solidFill>
                  <a:srgbClr val="0F14F1"/>
                </a:solidFill>
                <a:effectLst>
                  <a:outerShdw blurRad="38100" dist="38100" dir="2700000" algn="tl">
                    <a:srgbClr val="000000">
                      <a:alpha val="43137"/>
                    </a:srgbClr>
                  </a:outerShdw>
                </a:effectLst>
                <a:latin typeface="+mn-ea"/>
                <a:cs typeface="Courier New" panose="02070309020205020404" pitchFamily="49" charset="0"/>
              </a:rPr>
              <a:t>和 </a:t>
            </a:r>
            <a:r>
              <a:rPr lang="en-US" altLang="zh-CN" sz="2200" b="1" dirty="0">
                <a:solidFill>
                  <a:srgbClr val="C00000"/>
                </a:solidFill>
                <a:effectLst>
                  <a:outerShdw blurRad="38100" dist="38100" dir="2700000" algn="tl">
                    <a:srgbClr val="000000">
                      <a:alpha val="43137"/>
                    </a:srgbClr>
                  </a:outerShdw>
                </a:effectLst>
                <a:latin typeface="+mn-ea"/>
                <a:cs typeface="Courier New" panose="02070309020205020404" pitchFamily="49" charset="0"/>
              </a:rPr>
              <a:t>5.11  </a:t>
            </a:r>
            <a:r>
              <a:rPr lang="zh-CN" altLang="en-US" sz="2200" b="1" dirty="0">
                <a:solidFill>
                  <a:srgbClr val="0F14F1"/>
                </a:solidFill>
                <a:effectLst>
                  <a:outerShdw blurRad="38100" dist="38100" dir="2700000" algn="tl">
                    <a:srgbClr val="000000">
                      <a:alpha val="43137"/>
                    </a:srgbClr>
                  </a:outerShdw>
                </a:effectLst>
                <a:latin typeface="+mn-ea"/>
                <a:cs typeface="Courier New" panose="02070309020205020404" pitchFamily="49" charset="0"/>
              </a:rPr>
              <a:t>构建广义表的存储结构</a:t>
            </a:r>
            <a:endParaRPr lang="zh-CN" altLang="en-US" sz="2200" dirty="0">
              <a:solidFill>
                <a:srgbClr val="0F14F1"/>
              </a:solidFill>
              <a:effectLst>
                <a:outerShdw blurRad="38100" dist="38100" dir="2700000" algn="tl">
                  <a:srgbClr val="000000">
                    <a:alpha val="43137"/>
                  </a:srgbClr>
                </a:outerShdw>
              </a:effectLst>
            </a:endParaRPr>
          </a:p>
        </p:txBody>
      </p:sp>
      <p:grpSp>
        <p:nvGrpSpPr>
          <p:cNvPr id="24" name="组合 23">
            <a:extLst>
              <a:ext uri="{FF2B5EF4-FFF2-40B4-BE49-F238E27FC236}">
                <a16:creationId xmlns:a16="http://schemas.microsoft.com/office/drawing/2014/main" id="{885411F1-1F2A-4B37-832F-31334C87E1EE}"/>
              </a:ext>
            </a:extLst>
          </p:cNvPr>
          <p:cNvGrpSpPr>
            <a:grpSpLocks/>
          </p:cNvGrpSpPr>
          <p:nvPr/>
        </p:nvGrpSpPr>
        <p:grpSpPr bwMode="auto">
          <a:xfrm>
            <a:off x="8484994" y="999220"/>
            <a:ext cx="585261" cy="307259"/>
            <a:chOff x="2285" y="1173"/>
            <a:chExt cx="812" cy="244"/>
          </a:xfrm>
        </p:grpSpPr>
        <p:sp>
          <p:nvSpPr>
            <p:cNvPr id="25" name="矩形 133126">
              <a:extLst>
                <a:ext uri="{FF2B5EF4-FFF2-40B4-BE49-F238E27FC236}">
                  <a16:creationId xmlns:a16="http://schemas.microsoft.com/office/drawing/2014/main" id="{8C9FC405-0EE4-471F-8266-9B61D2FB8A45}"/>
                </a:ext>
              </a:extLst>
            </p:cNvPr>
            <p:cNvSpPr>
              <a:spLocks noChangeArrowheads="1"/>
            </p:cNvSpPr>
            <p:nvPr/>
          </p:nvSpPr>
          <p:spPr bwMode="auto">
            <a:xfrm>
              <a:off x="2285" y="1173"/>
              <a:ext cx="812" cy="244"/>
            </a:xfrm>
            <a:prstGeom prst="rect">
              <a:avLst/>
            </a:prstGeom>
            <a:solidFill>
              <a:schemeClr val="accent6">
                <a:lumMod val="20000"/>
                <a:lumOff val="80000"/>
              </a:schemeClr>
            </a:solidFill>
            <a:ln w="28575">
              <a:solidFill>
                <a:schemeClr val="accent6">
                  <a:lumMod val="50000"/>
                </a:schemeClr>
              </a:solidFill>
              <a:miter lim="800000"/>
              <a:headEnd/>
              <a:tailEnd/>
            </a:ln>
          </p:spPr>
          <p:txBody>
            <a:bodyPr wrap="square" lIns="36000" tIns="0" rIns="36000" bIns="0">
              <a:spAutoFit/>
            </a:bodyPr>
            <a:lstStyle/>
            <a:p>
              <a:r>
                <a:rPr lang="en-US" altLang="zh-CN" sz="2000" b="1" u="none" dirty="0">
                  <a:solidFill>
                    <a:srgbClr val="0000FF"/>
                  </a:solidFill>
                  <a:ea typeface="楷体_GB2312" pitchFamily="49" charset="-122"/>
                </a:rPr>
                <a:t>1           </a:t>
              </a:r>
              <a:endParaRPr lang="en-US" altLang="zh-CN" sz="2000" u="none" dirty="0">
                <a:ea typeface="楷体_GB2312" pitchFamily="49" charset="-122"/>
              </a:endParaRPr>
            </a:p>
          </p:txBody>
        </p:sp>
        <p:sp>
          <p:nvSpPr>
            <p:cNvPr id="26" name="直接连接符 133127">
              <a:extLst>
                <a:ext uri="{FF2B5EF4-FFF2-40B4-BE49-F238E27FC236}">
                  <a16:creationId xmlns:a16="http://schemas.microsoft.com/office/drawing/2014/main" id="{55054350-2977-4932-A0D9-096189CCA1A4}"/>
                </a:ext>
              </a:extLst>
            </p:cNvPr>
            <p:cNvSpPr>
              <a:spLocks noChangeShapeType="1"/>
            </p:cNvSpPr>
            <p:nvPr/>
          </p:nvSpPr>
          <p:spPr bwMode="auto">
            <a:xfrm flipH="1">
              <a:off x="2568" y="1178"/>
              <a:ext cx="0" cy="230"/>
            </a:xfrm>
            <a:prstGeom prst="line">
              <a:avLst/>
            </a:prstGeom>
            <a:noFill/>
            <a:ln w="12700">
              <a:solidFill>
                <a:schemeClr val="accent6">
                  <a:lumMod val="50000"/>
                </a:schemeClr>
              </a:solidFill>
              <a:round/>
              <a:headEnd/>
              <a:tailEnd/>
            </a:ln>
            <a:extLst>
              <a:ext uri="{909E8E84-426E-40DD-AFC4-6F175D3DCCD1}">
                <a14:hiddenFill xmlns:a14="http://schemas.microsoft.com/office/drawing/2010/main">
                  <a:noFill/>
                </a14:hiddenFill>
              </a:ext>
            </a:extLst>
          </p:spPr>
          <p:txBody>
            <a:bodyPr lIns="0" tIns="0" rIns="36000" bIns="0"/>
            <a:lstStyle/>
            <a:p>
              <a:endParaRPr lang="zh-CN" altLang="en-US" sz="2000"/>
            </a:p>
          </p:txBody>
        </p:sp>
        <p:sp>
          <p:nvSpPr>
            <p:cNvPr id="27" name="直接连接符 133128">
              <a:extLst>
                <a:ext uri="{FF2B5EF4-FFF2-40B4-BE49-F238E27FC236}">
                  <a16:creationId xmlns:a16="http://schemas.microsoft.com/office/drawing/2014/main" id="{44C9A21F-13FC-4FE4-9788-EC9DFCAE3F3E}"/>
                </a:ext>
              </a:extLst>
            </p:cNvPr>
            <p:cNvSpPr>
              <a:spLocks noChangeShapeType="1"/>
            </p:cNvSpPr>
            <p:nvPr/>
          </p:nvSpPr>
          <p:spPr bwMode="auto">
            <a:xfrm flipH="1">
              <a:off x="2842" y="1176"/>
              <a:ext cx="0" cy="233"/>
            </a:xfrm>
            <a:prstGeom prst="line">
              <a:avLst/>
            </a:prstGeom>
            <a:noFill/>
            <a:ln w="12700">
              <a:solidFill>
                <a:schemeClr val="accent6">
                  <a:lumMod val="50000"/>
                </a:schemeClr>
              </a:solidFill>
              <a:round/>
              <a:headEnd/>
              <a:tailEnd/>
            </a:ln>
            <a:extLst>
              <a:ext uri="{909E8E84-426E-40DD-AFC4-6F175D3DCCD1}">
                <a14:hiddenFill xmlns:a14="http://schemas.microsoft.com/office/drawing/2010/main">
                  <a:noFill/>
                </a14:hiddenFill>
              </a:ext>
            </a:extLst>
          </p:spPr>
          <p:txBody>
            <a:bodyPr lIns="0" tIns="0" rIns="36000" bIns="0"/>
            <a:lstStyle/>
            <a:p>
              <a:endParaRPr lang="zh-CN" altLang="en-US" sz="2000"/>
            </a:p>
          </p:txBody>
        </p:sp>
      </p:grpSp>
      <p:sp>
        <p:nvSpPr>
          <p:cNvPr id="28" name="直接连接符 27">
            <a:extLst>
              <a:ext uri="{FF2B5EF4-FFF2-40B4-BE49-F238E27FC236}">
                <a16:creationId xmlns:a16="http://schemas.microsoft.com/office/drawing/2014/main" id="{7BDDA406-8857-485E-A429-A395F9C2CE92}"/>
              </a:ext>
            </a:extLst>
          </p:cNvPr>
          <p:cNvSpPr>
            <a:spLocks noChangeShapeType="1"/>
          </p:cNvSpPr>
          <p:nvPr/>
        </p:nvSpPr>
        <p:spPr bwMode="auto">
          <a:xfrm>
            <a:off x="8790444" y="1150100"/>
            <a:ext cx="2" cy="416106"/>
          </a:xfrm>
          <a:prstGeom prst="line">
            <a:avLst/>
          </a:prstGeom>
          <a:noFill/>
          <a:ln w="28575">
            <a:solidFill>
              <a:srgbClr val="C00000"/>
            </a:solidFill>
            <a:round/>
            <a:headEnd type="oval" w="med" len="med"/>
            <a:tailEnd type="triangle" w="med" len="lg"/>
          </a:ln>
          <a:extLst>
            <a:ext uri="{909E8E84-426E-40DD-AFC4-6F175D3DCCD1}">
              <a14:hiddenFill xmlns:a14="http://schemas.microsoft.com/office/drawing/2010/main">
                <a:noFill/>
              </a14:hiddenFill>
            </a:ext>
          </a:extLst>
        </p:spPr>
        <p:txBody>
          <a:bodyPr lIns="0" tIns="0" rIns="36000" bIns="0"/>
          <a:lstStyle/>
          <a:p>
            <a:endParaRPr lang="zh-CN" altLang="en-US" sz="2000"/>
          </a:p>
        </p:txBody>
      </p:sp>
      <p:sp>
        <p:nvSpPr>
          <p:cNvPr id="29" name="直接连接符 28">
            <a:extLst>
              <a:ext uri="{FF2B5EF4-FFF2-40B4-BE49-F238E27FC236}">
                <a16:creationId xmlns:a16="http://schemas.microsoft.com/office/drawing/2014/main" id="{44E64AFD-A160-4A01-8D5B-CCC5A99156A4}"/>
              </a:ext>
            </a:extLst>
          </p:cNvPr>
          <p:cNvSpPr>
            <a:spLocks noChangeShapeType="1"/>
          </p:cNvSpPr>
          <p:nvPr/>
        </p:nvSpPr>
        <p:spPr bwMode="auto">
          <a:xfrm flipV="1">
            <a:off x="8992092" y="1158617"/>
            <a:ext cx="487374" cy="3683"/>
          </a:xfrm>
          <a:prstGeom prst="line">
            <a:avLst/>
          </a:prstGeom>
          <a:noFill/>
          <a:ln w="28575">
            <a:solidFill>
              <a:srgbClr val="0000FF"/>
            </a:solidFill>
            <a:round/>
            <a:headEnd type="oval" w="med" len="med"/>
            <a:tailEnd type="triangle" w="med" len="lg"/>
          </a:ln>
          <a:extLst>
            <a:ext uri="{909E8E84-426E-40DD-AFC4-6F175D3DCCD1}">
              <a14:hiddenFill xmlns:a14="http://schemas.microsoft.com/office/drawing/2010/main">
                <a:noFill/>
              </a14:hiddenFill>
            </a:ext>
          </a:extLst>
        </p:spPr>
        <p:txBody>
          <a:bodyPr lIns="0" tIns="0" rIns="36000" bIns="0"/>
          <a:lstStyle/>
          <a:p>
            <a:endParaRPr lang="zh-CN" altLang="en-US" sz="2000"/>
          </a:p>
        </p:txBody>
      </p:sp>
      <p:grpSp>
        <p:nvGrpSpPr>
          <p:cNvPr id="30" name="组合 29">
            <a:extLst>
              <a:ext uri="{FF2B5EF4-FFF2-40B4-BE49-F238E27FC236}">
                <a16:creationId xmlns:a16="http://schemas.microsoft.com/office/drawing/2014/main" id="{21F8B111-5C2A-45D8-872B-45654202C9F3}"/>
              </a:ext>
            </a:extLst>
          </p:cNvPr>
          <p:cNvGrpSpPr>
            <a:grpSpLocks/>
          </p:cNvGrpSpPr>
          <p:nvPr/>
        </p:nvGrpSpPr>
        <p:grpSpPr bwMode="auto">
          <a:xfrm>
            <a:off x="9479466" y="993102"/>
            <a:ext cx="585261" cy="307259"/>
            <a:chOff x="2304" y="1172"/>
            <a:chExt cx="812" cy="244"/>
          </a:xfrm>
        </p:grpSpPr>
        <p:sp>
          <p:nvSpPr>
            <p:cNvPr id="31" name="矩形 133126">
              <a:extLst>
                <a:ext uri="{FF2B5EF4-FFF2-40B4-BE49-F238E27FC236}">
                  <a16:creationId xmlns:a16="http://schemas.microsoft.com/office/drawing/2014/main" id="{6098EF72-D563-4164-98ED-4B7795B51D57}"/>
                </a:ext>
              </a:extLst>
            </p:cNvPr>
            <p:cNvSpPr>
              <a:spLocks noChangeArrowheads="1"/>
            </p:cNvSpPr>
            <p:nvPr/>
          </p:nvSpPr>
          <p:spPr bwMode="auto">
            <a:xfrm>
              <a:off x="2304" y="1172"/>
              <a:ext cx="812" cy="244"/>
            </a:xfrm>
            <a:prstGeom prst="rect">
              <a:avLst/>
            </a:prstGeom>
            <a:solidFill>
              <a:schemeClr val="accent6">
                <a:lumMod val="20000"/>
                <a:lumOff val="80000"/>
              </a:schemeClr>
            </a:solidFill>
            <a:ln w="28575">
              <a:solidFill>
                <a:schemeClr val="accent6">
                  <a:lumMod val="50000"/>
                </a:schemeClr>
              </a:solidFill>
              <a:miter lim="800000"/>
              <a:headEnd/>
              <a:tailEnd/>
            </a:ln>
          </p:spPr>
          <p:txBody>
            <a:bodyPr wrap="square" lIns="36000" tIns="0" rIns="36000" bIns="0">
              <a:spAutoFit/>
            </a:bodyPr>
            <a:lstStyle/>
            <a:p>
              <a:r>
                <a:rPr lang="en-US" altLang="zh-CN" sz="2000" b="1" u="none" dirty="0">
                  <a:solidFill>
                    <a:srgbClr val="0000FF"/>
                  </a:solidFill>
                  <a:ea typeface="楷体_GB2312" pitchFamily="49" charset="-122"/>
                </a:rPr>
                <a:t>1           </a:t>
              </a:r>
              <a:endParaRPr lang="en-US" altLang="zh-CN" sz="2000" u="none" dirty="0">
                <a:ea typeface="楷体_GB2312" pitchFamily="49" charset="-122"/>
              </a:endParaRPr>
            </a:p>
          </p:txBody>
        </p:sp>
        <p:sp>
          <p:nvSpPr>
            <p:cNvPr id="32" name="直接连接符 133127">
              <a:extLst>
                <a:ext uri="{FF2B5EF4-FFF2-40B4-BE49-F238E27FC236}">
                  <a16:creationId xmlns:a16="http://schemas.microsoft.com/office/drawing/2014/main" id="{5DAB842F-B94C-4CF2-A188-006524D1F9CA}"/>
                </a:ext>
              </a:extLst>
            </p:cNvPr>
            <p:cNvSpPr>
              <a:spLocks noChangeShapeType="1"/>
            </p:cNvSpPr>
            <p:nvPr/>
          </p:nvSpPr>
          <p:spPr bwMode="auto">
            <a:xfrm>
              <a:off x="2579" y="1181"/>
              <a:ext cx="0" cy="233"/>
            </a:xfrm>
            <a:prstGeom prst="line">
              <a:avLst/>
            </a:prstGeom>
            <a:noFill/>
            <a:ln w="12700">
              <a:solidFill>
                <a:schemeClr val="accent6">
                  <a:lumMod val="50000"/>
                </a:schemeClr>
              </a:solidFill>
              <a:round/>
              <a:headEnd/>
              <a:tailEnd/>
            </a:ln>
            <a:extLst>
              <a:ext uri="{909E8E84-426E-40DD-AFC4-6F175D3DCCD1}">
                <a14:hiddenFill xmlns:a14="http://schemas.microsoft.com/office/drawing/2010/main">
                  <a:noFill/>
                </a14:hiddenFill>
              </a:ext>
            </a:extLst>
          </p:spPr>
          <p:txBody>
            <a:bodyPr lIns="0" tIns="0" rIns="36000" bIns="0"/>
            <a:lstStyle/>
            <a:p>
              <a:endParaRPr lang="zh-CN" altLang="en-US" sz="2000"/>
            </a:p>
          </p:txBody>
        </p:sp>
        <p:sp>
          <p:nvSpPr>
            <p:cNvPr id="33" name="直接连接符 133128">
              <a:extLst>
                <a:ext uri="{FF2B5EF4-FFF2-40B4-BE49-F238E27FC236}">
                  <a16:creationId xmlns:a16="http://schemas.microsoft.com/office/drawing/2014/main" id="{EF8D0AD2-A8F4-4D62-B616-3E9A4C7806A7}"/>
                </a:ext>
              </a:extLst>
            </p:cNvPr>
            <p:cNvSpPr>
              <a:spLocks noChangeShapeType="1"/>
            </p:cNvSpPr>
            <p:nvPr/>
          </p:nvSpPr>
          <p:spPr bwMode="auto">
            <a:xfrm flipH="1">
              <a:off x="2842" y="1176"/>
              <a:ext cx="0" cy="233"/>
            </a:xfrm>
            <a:prstGeom prst="line">
              <a:avLst/>
            </a:prstGeom>
            <a:noFill/>
            <a:ln w="12700">
              <a:solidFill>
                <a:schemeClr val="accent6">
                  <a:lumMod val="50000"/>
                </a:schemeClr>
              </a:solidFill>
              <a:round/>
              <a:headEnd/>
              <a:tailEnd/>
            </a:ln>
            <a:extLst>
              <a:ext uri="{909E8E84-426E-40DD-AFC4-6F175D3DCCD1}">
                <a14:hiddenFill xmlns:a14="http://schemas.microsoft.com/office/drawing/2010/main">
                  <a:noFill/>
                </a14:hiddenFill>
              </a:ext>
            </a:extLst>
          </p:spPr>
          <p:txBody>
            <a:bodyPr lIns="0" tIns="0" rIns="36000" bIns="0"/>
            <a:lstStyle/>
            <a:p>
              <a:endParaRPr lang="zh-CN" altLang="en-US" sz="2000"/>
            </a:p>
          </p:txBody>
        </p:sp>
      </p:grpSp>
      <p:sp>
        <p:nvSpPr>
          <p:cNvPr id="34" name="直接连接符 33">
            <a:extLst>
              <a:ext uri="{FF2B5EF4-FFF2-40B4-BE49-F238E27FC236}">
                <a16:creationId xmlns:a16="http://schemas.microsoft.com/office/drawing/2014/main" id="{A50D174C-4325-4D57-BB18-B5DA5C2B1E3F}"/>
              </a:ext>
            </a:extLst>
          </p:cNvPr>
          <p:cNvSpPr>
            <a:spLocks noChangeShapeType="1"/>
          </p:cNvSpPr>
          <p:nvPr/>
        </p:nvSpPr>
        <p:spPr bwMode="auto">
          <a:xfrm>
            <a:off x="9774799" y="1158618"/>
            <a:ext cx="2" cy="416106"/>
          </a:xfrm>
          <a:prstGeom prst="line">
            <a:avLst/>
          </a:prstGeom>
          <a:noFill/>
          <a:ln w="28575">
            <a:solidFill>
              <a:srgbClr val="C00000"/>
            </a:solidFill>
            <a:round/>
            <a:headEnd type="oval" w="med" len="med"/>
            <a:tailEnd type="triangle" w="med" len="lg"/>
          </a:ln>
          <a:extLst>
            <a:ext uri="{909E8E84-426E-40DD-AFC4-6F175D3DCCD1}">
              <a14:hiddenFill xmlns:a14="http://schemas.microsoft.com/office/drawing/2010/main">
                <a:noFill/>
              </a14:hiddenFill>
            </a:ext>
          </a:extLst>
        </p:spPr>
        <p:txBody>
          <a:bodyPr lIns="0" tIns="0" rIns="36000" bIns="0"/>
          <a:lstStyle/>
          <a:p>
            <a:endParaRPr lang="zh-CN" altLang="en-US" sz="2000"/>
          </a:p>
        </p:txBody>
      </p:sp>
      <p:grpSp>
        <p:nvGrpSpPr>
          <p:cNvPr id="35" name="组合 34">
            <a:extLst>
              <a:ext uri="{FF2B5EF4-FFF2-40B4-BE49-F238E27FC236}">
                <a16:creationId xmlns:a16="http://schemas.microsoft.com/office/drawing/2014/main" id="{C65C3A23-4A97-4B21-9F75-EBCF2985E849}"/>
              </a:ext>
            </a:extLst>
          </p:cNvPr>
          <p:cNvGrpSpPr>
            <a:grpSpLocks/>
          </p:cNvGrpSpPr>
          <p:nvPr/>
        </p:nvGrpSpPr>
        <p:grpSpPr bwMode="auto">
          <a:xfrm>
            <a:off x="10455171" y="1579820"/>
            <a:ext cx="585261" cy="307259"/>
            <a:chOff x="2285" y="1173"/>
            <a:chExt cx="812" cy="244"/>
          </a:xfrm>
        </p:grpSpPr>
        <p:sp>
          <p:nvSpPr>
            <p:cNvPr id="36" name="矩形 133126">
              <a:extLst>
                <a:ext uri="{FF2B5EF4-FFF2-40B4-BE49-F238E27FC236}">
                  <a16:creationId xmlns:a16="http://schemas.microsoft.com/office/drawing/2014/main" id="{78B1C783-C95C-4BF5-A840-B49554D1602B}"/>
                </a:ext>
              </a:extLst>
            </p:cNvPr>
            <p:cNvSpPr>
              <a:spLocks noChangeArrowheads="1"/>
            </p:cNvSpPr>
            <p:nvPr/>
          </p:nvSpPr>
          <p:spPr bwMode="auto">
            <a:xfrm>
              <a:off x="2285" y="1173"/>
              <a:ext cx="812" cy="244"/>
            </a:xfrm>
            <a:prstGeom prst="rect">
              <a:avLst/>
            </a:prstGeom>
            <a:solidFill>
              <a:schemeClr val="accent6">
                <a:lumMod val="20000"/>
                <a:lumOff val="80000"/>
              </a:schemeClr>
            </a:solidFill>
            <a:ln w="28575">
              <a:solidFill>
                <a:schemeClr val="accent6">
                  <a:lumMod val="50000"/>
                </a:schemeClr>
              </a:solidFill>
              <a:miter lim="800000"/>
              <a:headEnd/>
              <a:tailEnd/>
            </a:ln>
          </p:spPr>
          <p:txBody>
            <a:bodyPr wrap="square" lIns="36000" tIns="0" rIns="36000" bIns="0">
              <a:spAutoFit/>
            </a:bodyPr>
            <a:lstStyle/>
            <a:p>
              <a:r>
                <a:rPr lang="en-US" altLang="zh-CN" sz="2000" b="1" u="none" dirty="0">
                  <a:solidFill>
                    <a:srgbClr val="0000FF"/>
                  </a:solidFill>
                  <a:ea typeface="楷体_GB2312" pitchFamily="49" charset="-122"/>
                </a:rPr>
                <a:t>1           </a:t>
              </a:r>
              <a:endParaRPr lang="en-US" altLang="zh-CN" sz="2000" u="none" dirty="0">
                <a:ea typeface="楷体_GB2312" pitchFamily="49" charset="-122"/>
              </a:endParaRPr>
            </a:p>
          </p:txBody>
        </p:sp>
        <p:sp>
          <p:nvSpPr>
            <p:cNvPr id="37" name="直接连接符 133127">
              <a:extLst>
                <a:ext uri="{FF2B5EF4-FFF2-40B4-BE49-F238E27FC236}">
                  <a16:creationId xmlns:a16="http://schemas.microsoft.com/office/drawing/2014/main" id="{8633CC83-E611-4D36-B118-19543C00088A}"/>
                </a:ext>
              </a:extLst>
            </p:cNvPr>
            <p:cNvSpPr>
              <a:spLocks noChangeShapeType="1"/>
            </p:cNvSpPr>
            <p:nvPr/>
          </p:nvSpPr>
          <p:spPr bwMode="auto">
            <a:xfrm flipH="1">
              <a:off x="2568" y="1178"/>
              <a:ext cx="0" cy="230"/>
            </a:xfrm>
            <a:prstGeom prst="line">
              <a:avLst/>
            </a:prstGeom>
            <a:noFill/>
            <a:ln w="12700">
              <a:solidFill>
                <a:schemeClr val="accent6">
                  <a:lumMod val="50000"/>
                </a:schemeClr>
              </a:solidFill>
              <a:round/>
              <a:headEnd/>
              <a:tailEnd/>
            </a:ln>
            <a:extLst>
              <a:ext uri="{909E8E84-426E-40DD-AFC4-6F175D3DCCD1}">
                <a14:hiddenFill xmlns:a14="http://schemas.microsoft.com/office/drawing/2010/main">
                  <a:noFill/>
                </a14:hiddenFill>
              </a:ext>
            </a:extLst>
          </p:spPr>
          <p:txBody>
            <a:bodyPr lIns="0" tIns="0" rIns="36000" bIns="0"/>
            <a:lstStyle/>
            <a:p>
              <a:endParaRPr lang="zh-CN" altLang="en-US" sz="2000"/>
            </a:p>
          </p:txBody>
        </p:sp>
        <p:sp>
          <p:nvSpPr>
            <p:cNvPr id="38" name="直接连接符 133128">
              <a:extLst>
                <a:ext uri="{FF2B5EF4-FFF2-40B4-BE49-F238E27FC236}">
                  <a16:creationId xmlns:a16="http://schemas.microsoft.com/office/drawing/2014/main" id="{B55D926A-1D4F-4091-912F-ACF1BF925D05}"/>
                </a:ext>
              </a:extLst>
            </p:cNvPr>
            <p:cNvSpPr>
              <a:spLocks noChangeShapeType="1"/>
            </p:cNvSpPr>
            <p:nvPr/>
          </p:nvSpPr>
          <p:spPr bwMode="auto">
            <a:xfrm flipH="1">
              <a:off x="2842" y="1176"/>
              <a:ext cx="0" cy="233"/>
            </a:xfrm>
            <a:prstGeom prst="line">
              <a:avLst/>
            </a:prstGeom>
            <a:noFill/>
            <a:ln w="12700">
              <a:solidFill>
                <a:schemeClr val="accent6">
                  <a:lumMod val="50000"/>
                </a:schemeClr>
              </a:solidFill>
              <a:round/>
              <a:headEnd/>
              <a:tailEnd/>
            </a:ln>
            <a:extLst>
              <a:ext uri="{909E8E84-426E-40DD-AFC4-6F175D3DCCD1}">
                <a14:hiddenFill xmlns:a14="http://schemas.microsoft.com/office/drawing/2010/main">
                  <a:noFill/>
                </a14:hiddenFill>
              </a:ext>
            </a:extLst>
          </p:spPr>
          <p:txBody>
            <a:bodyPr lIns="0" tIns="0" rIns="36000" bIns="0"/>
            <a:lstStyle/>
            <a:p>
              <a:endParaRPr lang="zh-CN" altLang="en-US" sz="2000"/>
            </a:p>
          </p:txBody>
        </p:sp>
      </p:grpSp>
      <p:sp>
        <p:nvSpPr>
          <p:cNvPr id="39" name="直接连接符 38">
            <a:extLst>
              <a:ext uri="{FF2B5EF4-FFF2-40B4-BE49-F238E27FC236}">
                <a16:creationId xmlns:a16="http://schemas.microsoft.com/office/drawing/2014/main" id="{DCA9CD5F-5C49-4EA4-9E96-916C188EDF5B}"/>
              </a:ext>
            </a:extLst>
          </p:cNvPr>
          <p:cNvSpPr>
            <a:spLocks noChangeShapeType="1"/>
          </p:cNvSpPr>
          <p:nvPr/>
        </p:nvSpPr>
        <p:spPr bwMode="auto">
          <a:xfrm>
            <a:off x="10751546" y="1746493"/>
            <a:ext cx="2" cy="416106"/>
          </a:xfrm>
          <a:prstGeom prst="line">
            <a:avLst/>
          </a:prstGeom>
          <a:noFill/>
          <a:ln w="28575">
            <a:solidFill>
              <a:srgbClr val="C00000"/>
            </a:solidFill>
            <a:round/>
            <a:headEnd type="oval" w="med" len="med"/>
            <a:tailEnd type="triangle" w="med" len="lg"/>
          </a:ln>
          <a:extLst>
            <a:ext uri="{909E8E84-426E-40DD-AFC4-6F175D3DCCD1}">
              <a14:hiddenFill xmlns:a14="http://schemas.microsoft.com/office/drawing/2010/main">
                <a:noFill/>
              </a14:hiddenFill>
            </a:ext>
          </a:extLst>
        </p:spPr>
        <p:txBody>
          <a:bodyPr lIns="0" tIns="0" rIns="36000" bIns="0"/>
          <a:lstStyle/>
          <a:p>
            <a:endParaRPr lang="zh-CN" altLang="en-US" sz="2000"/>
          </a:p>
        </p:txBody>
      </p:sp>
      <p:sp>
        <p:nvSpPr>
          <p:cNvPr id="40" name="直接连接符 39">
            <a:extLst>
              <a:ext uri="{FF2B5EF4-FFF2-40B4-BE49-F238E27FC236}">
                <a16:creationId xmlns:a16="http://schemas.microsoft.com/office/drawing/2014/main" id="{592A7B40-2461-45F1-8C24-A66375E2DC5D}"/>
              </a:ext>
            </a:extLst>
          </p:cNvPr>
          <p:cNvSpPr>
            <a:spLocks noChangeShapeType="1"/>
          </p:cNvSpPr>
          <p:nvPr/>
        </p:nvSpPr>
        <p:spPr bwMode="auto">
          <a:xfrm flipV="1">
            <a:off x="10949438" y="1729794"/>
            <a:ext cx="478760" cy="6868"/>
          </a:xfrm>
          <a:prstGeom prst="line">
            <a:avLst/>
          </a:prstGeom>
          <a:noFill/>
          <a:ln w="28575">
            <a:solidFill>
              <a:srgbClr val="0000FF"/>
            </a:solidFill>
            <a:round/>
            <a:headEnd type="oval" w="med" len="med"/>
            <a:tailEnd type="triangle" w="med" len="lg"/>
          </a:ln>
          <a:extLst>
            <a:ext uri="{909E8E84-426E-40DD-AFC4-6F175D3DCCD1}">
              <a14:hiddenFill xmlns:a14="http://schemas.microsoft.com/office/drawing/2010/main">
                <a:noFill/>
              </a14:hiddenFill>
            </a:ext>
          </a:extLst>
        </p:spPr>
        <p:txBody>
          <a:bodyPr lIns="0" tIns="0" rIns="36000" bIns="0"/>
          <a:lstStyle/>
          <a:p>
            <a:endParaRPr lang="zh-CN" altLang="en-US" sz="2000"/>
          </a:p>
        </p:txBody>
      </p:sp>
      <p:grpSp>
        <p:nvGrpSpPr>
          <p:cNvPr id="41" name="组合 40">
            <a:extLst>
              <a:ext uri="{FF2B5EF4-FFF2-40B4-BE49-F238E27FC236}">
                <a16:creationId xmlns:a16="http://schemas.microsoft.com/office/drawing/2014/main" id="{CCFCBAE3-303C-4D87-B382-63E9F231DBB9}"/>
              </a:ext>
            </a:extLst>
          </p:cNvPr>
          <p:cNvGrpSpPr>
            <a:grpSpLocks/>
          </p:cNvGrpSpPr>
          <p:nvPr/>
        </p:nvGrpSpPr>
        <p:grpSpPr bwMode="auto">
          <a:xfrm>
            <a:off x="11440910" y="1583598"/>
            <a:ext cx="585261" cy="307259"/>
            <a:chOff x="2304" y="1172"/>
            <a:chExt cx="812" cy="244"/>
          </a:xfrm>
        </p:grpSpPr>
        <p:sp>
          <p:nvSpPr>
            <p:cNvPr id="42" name="矩形 133126">
              <a:extLst>
                <a:ext uri="{FF2B5EF4-FFF2-40B4-BE49-F238E27FC236}">
                  <a16:creationId xmlns:a16="http://schemas.microsoft.com/office/drawing/2014/main" id="{DA707802-5F37-45F8-AF6A-794E2027D2E7}"/>
                </a:ext>
              </a:extLst>
            </p:cNvPr>
            <p:cNvSpPr>
              <a:spLocks noChangeArrowheads="1"/>
            </p:cNvSpPr>
            <p:nvPr/>
          </p:nvSpPr>
          <p:spPr bwMode="auto">
            <a:xfrm>
              <a:off x="2304" y="1172"/>
              <a:ext cx="812" cy="244"/>
            </a:xfrm>
            <a:prstGeom prst="rect">
              <a:avLst/>
            </a:prstGeom>
            <a:solidFill>
              <a:schemeClr val="accent6">
                <a:lumMod val="20000"/>
                <a:lumOff val="80000"/>
              </a:schemeClr>
            </a:solidFill>
            <a:ln w="28575">
              <a:solidFill>
                <a:schemeClr val="accent6">
                  <a:lumMod val="50000"/>
                </a:schemeClr>
              </a:solidFill>
              <a:miter lim="800000"/>
              <a:headEnd/>
              <a:tailEnd/>
            </a:ln>
          </p:spPr>
          <p:txBody>
            <a:bodyPr wrap="square" lIns="36000" tIns="0" rIns="36000" bIns="0">
              <a:spAutoFit/>
            </a:bodyPr>
            <a:lstStyle/>
            <a:p>
              <a:r>
                <a:rPr lang="en-US" altLang="zh-CN" sz="2000" b="1" u="none" dirty="0">
                  <a:solidFill>
                    <a:srgbClr val="0000FF"/>
                  </a:solidFill>
                  <a:ea typeface="楷体_GB2312" pitchFamily="49" charset="-122"/>
                </a:rPr>
                <a:t>1           </a:t>
              </a:r>
              <a:endParaRPr lang="en-US" altLang="zh-CN" sz="2000" u="none" dirty="0">
                <a:ea typeface="楷体_GB2312" pitchFamily="49" charset="-122"/>
              </a:endParaRPr>
            </a:p>
          </p:txBody>
        </p:sp>
        <p:sp>
          <p:nvSpPr>
            <p:cNvPr id="43" name="直接连接符 133127">
              <a:extLst>
                <a:ext uri="{FF2B5EF4-FFF2-40B4-BE49-F238E27FC236}">
                  <a16:creationId xmlns:a16="http://schemas.microsoft.com/office/drawing/2014/main" id="{33B67A68-5416-46ED-AAD4-79B01F7C8BA7}"/>
                </a:ext>
              </a:extLst>
            </p:cNvPr>
            <p:cNvSpPr>
              <a:spLocks noChangeShapeType="1"/>
            </p:cNvSpPr>
            <p:nvPr/>
          </p:nvSpPr>
          <p:spPr bwMode="auto">
            <a:xfrm>
              <a:off x="2579" y="1181"/>
              <a:ext cx="0" cy="233"/>
            </a:xfrm>
            <a:prstGeom prst="line">
              <a:avLst/>
            </a:prstGeom>
            <a:noFill/>
            <a:ln w="12700">
              <a:solidFill>
                <a:schemeClr val="accent6">
                  <a:lumMod val="50000"/>
                </a:schemeClr>
              </a:solidFill>
              <a:round/>
              <a:headEnd/>
              <a:tailEnd/>
            </a:ln>
            <a:extLst>
              <a:ext uri="{909E8E84-426E-40DD-AFC4-6F175D3DCCD1}">
                <a14:hiddenFill xmlns:a14="http://schemas.microsoft.com/office/drawing/2010/main">
                  <a:noFill/>
                </a14:hiddenFill>
              </a:ext>
            </a:extLst>
          </p:spPr>
          <p:txBody>
            <a:bodyPr lIns="0" tIns="0" rIns="36000" bIns="0"/>
            <a:lstStyle/>
            <a:p>
              <a:endParaRPr lang="zh-CN" altLang="en-US" sz="2000"/>
            </a:p>
          </p:txBody>
        </p:sp>
        <p:sp>
          <p:nvSpPr>
            <p:cNvPr id="44" name="直接连接符 133128">
              <a:extLst>
                <a:ext uri="{FF2B5EF4-FFF2-40B4-BE49-F238E27FC236}">
                  <a16:creationId xmlns:a16="http://schemas.microsoft.com/office/drawing/2014/main" id="{3A279563-1E02-478E-99D1-07E62F71D15C}"/>
                </a:ext>
              </a:extLst>
            </p:cNvPr>
            <p:cNvSpPr>
              <a:spLocks noChangeShapeType="1"/>
            </p:cNvSpPr>
            <p:nvPr/>
          </p:nvSpPr>
          <p:spPr bwMode="auto">
            <a:xfrm flipH="1">
              <a:off x="2842" y="1176"/>
              <a:ext cx="0" cy="233"/>
            </a:xfrm>
            <a:prstGeom prst="line">
              <a:avLst/>
            </a:prstGeom>
            <a:noFill/>
            <a:ln w="12700">
              <a:solidFill>
                <a:schemeClr val="accent6">
                  <a:lumMod val="50000"/>
                </a:schemeClr>
              </a:solidFill>
              <a:round/>
              <a:headEnd/>
              <a:tailEnd/>
            </a:ln>
            <a:extLst>
              <a:ext uri="{909E8E84-426E-40DD-AFC4-6F175D3DCCD1}">
                <a14:hiddenFill xmlns:a14="http://schemas.microsoft.com/office/drawing/2010/main">
                  <a:noFill/>
                </a14:hiddenFill>
              </a:ext>
            </a:extLst>
          </p:spPr>
          <p:txBody>
            <a:bodyPr lIns="0" tIns="0" rIns="36000" bIns="0"/>
            <a:lstStyle/>
            <a:p>
              <a:endParaRPr lang="zh-CN" altLang="en-US" sz="2000"/>
            </a:p>
          </p:txBody>
        </p:sp>
      </p:grpSp>
      <p:grpSp>
        <p:nvGrpSpPr>
          <p:cNvPr id="45" name="组合 44">
            <a:extLst>
              <a:ext uri="{FF2B5EF4-FFF2-40B4-BE49-F238E27FC236}">
                <a16:creationId xmlns:a16="http://schemas.microsoft.com/office/drawing/2014/main" id="{DC68565E-072B-482D-8232-5616E46C95F6}"/>
              </a:ext>
            </a:extLst>
          </p:cNvPr>
          <p:cNvGrpSpPr>
            <a:grpSpLocks/>
          </p:cNvGrpSpPr>
          <p:nvPr/>
        </p:nvGrpSpPr>
        <p:grpSpPr bwMode="auto">
          <a:xfrm>
            <a:off x="9479466" y="1584857"/>
            <a:ext cx="585261" cy="307259"/>
            <a:chOff x="2285" y="1173"/>
            <a:chExt cx="812" cy="244"/>
          </a:xfrm>
        </p:grpSpPr>
        <p:sp>
          <p:nvSpPr>
            <p:cNvPr id="46" name="矩形 133126">
              <a:extLst>
                <a:ext uri="{FF2B5EF4-FFF2-40B4-BE49-F238E27FC236}">
                  <a16:creationId xmlns:a16="http://schemas.microsoft.com/office/drawing/2014/main" id="{455FDDA7-92DC-451F-A44F-93428898C0B7}"/>
                </a:ext>
              </a:extLst>
            </p:cNvPr>
            <p:cNvSpPr>
              <a:spLocks noChangeArrowheads="1"/>
            </p:cNvSpPr>
            <p:nvPr/>
          </p:nvSpPr>
          <p:spPr bwMode="auto">
            <a:xfrm>
              <a:off x="2285" y="1173"/>
              <a:ext cx="812" cy="244"/>
            </a:xfrm>
            <a:prstGeom prst="rect">
              <a:avLst/>
            </a:prstGeom>
            <a:solidFill>
              <a:schemeClr val="accent6">
                <a:lumMod val="20000"/>
                <a:lumOff val="80000"/>
              </a:schemeClr>
            </a:solidFill>
            <a:ln w="28575">
              <a:solidFill>
                <a:schemeClr val="accent6">
                  <a:lumMod val="50000"/>
                </a:schemeClr>
              </a:solidFill>
              <a:miter lim="800000"/>
              <a:headEnd/>
              <a:tailEnd/>
            </a:ln>
          </p:spPr>
          <p:txBody>
            <a:bodyPr wrap="square" lIns="36000" tIns="0" rIns="36000" bIns="0">
              <a:spAutoFit/>
            </a:bodyPr>
            <a:lstStyle/>
            <a:p>
              <a:r>
                <a:rPr lang="en-US" altLang="zh-CN" sz="2000" b="1" u="none" dirty="0">
                  <a:solidFill>
                    <a:srgbClr val="0000FF"/>
                  </a:solidFill>
                  <a:ea typeface="楷体_GB2312" pitchFamily="49" charset="-122"/>
                </a:rPr>
                <a:t>1           </a:t>
              </a:r>
              <a:endParaRPr lang="en-US" altLang="zh-CN" sz="2000" u="none" dirty="0">
                <a:ea typeface="楷体_GB2312" pitchFamily="49" charset="-122"/>
              </a:endParaRPr>
            </a:p>
          </p:txBody>
        </p:sp>
        <p:sp>
          <p:nvSpPr>
            <p:cNvPr id="47" name="直接连接符 133127">
              <a:extLst>
                <a:ext uri="{FF2B5EF4-FFF2-40B4-BE49-F238E27FC236}">
                  <a16:creationId xmlns:a16="http://schemas.microsoft.com/office/drawing/2014/main" id="{5533FD3A-5BE5-4F9D-AB29-E4F8086F63C7}"/>
                </a:ext>
              </a:extLst>
            </p:cNvPr>
            <p:cNvSpPr>
              <a:spLocks noChangeShapeType="1"/>
            </p:cNvSpPr>
            <p:nvPr/>
          </p:nvSpPr>
          <p:spPr bwMode="auto">
            <a:xfrm flipH="1">
              <a:off x="2568" y="1178"/>
              <a:ext cx="0" cy="230"/>
            </a:xfrm>
            <a:prstGeom prst="line">
              <a:avLst/>
            </a:prstGeom>
            <a:noFill/>
            <a:ln w="12700">
              <a:solidFill>
                <a:schemeClr val="accent6">
                  <a:lumMod val="50000"/>
                </a:schemeClr>
              </a:solidFill>
              <a:round/>
              <a:headEnd/>
              <a:tailEnd/>
            </a:ln>
            <a:extLst>
              <a:ext uri="{909E8E84-426E-40DD-AFC4-6F175D3DCCD1}">
                <a14:hiddenFill xmlns:a14="http://schemas.microsoft.com/office/drawing/2010/main">
                  <a:noFill/>
                </a14:hiddenFill>
              </a:ext>
            </a:extLst>
          </p:spPr>
          <p:txBody>
            <a:bodyPr lIns="0" tIns="0" rIns="36000" bIns="0"/>
            <a:lstStyle/>
            <a:p>
              <a:endParaRPr lang="zh-CN" altLang="en-US" sz="2000"/>
            </a:p>
          </p:txBody>
        </p:sp>
        <p:sp>
          <p:nvSpPr>
            <p:cNvPr id="48" name="直接连接符 133128">
              <a:extLst>
                <a:ext uri="{FF2B5EF4-FFF2-40B4-BE49-F238E27FC236}">
                  <a16:creationId xmlns:a16="http://schemas.microsoft.com/office/drawing/2014/main" id="{95C130BE-87C0-4BA4-87BC-F7FF1A8DED66}"/>
                </a:ext>
              </a:extLst>
            </p:cNvPr>
            <p:cNvSpPr>
              <a:spLocks noChangeShapeType="1"/>
            </p:cNvSpPr>
            <p:nvPr/>
          </p:nvSpPr>
          <p:spPr bwMode="auto">
            <a:xfrm flipH="1">
              <a:off x="2842" y="1176"/>
              <a:ext cx="0" cy="233"/>
            </a:xfrm>
            <a:prstGeom prst="line">
              <a:avLst/>
            </a:prstGeom>
            <a:noFill/>
            <a:ln w="12700">
              <a:solidFill>
                <a:schemeClr val="accent6">
                  <a:lumMod val="50000"/>
                </a:schemeClr>
              </a:solidFill>
              <a:round/>
              <a:headEnd/>
              <a:tailEnd/>
            </a:ln>
            <a:extLst>
              <a:ext uri="{909E8E84-426E-40DD-AFC4-6F175D3DCCD1}">
                <a14:hiddenFill xmlns:a14="http://schemas.microsoft.com/office/drawing/2010/main">
                  <a:noFill/>
                </a14:hiddenFill>
              </a:ext>
            </a:extLst>
          </p:spPr>
          <p:txBody>
            <a:bodyPr lIns="0" tIns="0" rIns="36000" bIns="0"/>
            <a:lstStyle/>
            <a:p>
              <a:endParaRPr lang="zh-CN" altLang="en-US" sz="2000"/>
            </a:p>
          </p:txBody>
        </p:sp>
      </p:grpSp>
      <p:sp>
        <p:nvSpPr>
          <p:cNvPr id="49" name="直接连接符 48">
            <a:extLst>
              <a:ext uri="{FF2B5EF4-FFF2-40B4-BE49-F238E27FC236}">
                <a16:creationId xmlns:a16="http://schemas.microsoft.com/office/drawing/2014/main" id="{BA8D05AA-A9AE-4A25-8462-32B62C1588BD}"/>
              </a:ext>
            </a:extLst>
          </p:cNvPr>
          <p:cNvSpPr>
            <a:spLocks noChangeShapeType="1"/>
          </p:cNvSpPr>
          <p:nvPr/>
        </p:nvSpPr>
        <p:spPr bwMode="auto">
          <a:xfrm>
            <a:off x="9784811" y="1749312"/>
            <a:ext cx="2" cy="416106"/>
          </a:xfrm>
          <a:prstGeom prst="line">
            <a:avLst/>
          </a:prstGeom>
          <a:noFill/>
          <a:ln w="28575">
            <a:solidFill>
              <a:srgbClr val="C00000"/>
            </a:solidFill>
            <a:round/>
            <a:headEnd type="oval" w="med" len="med"/>
            <a:tailEnd type="triangle" w="med" len="lg"/>
          </a:ln>
          <a:extLst>
            <a:ext uri="{909E8E84-426E-40DD-AFC4-6F175D3DCCD1}">
              <a14:hiddenFill xmlns:a14="http://schemas.microsoft.com/office/drawing/2010/main">
                <a:noFill/>
              </a14:hiddenFill>
            </a:ext>
          </a:extLst>
        </p:spPr>
        <p:txBody>
          <a:bodyPr lIns="0" tIns="0" rIns="36000" bIns="0"/>
          <a:lstStyle/>
          <a:p>
            <a:endParaRPr lang="zh-CN" altLang="en-US" sz="2000"/>
          </a:p>
        </p:txBody>
      </p:sp>
      <p:sp>
        <p:nvSpPr>
          <p:cNvPr id="50" name="直接连接符 49">
            <a:extLst>
              <a:ext uri="{FF2B5EF4-FFF2-40B4-BE49-F238E27FC236}">
                <a16:creationId xmlns:a16="http://schemas.microsoft.com/office/drawing/2014/main" id="{B48B8D50-BFF8-4C12-8690-B035D58889BD}"/>
              </a:ext>
            </a:extLst>
          </p:cNvPr>
          <p:cNvSpPr>
            <a:spLocks noChangeShapeType="1"/>
          </p:cNvSpPr>
          <p:nvPr/>
        </p:nvSpPr>
        <p:spPr bwMode="auto">
          <a:xfrm>
            <a:off x="11730558" y="1746493"/>
            <a:ext cx="2" cy="416106"/>
          </a:xfrm>
          <a:prstGeom prst="line">
            <a:avLst/>
          </a:prstGeom>
          <a:noFill/>
          <a:ln w="28575">
            <a:solidFill>
              <a:srgbClr val="C00000"/>
            </a:solidFill>
            <a:round/>
            <a:headEnd type="oval" w="med" len="med"/>
            <a:tailEnd type="triangle" w="med" len="lg"/>
          </a:ln>
          <a:extLst>
            <a:ext uri="{909E8E84-426E-40DD-AFC4-6F175D3DCCD1}">
              <a14:hiddenFill xmlns:a14="http://schemas.microsoft.com/office/drawing/2010/main">
                <a:noFill/>
              </a14:hiddenFill>
            </a:ext>
          </a:extLst>
        </p:spPr>
        <p:txBody>
          <a:bodyPr lIns="0" tIns="0" rIns="36000" bIns="0"/>
          <a:lstStyle/>
          <a:p>
            <a:endParaRPr lang="zh-CN" altLang="en-US" sz="2000"/>
          </a:p>
        </p:txBody>
      </p:sp>
      <p:grpSp>
        <p:nvGrpSpPr>
          <p:cNvPr id="51" name="组合 50">
            <a:extLst>
              <a:ext uri="{FF2B5EF4-FFF2-40B4-BE49-F238E27FC236}">
                <a16:creationId xmlns:a16="http://schemas.microsoft.com/office/drawing/2014/main" id="{53BAD3B8-7BD4-49FD-8278-1ACFB11C9475}"/>
              </a:ext>
            </a:extLst>
          </p:cNvPr>
          <p:cNvGrpSpPr>
            <a:grpSpLocks/>
          </p:cNvGrpSpPr>
          <p:nvPr/>
        </p:nvGrpSpPr>
        <p:grpSpPr bwMode="auto">
          <a:xfrm>
            <a:off x="8568101" y="1575618"/>
            <a:ext cx="425972" cy="277037"/>
            <a:chOff x="2285" y="1173"/>
            <a:chExt cx="591" cy="220"/>
          </a:xfrm>
        </p:grpSpPr>
        <p:sp>
          <p:nvSpPr>
            <p:cNvPr id="52" name="矩形 133126">
              <a:extLst>
                <a:ext uri="{FF2B5EF4-FFF2-40B4-BE49-F238E27FC236}">
                  <a16:creationId xmlns:a16="http://schemas.microsoft.com/office/drawing/2014/main" id="{A3C956B8-CB0F-481B-AEBA-85A692043617}"/>
                </a:ext>
              </a:extLst>
            </p:cNvPr>
            <p:cNvSpPr>
              <a:spLocks noChangeArrowheads="1"/>
            </p:cNvSpPr>
            <p:nvPr/>
          </p:nvSpPr>
          <p:spPr bwMode="auto">
            <a:xfrm>
              <a:off x="2285" y="1173"/>
              <a:ext cx="591" cy="220"/>
            </a:xfrm>
            <a:prstGeom prst="rect">
              <a:avLst/>
            </a:prstGeom>
            <a:solidFill>
              <a:schemeClr val="accent5">
                <a:lumMod val="20000"/>
                <a:lumOff val="80000"/>
              </a:schemeClr>
            </a:solidFill>
            <a:ln w="28575">
              <a:solidFill>
                <a:schemeClr val="accent6">
                  <a:lumMod val="50000"/>
                </a:schemeClr>
              </a:solidFill>
              <a:miter lim="800000"/>
              <a:headEnd/>
              <a:tailEnd/>
            </a:ln>
          </p:spPr>
          <p:txBody>
            <a:bodyPr wrap="square" lIns="36000" tIns="0" rIns="36000" bIns="0">
              <a:spAutoFit/>
            </a:bodyPr>
            <a:lstStyle/>
            <a:p>
              <a:pPr>
                <a:lnSpc>
                  <a:spcPct val="90000"/>
                </a:lnSpc>
              </a:pPr>
              <a:r>
                <a:rPr lang="en-US" altLang="zh-CN" sz="2000" b="1" dirty="0">
                  <a:solidFill>
                    <a:srgbClr val="0000FF"/>
                  </a:solidFill>
                  <a:ea typeface="楷体_GB2312" pitchFamily="49" charset="-122"/>
                </a:rPr>
                <a:t>0</a:t>
              </a:r>
              <a:r>
                <a:rPr lang="en-US" altLang="zh-CN" sz="2000" b="1" u="none" dirty="0">
                  <a:solidFill>
                    <a:srgbClr val="0000FF"/>
                  </a:solidFill>
                  <a:ea typeface="楷体_GB2312" pitchFamily="49" charset="-122"/>
                </a:rPr>
                <a:t> </a:t>
              </a:r>
              <a:r>
                <a:rPr lang="en-US" altLang="zh-CN" sz="2000" b="1" dirty="0">
                  <a:solidFill>
                    <a:srgbClr val="0000FF"/>
                  </a:solidFill>
                  <a:ea typeface="楷体_GB2312" pitchFamily="49" charset="-122"/>
                </a:rPr>
                <a:t>a</a:t>
              </a:r>
              <a:r>
                <a:rPr lang="en-US" altLang="zh-CN" sz="2000" b="1" u="none" dirty="0">
                  <a:solidFill>
                    <a:srgbClr val="0000FF"/>
                  </a:solidFill>
                  <a:ea typeface="楷体_GB2312" pitchFamily="49" charset="-122"/>
                </a:rPr>
                <a:t>         </a:t>
              </a:r>
              <a:endParaRPr lang="en-US" altLang="zh-CN" sz="2000" b="1" u="none" dirty="0">
                <a:ea typeface="楷体_GB2312" pitchFamily="49" charset="-122"/>
              </a:endParaRPr>
            </a:p>
          </p:txBody>
        </p:sp>
        <p:sp>
          <p:nvSpPr>
            <p:cNvPr id="53" name="直接连接符 133127">
              <a:extLst>
                <a:ext uri="{FF2B5EF4-FFF2-40B4-BE49-F238E27FC236}">
                  <a16:creationId xmlns:a16="http://schemas.microsoft.com/office/drawing/2014/main" id="{7FB354F2-D705-4EAF-B814-37E1A807F724}"/>
                </a:ext>
              </a:extLst>
            </p:cNvPr>
            <p:cNvSpPr>
              <a:spLocks noChangeShapeType="1"/>
            </p:cNvSpPr>
            <p:nvPr/>
          </p:nvSpPr>
          <p:spPr bwMode="auto">
            <a:xfrm flipH="1">
              <a:off x="2567" y="1178"/>
              <a:ext cx="1" cy="210"/>
            </a:xfrm>
            <a:prstGeom prst="line">
              <a:avLst/>
            </a:prstGeom>
            <a:noFill/>
            <a:ln w="12700">
              <a:solidFill>
                <a:schemeClr val="accent6">
                  <a:lumMod val="50000"/>
                </a:schemeClr>
              </a:solidFill>
              <a:round/>
              <a:headEnd/>
              <a:tailEnd/>
            </a:ln>
            <a:extLst>
              <a:ext uri="{909E8E84-426E-40DD-AFC4-6F175D3DCCD1}">
                <a14:hiddenFill xmlns:a14="http://schemas.microsoft.com/office/drawing/2010/main">
                  <a:noFill/>
                </a14:hiddenFill>
              </a:ext>
            </a:extLst>
          </p:spPr>
          <p:txBody>
            <a:bodyPr lIns="0" tIns="0" rIns="36000" bIns="0"/>
            <a:lstStyle/>
            <a:p>
              <a:endParaRPr lang="zh-CN" altLang="en-US" sz="2000"/>
            </a:p>
          </p:txBody>
        </p:sp>
      </p:grpSp>
      <p:grpSp>
        <p:nvGrpSpPr>
          <p:cNvPr id="54" name="组合 53">
            <a:extLst>
              <a:ext uri="{FF2B5EF4-FFF2-40B4-BE49-F238E27FC236}">
                <a16:creationId xmlns:a16="http://schemas.microsoft.com/office/drawing/2014/main" id="{34E9D046-081C-4C4F-8A1E-7307D5C9FF70}"/>
              </a:ext>
            </a:extLst>
          </p:cNvPr>
          <p:cNvGrpSpPr>
            <a:grpSpLocks/>
          </p:cNvGrpSpPr>
          <p:nvPr/>
        </p:nvGrpSpPr>
        <p:grpSpPr bwMode="auto">
          <a:xfrm>
            <a:off x="9549948" y="2165249"/>
            <a:ext cx="425972" cy="277037"/>
            <a:chOff x="2285" y="1173"/>
            <a:chExt cx="591" cy="220"/>
          </a:xfrm>
        </p:grpSpPr>
        <p:sp>
          <p:nvSpPr>
            <p:cNvPr id="55" name="矩形 133126">
              <a:extLst>
                <a:ext uri="{FF2B5EF4-FFF2-40B4-BE49-F238E27FC236}">
                  <a16:creationId xmlns:a16="http://schemas.microsoft.com/office/drawing/2014/main" id="{A207BEC4-359C-4BD6-B52E-EF7B0E19C67F}"/>
                </a:ext>
              </a:extLst>
            </p:cNvPr>
            <p:cNvSpPr>
              <a:spLocks noChangeArrowheads="1"/>
            </p:cNvSpPr>
            <p:nvPr/>
          </p:nvSpPr>
          <p:spPr bwMode="auto">
            <a:xfrm>
              <a:off x="2285" y="1173"/>
              <a:ext cx="591" cy="220"/>
            </a:xfrm>
            <a:prstGeom prst="rect">
              <a:avLst/>
            </a:prstGeom>
            <a:solidFill>
              <a:schemeClr val="accent5">
                <a:lumMod val="20000"/>
                <a:lumOff val="80000"/>
              </a:schemeClr>
            </a:solidFill>
            <a:ln w="28575">
              <a:solidFill>
                <a:schemeClr val="accent6">
                  <a:lumMod val="50000"/>
                </a:schemeClr>
              </a:solidFill>
              <a:miter lim="800000"/>
              <a:headEnd/>
              <a:tailEnd/>
            </a:ln>
          </p:spPr>
          <p:txBody>
            <a:bodyPr wrap="square" lIns="0" tIns="0" rIns="0" bIns="0">
              <a:spAutoFit/>
            </a:bodyPr>
            <a:lstStyle/>
            <a:p>
              <a:pPr algn="ctr">
                <a:lnSpc>
                  <a:spcPct val="90000"/>
                </a:lnSpc>
              </a:pPr>
              <a:r>
                <a:rPr lang="en-US" altLang="zh-CN" sz="2000" b="1" dirty="0">
                  <a:solidFill>
                    <a:srgbClr val="0000FF"/>
                  </a:solidFill>
                  <a:ea typeface="楷体_GB2312" pitchFamily="49" charset="-122"/>
                </a:rPr>
                <a:t>0</a:t>
              </a:r>
              <a:r>
                <a:rPr lang="en-US" altLang="zh-CN" sz="2000" b="1" u="none" dirty="0">
                  <a:solidFill>
                    <a:srgbClr val="0000FF"/>
                  </a:solidFill>
                  <a:ea typeface="楷体_GB2312" pitchFamily="49" charset="-122"/>
                </a:rPr>
                <a:t> b </a:t>
              </a:r>
              <a:endParaRPr lang="en-US" altLang="zh-CN" sz="2000" u="none" dirty="0">
                <a:ea typeface="楷体_GB2312" pitchFamily="49" charset="-122"/>
              </a:endParaRPr>
            </a:p>
          </p:txBody>
        </p:sp>
        <p:sp>
          <p:nvSpPr>
            <p:cNvPr id="56" name="直接连接符 133127">
              <a:extLst>
                <a:ext uri="{FF2B5EF4-FFF2-40B4-BE49-F238E27FC236}">
                  <a16:creationId xmlns:a16="http://schemas.microsoft.com/office/drawing/2014/main" id="{437B5492-790B-4AAD-AD19-ACA1DE0CB40E}"/>
                </a:ext>
              </a:extLst>
            </p:cNvPr>
            <p:cNvSpPr>
              <a:spLocks noChangeShapeType="1"/>
            </p:cNvSpPr>
            <p:nvPr/>
          </p:nvSpPr>
          <p:spPr bwMode="auto">
            <a:xfrm flipH="1">
              <a:off x="2567" y="1178"/>
              <a:ext cx="1" cy="208"/>
            </a:xfrm>
            <a:prstGeom prst="line">
              <a:avLst/>
            </a:prstGeom>
            <a:noFill/>
            <a:ln w="12700">
              <a:solidFill>
                <a:schemeClr val="accent6">
                  <a:lumMod val="50000"/>
                </a:schemeClr>
              </a:solidFill>
              <a:round/>
              <a:headEnd/>
              <a:tailEnd/>
            </a:ln>
            <a:extLst>
              <a:ext uri="{909E8E84-426E-40DD-AFC4-6F175D3DCCD1}">
                <a14:hiddenFill xmlns:a14="http://schemas.microsoft.com/office/drawing/2010/main">
                  <a:noFill/>
                </a14:hiddenFill>
              </a:ext>
            </a:extLst>
          </p:spPr>
          <p:txBody>
            <a:bodyPr lIns="0" tIns="0" rIns="36000" bIns="0"/>
            <a:lstStyle/>
            <a:p>
              <a:endParaRPr lang="zh-CN" altLang="en-US" sz="2000"/>
            </a:p>
          </p:txBody>
        </p:sp>
      </p:grpSp>
      <p:grpSp>
        <p:nvGrpSpPr>
          <p:cNvPr id="57" name="组合 56">
            <a:extLst>
              <a:ext uri="{FF2B5EF4-FFF2-40B4-BE49-F238E27FC236}">
                <a16:creationId xmlns:a16="http://schemas.microsoft.com/office/drawing/2014/main" id="{DF1A975F-FD09-4BF1-BA8B-8E635FCFE00F}"/>
              </a:ext>
            </a:extLst>
          </p:cNvPr>
          <p:cNvGrpSpPr>
            <a:grpSpLocks/>
          </p:cNvGrpSpPr>
          <p:nvPr/>
        </p:nvGrpSpPr>
        <p:grpSpPr bwMode="auto">
          <a:xfrm>
            <a:off x="10531356" y="2160355"/>
            <a:ext cx="425972" cy="277037"/>
            <a:chOff x="2285" y="1173"/>
            <a:chExt cx="591" cy="220"/>
          </a:xfrm>
        </p:grpSpPr>
        <p:sp>
          <p:nvSpPr>
            <p:cNvPr id="58" name="矩形 133126">
              <a:extLst>
                <a:ext uri="{FF2B5EF4-FFF2-40B4-BE49-F238E27FC236}">
                  <a16:creationId xmlns:a16="http://schemas.microsoft.com/office/drawing/2014/main" id="{6C6A8B61-21F5-4755-818F-1F99B0A77A16}"/>
                </a:ext>
              </a:extLst>
            </p:cNvPr>
            <p:cNvSpPr>
              <a:spLocks noChangeArrowheads="1"/>
            </p:cNvSpPr>
            <p:nvPr/>
          </p:nvSpPr>
          <p:spPr bwMode="auto">
            <a:xfrm>
              <a:off x="2285" y="1173"/>
              <a:ext cx="591" cy="220"/>
            </a:xfrm>
            <a:prstGeom prst="rect">
              <a:avLst/>
            </a:prstGeom>
            <a:solidFill>
              <a:schemeClr val="accent5">
                <a:lumMod val="20000"/>
                <a:lumOff val="80000"/>
              </a:schemeClr>
            </a:solidFill>
            <a:ln w="28575">
              <a:solidFill>
                <a:schemeClr val="accent6">
                  <a:lumMod val="50000"/>
                </a:schemeClr>
              </a:solidFill>
              <a:miter lim="800000"/>
              <a:headEnd/>
              <a:tailEnd/>
            </a:ln>
          </p:spPr>
          <p:txBody>
            <a:bodyPr wrap="square" lIns="36000" tIns="0" rIns="36000" bIns="0">
              <a:spAutoFit/>
            </a:bodyPr>
            <a:lstStyle/>
            <a:p>
              <a:pPr>
                <a:lnSpc>
                  <a:spcPct val="90000"/>
                </a:lnSpc>
              </a:pPr>
              <a:r>
                <a:rPr lang="en-US" altLang="zh-CN" sz="2000" b="1" dirty="0">
                  <a:solidFill>
                    <a:srgbClr val="0000FF"/>
                  </a:solidFill>
                  <a:ea typeface="楷体_GB2312" pitchFamily="49" charset="-122"/>
                </a:rPr>
                <a:t>0</a:t>
              </a:r>
              <a:r>
                <a:rPr lang="en-US" altLang="zh-CN" sz="2000" b="1" u="none" dirty="0">
                  <a:solidFill>
                    <a:srgbClr val="0000FF"/>
                  </a:solidFill>
                  <a:ea typeface="楷体_GB2312" pitchFamily="49" charset="-122"/>
                </a:rPr>
                <a:t> </a:t>
              </a:r>
              <a:r>
                <a:rPr lang="en-US" altLang="zh-CN" sz="2000" b="1" dirty="0">
                  <a:solidFill>
                    <a:srgbClr val="0000FF"/>
                  </a:solidFill>
                  <a:ea typeface="楷体_GB2312" pitchFamily="49" charset="-122"/>
                </a:rPr>
                <a:t>c</a:t>
              </a:r>
              <a:r>
                <a:rPr lang="en-US" altLang="zh-CN" sz="2000" b="1" u="none" dirty="0">
                  <a:solidFill>
                    <a:srgbClr val="0000FF"/>
                  </a:solidFill>
                  <a:ea typeface="楷体_GB2312" pitchFamily="49" charset="-122"/>
                </a:rPr>
                <a:t>         </a:t>
              </a:r>
              <a:endParaRPr lang="en-US" altLang="zh-CN" sz="2000" u="none" dirty="0">
                <a:ea typeface="楷体_GB2312" pitchFamily="49" charset="-122"/>
              </a:endParaRPr>
            </a:p>
          </p:txBody>
        </p:sp>
        <p:sp>
          <p:nvSpPr>
            <p:cNvPr id="59" name="直接连接符 133127">
              <a:extLst>
                <a:ext uri="{FF2B5EF4-FFF2-40B4-BE49-F238E27FC236}">
                  <a16:creationId xmlns:a16="http://schemas.microsoft.com/office/drawing/2014/main" id="{40445CCF-CFAB-4173-8D47-3BD8E45F2CE8}"/>
                </a:ext>
              </a:extLst>
            </p:cNvPr>
            <p:cNvSpPr>
              <a:spLocks noChangeShapeType="1"/>
            </p:cNvSpPr>
            <p:nvPr/>
          </p:nvSpPr>
          <p:spPr bwMode="auto">
            <a:xfrm flipH="1">
              <a:off x="2562" y="1178"/>
              <a:ext cx="6" cy="211"/>
            </a:xfrm>
            <a:prstGeom prst="line">
              <a:avLst/>
            </a:prstGeom>
            <a:noFill/>
            <a:ln w="12700">
              <a:solidFill>
                <a:schemeClr val="accent6">
                  <a:lumMod val="50000"/>
                </a:schemeClr>
              </a:solidFill>
              <a:round/>
              <a:headEnd/>
              <a:tailEnd/>
            </a:ln>
            <a:extLst>
              <a:ext uri="{909E8E84-426E-40DD-AFC4-6F175D3DCCD1}">
                <a14:hiddenFill xmlns:a14="http://schemas.microsoft.com/office/drawing/2010/main">
                  <a:noFill/>
                </a14:hiddenFill>
              </a:ext>
            </a:extLst>
          </p:spPr>
          <p:txBody>
            <a:bodyPr lIns="0" tIns="0" rIns="36000" bIns="0"/>
            <a:lstStyle/>
            <a:p>
              <a:endParaRPr lang="zh-CN" altLang="en-US" sz="2000"/>
            </a:p>
          </p:txBody>
        </p:sp>
      </p:grpSp>
      <p:grpSp>
        <p:nvGrpSpPr>
          <p:cNvPr id="60" name="组合 59">
            <a:extLst>
              <a:ext uri="{FF2B5EF4-FFF2-40B4-BE49-F238E27FC236}">
                <a16:creationId xmlns:a16="http://schemas.microsoft.com/office/drawing/2014/main" id="{B4221E3C-C822-478C-80DC-0C01553EEB73}"/>
              </a:ext>
            </a:extLst>
          </p:cNvPr>
          <p:cNvGrpSpPr>
            <a:grpSpLocks/>
          </p:cNvGrpSpPr>
          <p:nvPr/>
        </p:nvGrpSpPr>
        <p:grpSpPr bwMode="auto">
          <a:xfrm>
            <a:off x="11483450" y="2155888"/>
            <a:ext cx="425972" cy="287646"/>
            <a:chOff x="2285" y="1173"/>
            <a:chExt cx="591" cy="220"/>
          </a:xfrm>
        </p:grpSpPr>
        <p:sp>
          <p:nvSpPr>
            <p:cNvPr id="61" name="矩形 133126">
              <a:extLst>
                <a:ext uri="{FF2B5EF4-FFF2-40B4-BE49-F238E27FC236}">
                  <a16:creationId xmlns:a16="http://schemas.microsoft.com/office/drawing/2014/main" id="{8F74D6E1-6C0C-42BC-B36B-7F1AECA2C20D}"/>
                </a:ext>
              </a:extLst>
            </p:cNvPr>
            <p:cNvSpPr>
              <a:spLocks noChangeArrowheads="1"/>
            </p:cNvSpPr>
            <p:nvPr/>
          </p:nvSpPr>
          <p:spPr bwMode="auto">
            <a:xfrm>
              <a:off x="2285" y="1173"/>
              <a:ext cx="591" cy="220"/>
            </a:xfrm>
            <a:prstGeom prst="rect">
              <a:avLst/>
            </a:prstGeom>
            <a:solidFill>
              <a:schemeClr val="accent5">
                <a:lumMod val="20000"/>
                <a:lumOff val="80000"/>
              </a:schemeClr>
            </a:solidFill>
            <a:ln w="28575">
              <a:solidFill>
                <a:schemeClr val="accent6">
                  <a:lumMod val="50000"/>
                </a:schemeClr>
              </a:solidFill>
              <a:miter lim="800000"/>
              <a:headEnd/>
              <a:tailEnd/>
            </a:ln>
          </p:spPr>
          <p:txBody>
            <a:bodyPr wrap="square" lIns="0" tIns="0" rIns="0" bIns="0">
              <a:spAutoFit/>
            </a:bodyPr>
            <a:lstStyle/>
            <a:p>
              <a:pPr algn="ctr">
                <a:lnSpc>
                  <a:spcPct val="90000"/>
                </a:lnSpc>
              </a:pPr>
              <a:r>
                <a:rPr lang="en-US" altLang="zh-CN" sz="2000" b="1" u="none" dirty="0">
                  <a:solidFill>
                    <a:srgbClr val="0000FF"/>
                  </a:solidFill>
                  <a:ea typeface="楷体_GB2312" pitchFamily="49" charset="-122"/>
                </a:rPr>
                <a:t>0 </a:t>
              </a:r>
              <a:r>
                <a:rPr lang="en-US" altLang="zh-CN" sz="2000" b="1" dirty="0">
                  <a:solidFill>
                    <a:srgbClr val="0000FF"/>
                  </a:solidFill>
                  <a:ea typeface="楷体_GB2312" pitchFamily="49" charset="-122"/>
                </a:rPr>
                <a:t>d</a:t>
              </a:r>
              <a:r>
                <a:rPr lang="en-US" altLang="zh-CN" sz="2000" b="1" u="none" dirty="0">
                  <a:solidFill>
                    <a:srgbClr val="0000FF"/>
                  </a:solidFill>
                  <a:ea typeface="楷体_GB2312" pitchFamily="49" charset="-122"/>
                </a:rPr>
                <a:t>         </a:t>
              </a:r>
              <a:endParaRPr lang="en-US" altLang="zh-CN" sz="2000" u="none" dirty="0">
                <a:ea typeface="楷体_GB2312" pitchFamily="49" charset="-122"/>
              </a:endParaRPr>
            </a:p>
          </p:txBody>
        </p:sp>
        <p:sp>
          <p:nvSpPr>
            <p:cNvPr id="62" name="直接连接符 133127">
              <a:extLst>
                <a:ext uri="{FF2B5EF4-FFF2-40B4-BE49-F238E27FC236}">
                  <a16:creationId xmlns:a16="http://schemas.microsoft.com/office/drawing/2014/main" id="{5FC7289E-5B75-48F4-85B7-DD2AFE4D7AA0}"/>
                </a:ext>
              </a:extLst>
            </p:cNvPr>
            <p:cNvSpPr>
              <a:spLocks noChangeShapeType="1"/>
            </p:cNvSpPr>
            <p:nvPr/>
          </p:nvSpPr>
          <p:spPr bwMode="auto">
            <a:xfrm>
              <a:off x="2568" y="1178"/>
              <a:ext cx="0" cy="214"/>
            </a:xfrm>
            <a:prstGeom prst="line">
              <a:avLst/>
            </a:prstGeom>
            <a:noFill/>
            <a:ln w="12700">
              <a:solidFill>
                <a:schemeClr val="accent6">
                  <a:lumMod val="50000"/>
                </a:schemeClr>
              </a:solidFill>
              <a:round/>
              <a:headEnd/>
              <a:tailEnd/>
            </a:ln>
            <a:extLst>
              <a:ext uri="{909E8E84-426E-40DD-AFC4-6F175D3DCCD1}">
                <a14:hiddenFill xmlns:a14="http://schemas.microsoft.com/office/drawing/2010/main">
                  <a:noFill/>
                </a14:hiddenFill>
              </a:ext>
            </a:extLst>
          </p:spPr>
          <p:txBody>
            <a:bodyPr lIns="0" tIns="0" rIns="36000" bIns="0"/>
            <a:lstStyle/>
            <a:p>
              <a:endParaRPr lang="zh-CN" altLang="en-US" sz="2000"/>
            </a:p>
          </p:txBody>
        </p:sp>
      </p:grpSp>
      <p:sp>
        <p:nvSpPr>
          <p:cNvPr id="63" name="直接连接符 62">
            <a:extLst>
              <a:ext uri="{FF2B5EF4-FFF2-40B4-BE49-F238E27FC236}">
                <a16:creationId xmlns:a16="http://schemas.microsoft.com/office/drawing/2014/main" id="{34FC1C97-6B07-4DA8-9DEF-5674E3989B25}"/>
              </a:ext>
            </a:extLst>
          </p:cNvPr>
          <p:cNvSpPr>
            <a:spLocks noChangeShapeType="1"/>
          </p:cNvSpPr>
          <p:nvPr/>
        </p:nvSpPr>
        <p:spPr bwMode="auto">
          <a:xfrm flipV="1">
            <a:off x="9968590" y="1729794"/>
            <a:ext cx="483907" cy="8693"/>
          </a:xfrm>
          <a:prstGeom prst="line">
            <a:avLst/>
          </a:prstGeom>
          <a:noFill/>
          <a:ln w="28575">
            <a:solidFill>
              <a:srgbClr val="0000FF"/>
            </a:solidFill>
            <a:round/>
            <a:headEnd type="oval" w="med" len="med"/>
            <a:tailEnd type="triangle" w="med" len="lg"/>
          </a:ln>
          <a:extLst>
            <a:ext uri="{909E8E84-426E-40DD-AFC4-6F175D3DCCD1}">
              <a14:hiddenFill xmlns:a14="http://schemas.microsoft.com/office/drawing/2010/main">
                <a:noFill/>
              </a14:hiddenFill>
            </a:ext>
          </a:extLst>
        </p:spPr>
        <p:txBody>
          <a:bodyPr lIns="0" tIns="0" rIns="36000" bIns="0"/>
          <a:lstStyle/>
          <a:p>
            <a:endParaRPr lang="zh-CN" altLang="en-US" sz="2000"/>
          </a:p>
        </p:txBody>
      </p:sp>
      <p:sp>
        <p:nvSpPr>
          <p:cNvPr id="64" name="文本框 63">
            <a:extLst>
              <a:ext uri="{FF2B5EF4-FFF2-40B4-BE49-F238E27FC236}">
                <a16:creationId xmlns:a16="http://schemas.microsoft.com/office/drawing/2014/main" id="{857E5593-CA22-49D7-8204-F574E48D358A}"/>
              </a:ext>
            </a:extLst>
          </p:cNvPr>
          <p:cNvSpPr txBox="1"/>
          <p:nvPr/>
        </p:nvSpPr>
        <p:spPr>
          <a:xfrm>
            <a:off x="9857738" y="1001338"/>
            <a:ext cx="219075" cy="276999"/>
          </a:xfrm>
          <a:prstGeom prst="rect">
            <a:avLst/>
          </a:prstGeom>
          <a:noFill/>
        </p:spPr>
        <p:txBody>
          <a:bodyPr wrap="square" lIns="0" tIns="0" rIns="0" bIns="0" rtlCol="0">
            <a:spAutoFit/>
          </a:bodyPr>
          <a:lstStyle/>
          <a:p>
            <a:pPr algn="ctr"/>
            <a:r>
              <a:rPr lang="zh-CN" altLang="en-US" b="1" dirty="0">
                <a:solidFill>
                  <a:srgbClr val="0F14F1"/>
                </a:solidFill>
                <a:latin typeface="Arial Rounded MT Bold" panose="020F0704030504030204" pitchFamily="34" charset="0"/>
              </a:rPr>
              <a:t>∧</a:t>
            </a:r>
          </a:p>
        </p:txBody>
      </p:sp>
      <p:sp>
        <p:nvSpPr>
          <p:cNvPr id="65" name="文本框 64">
            <a:extLst>
              <a:ext uri="{FF2B5EF4-FFF2-40B4-BE49-F238E27FC236}">
                <a16:creationId xmlns:a16="http://schemas.microsoft.com/office/drawing/2014/main" id="{9E9DC43F-2817-414E-9243-E3BEFC0662B5}"/>
              </a:ext>
            </a:extLst>
          </p:cNvPr>
          <p:cNvSpPr txBox="1"/>
          <p:nvPr/>
        </p:nvSpPr>
        <p:spPr>
          <a:xfrm>
            <a:off x="11821309" y="1596970"/>
            <a:ext cx="217574" cy="276999"/>
          </a:xfrm>
          <a:prstGeom prst="rect">
            <a:avLst/>
          </a:prstGeom>
          <a:noFill/>
        </p:spPr>
        <p:txBody>
          <a:bodyPr wrap="square" lIns="0" tIns="0" rIns="0" bIns="0" rtlCol="0">
            <a:spAutoFit/>
          </a:bodyPr>
          <a:lstStyle/>
          <a:p>
            <a:pPr algn="ctr"/>
            <a:r>
              <a:rPr lang="zh-CN" altLang="en-US" b="1" dirty="0">
                <a:solidFill>
                  <a:srgbClr val="0F14F1"/>
                </a:solidFill>
                <a:latin typeface="Arial Rounded MT Bold" panose="020F0704030504030204" pitchFamily="34" charset="0"/>
              </a:rPr>
              <a:t>∧</a:t>
            </a:r>
          </a:p>
        </p:txBody>
      </p:sp>
      <p:grpSp>
        <p:nvGrpSpPr>
          <p:cNvPr id="69" name="组合 68">
            <a:extLst>
              <a:ext uri="{FF2B5EF4-FFF2-40B4-BE49-F238E27FC236}">
                <a16:creationId xmlns:a16="http://schemas.microsoft.com/office/drawing/2014/main" id="{1EFAEC4C-50A6-4DBC-8E87-7933FA75CEC2}"/>
              </a:ext>
            </a:extLst>
          </p:cNvPr>
          <p:cNvGrpSpPr/>
          <p:nvPr/>
        </p:nvGrpSpPr>
        <p:grpSpPr>
          <a:xfrm>
            <a:off x="8202256" y="645844"/>
            <a:ext cx="266528" cy="358707"/>
            <a:chOff x="4307343" y="3599835"/>
            <a:chExt cx="266528" cy="358707"/>
          </a:xfrm>
        </p:grpSpPr>
        <p:sp>
          <p:nvSpPr>
            <p:cNvPr id="70" name="下箭头 133141">
              <a:extLst>
                <a:ext uri="{FF2B5EF4-FFF2-40B4-BE49-F238E27FC236}">
                  <a16:creationId xmlns:a16="http://schemas.microsoft.com/office/drawing/2014/main" id="{33B0B2FD-2D73-406D-B2FE-06F7AF5FAAF5}"/>
                </a:ext>
              </a:extLst>
            </p:cNvPr>
            <p:cNvSpPr>
              <a:spLocks noChangeArrowheads="1"/>
            </p:cNvSpPr>
            <p:nvPr/>
          </p:nvSpPr>
          <p:spPr bwMode="auto">
            <a:xfrm rot="19999021">
              <a:off x="4454872" y="3654784"/>
              <a:ext cx="118999" cy="303758"/>
            </a:xfrm>
            <a:prstGeom prst="downArrow">
              <a:avLst>
                <a:gd name="adj1" fmla="val 50000"/>
                <a:gd name="adj2" fmla="val 112500"/>
              </a:avLst>
            </a:prstGeom>
            <a:solidFill>
              <a:schemeClr val="accent1">
                <a:lumMod val="60000"/>
                <a:lumOff val="40000"/>
              </a:schemeClr>
            </a:solidFill>
            <a:ln w="12700">
              <a:solidFill>
                <a:schemeClr val="accent1">
                  <a:lumMod val="50000"/>
                </a:schemeClr>
              </a:solidFill>
              <a:miter lim="800000"/>
              <a:headEnd/>
              <a:tailEnd/>
            </a:ln>
          </p:spPr>
          <p:txBody>
            <a:bodyPr lIns="0" tIns="0" rIns="0" bIns="0"/>
            <a:lstStyle/>
            <a:p>
              <a:pPr>
                <a:lnSpc>
                  <a:spcPct val="80000"/>
                </a:lnSpc>
              </a:pPr>
              <a:endParaRPr lang="zh-CN" altLang="en-US" sz="2400"/>
            </a:p>
          </p:txBody>
        </p:sp>
        <p:sp>
          <p:nvSpPr>
            <p:cNvPr id="71" name="文本框 133142">
              <a:extLst>
                <a:ext uri="{FF2B5EF4-FFF2-40B4-BE49-F238E27FC236}">
                  <a16:creationId xmlns:a16="http://schemas.microsoft.com/office/drawing/2014/main" id="{97A8EB4E-5851-44DC-9615-25549DF7C8FD}"/>
                </a:ext>
              </a:extLst>
            </p:cNvPr>
            <p:cNvSpPr txBox="1">
              <a:spLocks noChangeArrowheads="1"/>
            </p:cNvSpPr>
            <p:nvPr/>
          </p:nvSpPr>
          <p:spPr bwMode="auto">
            <a:xfrm>
              <a:off x="4307343" y="3599835"/>
              <a:ext cx="171325" cy="303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nSpc>
                  <a:spcPct val="80000"/>
                </a:lnSpc>
              </a:pPr>
              <a:r>
                <a:rPr lang="en-US" altLang="zh-CN" sz="2400" b="1" u="none" dirty="0">
                  <a:solidFill>
                    <a:srgbClr val="0070C0"/>
                  </a:solidFill>
                </a:rPr>
                <a:t>L</a:t>
              </a:r>
              <a:endParaRPr lang="en-US" altLang="zh-CN" sz="2400" u="none" dirty="0">
                <a:solidFill>
                  <a:srgbClr val="0070C0"/>
                </a:solidFill>
              </a:endParaRPr>
            </a:p>
          </p:txBody>
        </p:sp>
      </p:grpSp>
      <p:grpSp>
        <p:nvGrpSpPr>
          <p:cNvPr id="72" name="组合 71">
            <a:extLst>
              <a:ext uri="{FF2B5EF4-FFF2-40B4-BE49-F238E27FC236}">
                <a16:creationId xmlns:a16="http://schemas.microsoft.com/office/drawing/2014/main" id="{46AA6471-FED1-4217-B0F6-D3684CDEC76E}"/>
              </a:ext>
            </a:extLst>
          </p:cNvPr>
          <p:cNvGrpSpPr/>
          <p:nvPr/>
        </p:nvGrpSpPr>
        <p:grpSpPr>
          <a:xfrm>
            <a:off x="8283786" y="1227718"/>
            <a:ext cx="266528" cy="358707"/>
            <a:chOff x="4307343" y="3599835"/>
            <a:chExt cx="266528" cy="358707"/>
          </a:xfrm>
        </p:grpSpPr>
        <p:sp>
          <p:nvSpPr>
            <p:cNvPr id="73" name="下箭头 133141">
              <a:extLst>
                <a:ext uri="{FF2B5EF4-FFF2-40B4-BE49-F238E27FC236}">
                  <a16:creationId xmlns:a16="http://schemas.microsoft.com/office/drawing/2014/main" id="{05D97FB3-FF1D-4506-AD54-F85204168A17}"/>
                </a:ext>
              </a:extLst>
            </p:cNvPr>
            <p:cNvSpPr>
              <a:spLocks noChangeArrowheads="1"/>
            </p:cNvSpPr>
            <p:nvPr/>
          </p:nvSpPr>
          <p:spPr bwMode="auto">
            <a:xfrm rot="19999021">
              <a:off x="4454872" y="3654784"/>
              <a:ext cx="118999" cy="303758"/>
            </a:xfrm>
            <a:prstGeom prst="downArrow">
              <a:avLst>
                <a:gd name="adj1" fmla="val 50000"/>
                <a:gd name="adj2" fmla="val 112500"/>
              </a:avLst>
            </a:prstGeom>
            <a:solidFill>
              <a:schemeClr val="accent2"/>
            </a:solidFill>
            <a:ln w="12700">
              <a:solidFill>
                <a:schemeClr val="tx1"/>
              </a:solidFill>
              <a:miter lim="800000"/>
              <a:headEnd/>
              <a:tailEnd/>
            </a:ln>
          </p:spPr>
          <p:txBody>
            <a:bodyPr lIns="0" tIns="0" rIns="0" bIns="0"/>
            <a:lstStyle/>
            <a:p>
              <a:pPr>
                <a:lnSpc>
                  <a:spcPct val="80000"/>
                </a:lnSpc>
              </a:pPr>
              <a:endParaRPr lang="zh-CN" altLang="en-US" sz="2400"/>
            </a:p>
          </p:txBody>
        </p:sp>
        <p:sp>
          <p:nvSpPr>
            <p:cNvPr id="74" name="文本框 133142">
              <a:extLst>
                <a:ext uri="{FF2B5EF4-FFF2-40B4-BE49-F238E27FC236}">
                  <a16:creationId xmlns:a16="http://schemas.microsoft.com/office/drawing/2014/main" id="{00432FB0-CE0D-4A5B-8EB2-9D418D34E56B}"/>
                </a:ext>
              </a:extLst>
            </p:cNvPr>
            <p:cNvSpPr txBox="1">
              <a:spLocks noChangeArrowheads="1"/>
            </p:cNvSpPr>
            <p:nvPr/>
          </p:nvSpPr>
          <p:spPr bwMode="auto">
            <a:xfrm>
              <a:off x="4307343" y="3599835"/>
              <a:ext cx="171325" cy="303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nSpc>
                  <a:spcPct val="80000"/>
                </a:lnSpc>
              </a:pPr>
              <a:r>
                <a:rPr lang="en-US" altLang="zh-CN" sz="2400" b="1" u="none" dirty="0">
                  <a:solidFill>
                    <a:schemeClr val="accent2">
                      <a:lumMod val="75000"/>
                    </a:schemeClr>
                  </a:solidFill>
                </a:rPr>
                <a:t>L</a:t>
              </a:r>
              <a:endParaRPr lang="en-US" altLang="zh-CN" sz="2400" u="none" dirty="0">
                <a:solidFill>
                  <a:schemeClr val="accent2">
                    <a:lumMod val="75000"/>
                  </a:schemeClr>
                </a:solidFill>
              </a:endParaRPr>
            </a:p>
          </p:txBody>
        </p:sp>
      </p:grpSp>
      <p:grpSp>
        <p:nvGrpSpPr>
          <p:cNvPr id="75" name="组合 74">
            <a:extLst>
              <a:ext uri="{FF2B5EF4-FFF2-40B4-BE49-F238E27FC236}">
                <a16:creationId xmlns:a16="http://schemas.microsoft.com/office/drawing/2014/main" id="{9063A5B2-1719-49F2-8A5B-9B6F0F94FA9C}"/>
              </a:ext>
            </a:extLst>
          </p:cNvPr>
          <p:cNvGrpSpPr/>
          <p:nvPr/>
        </p:nvGrpSpPr>
        <p:grpSpPr>
          <a:xfrm>
            <a:off x="9265388" y="1808906"/>
            <a:ext cx="266528" cy="358707"/>
            <a:chOff x="4307343" y="3599835"/>
            <a:chExt cx="266528" cy="358707"/>
          </a:xfrm>
        </p:grpSpPr>
        <p:sp>
          <p:nvSpPr>
            <p:cNvPr id="76" name="下箭头 133141">
              <a:extLst>
                <a:ext uri="{FF2B5EF4-FFF2-40B4-BE49-F238E27FC236}">
                  <a16:creationId xmlns:a16="http://schemas.microsoft.com/office/drawing/2014/main" id="{EAA63BA2-A4EA-4D15-A926-578B5FE8FB69}"/>
                </a:ext>
              </a:extLst>
            </p:cNvPr>
            <p:cNvSpPr>
              <a:spLocks noChangeArrowheads="1"/>
            </p:cNvSpPr>
            <p:nvPr/>
          </p:nvSpPr>
          <p:spPr bwMode="auto">
            <a:xfrm rot="19999021">
              <a:off x="4454872" y="3654784"/>
              <a:ext cx="118999" cy="303758"/>
            </a:xfrm>
            <a:prstGeom prst="downArrow">
              <a:avLst>
                <a:gd name="adj1" fmla="val 50000"/>
                <a:gd name="adj2" fmla="val 112500"/>
              </a:avLst>
            </a:prstGeom>
            <a:solidFill>
              <a:schemeClr val="accent4">
                <a:lumMod val="50000"/>
              </a:schemeClr>
            </a:solidFill>
            <a:ln w="12700">
              <a:solidFill>
                <a:schemeClr val="tx1"/>
              </a:solidFill>
              <a:miter lim="800000"/>
              <a:headEnd/>
              <a:tailEnd/>
            </a:ln>
          </p:spPr>
          <p:txBody>
            <a:bodyPr lIns="0" tIns="0" rIns="0" bIns="0"/>
            <a:lstStyle/>
            <a:p>
              <a:pPr>
                <a:lnSpc>
                  <a:spcPct val="80000"/>
                </a:lnSpc>
              </a:pPr>
              <a:endParaRPr lang="zh-CN" altLang="en-US" sz="2400"/>
            </a:p>
          </p:txBody>
        </p:sp>
        <p:sp>
          <p:nvSpPr>
            <p:cNvPr id="77" name="文本框 133142">
              <a:extLst>
                <a:ext uri="{FF2B5EF4-FFF2-40B4-BE49-F238E27FC236}">
                  <a16:creationId xmlns:a16="http://schemas.microsoft.com/office/drawing/2014/main" id="{B8745875-83E7-4B27-90E5-603667D868C6}"/>
                </a:ext>
              </a:extLst>
            </p:cNvPr>
            <p:cNvSpPr txBox="1">
              <a:spLocks noChangeArrowheads="1"/>
            </p:cNvSpPr>
            <p:nvPr/>
          </p:nvSpPr>
          <p:spPr bwMode="auto">
            <a:xfrm>
              <a:off x="4307343" y="3599835"/>
              <a:ext cx="171325" cy="303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nSpc>
                  <a:spcPct val="80000"/>
                </a:lnSpc>
              </a:pPr>
              <a:r>
                <a:rPr lang="en-US" altLang="zh-CN" sz="2400" b="1" u="none" dirty="0">
                  <a:solidFill>
                    <a:srgbClr val="7030A0"/>
                  </a:solidFill>
                </a:rPr>
                <a:t>L</a:t>
              </a:r>
              <a:endParaRPr lang="en-US" altLang="zh-CN" sz="2400" u="none" dirty="0">
                <a:solidFill>
                  <a:srgbClr val="7030A0"/>
                </a:solidFill>
              </a:endParaRPr>
            </a:p>
          </p:txBody>
        </p:sp>
      </p:grpSp>
      <p:grpSp>
        <p:nvGrpSpPr>
          <p:cNvPr id="78" name="组合 77">
            <a:extLst>
              <a:ext uri="{FF2B5EF4-FFF2-40B4-BE49-F238E27FC236}">
                <a16:creationId xmlns:a16="http://schemas.microsoft.com/office/drawing/2014/main" id="{95C7B6CB-20F6-4E3A-8D3A-148B382B289C}"/>
              </a:ext>
            </a:extLst>
          </p:cNvPr>
          <p:cNvGrpSpPr/>
          <p:nvPr/>
        </p:nvGrpSpPr>
        <p:grpSpPr>
          <a:xfrm>
            <a:off x="10242785" y="1801343"/>
            <a:ext cx="266528" cy="358707"/>
            <a:chOff x="4307343" y="3599835"/>
            <a:chExt cx="266528" cy="358707"/>
          </a:xfrm>
        </p:grpSpPr>
        <p:sp>
          <p:nvSpPr>
            <p:cNvPr id="79" name="下箭头 133141">
              <a:extLst>
                <a:ext uri="{FF2B5EF4-FFF2-40B4-BE49-F238E27FC236}">
                  <a16:creationId xmlns:a16="http://schemas.microsoft.com/office/drawing/2014/main" id="{15CD0997-DE97-4C65-94A7-C8608042E30B}"/>
                </a:ext>
              </a:extLst>
            </p:cNvPr>
            <p:cNvSpPr>
              <a:spLocks noChangeArrowheads="1"/>
            </p:cNvSpPr>
            <p:nvPr/>
          </p:nvSpPr>
          <p:spPr bwMode="auto">
            <a:xfrm rot="19999021">
              <a:off x="4454872" y="3654784"/>
              <a:ext cx="118999" cy="303758"/>
            </a:xfrm>
            <a:prstGeom prst="downArrow">
              <a:avLst>
                <a:gd name="adj1" fmla="val 50000"/>
                <a:gd name="adj2" fmla="val 112500"/>
              </a:avLst>
            </a:prstGeom>
            <a:solidFill>
              <a:schemeClr val="accent4">
                <a:lumMod val="50000"/>
              </a:schemeClr>
            </a:solidFill>
            <a:ln w="12700">
              <a:solidFill>
                <a:schemeClr val="tx1"/>
              </a:solidFill>
              <a:miter lim="800000"/>
              <a:headEnd/>
              <a:tailEnd/>
            </a:ln>
          </p:spPr>
          <p:txBody>
            <a:bodyPr lIns="0" tIns="0" rIns="0" bIns="0"/>
            <a:lstStyle/>
            <a:p>
              <a:pPr>
                <a:lnSpc>
                  <a:spcPct val="80000"/>
                </a:lnSpc>
              </a:pPr>
              <a:endParaRPr lang="zh-CN" altLang="en-US" sz="2400">
                <a:solidFill>
                  <a:srgbClr val="7030A0"/>
                </a:solidFill>
              </a:endParaRPr>
            </a:p>
          </p:txBody>
        </p:sp>
        <p:sp>
          <p:nvSpPr>
            <p:cNvPr id="80" name="文本框 133142">
              <a:extLst>
                <a:ext uri="{FF2B5EF4-FFF2-40B4-BE49-F238E27FC236}">
                  <a16:creationId xmlns:a16="http://schemas.microsoft.com/office/drawing/2014/main" id="{846C92DC-C816-4E5A-AAF1-18F048ACD8C5}"/>
                </a:ext>
              </a:extLst>
            </p:cNvPr>
            <p:cNvSpPr txBox="1">
              <a:spLocks noChangeArrowheads="1"/>
            </p:cNvSpPr>
            <p:nvPr/>
          </p:nvSpPr>
          <p:spPr bwMode="auto">
            <a:xfrm>
              <a:off x="4307343" y="3599835"/>
              <a:ext cx="171325" cy="303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nSpc>
                  <a:spcPct val="80000"/>
                </a:lnSpc>
              </a:pPr>
              <a:r>
                <a:rPr lang="en-US" altLang="zh-CN" sz="2400" b="1" u="none" dirty="0">
                  <a:solidFill>
                    <a:srgbClr val="7030A0"/>
                  </a:solidFill>
                </a:rPr>
                <a:t>L</a:t>
              </a:r>
              <a:endParaRPr lang="en-US" altLang="zh-CN" sz="2400" u="none" dirty="0">
                <a:solidFill>
                  <a:srgbClr val="7030A0"/>
                </a:solidFill>
              </a:endParaRPr>
            </a:p>
          </p:txBody>
        </p:sp>
      </p:grpSp>
      <p:grpSp>
        <p:nvGrpSpPr>
          <p:cNvPr id="84" name="组合 83">
            <a:extLst>
              <a:ext uri="{FF2B5EF4-FFF2-40B4-BE49-F238E27FC236}">
                <a16:creationId xmlns:a16="http://schemas.microsoft.com/office/drawing/2014/main" id="{EA04CEA5-DC99-4E10-A90C-466B4D0781AB}"/>
              </a:ext>
            </a:extLst>
          </p:cNvPr>
          <p:cNvGrpSpPr/>
          <p:nvPr/>
        </p:nvGrpSpPr>
        <p:grpSpPr>
          <a:xfrm>
            <a:off x="9207502" y="1238263"/>
            <a:ext cx="266528" cy="358707"/>
            <a:chOff x="4307343" y="3599835"/>
            <a:chExt cx="266528" cy="358707"/>
          </a:xfrm>
        </p:grpSpPr>
        <p:sp>
          <p:nvSpPr>
            <p:cNvPr id="85" name="下箭头 133141">
              <a:extLst>
                <a:ext uri="{FF2B5EF4-FFF2-40B4-BE49-F238E27FC236}">
                  <a16:creationId xmlns:a16="http://schemas.microsoft.com/office/drawing/2014/main" id="{0621F882-5FD8-445C-9B71-3099038B3054}"/>
                </a:ext>
              </a:extLst>
            </p:cNvPr>
            <p:cNvSpPr>
              <a:spLocks noChangeArrowheads="1"/>
            </p:cNvSpPr>
            <p:nvPr/>
          </p:nvSpPr>
          <p:spPr bwMode="auto">
            <a:xfrm rot="19999021">
              <a:off x="4454872" y="3654784"/>
              <a:ext cx="118999" cy="303758"/>
            </a:xfrm>
            <a:prstGeom prst="downArrow">
              <a:avLst>
                <a:gd name="adj1" fmla="val 50000"/>
                <a:gd name="adj2" fmla="val 112500"/>
              </a:avLst>
            </a:prstGeom>
            <a:solidFill>
              <a:schemeClr val="accent2"/>
            </a:solidFill>
            <a:ln w="12700">
              <a:solidFill>
                <a:schemeClr val="tx1"/>
              </a:solidFill>
              <a:miter lim="800000"/>
              <a:headEnd/>
              <a:tailEnd/>
            </a:ln>
          </p:spPr>
          <p:txBody>
            <a:bodyPr lIns="0" tIns="0" rIns="0" bIns="0"/>
            <a:lstStyle/>
            <a:p>
              <a:pPr>
                <a:lnSpc>
                  <a:spcPct val="80000"/>
                </a:lnSpc>
              </a:pPr>
              <a:endParaRPr lang="zh-CN" altLang="en-US" sz="2400"/>
            </a:p>
          </p:txBody>
        </p:sp>
        <p:sp>
          <p:nvSpPr>
            <p:cNvPr id="86" name="文本框 133142">
              <a:extLst>
                <a:ext uri="{FF2B5EF4-FFF2-40B4-BE49-F238E27FC236}">
                  <a16:creationId xmlns:a16="http://schemas.microsoft.com/office/drawing/2014/main" id="{6A015E29-2273-4438-A42D-22F56BC6855C}"/>
                </a:ext>
              </a:extLst>
            </p:cNvPr>
            <p:cNvSpPr txBox="1">
              <a:spLocks noChangeArrowheads="1"/>
            </p:cNvSpPr>
            <p:nvPr/>
          </p:nvSpPr>
          <p:spPr bwMode="auto">
            <a:xfrm>
              <a:off x="4307343" y="3599835"/>
              <a:ext cx="171325" cy="303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nSpc>
                  <a:spcPct val="80000"/>
                </a:lnSpc>
              </a:pPr>
              <a:r>
                <a:rPr lang="en-US" altLang="zh-CN" sz="2400" b="1" u="none" dirty="0">
                  <a:solidFill>
                    <a:schemeClr val="accent2">
                      <a:lumMod val="75000"/>
                    </a:schemeClr>
                  </a:solidFill>
                </a:rPr>
                <a:t>L</a:t>
              </a:r>
              <a:endParaRPr lang="en-US" altLang="zh-CN" sz="2400" u="none" dirty="0">
                <a:solidFill>
                  <a:schemeClr val="accent2">
                    <a:lumMod val="75000"/>
                  </a:schemeClr>
                </a:solidFill>
              </a:endParaRPr>
            </a:p>
          </p:txBody>
        </p:sp>
      </p:grpSp>
      <p:grpSp>
        <p:nvGrpSpPr>
          <p:cNvPr id="87" name="组合 86">
            <a:extLst>
              <a:ext uri="{FF2B5EF4-FFF2-40B4-BE49-F238E27FC236}">
                <a16:creationId xmlns:a16="http://schemas.microsoft.com/office/drawing/2014/main" id="{5B3DC555-4A0C-4503-9351-875C239CD8B1}"/>
              </a:ext>
            </a:extLst>
          </p:cNvPr>
          <p:cNvGrpSpPr/>
          <p:nvPr/>
        </p:nvGrpSpPr>
        <p:grpSpPr>
          <a:xfrm>
            <a:off x="11199374" y="1801595"/>
            <a:ext cx="266528" cy="358707"/>
            <a:chOff x="4307343" y="3599835"/>
            <a:chExt cx="266528" cy="358707"/>
          </a:xfrm>
        </p:grpSpPr>
        <p:sp>
          <p:nvSpPr>
            <p:cNvPr id="88" name="下箭头 133141">
              <a:extLst>
                <a:ext uri="{FF2B5EF4-FFF2-40B4-BE49-F238E27FC236}">
                  <a16:creationId xmlns:a16="http://schemas.microsoft.com/office/drawing/2014/main" id="{57B66A86-3801-4E84-BB53-B01333F17D61}"/>
                </a:ext>
              </a:extLst>
            </p:cNvPr>
            <p:cNvSpPr>
              <a:spLocks noChangeArrowheads="1"/>
            </p:cNvSpPr>
            <p:nvPr/>
          </p:nvSpPr>
          <p:spPr bwMode="auto">
            <a:xfrm rot="19999021">
              <a:off x="4454872" y="3654784"/>
              <a:ext cx="118999" cy="303758"/>
            </a:xfrm>
            <a:prstGeom prst="downArrow">
              <a:avLst>
                <a:gd name="adj1" fmla="val 50000"/>
                <a:gd name="adj2" fmla="val 112500"/>
              </a:avLst>
            </a:prstGeom>
            <a:solidFill>
              <a:schemeClr val="accent4">
                <a:lumMod val="50000"/>
              </a:schemeClr>
            </a:solidFill>
            <a:ln w="12700">
              <a:solidFill>
                <a:schemeClr val="tx1"/>
              </a:solidFill>
              <a:miter lim="800000"/>
              <a:headEnd/>
              <a:tailEnd/>
            </a:ln>
          </p:spPr>
          <p:txBody>
            <a:bodyPr lIns="0" tIns="0" rIns="0" bIns="0"/>
            <a:lstStyle/>
            <a:p>
              <a:pPr>
                <a:lnSpc>
                  <a:spcPct val="80000"/>
                </a:lnSpc>
              </a:pPr>
              <a:endParaRPr lang="zh-CN" altLang="en-US" sz="2400">
                <a:solidFill>
                  <a:srgbClr val="7030A0"/>
                </a:solidFill>
              </a:endParaRPr>
            </a:p>
          </p:txBody>
        </p:sp>
        <p:sp>
          <p:nvSpPr>
            <p:cNvPr id="89" name="文本框 133142">
              <a:extLst>
                <a:ext uri="{FF2B5EF4-FFF2-40B4-BE49-F238E27FC236}">
                  <a16:creationId xmlns:a16="http://schemas.microsoft.com/office/drawing/2014/main" id="{1455A80D-700C-4A6B-BD89-5F6C05369E6F}"/>
                </a:ext>
              </a:extLst>
            </p:cNvPr>
            <p:cNvSpPr txBox="1">
              <a:spLocks noChangeArrowheads="1"/>
            </p:cNvSpPr>
            <p:nvPr/>
          </p:nvSpPr>
          <p:spPr bwMode="auto">
            <a:xfrm>
              <a:off x="4307343" y="3599835"/>
              <a:ext cx="171325" cy="303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nSpc>
                  <a:spcPct val="80000"/>
                </a:lnSpc>
              </a:pPr>
              <a:r>
                <a:rPr lang="en-US" altLang="zh-CN" sz="2400" b="1" u="none" dirty="0">
                  <a:solidFill>
                    <a:srgbClr val="7030A0"/>
                  </a:solidFill>
                </a:rPr>
                <a:t>L</a:t>
              </a:r>
              <a:endParaRPr lang="en-US" altLang="zh-CN" sz="2400" u="none" dirty="0">
                <a:solidFill>
                  <a:srgbClr val="7030A0"/>
                </a:solidFill>
              </a:endParaRPr>
            </a:p>
          </p:txBody>
        </p:sp>
      </p:grpSp>
      <p:grpSp>
        <p:nvGrpSpPr>
          <p:cNvPr id="90" name="组合 89">
            <a:extLst>
              <a:ext uri="{FF2B5EF4-FFF2-40B4-BE49-F238E27FC236}">
                <a16:creationId xmlns:a16="http://schemas.microsoft.com/office/drawing/2014/main" id="{D71727AF-075E-47F5-A7B4-976313F71934}"/>
              </a:ext>
            </a:extLst>
          </p:cNvPr>
          <p:cNvGrpSpPr/>
          <p:nvPr/>
        </p:nvGrpSpPr>
        <p:grpSpPr>
          <a:xfrm flipH="1">
            <a:off x="9079349" y="520963"/>
            <a:ext cx="223608" cy="477177"/>
            <a:chOff x="6579821" y="1317687"/>
            <a:chExt cx="308266" cy="478788"/>
          </a:xfrm>
        </p:grpSpPr>
        <p:sp>
          <p:nvSpPr>
            <p:cNvPr id="91" name="Text Box 78">
              <a:extLst>
                <a:ext uri="{FF2B5EF4-FFF2-40B4-BE49-F238E27FC236}">
                  <a16:creationId xmlns:a16="http://schemas.microsoft.com/office/drawing/2014/main" id="{FCDBE23C-FBC5-4C70-8FA9-AC730B5014CE}"/>
                </a:ext>
              </a:extLst>
            </p:cNvPr>
            <p:cNvSpPr txBox="1">
              <a:spLocks noChangeArrowheads="1"/>
            </p:cNvSpPr>
            <p:nvPr/>
          </p:nvSpPr>
          <p:spPr bwMode="auto">
            <a:xfrm>
              <a:off x="6579821" y="1317687"/>
              <a:ext cx="257069" cy="325944"/>
            </a:xfrm>
            <a:prstGeom prst="rect">
              <a:avLst/>
            </a:prstGeom>
            <a:noFill/>
            <a:ln w="28575">
              <a:noFill/>
              <a:round/>
              <a:headEnd type="oval" w="med" len="med"/>
              <a:tailEnd type="triangle" w="med" len="lg"/>
            </a:ln>
            <a:extLst>
              <a:ext uri="{909E8E84-426E-40DD-AFC4-6F175D3DCCD1}">
                <a14:hiddenFill xmlns:a14="http://schemas.microsoft.com/office/drawing/2010/main">
                  <a:noFill/>
                </a14:hiddenFill>
              </a:ext>
            </a:extLst>
          </p:spPr>
          <p:txBody>
            <a:bodyPr lIns="0" tIns="0" rIns="36000" bIns="0"/>
            <a:lstStyle>
              <a:defPPr>
                <a:defRPr lang="zh-CN"/>
              </a:defPPr>
              <a:lvl1pPr>
                <a:defRPr sz="2000"/>
              </a:lvl1pPr>
            </a:lstStyle>
            <a:p>
              <a:pPr>
                <a:lnSpc>
                  <a:spcPct val="80000"/>
                </a:lnSpc>
              </a:pPr>
              <a:r>
                <a:rPr lang="en-US" altLang="zh-CN" b="1" dirty="0">
                  <a:solidFill>
                    <a:srgbClr val="0070C0"/>
                  </a:solidFill>
                </a:rPr>
                <a:t>p</a:t>
              </a:r>
            </a:p>
          </p:txBody>
        </p:sp>
        <p:cxnSp>
          <p:nvCxnSpPr>
            <p:cNvPr id="92" name="直接箭头连接符 91">
              <a:extLst>
                <a:ext uri="{FF2B5EF4-FFF2-40B4-BE49-F238E27FC236}">
                  <a16:creationId xmlns:a16="http://schemas.microsoft.com/office/drawing/2014/main" id="{FF44B041-5C1A-4436-A9AD-0C2DC8297546}"/>
                </a:ext>
              </a:extLst>
            </p:cNvPr>
            <p:cNvCxnSpPr>
              <a:cxnSpLocks/>
            </p:cNvCxnSpPr>
            <p:nvPr/>
          </p:nvCxnSpPr>
          <p:spPr>
            <a:xfrm>
              <a:off x="6672426" y="1585430"/>
              <a:ext cx="215661" cy="211045"/>
            </a:xfrm>
            <a:prstGeom prst="straightConnector1">
              <a:avLst/>
            </a:prstGeom>
            <a:noFill/>
            <a:ln w="28575">
              <a:solidFill>
                <a:srgbClr val="0070C0"/>
              </a:solidFill>
              <a:round/>
              <a:headEnd type="oval" w="med" len="med"/>
              <a:tailEnd type="triangle" w="med" len="lg"/>
            </a:ln>
            <a:extLst>
              <a:ext uri="{909E8E84-426E-40DD-AFC4-6F175D3DCCD1}">
                <a14:hiddenFill xmlns:a14="http://schemas.microsoft.com/office/drawing/2010/main">
                  <a:noFill/>
                </a14:hiddenFill>
              </a:ext>
            </a:extLst>
          </p:spPr>
        </p:cxnSp>
      </p:grpSp>
      <p:grpSp>
        <p:nvGrpSpPr>
          <p:cNvPr id="93" name="组合 92">
            <a:extLst>
              <a:ext uri="{FF2B5EF4-FFF2-40B4-BE49-F238E27FC236}">
                <a16:creationId xmlns:a16="http://schemas.microsoft.com/office/drawing/2014/main" id="{2AD649DF-BF70-4F65-9F29-197E2E50E34C}"/>
              </a:ext>
            </a:extLst>
          </p:cNvPr>
          <p:cNvGrpSpPr/>
          <p:nvPr/>
        </p:nvGrpSpPr>
        <p:grpSpPr>
          <a:xfrm flipH="1">
            <a:off x="10070098" y="1100688"/>
            <a:ext cx="223608" cy="477177"/>
            <a:chOff x="6579821" y="1317687"/>
            <a:chExt cx="308266" cy="478788"/>
          </a:xfrm>
        </p:grpSpPr>
        <p:sp>
          <p:nvSpPr>
            <p:cNvPr id="94" name="Text Box 78">
              <a:extLst>
                <a:ext uri="{FF2B5EF4-FFF2-40B4-BE49-F238E27FC236}">
                  <a16:creationId xmlns:a16="http://schemas.microsoft.com/office/drawing/2014/main" id="{A2576CBF-571E-4F53-A64E-03606F59B800}"/>
                </a:ext>
              </a:extLst>
            </p:cNvPr>
            <p:cNvSpPr txBox="1">
              <a:spLocks noChangeArrowheads="1"/>
            </p:cNvSpPr>
            <p:nvPr/>
          </p:nvSpPr>
          <p:spPr bwMode="auto">
            <a:xfrm>
              <a:off x="6579821" y="1317687"/>
              <a:ext cx="257069" cy="325944"/>
            </a:xfrm>
            <a:prstGeom prst="rect">
              <a:avLst/>
            </a:prstGeom>
            <a:noFill/>
            <a:ln w="28575">
              <a:noFill/>
              <a:round/>
              <a:headEnd type="oval" w="med" len="med"/>
              <a:tailEnd type="triangle" w="med" len="lg"/>
            </a:ln>
            <a:extLst>
              <a:ext uri="{909E8E84-426E-40DD-AFC4-6F175D3DCCD1}">
                <a14:hiddenFill xmlns:a14="http://schemas.microsoft.com/office/drawing/2010/main">
                  <a:noFill/>
                </a14:hiddenFill>
              </a:ext>
            </a:extLst>
          </p:spPr>
          <p:txBody>
            <a:bodyPr lIns="0" tIns="0" rIns="36000" bIns="0"/>
            <a:lstStyle>
              <a:defPPr>
                <a:defRPr lang="zh-CN"/>
              </a:defPPr>
              <a:lvl1pPr>
                <a:defRPr sz="2000"/>
              </a:lvl1pPr>
            </a:lstStyle>
            <a:p>
              <a:pPr>
                <a:lnSpc>
                  <a:spcPct val="80000"/>
                </a:lnSpc>
              </a:pPr>
              <a:r>
                <a:rPr lang="en-US" altLang="zh-CN" b="1" dirty="0">
                  <a:solidFill>
                    <a:schemeClr val="accent2">
                      <a:lumMod val="75000"/>
                    </a:schemeClr>
                  </a:solidFill>
                </a:rPr>
                <a:t>p</a:t>
              </a:r>
            </a:p>
          </p:txBody>
        </p:sp>
        <p:cxnSp>
          <p:nvCxnSpPr>
            <p:cNvPr id="95" name="直接箭头连接符 94">
              <a:extLst>
                <a:ext uri="{FF2B5EF4-FFF2-40B4-BE49-F238E27FC236}">
                  <a16:creationId xmlns:a16="http://schemas.microsoft.com/office/drawing/2014/main" id="{F4BC0859-60B1-4917-ADCA-B50D447FE498}"/>
                </a:ext>
              </a:extLst>
            </p:cNvPr>
            <p:cNvCxnSpPr>
              <a:cxnSpLocks/>
            </p:cNvCxnSpPr>
            <p:nvPr/>
          </p:nvCxnSpPr>
          <p:spPr>
            <a:xfrm>
              <a:off x="6672426" y="1585430"/>
              <a:ext cx="215661" cy="211045"/>
            </a:xfrm>
            <a:prstGeom prst="straightConnector1">
              <a:avLst/>
            </a:prstGeom>
            <a:noFill/>
            <a:ln w="28575">
              <a:solidFill>
                <a:schemeClr val="accent2">
                  <a:lumMod val="75000"/>
                </a:schemeClr>
              </a:solidFill>
              <a:round/>
              <a:headEnd type="oval" w="med" len="med"/>
              <a:tailEnd type="triangle" w="med" len="lg"/>
            </a:ln>
            <a:extLst>
              <a:ext uri="{909E8E84-426E-40DD-AFC4-6F175D3DCCD1}">
                <a14:hiddenFill xmlns:a14="http://schemas.microsoft.com/office/drawing/2010/main">
                  <a:noFill/>
                </a14:hiddenFill>
              </a:ext>
            </a:extLst>
          </p:spPr>
        </p:cxnSp>
      </p:grpSp>
      <p:sp>
        <p:nvSpPr>
          <p:cNvPr id="97" name="文本框 96">
            <a:extLst>
              <a:ext uri="{FF2B5EF4-FFF2-40B4-BE49-F238E27FC236}">
                <a16:creationId xmlns:a16="http://schemas.microsoft.com/office/drawing/2014/main" id="{259E8C7C-AEB6-44E0-BDF5-C7F3DADC92A3}"/>
              </a:ext>
            </a:extLst>
          </p:cNvPr>
          <p:cNvSpPr txBox="1"/>
          <p:nvPr/>
        </p:nvSpPr>
        <p:spPr>
          <a:xfrm>
            <a:off x="3099744" y="6039983"/>
            <a:ext cx="4491829" cy="646331"/>
          </a:xfrm>
          <a:prstGeom prst="rect">
            <a:avLst/>
          </a:prstGeom>
          <a:solidFill>
            <a:schemeClr val="accent4">
              <a:lumMod val="20000"/>
              <a:lumOff val="80000"/>
            </a:schemeClr>
          </a:solidFill>
        </p:spPr>
        <p:txBody>
          <a:bodyPr wrap="square" rtlCol="0">
            <a:spAutoFit/>
          </a:bodyPr>
          <a:lstStyle/>
          <a:p>
            <a:r>
              <a:rPr lang="zh-CN" altLang="en-US" b="1" dirty="0">
                <a:solidFill>
                  <a:srgbClr val="0F14F1"/>
                </a:solidFill>
              </a:rPr>
              <a:t>算法里</a:t>
            </a:r>
            <a:r>
              <a:rPr lang="zh-CN" altLang="en-US" b="1" dirty="0">
                <a:solidFill>
                  <a:srgbClr val="C00000"/>
                </a:solidFill>
              </a:rPr>
              <a:t>棕红色语句</a:t>
            </a:r>
            <a:r>
              <a:rPr lang="zh-CN" altLang="en-US" b="1" dirty="0">
                <a:solidFill>
                  <a:srgbClr val="0F14F1"/>
                </a:solidFill>
              </a:rPr>
              <a:t>构建广义表的存储结构。</a:t>
            </a:r>
            <a:endParaRPr lang="en-US" altLang="zh-CN" b="1" dirty="0">
              <a:solidFill>
                <a:srgbClr val="0F14F1"/>
              </a:solidFill>
            </a:endParaRPr>
          </a:p>
          <a:p>
            <a:r>
              <a:rPr lang="zh-CN" altLang="en-US" b="1" dirty="0">
                <a:solidFill>
                  <a:srgbClr val="0F14F1"/>
                </a:solidFill>
              </a:rPr>
              <a:t>下面快速浏览算法</a:t>
            </a:r>
            <a:r>
              <a:rPr lang="en-US" altLang="zh-CN" b="1" dirty="0">
                <a:solidFill>
                  <a:srgbClr val="0F14F1"/>
                </a:solidFill>
              </a:rPr>
              <a:t>5.7</a:t>
            </a:r>
            <a:r>
              <a:rPr lang="zh-CN" altLang="en-US" b="1" dirty="0">
                <a:solidFill>
                  <a:srgbClr val="0F14F1"/>
                </a:solidFill>
              </a:rPr>
              <a:t>的运行演示。</a:t>
            </a:r>
          </a:p>
        </p:txBody>
      </p:sp>
    </p:spTree>
    <p:extLst>
      <p:ext uri="{BB962C8B-B14F-4D97-AF65-F5344CB8AC3E}">
        <p14:creationId xmlns:p14="http://schemas.microsoft.com/office/powerpoint/2010/main" val="28755532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
                                            <p:bg/>
                                          </p:spTgt>
                                        </p:tgtEl>
                                        <p:attrNameLst>
                                          <p:attrName>style.visibility</p:attrName>
                                        </p:attrNameLst>
                                      </p:cBhvr>
                                      <p:to>
                                        <p:strVal val="visible"/>
                                      </p:to>
                                    </p:set>
                                    <p:animEffect transition="in" filter="fade">
                                      <p:cBhvr>
                                        <p:cTn id="7" dur="1000"/>
                                        <p:tgtEl>
                                          <p:spTgt spid="4">
                                            <p:bg/>
                                          </p:spTgt>
                                        </p:tgtEl>
                                      </p:cBhvr>
                                    </p:animEffect>
                                    <p:anim calcmode="lin" valueType="num">
                                      <p:cBhvr>
                                        <p:cTn id="8" dur="1000" fill="hold"/>
                                        <p:tgtEl>
                                          <p:spTgt spid="4">
                                            <p:bg/>
                                          </p:spTgt>
                                        </p:tgtEl>
                                        <p:attrNameLst>
                                          <p:attrName>ppt_x</p:attrName>
                                        </p:attrNameLst>
                                      </p:cBhvr>
                                      <p:tavLst>
                                        <p:tav tm="0">
                                          <p:val>
                                            <p:strVal val="#ppt_x"/>
                                          </p:val>
                                        </p:tav>
                                        <p:tav tm="100000">
                                          <p:val>
                                            <p:strVal val="#ppt_x"/>
                                          </p:val>
                                        </p:tav>
                                      </p:tavLst>
                                    </p:anim>
                                    <p:anim calcmode="lin" valueType="num">
                                      <p:cBhvr>
                                        <p:cTn id="9" dur="1000" fill="hold"/>
                                        <p:tgtEl>
                                          <p:spTgt spid="4">
                                            <p:bg/>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fade">
                                      <p:cBhvr>
                                        <p:cTn id="12" dur="1000"/>
                                        <p:tgtEl>
                                          <p:spTgt spid="4">
                                            <p:txEl>
                                              <p:pRg st="0" end="0"/>
                                            </p:txEl>
                                          </p:spTgt>
                                        </p:tgtEl>
                                      </p:cBhvr>
                                    </p:animEffect>
                                    <p:anim calcmode="lin" valueType="num">
                                      <p:cBhvr>
                                        <p:cTn id="13"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4">
                                            <p:txEl>
                                              <p:pRg st="0" end="0"/>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4">
                                            <p:txEl>
                                              <p:pRg st="1" end="1"/>
                                            </p:txEl>
                                          </p:spTgt>
                                        </p:tgtEl>
                                        <p:attrNameLst>
                                          <p:attrName>style.visibility</p:attrName>
                                        </p:attrNameLst>
                                      </p:cBhvr>
                                      <p:to>
                                        <p:strVal val="visible"/>
                                      </p:to>
                                    </p:set>
                                    <p:animEffect transition="in" filter="fade">
                                      <p:cBhvr>
                                        <p:cTn id="17" dur="1000"/>
                                        <p:tgtEl>
                                          <p:spTgt spid="4">
                                            <p:txEl>
                                              <p:pRg st="1" end="1"/>
                                            </p:txEl>
                                          </p:spTgt>
                                        </p:tgtEl>
                                      </p:cBhvr>
                                    </p:animEffect>
                                    <p:anim calcmode="lin" valueType="num">
                                      <p:cBhvr>
                                        <p:cTn id="18"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9" dur="1000" fill="hold"/>
                                        <p:tgtEl>
                                          <p:spTgt spid="4">
                                            <p:txEl>
                                              <p:pRg st="1" end="1"/>
                                            </p:txEl>
                                          </p:spTgt>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4">
                                            <p:txEl>
                                              <p:pRg st="2" end="2"/>
                                            </p:txEl>
                                          </p:spTgt>
                                        </p:tgtEl>
                                        <p:attrNameLst>
                                          <p:attrName>style.visibility</p:attrName>
                                        </p:attrNameLst>
                                      </p:cBhvr>
                                      <p:to>
                                        <p:strVal val="visible"/>
                                      </p:to>
                                    </p:set>
                                    <p:animEffect transition="in" filter="fade">
                                      <p:cBhvr>
                                        <p:cTn id="22" dur="1000"/>
                                        <p:tgtEl>
                                          <p:spTgt spid="4">
                                            <p:txEl>
                                              <p:pRg st="2" end="2"/>
                                            </p:txEl>
                                          </p:spTgt>
                                        </p:tgtEl>
                                      </p:cBhvr>
                                    </p:animEffect>
                                    <p:anim calcmode="lin" valueType="num">
                                      <p:cBhvr>
                                        <p:cTn id="23"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24" dur="1000" fill="hold"/>
                                        <p:tgtEl>
                                          <p:spTgt spid="4">
                                            <p:txEl>
                                              <p:pRg st="2" end="2"/>
                                            </p:txEl>
                                          </p:spTgt>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4">
                                            <p:txEl>
                                              <p:pRg st="3" end="3"/>
                                            </p:txEl>
                                          </p:spTgt>
                                        </p:tgtEl>
                                        <p:attrNameLst>
                                          <p:attrName>style.visibility</p:attrName>
                                        </p:attrNameLst>
                                      </p:cBhvr>
                                      <p:to>
                                        <p:strVal val="visible"/>
                                      </p:to>
                                    </p:set>
                                    <p:animEffect transition="in" filter="fade">
                                      <p:cBhvr>
                                        <p:cTn id="27" dur="1000"/>
                                        <p:tgtEl>
                                          <p:spTgt spid="4">
                                            <p:txEl>
                                              <p:pRg st="3" end="3"/>
                                            </p:txEl>
                                          </p:spTgt>
                                        </p:tgtEl>
                                      </p:cBhvr>
                                    </p:animEffect>
                                    <p:anim calcmode="lin" valueType="num">
                                      <p:cBhvr>
                                        <p:cTn id="28"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29" dur="1000" fill="hold"/>
                                        <p:tgtEl>
                                          <p:spTgt spid="4">
                                            <p:txEl>
                                              <p:pRg st="3" end="3"/>
                                            </p:txEl>
                                          </p:spTgt>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4">
                                            <p:txEl>
                                              <p:pRg st="4" end="4"/>
                                            </p:txEl>
                                          </p:spTgt>
                                        </p:tgtEl>
                                        <p:attrNameLst>
                                          <p:attrName>style.visibility</p:attrName>
                                        </p:attrNameLst>
                                      </p:cBhvr>
                                      <p:to>
                                        <p:strVal val="visible"/>
                                      </p:to>
                                    </p:set>
                                    <p:animEffect transition="in" filter="fade">
                                      <p:cBhvr>
                                        <p:cTn id="32" dur="1000"/>
                                        <p:tgtEl>
                                          <p:spTgt spid="4">
                                            <p:txEl>
                                              <p:pRg st="4" end="4"/>
                                            </p:txEl>
                                          </p:spTgt>
                                        </p:tgtEl>
                                      </p:cBhvr>
                                    </p:animEffect>
                                    <p:anim calcmode="lin" valueType="num">
                                      <p:cBhvr>
                                        <p:cTn id="33"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34" dur="1000" fill="hold"/>
                                        <p:tgtEl>
                                          <p:spTgt spid="4">
                                            <p:txEl>
                                              <p:pRg st="4" end="4"/>
                                            </p:txEl>
                                          </p:spTgt>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4">
                                            <p:txEl>
                                              <p:pRg st="5" end="5"/>
                                            </p:txEl>
                                          </p:spTgt>
                                        </p:tgtEl>
                                        <p:attrNameLst>
                                          <p:attrName>style.visibility</p:attrName>
                                        </p:attrNameLst>
                                      </p:cBhvr>
                                      <p:to>
                                        <p:strVal val="visible"/>
                                      </p:to>
                                    </p:set>
                                    <p:animEffect transition="in" filter="fade">
                                      <p:cBhvr>
                                        <p:cTn id="37" dur="1000"/>
                                        <p:tgtEl>
                                          <p:spTgt spid="4">
                                            <p:txEl>
                                              <p:pRg st="5" end="5"/>
                                            </p:txEl>
                                          </p:spTgt>
                                        </p:tgtEl>
                                      </p:cBhvr>
                                    </p:animEffect>
                                    <p:anim calcmode="lin" valueType="num">
                                      <p:cBhvr>
                                        <p:cTn id="38"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39" dur="1000" fill="hold"/>
                                        <p:tgtEl>
                                          <p:spTgt spid="4">
                                            <p:txEl>
                                              <p:pRg st="5" end="5"/>
                                            </p:txEl>
                                          </p:spTgt>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4">
                                            <p:txEl>
                                              <p:pRg st="6" end="6"/>
                                            </p:txEl>
                                          </p:spTgt>
                                        </p:tgtEl>
                                        <p:attrNameLst>
                                          <p:attrName>style.visibility</p:attrName>
                                        </p:attrNameLst>
                                      </p:cBhvr>
                                      <p:to>
                                        <p:strVal val="visible"/>
                                      </p:to>
                                    </p:set>
                                    <p:animEffect transition="in" filter="fade">
                                      <p:cBhvr>
                                        <p:cTn id="42" dur="1000"/>
                                        <p:tgtEl>
                                          <p:spTgt spid="4">
                                            <p:txEl>
                                              <p:pRg st="6" end="6"/>
                                            </p:txEl>
                                          </p:spTgt>
                                        </p:tgtEl>
                                      </p:cBhvr>
                                    </p:animEffect>
                                    <p:anim calcmode="lin" valueType="num">
                                      <p:cBhvr>
                                        <p:cTn id="43"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44" dur="1000" fill="hold"/>
                                        <p:tgtEl>
                                          <p:spTgt spid="4">
                                            <p:txEl>
                                              <p:pRg st="6" end="6"/>
                                            </p:txEl>
                                          </p:spTgt>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0"/>
                                  </p:stCondLst>
                                  <p:childTnLst>
                                    <p:set>
                                      <p:cBhvr>
                                        <p:cTn id="46" dur="1" fill="hold">
                                          <p:stCondLst>
                                            <p:cond delay="0"/>
                                          </p:stCondLst>
                                        </p:cTn>
                                        <p:tgtEl>
                                          <p:spTgt spid="4">
                                            <p:txEl>
                                              <p:pRg st="7" end="7"/>
                                            </p:txEl>
                                          </p:spTgt>
                                        </p:tgtEl>
                                        <p:attrNameLst>
                                          <p:attrName>style.visibility</p:attrName>
                                        </p:attrNameLst>
                                      </p:cBhvr>
                                      <p:to>
                                        <p:strVal val="visible"/>
                                      </p:to>
                                    </p:set>
                                    <p:animEffect transition="in" filter="fade">
                                      <p:cBhvr>
                                        <p:cTn id="47" dur="1000"/>
                                        <p:tgtEl>
                                          <p:spTgt spid="4">
                                            <p:txEl>
                                              <p:pRg st="7" end="7"/>
                                            </p:txEl>
                                          </p:spTgt>
                                        </p:tgtEl>
                                      </p:cBhvr>
                                    </p:animEffect>
                                    <p:anim calcmode="lin" valueType="num">
                                      <p:cBhvr>
                                        <p:cTn id="48" dur="1000" fill="hold"/>
                                        <p:tgtEl>
                                          <p:spTgt spid="4">
                                            <p:txEl>
                                              <p:pRg st="7" end="7"/>
                                            </p:txEl>
                                          </p:spTgt>
                                        </p:tgtEl>
                                        <p:attrNameLst>
                                          <p:attrName>ppt_x</p:attrName>
                                        </p:attrNameLst>
                                      </p:cBhvr>
                                      <p:tavLst>
                                        <p:tav tm="0">
                                          <p:val>
                                            <p:strVal val="#ppt_x"/>
                                          </p:val>
                                        </p:tav>
                                        <p:tav tm="100000">
                                          <p:val>
                                            <p:strVal val="#ppt_x"/>
                                          </p:val>
                                        </p:tav>
                                      </p:tavLst>
                                    </p:anim>
                                    <p:anim calcmode="lin" valueType="num">
                                      <p:cBhvr>
                                        <p:cTn id="49" dur="1000" fill="hold"/>
                                        <p:tgtEl>
                                          <p:spTgt spid="4">
                                            <p:txEl>
                                              <p:pRg st="7" end="7"/>
                                            </p:txEl>
                                          </p:spTgt>
                                        </p:tgtEl>
                                        <p:attrNameLst>
                                          <p:attrName>ppt_y</p:attrName>
                                        </p:attrNameLst>
                                      </p:cBhvr>
                                      <p:tavLst>
                                        <p:tav tm="0">
                                          <p:val>
                                            <p:strVal val="#ppt_y+.1"/>
                                          </p:val>
                                        </p:tav>
                                        <p:tav tm="100000">
                                          <p:val>
                                            <p:strVal val="#ppt_y"/>
                                          </p:val>
                                        </p:tav>
                                      </p:tavLst>
                                    </p:anim>
                                  </p:childTnLst>
                                </p:cTn>
                              </p:par>
                              <p:par>
                                <p:cTn id="50" presetID="42" presetClass="entr" presetSubtype="0" fill="hold" grpId="0" nodeType="withEffect">
                                  <p:stCondLst>
                                    <p:cond delay="0"/>
                                  </p:stCondLst>
                                  <p:childTnLst>
                                    <p:set>
                                      <p:cBhvr>
                                        <p:cTn id="51" dur="1" fill="hold">
                                          <p:stCondLst>
                                            <p:cond delay="0"/>
                                          </p:stCondLst>
                                        </p:cTn>
                                        <p:tgtEl>
                                          <p:spTgt spid="4">
                                            <p:txEl>
                                              <p:pRg st="8" end="8"/>
                                            </p:txEl>
                                          </p:spTgt>
                                        </p:tgtEl>
                                        <p:attrNameLst>
                                          <p:attrName>style.visibility</p:attrName>
                                        </p:attrNameLst>
                                      </p:cBhvr>
                                      <p:to>
                                        <p:strVal val="visible"/>
                                      </p:to>
                                    </p:set>
                                    <p:animEffect transition="in" filter="fade">
                                      <p:cBhvr>
                                        <p:cTn id="52" dur="1000"/>
                                        <p:tgtEl>
                                          <p:spTgt spid="4">
                                            <p:txEl>
                                              <p:pRg st="8" end="8"/>
                                            </p:txEl>
                                          </p:spTgt>
                                        </p:tgtEl>
                                      </p:cBhvr>
                                    </p:animEffect>
                                    <p:anim calcmode="lin" valueType="num">
                                      <p:cBhvr>
                                        <p:cTn id="53" dur="1000" fill="hold"/>
                                        <p:tgtEl>
                                          <p:spTgt spid="4">
                                            <p:txEl>
                                              <p:pRg st="8" end="8"/>
                                            </p:txEl>
                                          </p:spTgt>
                                        </p:tgtEl>
                                        <p:attrNameLst>
                                          <p:attrName>ppt_x</p:attrName>
                                        </p:attrNameLst>
                                      </p:cBhvr>
                                      <p:tavLst>
                                        <p:tav tm="0">
                                          <p:val>
                                            <p:strVal val="#ppt_x"/>
                                          </p:val>
                                        </p:tav>
                                        <p:tav tm="100000">
                                          <p:val>
                                            <p:strVal val="#ppt_x"/>
                                          </p:val>
                                        </p:tav>
                                      </p:tavLst>
                                    </p:anim>
                                    <p:anim calcmode="lin" valueType="num">
                                      <p:cBhvr>
                                        <p:cTn id="54" dur="1000" fill="hold"/>
                                        <p:tgtEl>
                                          <p:spTgt spid="4">
                                            <p:txEl>
                                              <p:pRg st="8" end="8"/>
                                            </p:txEl>
                                          </p:spTgt>
                                        </p:tgtEl>
                                        <p:attrNameLst>
                                          <p:attrName>ppt_y</p:attrName>
                                        </p:attrNameLst>
                                      </p:cBhvr>
                                      <p:tavLst>
                                        <p:tav tm="0">
                                          <p:val>
                                            <p:strVal val="#ppt_y+.1"/>
                                          </p:val>
                                        </p:tav>
                                        <p:tav tm="100000">
                                          <p:val>
                                            <p:strVal val="#ppt_y"/>
                                          </p:val>
                                        </p:tav>
                                      </p:tavLst>
                                    </p:anim>
                                  </p:childTnLst>
                                </p:cTn>
                              </p:par>
                              <p:par>
                                <p:cTn id="55" presetID="42" presetClass="entr" presetSubtype="0" fill="hold" grpId="0" nodeType="withEffect">
                                  <p:stCondLst>
                                    <p:cond delay="0"/>
                                  </p:stCondLst>
                                  <p:childTnLst>
                                    <p:set>
                                      <p:cBhvr>
                                        <p:cTn id="56" dur="1" fill="hold">
                                          <p:stCondLst>
                                            <p:cond delay="0"/>
                                          </p:stCondLst>
                                        </p:cTn>
                                        <p:tgtEl>
                                          <p:spTgt spid="4">
                                            <p:txEl>
                                              <p:pRg st="9" end="9"/>
                                            </p:txEl>
                                          </p:spTgt>
                                        </p:tgtEl>
                                        <p:attrNameLst>
                                          <p:attrName>style.visibility</p:attrName>
                                        </p:attrNameLst>
                                      </p:cBhvr>
                                      <p:to>
                                        <p:strVal val="visible"/>
                                      </p:to>
                                    </p:set>
                                    <p:animEffect transition="in" filter="fade">
                                      <p:cBhvr>
                                        <p:cTn id="57" dur="1000"/>
                                        <p:tgtEl>
                                          <p:spTgt spid="4">
                                            <p:txEl>
                                              <p:pRg st="9" end="9"/>
                                            </p:txEl>
                                          </p:spTgt>
                                        </p:tgtEl>
                                      </p:cBhvr>
                                    </p:animEffect>
                                    <p:anim calcmode="lin" valueType="num">
                                      <p:cBhvr>
                                        <p:cTn id="58" dur="1000" fill="hold"/>
                                        <p:tgtEl>
                                          <p:spTgt spid="4">
                                            <p:txEl>
                                              <p:pRg st="9" end="9"/>
                                            </p:txEl>
                                          </p:spTgt>
                                        </p:tgtEl>
                                        <p:attrNameLst>
                                          <p:attrName>ppt_x</p:attrName>
                                        </p:attrNameLst>
                                      </p:cBhvr>
                                      <p:tavLst>
                                        <p:tav tm="0">
                                          <p:val>
                                            <p:strVal val="#ppt_x"/>
                                          </p:val>
                                        </p:tav>
                                        <p:tav tm="100000">
                                          <p:val>
                                            <p:strVal val="#ppt_x"/>
                                          </p:val>
                                        </p:tav>
                                      </p:tavLst>
                                    </p:anim>
                                    <p:anim calcmode="lin" valueType="num">
                                      <p:cBhvr>
                                        <p:cTn id="59" dur="1000" fill="hold"/>
                                        <p:tgtEl>
                                          <p:spTgt spid="4">
                                            <p:txEl>
                                              <p:pRg st="9" end="9"/>
                                            </p:txEl>
                                          </p:spTgt>
                                        </p:tgtEl>
                                        <p:attrNameLst>
                                          <p:attrName>ppt_y</p:attrName>
                                        </p:attrNameLst>
                                      </p:cBhvr>
                                      <p:tavLst>
                                        <p:tav tm="0">
                                          <p:val>
                                            <p:strVal val="#ppt_y+.1"/>
                                          </p:val>
                                        </p:tav>
                                        <p:tav tm="100000">
                                          <p:val>
                                            <p:strVal val="#ppt_y"/>
                                          </p:val>
                                        </p:tav>
                                      </p:tavLst>
                                    </p:anim>
                                  </p:childTnLst>
                                </p:cTn>
                              </p:par>
                              <p:par>
                                <p:cTn id="60" presetID="42" presetClass="entr" presetSubtype="0" fill="hold" grpId="0" nodeType="withEffect">
                                  <p:stCondLst>
                                    <p:cond delay="0"/>
                                  </p:stCondLst>
                                  <p:childTnLst>
                                    <p:set>
                                      <p:cBhvr>
                                        <p:cTn id="61" dur="1" fill="hold">
                                          <p:stCondLst>
                                            <p:cond delay="0"/>
                                          </p:stCondLst>
                                        </p:cTn>
                                        <p:tgtEl>
                                          <p:spTgt spid="4">
                                            <p:txEl>
                                              <p:pRg st="10" end="10"/>
                                            </p:txEl>
                                          </p:spTgt>
                                        </p:tgtEl>
                                        <p:attrNameLst>
                                          <p:attrName>style.visibility</p:attrName>
                                        </p:attrNameLst>
                                      </p:cBhvr>
                                      <p:to>
                                        <p:strVal val="visible"/>
                                      </p:to>
                                    </p:set>
                                    <p:animEffect transition="in" filter="fade">
                                      <p:cBhvr>
                                        <p:cTn id="62" dur="1000"/>
                                        <p:tgtEl>
                                          <p:spTgt spid="4">
                                            <p:txEl>
                                              <p:pRg st="10" end="10"/>
                                            </p:txEl>
                                          </p:spTgt>
                                        </p:tgtEl>
                                      </p:cBhvr>
                                    </p:animEffect>
                                    <p:anim calcmode="lin" valueType="num">
                                      <p:cBhvr>
                                        <p:cTn id="63" dur="1000" fill="hold"/>
                                        <p:tgtEl>
                                          <p:spTgt spid="4">
                                            <p:txEl>
                                              <p:pRg st="10" end="10"/>
                                            </p:txEl>
                                          </p:spTgt>
                                        </p:tgtEl>
                                        <p:attrNameLst>
                                          <p:attrName>ppt_x</p:attrName>
                                        </p:attrNameLst>
                                      </p:cBhvr>
                                      <p:tavLst>
                                        <p:tav tm="0">
                                          <p:val>
                                            <p:strVal val="#ppt_x"/>
                                          </p:val>
                                        </p:tav>
                                        <p:tav tm="100000">
                                          <p:val>
                                            <p:strVal val="#ppt_x"/>
                                          </p:val>
                                        </p:tav>
                                      </p:tavLst>
                                    </p:anim>
                                    <p:anim calcmode="lin" valueType="num">
                                      <p:cBhvr>
                                        <p:cTn id="64" dur="1000" fill="hold"/>
                                        <p:tgtEl>
                                          <p:spTgt spid="4">
                                            <p:txEl>
                                              <p:pRg st="10" end="10"/>
                                            </p:txEl>
                                          </p:spTgt>
                                        </p:tgtEl>
                                        <p:attrNameLst>
                                          <p:attrName>ppt_y</p:attrName>
                                        </p:attrNameLst>
                                      </p:cBhvr>
                                      <p:tavLst>
                                        <p:tav tm="0">
                                          <p:val>
                                            <p:strVal val="#ppt_y+.1"/>
                                          </p:val>
                                        </p:tav>
                                        <p:tav tm="100000">
                                          <p:val>
                                            <p:strVal val="#ppt_y"/>
                                          </p:val>
                                        </p:tav>
                                      </p:tavLst>
                                    </p:anim>
                                  </p:childTnLst>
                                </p:cTn>
                              </p:par>
                              <p:par>
                                <p:cTn id="65" presetID="42" presetClass="entr" presetSubtype="0" fill="hold" grpId="0" nodeType="withEffect">
                                  <p:stCondLst>
                                    <p:cond delay="0"/>
                                  </p:stCondLst>
                                  <p:childTnLst>
                                    <p:set>
                                      <p:cBhvr>
                                        <p:cTn id="66" dur="1" fill="hold">
                                          <p:stCondLst>
                                            <p:cond delay="0"/>
                                          </p:stCondLst>
                                        </p:cTn>
                                        <p:tgtEl>
                                          <p:spTgt spid="4">
                                            <p:txEl>
                                              <p:pRg st="11" end="11"/>
                                            </p:txEl>
                                          </p:spTgt>
                                        </p:tgtEl>
                                        <p:attrNameLst>
                                          <p:attrName>style.visibility</p:attrName>
                                        </p:attrNameLst>
                                      </p:cBhvr>
                                      <p:to>
                                        <p:strVal val="visible"/>
                                      </p:to>
                                    </p:set>
                                    <p:animEffect transition="in" filter="fade">
                                      <p:cBhvr>
                                        <p:cTn id="67" dur="1000"/>
                                        <p:tgtEl>
                                          <p:spTgt spid="4">
                                            <p:txEl>
                                              <p:pRg st="11" end="11"/>
                                            </p:txEl>
                                          </p:spTgt>
                                        </p:tgtEl>
                                      </p:cBhvr>
                                    </p:animEffect>
                                    <p:anim calcmode="lin" valueType="num">
                                      <p:cBhvr>
                                        <p:cTn id="68" dur="1000" fill="hold"/>
                                        <p:tgtEl>
                                          <p:spTgt spid="4">
                                            <p:txEl>
                                              <p:pRg st="11" end="11"/>
                                            </p:txEl>
                                          </p:spTgt>
                                        </p:tgtEl>
                                        <p:attrNameLst>
                                          <p:attrName>ppt_x</p:attrName>
                                        </p:attrNameLst>
                                      </p:cBhvr>
                                      <p:tavLst>
                                        <p:tav tm="0">
                                          <p:val>
                                            <p:strVal val="#ppt_x"/>
                                          </p:val>
                                        </p:tav>
                                        <p:tav tm="100000">
                                          <p:val>
                                            <p:strVal val="#ppt_x"/>
                                          </p:val>
                                        </p:tav>
                                      </p:tavLst>
                                    </p:anim>
                                    <p:anim calcmode="lin" valueType="num">
                                      <p:cBhvr>
                                        <p:cTn id="69" dur="1000" fill="hold"/>
                                        <p:tgtEl>
                                          <p:spTgt spid="4">
                                            <p:txEl>
                                              <p:pRg st="11" end="11"/>
                                            </p:txEl>
                                          </p:spTgt>
                                        </p:tgtEl>
                                        <p:attrNameLst>
                                          <p:attrName>ppt_y</p:attrName>
                                        </p:attrNameLst>
                                      </p:cBhvr>
                                      <p:tavLst>
                                        <p:tav tm="0">
                                          <p:val>
                                            <p:strVal val="#ppt_y+.1"/>
                                          </p:val>
                                        </p:tav>
                                        <p:tav tm="100000">
                                          <p:val>
                                            <p:strVal val="#ppt_y"/>
                                          </p:val>
                                        </p:tav>
                                      </p:tavLst>
                                    </p:anim>
                                  </p:childTnLst>
                                </p:cTn>
                              </p:par>
                              <p:par>
                                <p:cTn id="70" presetID="42" presetClass="entr" presetSubtype="0" fill="hold" grpId="0" nodeType="withEffect">
                                  <p:stCondLst>
                                    <p:cond delay="0"/>
                                  </p:stCondLst>
                                  <p:childTnLst>
                                    <p:set>
                                      <p:cBhvr>
                                        <p:cTn id="71" dur="1" fill="hold">
                                          <p:stCondLst>
                                            <p:cond delay="0"/>
                                          </p:stCondLst>
                                        </p:cTn>
                                        <p:tgtEl>
                                          <p:spTgt spid="4">
                                            <p:txEl>
                                              <p:pRg st="12" end="12"/>
                                            </p:txEl>
                                          </p:spTgt>
                                        </p:tgtEl>
                                        <p:attrNameLst>
                                          <p:attrName>style.visibility</p:attrName>
                                        </p:attrNameLst>
                                      </p:cBhvr>
                                      <p:to>
                                        <p:strVal val="visible"/>
                                      </p:to>
                                    </p:set>
                                    <p:animEffect transition="in" filter="fade">
                                      <p:cBhvr>
                                        <p:cTn id="72" dur="1000"/>
                                        <p:tgtEl>
                                          <p:spTgt spid="4">
                                            <p:txEl>
                                              <p:pRg st="12" end="12"/>
                                            </p:txEl>
                                          </p:spTgt>
                                        </p:tgtEl>
                                      </p:cBhvr>
                                    </p:animEffect>
                                    <p:anim calcmode="lin" valueType="num">
                                      <p:cBhvr>
                                        <p:cTn id="73" dur="1000" fill="hold"/>
                                        <p:tgtEl>
                                          <p:spTgt spid="4">
                                            <p:txEl>
                                              <p:pRg st="12" end="12"/>
                                            </p:txEl>
                                          </p:spTgt>
                                        </p:tgtEl>
                                        <p:attrNameLst>
                                          <p:attrName>ppt_x</p:attrName>
                                        </p:attrNameLst>
                                      </p:cBhvr>
                                      <p:tavLst>
                                        <p:tav tm="0">
                                          <p:val>
                                            <p:strVal val="#ppt_x"/>
                                          </p:val>
                                        </p:tav>
                                        <p:tav tm="100000">
                                          <p:val>
                                            <p:strVal val="#ppt_x"/>
                                          </p:val>
                                        </p:tav>
                                      </p:tavLst>
                                    </p:anim>
                                    <p:anim calcmode="lin" valueType="num">
                                      <p:cBhvr>
                                        <p:cTn id="74" dur="1000" fill="hold"/>
                                        <p:tgtEl>
                                          <p:spTgt spid="4">
                                            <p:txEl>
                                              <p:pRg st="12" end="12"/>
                                            </p:txEl>
                                          </p:spTgt>
                                        </p:tgtEl>
                                        <p:attrNameLst>
                                          <p:attrName>ppt_y</p:attrName>
                                        </p:attrNameLst>
                                      </p:cBhvr>
                                      <p:tavLst>
                                        <p:tav tm="0">
                                          <p:val>
                                            <p:strVal val="#ppt_y+.1"/>
                                          </p:val>
                                        </p:tav>
                                        <p:tav tm="100000">
                                          <p:val>
                                            <p:strVal val="#ppt_y"/>
                                          </p:val>
                                        </p:tav>
                                      </p:tavLst>
                                    </p:anim>
                                  </p:childTnLst>
                                </p:cTn>
                              </p:par>
                              <p:par>
                                <p:cTn id="75" presetID="42" presetClass="entr" presetSubtype="0" fill="hold" grpId="0" nodeType="withEffect">
                                  <p:stCondLst>
                                    <p:cond delay="0"/>
                                  </p:stCondLst>
                                  <p:childTnLst>
                                    <p:set>
                                      <p:cBhvr>
                                        <p:cTn id="76" dur="1" fill="hold">
                                          <p:stCondLst>
                                            <p:cond delay="0"/>
                                          </p:stCondLst>
                                        </p:cTn>
                                        <p:tgtEl>
                                          <p:spTgt spid="4">
                                            <p:txEl>
                                              <p:pRg st="13" end="13"/>
                                            </p:txEl>
                                          </p:spTgt>
                                        </p:tgtEl>
                                        <p:attrNameLst>
                                          <p:attrName>style.visibility</p:attrName>
                                        </p:attrNameLst>
                                      </p:cBhvr>
                                      <p:to>
                                        <p:strVal val="visible"/>
                                      </p:to>
                                    </p:set>
                                    <p:animEffect transition="in" filter="fade">
                                      <p:cBhvr>
                                        <p:cTn id="77" dur="1000"/>
                                        <p:tgtEl>
                                          <p:spTgt spid="4">
                                            <p:txEl>
                                              <p:pRg st="13" end="13"/>
                                            </p:txEl>
                                          </p:spTgt>
                                        </p:tgtEl>
                                      </p:cBhvr>
                                    </p:animEffect>
                                    <p:anim calcmode="lin" valueType="num">
                                      <p:cBhvr>
                                        <p:cTn id="78" dur="1000" fill="hold"/>
                                        <p:tgtEl>
                                          <p:spTgt spid="4">
                                            <p:txEl>
                                              <p:pRg st="13" end="13"/>
                                            </p:txEl>
                                          </p:spTgt>
                                        </p:tgtEl>
                                        <p:attrNameLst>
                                          <p:attrName>ppt_x</p:attrName>
                                        </p:attrNameLst>
                                      </p:cBhvr>
                                      <p:tavLst>
                                        <p:tav tm="0">
                                          <p:val>
                                            <p:strVal val="#ppt_x"/>
                                          </p:val>
                                        </p:tav>
                                        <p:tav tm="100000">
                                          <p:val>
                                            <p:strVal val="#ppt_x"/>
                                          </p:val>
                                        </p:tav>
                                      </p:tavLst>
                                    </p:anim>
                                    <p:anim calcmode="lin" valueType="num">
                                      <p:cBhvr>
                                        <p:cTn id="79" dur="1000" fill="hold"/>
                                        <p:tgtEl>
                                          <p:spTgt spid="4">
                                            <p:txEl>
                                              <p:pRg st="13" end="13"/>
                                            </p:txEl>
                                          </p:spTgt>
                                        </p:tgtEl>
                                        <p:attrNameLst>
                                          <p:attrName>ppt_y</p:attrName>
                                        </p:attrNameLst>
                                      </p:cBhvr>
                                      <p:tavLst>
                                        <p:tav tm="0">
                                          <p:val>
                                            <p:strVal val="#ppt_y+.1"/>
                                          </p:val>
                                        </p:tav>
                                        <p:tav tm="100000">
                                          <p:val>
                                            <p:strVal val="#ppt_y"/>
                                          </p:val>
                                        </p:tav>
                                      </p:tavLst>
                                    </p:anim>
                                  </p:childTnLst>
                                </p:cTn>
                              </p:par>
                              <p:par>
                                <p:cTn id="80" presetID="42" presetClass="entr" presetSubtype="0" fill="hold" grpId="0" nodeType="withEffect">
                                  <p:stCondLst>
                                    <p:cond delay="0"/>
                                  </p:stCondLst>
                                  <p:childTnLst>
                                    <p:set>
                                      <p:cBhvr>
                                        <p:cTn id="81" dur="1" fill="hold">
                                          <p:stCondLst>
                                            <p:cond delay="0"/>
                                          </p:stCondLst>
                                        </p:cTn>
                                        <p:tgtEl>
                                          <p:spTgt spid="4">
                                            <p:txEl>
                                              <p:pRg st="14" end="14"/>
                                            </p:txEl>
                                          </p:spTgt>
                                        </p:tgtEl>
                                        <p:attrNameLst>
                                          <p:attrName>style.visibility</p:attrName>
                                        </p:attrNameLst>
                                      </p:cBhvr>
                                      <p:to>
                                        <p:strVal val="visible"/>
                                      </p:to>
                                    </p:set>
                                    <p:animEffect transition="in" filter="fade">
                                      <p:cBhvr>
                                        <p:cTn id="82" dur="1000"/>
                                        <p:tgtEl>
                                          <p:spTgt spid="4">
                                            <p:txEl>
                                              <p:pRg st="14" end="14"/>
                                            </p:txEl>
                                          </p:spTgt>
                                        </p:tgtEl>
                                      </p:cBhvr>
                                    </p:animEffect>
                                    <p:anim calcmode="lin" valueType="num">
                                      <p:cBhvr>
                                        <p:cTn id="83" dur="1000" fill="hold"/>
                                        <p:tgtEl>
                                          <p:spTgt spid="4">
                                            <p:txEl>
                                              <p:pRg st="14" end="14"/>
                                            </p:txEl>
                                          </p:spTgt>
                                        </p:tgtEl>
                                        <p:attrNameLst>
                                          <p:attrName>ppt_x</p:attrName>
                                        </p:attrNameLst>
                                      </p:cBhvr>
                                      <p:tavLst>
                                        <p:tav tm="0">
                                          <p:val>
                                            <p:strVal val="#ppt_x"/>
                                          </p:val>
                                        </p:tav>
                                        <p:tav tm="100000">
                                          <p:val>
                                            <p:strVal val="#ppt_x"/>
                                          </p:val>
                                        </p:tav>
                                      </p:tavLst>
                                    </p:anim>
                                    <p:anim calcmode="lin" valueType="num">
                                      <p:cBhvr>
                                        <p:cTn id="84" dur="1000" fill="hold"/>
                                        <p:tgtEl>
                                          <p:spTgt spid="4">
                                            <p:txEl>
                                              <p:pRg st="14" end="14"/>
                                            </p:txEl>
                                          </p:spTgt>
                                        </p:tgtEl>
                                        <p:attrNameLst>
                                          <p:attrName>ppt_y</p:attrName>
                                        </p:attrNameLst>
                                      </p:cBhvr>
                                      <p:tavLst>
                                        <p:tav tm="0">
                                          <p:val>
                                            <p:strVal val="#ppt_y+.1"/>
                                          </p:val>
                                        </p:tav>
                                        <p:tav tm="100000">
                                          <p:val>
                                            <p:strVal val="#ppt_y"/>
                                          </p:val>
                                        </p:tav>
                                      </p:tavLst>
                                    </p:anim>
                                  </p:childTnLst>
                                </p:cTn>
                              </p:par>
                              <p:par>
                                <p:cTn id="85" presetID="42" presetClass="entr" presetSubtype="0" fill="hold" grpId="0" nodeType="withEffect">
                                  <p:stCondLst>
                                    <p:cond delay="0"/>
                                  </p:stCondLst>
                                  <p:childTnLst>
                                    <p:set>
                                      <p:cBhvr>
                                        <p:cTn id="86" dur="1" fill="hold">
                                          <p:stCondLst>
                                            <p:cond delay="0"/>
                                          </p:stCondLst>
                                        </p:cTn>
                                        <p:tgtEl>
                                          <p:spTgt spid="4">
                                            <p:txEl>
                                              <p:pRg st="15" end="15"/>
                                            </p:txEl>
                                          </p:spTgt>
                                        </p:tgtEl>
                                        <p:attrNameLst>
                                          <p:attrName>style.visibility</p:attrName>
                                        </p:attrNameLst>
                                      </p:cBhvr>
                                      <p:to>
                                        <p:strVal val="visible"/>
                                      </p:to>
                                    </p:set>
                                    <p:animEffect transition="in" filter="fade">
                                      <p:cBhvr>
                                        <p:cTn id="87" dur="1000"/>
                                        <p:tgtEl>
                                          <p:spTgt spid="4">
                                            <p:txEl>
                                              <p:pRg st="15" end="15"/>
                                            </p:txEl>
                                          </p:spTgt>
                                        </p:tgtEl>
                                      </p:cBhvr>
                                    </p:animEffect>
                                    <p:anim calcmode="lin" valueType="num">
                                      <p:cBhvr>
                                        <p:cTn id="88" dur="1000" fill="hold"/>
                                        <p:tgtEl>
                                          <p:spTgt spid="4">
                                            <p:txEl>
                                              <p:pRg st="15" end="15"/>
                                            </p:txEl>
                                          </p:spTgt>
                                        </p:tgtEl>
                                        <p:attrNameLst>
                                          <p:attrName>ppt_x</p:attrName>
                                        </p:attrNameLst>
                                      </p:cBhvr>
                                      <p:tavLst>
                                        <p:tav tm="0">
                                          <p:val>
                                            <p:strVal val="#ppt_x"/>
                                          </p:val>
                                        </p:tav>
                                        <p:tav tm="100000">
                                          <p:val>
                                            <p:strVal val="#ppt_x"/>
                                          </p:val>
                                        </p:tav>
                                      </p:tavLst>
                                    </p:anim>
                                    <p:anim calcmode="lin" valueType="num">
                                      <p:cBhvr>
                                        <p:cTn id="89" dur="1000" fill="hold"/>
                                        <p:tgtEl>
                                          <p:spTgt spid="4">
                                            <p:txEl>
                                              <p:pRg st="15" end="15"/>
                                            </p:txEl>
                                          </p:spTgt>
                                        </p:tgtEl>
                                        <p:attrNameLst>
                                          <p:attrName>ppt_y</p:attrName>
                                        </p:attrNameLst>
                                      </p:cBhvr>
                                      <p:tavLst>
                                        <p:tav tm="0">
                                          <p:val>
                                            <p:strVal val="#ppt_y+.1"/>
                                          </p:val>
                                        </p:tav>
                                        <p:tav tm="100000">
                                          <p:val>
                                            <p:strVal val="#ppt_y"/>
                                          </p:val>
                                        </p:tav>
                                      </p:tavLst>
                                    </p:anim>
                                  </p:childTnLst>
                                </p:cTn>
                              </p:par>
                              <p:par>
                                <p:cTn id="90" presetID="42" presetClass="entr" presetSubtype="0" fill="hold" grpId="0" nodeType="withEffect">
                                  <p:stCondLst>
                                    <p:cond delay="0"/>
                                  </p:stCondLst>
                                  <p:childTnLst>
                                    <p:set>
                                      <p:cBhvr>
                                        <p:cTn id="91" dur="1" fill="hold">
                                          <p:stCondLst>
                                            <p:cond delay="0"/>
                                          </p:stCondLst>
                                        </p:cTn>
                                        <p:tgtEl>
                                          <p:spTgt spid="4">
                                            <p:txEl>
                                              <p:pRg st="16" end="16"/>
                                            </p:txEl>
                                          </p:spTgt>
                                        </p:tgtEl>
                                        <p:attrNameLst>
                                          <p:attrName>style.visibility</p:attrName>
                                        </p:attrNameLst>
                                      </p:cBhvr>
                                      <p:to>
                                        <p:strVal val="visible"/>
                                      </p:to>
                                    </p:set>
                                    <p:animEffect transition="in" filter="fade">
                                      <p:cBhvr>
                                        <p:cTn id="92" dur="1000"/>
                                        <p:tgtEl>
                                          <p:spTgt spid="4">
                                            <p:txEl>
                                              <p:pRg st="16" end="16"/>
                                            </p:txEl>
                                          </p:spTgt>
                                        </p:tgtEl>
                                      </p:cBhvr>
                                    </p:animEffect>
                                    <p:anim calcmode="lin" valueType="num">
                                      <p:cBhvr>
                                        <p:cTn id="93" dur="1000" fill="hold"/>
                                        <p:tgtEl>
                                          <p:spTgt spid="4">
                                            <p:txEl>
                                              <p:pRg st="16" end="16"/>
                                            </p:txEl>
                                          </p:spTgt>
                                        </p:tgtEl>
                                        <p:attrNameLst>
                                          <p:attrName>ppt_x</p:attrName>
                                        </p:attrNameLst>
                                      </p:cBhvr>
                                      <p:tavLst>
                                        <p:tav tm="0">
                                          <p:val>
                                            <p:strVal val="#ppt_x"/>
                                          </p:val>
                                        </p:tav>
                                        <p:tav tm="100000">
                                          <p:val>
                                            <p:strVal val="#ppt_x"/>
                                          </p:val>
                                        </p:tav>
                                      </p:tavLst>
                                    </p:anim>
                                    <p:anim calcmode="lin" valueType="num">
                                      <p:cBhvr>
                                        <p:cTn id="94" dur="1000" fill="hold"/>
                                        <p:tgtEl>
                                          <p:spTgt spid="4">
                                            <p:txEl>
                                              <p:pRg st="16" end="16"/>
                                            </p:txEl>
                                          </p:spTgt>
                                        </p:tgtEl>
                                        <p:attrNameLst>
                                          <p:attrName>ppt_y</p:attrName>
                                        </p:attrNameLst>
                                      </p:cBhvr>
                                      <p:tavLst>
                                        <p:tav tm="0">
                                          <p:val>
                                            <p:strVal val="#ppt_y+.1"/>
                                          </p:val>
                                        </p:tav>
                                        <p:tav tm="100000">
                                          <p:val>
                                            <p:strVal val="#ppt_y"/>
                                          </p:val>
                                        </p:tav>
                                      </p:tavLst>
                                    </p:anim>
                                  </p:childTnLst>
                                </p:cTn>
                              </p:par>
                              <p:par>
                                <p:cTn id="95" presetID="42" presetClass="entr" presetSubtype="0" fill="hold" grpId="0" nodeType="withEffect">
                                  <p:stCondLst>
                                    <p:cond delay="0"/>
                                  </p:stCondLst>
                                  <p:childTnLst>
                                    <p:set>
                                      <p:cBhvr>
                                        <p:cTn id="96" dur="1" fill="hold">
                                          <p:stCondLst>
                                            <p:cond delay="0"/>
                                          </p:stCondLst>
                                        </p:cTn>
                                        <p:tgtEl>
                                          <p:spTgt spid="4">
                                            <p:txEl>
                                              <p:pRg st="17" end="17"/>
                                            </p:txEl>
                                          </p:spTgt>
                                        </p:tgtEl>
                                        <p:attrNameLst>
                                          <p:attrName>style.visibility</p:attrName>
                                        </p:attrNameLst>
                                      </p:cBhvr>
                                      <p:to>
                                        <p:strVal val="visible"/>
                                      </p:to>
                                    </p:set>
                                    <p:animEffect transition="in" filter="fade">
                                      <p:cBhvr>
                                        <p:cTn id="97" dur="1000"/>
                                        <p:tgtEl>
                                          <p:spTgt spid="4">
                                            <p:txEl>
                                              <p:pRg st="17" end="17"/>
                                            </p:txEl>
                                          </p:spTgt>
                                        </p:tgtEl>
                                      </p:cBhvr>
                                    </p:animEffect>
                                    <p:anim calcmode="lin" valueType="num">
                                      <p:cBhvr>
                                        <p:cTn id="98" dur="1000" fill="hold"/>
                                        <p:tgtEl>
                                          <p:spTgt spid="4">
                                            <p:txEl>
                                              <p:pRg st="17" end="17"/>
                                            </p:txEl>
                                          </p:spTgt>
                                        </p:tgtEl>
                                        <p:attrNameLst>
                                          <p:attrName>ppt_x</p:attrName>
                                        </p:attrNameLst>
                                      </p:cBhvr>
                                      <p:tavLst>
                                        <p:tav tm="0">
                                          <p:val>
                                            <p:strVal val="#ppt_x"/>
                                          </p:val>
                                        </p:tav>
                                        <p:tav tm="100000">
                                          <p:val>
                                            <p:strVal val="#ppt_x"/>
                                          </p:val>
                                        </p:tav>
                                      </p:tavLst>
                                    </p:anim>
                                    <p:anim calcmode="lin" valueType="num">
                                      <p:cBhvr>
                                        <p:cTn id="99" dur="1000" fill="hold"/>
                                        <p:tgtEl>
                                          <p:spTgt spid="4">
                                            <p:txEl>
                                              <p:pRg st="17" end="17"/>
                                            </p:txEl>
                                          </p:spTgt>
                                        </p:tgtEl>
                                        <p:attrNameLst>
                                          <p:attrName>ppt_y</p:attrName>
                                        </p:attrNameLst>
                                      </p:cBhvr>
                                      <p:tavLst>
                                        <p:tav tm="0">
                                          <p:val>
                                            <p:strVal val="#ppt_y+.1"/>
                                          </p:val>
                                        </p:tav>
                                        <p:tav tm="100000">
                                          <p:val>
                                            <p:strVal val="#ppt_y"/>
                                          </p:val>
                                        </p:tav>
                                      </p:tavLst>
                                    </p:anim>
                                  </p:childTnLst>
                                </p:cTn>
                              </p:par>
                              <p:par>
                                <p:cTn id="100" presetID="42" presetClass="entr" presetSubtype="0" fill="hold" grpId="0" nodeType="withEffect">
                                  <p:stCondLst>
                                    <p:cond delay="0"/>
                                  </p:stCondLst>
                                  <p:childTnLst>
                                    <p:set>
                                      <p:cBhvr>
                                        <p:cTn id="101" dur="1" fill="hold">
                                          <p:stCondLst>
                                            <p:cond delay="0"/>
                                          </p:stCondLst>
                                        </p:cTn>
                                        <p:tgtEl>
                                          <p:spTgt spid="4">
                                            <p:txEl>
                                              <p:pRg st="18" end="18"/>
                                            </p:txEl>
                                          </p:spTgt>
                                        </p:tgtEl>
                                        <p:attrNameLst>
                                          <p:attrName>style.visibility</p:attrName>
                                        </p:attrNameLst>
                                      </p:cBhvr>
                                      <p:to>
                                        <p:strVal val="visible"/>
                                      </p:to>
                                    </p:set>
                                    <p:animEffect transition="in" filter="fade">
                                      <p:cBhvr>
                                        <p:cTn id="102" dur="1000"/>
                                        <p:tgtEl>
                                          <p:spTgt spid="4">
                                            <p:txEl>
                                              <p:pRg st="18" end="18"/>
                                            </p:txEl>
                                          </p:spTgt>
                                        </p:tgtEl>
                                      </p:cBhvr>
                                    </p:animEffect>
                                    <p:anim calcmode="lin" valueType="num">
                                      <p:cBhvr>
                                        <p:cTn id="103" dur="1000" fill="hold"/>
                                        <p:tgtEl>
                                          <p:spTgt spid="4">
                                            <p:txEl>
                                              <p:pRg st="18" end="18"/>
                                            </p:txEl>
                                          </p:spTgt>
                                        </p:tgtEl>
                                        <p:attrNameLst>
                                          <p:attrName>ppt_x</p:attrName>
                                        </p:attrNameLst>
                                      </p:cBhvr>
                                      <p:tavLst>
                                        <p:tav tm="0">
                                          <p:val>
                                            <p:strVal val="#ppt_x"/>
                                          </p:val>
                                        </p:tav>
                                        <p:tav tm="100000">
                                          <p:val>
                                            <p:strVal val="#ppt_x"/>
                                          </p:val>
                                        </p:tav>
                                      </p:tavLst>
                                    </p:anim>
                                    <p:anim calcmode="lin" valueType="num">
                                      <p:cBhvr>
                                        <p:cTn id="104" dur="1000" fill="hold"/>
                                        <p:tgtEl>
                                          <p:spTgt spid="4">
                                            <p:txEl>
                                              <p:pRg st="18" end="18"/>
                                            </p:txEl>
                                          </p:spTgt>
                                        </p:tgtEl>
                                        <p:attrNameLst>
                                          <p:attrName>ppt_y</p:attrName>
                                        </p:attrNameLst>
                                      </p:cBhvr>
                                      <p:tavLst>
                                        <p:tav tm="0">
                                          <p:val>
                                            <p:strVal val="#ppt_y+.1"/>
                                          </p:val>
                                        </p:tav>
                                        <p:tav tm="100000">
                                          <p:val>
                                            <p:strVal val="#ppt_y"/>
                                          </p:val>
                                        </p:tav>
                                      </p:tavLst>
                                    </p:anim>
                                  </p:childTnLst>
                                </p:cTn>
                              </p:par>
                            </p:childTnLst>
                          </p:cTn>
                        </p:par>
                      </p:childTnLst>
                    </p:cTn>
                  </p:par>
                  <p:par>
                    <p:cTn id="105" fill="hold">
                      <p:stCondLst>
                        <p:cond delay="indefinite"/>
                      </p:stCondLst>
                      <p:childTnLst>
                        <p:par>
                          <p:cTn id="106" fill="hold">
                            <p:stCondLst>
                              <p:cond delay="0"/>
                            </p:stCondLst>
                            <p:childTnLst>
                              <p:par>
                                <p:cTn id="107" presetID="42" presetClass="entr" presetSubtype="0" fill="hold" grpId="0" nodeType="clickEffect">
                                  <p:stCondLst>
                                    <p:cond delay="0"/>
                                  </p:stCondLst>
                                  <p:childTnLst>
                                    <p:set>
                                      <p:cBhvr>
                                        <p:cTn id="108" dur="1" fill="hold">
                                          <p:stCondLst>
                                            <p:cond delay="0"/>
                                          </p:stCondLst>
                                        </p:cTn>
                                        <p:tgtEl>
                                          <p:spTgt spid="97"/>
                                        </p:tgtEl>
                                        <p:attrNameLst>
                                          <p:attrName>style.visibility</p:attrName>
                                        </p:attrNameLst>
                                      </p:cBhvr>
                                      <p:to>
                                        <p:strVal val="visible"/>
                                      </p:to>
                                    </p:set>
                                    <p:animEffect transition="in" filter="fade">
                                      <p:cBhvr>
                                        <p:cTn id="109" dur="1000"/>
                                        <p:tgtEl>
                                          <p:spTgt spid="97"/>
                                        </p:tgtEl>
                                      </p:cBhvr>
                                    </p:animEffect>
                                    <p:anim calcmode="lin" valueType="num">
                                      <p:cBhvr>
                                        <p:cTn id="110" dur="1000" fill="hold"/>
                                        <p:tgtEl>
                                          <p:spTgt spid="97"/>
                                        </p:tgtEl>
                                        <p:attrNameLst>
                                          <p:attrName>ppt_x</p:attrName>
                                        </p:attrNameLst>
                                      </p:cBhvr>
                                      <p:tavLst>
                                        <p:tav tm="0">
                                          <p:val>
                                            <p:strVal val="#ppt_x"/>
                                          </p:val>
                                        </p:tav>
                                        <p:tav tm="100000">
                                          <p:val>
                                            <p:strVal val="#ppt_x"/>
                                          </p:val>
                                        </p:tav>
                                      </p:tavLst>
                                    </p:anim>
                                    <p:anim calcmode="lin" valueType="num">
                                      <p:cBhvr>
                                        <p:cTn id="111" dur="1000" fill="hold"/>
                                        <p:tgtEl>
                                          <p:spTgt spid="97"/>
                                        </p:tgtEl>
                                        <p:attrNameLst>
                                          <p:attrName>ppt_y</p:attrName>
                                        </p:attrNameLst>
                                      </p:cBhvr>
                                      <p:tavLst>
                                        <p:tav tm="0">
                                          <p:val>
                                            <p:strVal val="#ppt_y+.1"/>
                                          </p:val>
                                        </p:tav>
                                        <p:tav tm="100000">
                                          <p:val>
                                            <p:strVal val="#ppt_y"/>
                                          </p:val>
                                        </p:tav>
                                      </p:tavLst>
                                    </p:anim>
                                  </p:childTnLst>
                                </p:cTn>
                              </p:par>
                            </p:childTnLst>
                          </p:cTn>
                        </p:par>
                      </p:childTnLst>
                    </p:cTn>
                  </p:par>
                  <p:par>
                    <p:cTn id="112" fill="hold">
                      <p:stCondLst>
                        <p:cond delay="indefinite"/>
                      </p:stCondLst>
                      <p:childTnLst>
                        <p:par>
                          <p:cTn id="113" fill="hold">
                            <p:stCondLst>
                              <p:cond delay="0"/>
                            </p:stCondLst>
                            <p:childTnLst>
                              <p:par>
                                <p:cTn id="114" presetID="22" presetClass="entr" presetSubtype="8" fill="hold" grpId="0" nodeType="clickEffect">
                                  <p:stCondLst>
                                    <p:cond delay="0"/>
                                  </p:stCondLst>
                                  <p:childTnLst>
                                    <p:set>
                                      <p:cBhvr>
                                        <p:cTn id="115" dur="1" fill="hold">
                                          <p:stCondLst>
                                            <p:cond delay="0"/>
                                          </p:stCondLst>
                                        </p:cTn>
                                        <p:tgtEl>
                                          <p:spTgt spid="5"/>
                                        </p:tgtEl>
                                        <p:attrNameLst>
                                          <p:attrName>style.visibility</p:attrName>
                                        </p:attrNameLst>
                                      </p:cBhvr>
                                      <p:to>
                                        <p:strVal val="visible"/>
                                      </p:to>
                                    </p:set>
                                    <p:animEffect transition="in" filter="wipe(left)">
                                      <p:cBhvr>
                                        <p:cTn id="116" dur="500"/>
                                        <p:tgtEl>
                                          <p:spTgt spid="5"/>
                                        </p:tgtEl>
                                      </p:cBhvr>
                                    </p:animEffect>
                                  </p:childTnLst>
                                </p:cTn>
                              </p:par>
                            </p:childTnLst>
                          </p:cTn>
                        </p:par>
                        <p:par>
                          <p:cTn id="117" fill="hold">
                            <p:stCondLst>
                              <p:cond delay="500"/>
                            </p:stCondLst>
                            <p:childTnLst>
                              <p:par>
                                <p:cTn id="118" presetID="22" presetClass="entr" presetSubtype="1" fill="hold" nodeType="afterEffect">
                                  <p:stCondLst>
                                    <p:cond delay="0"/>
                                  </p:stCondLst>
                                  <p:childTnLst>
                                    <p:set>
                                      <p:cBhvr>
                                        <p:cTn id="119" dur="1" fill="hold">
                                          <p:stCondLst>
                                            <p:cond delay="0"/>
                                          </p:stCondLst>
                                        </p:cTn>
                                        <p:tgtEl>
                                          <p:spTgt spid="69"/>
                                        </p:tgtEl>
                                        <p:attrNameLst>
                                          <p:attrName>style.visibility</p:attrName>
                                        </p:attrNameLst>
                                      </p:cBhvr>
                                      <p:to>
                                        <p:strVal val="visible"/>
                                      </p:to>
                                    </p:set>
                                    <p:animEffect transition="in" filter="wipe(up)">
                                      <p:cBhvr>
                                        <p:cTn id="120" dur="500"/>
                                        <p:tgtEl>
                                          <p:spTgt spid="69"/>
                                        </p:tgtEl>
                                      </p:cBhvr>
                                    </p:animEffect>
                                  </p:childTnLst>
                                </p:cTn>
                              </p:par>
                            </p:childTnLst>
                          </p:cTn>
                        </p:par>
                      </p:childTnLst>
                    </p:cTn>
                  </p:par>
                  <p:par>
                    <p:cTn id="121" fill="hold">
                      <p:stCondLst>
                        <p:cond delay="indefinite"/>
                      </p:stCondLst>
                      <p:childTnLst>
                        <p:par>
                          <p:cTn id="122" fill="hold">
                            <p:stCondLst>
                              <p:cond delay="0"/>
                            </p:stCondLst>
                            <p:childTnLst>
                              <p:par>
                                <p:cTn id="123" presetID="1" presetClass="emph" presetSubtype="2" fill="hold" nodeType="clickEffect">
                                  <p:stCondLst>
                                    <p:cond delay="0"/>
                                  </p:stCondLst>
                                  <p:childTnLst>
                                    <p:animClr clrSpc="rgb" dir="cw">
                                      <p:cBhvr>
                                        <p:cTn id="124" dur="500" fill="hold"/>
                                        <p:tgtEl>
                                          <p:spTgt spid="4"/>
                                        </p:tgtEl>
                                        <p:attrNameLst>
                                          <p:attrName>fillcolor</p:attrName>
                                        </p:attrNameLst>
                                      </p:cBhvr>
                                      <p:to>
                                        <a:srgbClr val="ECF3FA"/>
                                      </p:to>
                                    </p:animClr>
                                    <p:set>
                                      <p:cBhvr>
                                        <p:cTn id="125" dur="500" fill="hold"/>
                                        <p:tgtEl>
                                          <p:spTgt spid="4"/>
                                        </p:tgtEl>
                                        <p:attrNameLst>
                                          <p:attrName>fill.type</p:attrName>
                                        </p:attrNameLst>
                                      </p:cBhvr>
                                      <p:to>
                                        <p:strVal val="solid"/>
                                      </p:to>
                                    </p:set>
                                    <p:set>
                                      <p:cBhvr>
                                        <p:cTn id="126" dur="500" fill="hold"/>
                                        <p:tgtEl>
                                          <p:spTgt spid="4"/>
                                        </p:tgtEl>
                                        <p:attrNameLst>
                                          <p:attrName>fill.on</p:attrName>
                                        </p:attrNameLst>
                                      </p:cBhvr>
                                      <p:to>
                                        <p:strVal val="true"/>
                                      </p:to>
                                    </p:set>
                                  </p:childTnLst>
                                </p:cTn>
                              </p:par>
                              <p:par>
                                <p:cTn id="127" presetID="22" presetClass="entr" presetSubtype="1" fill="hold" grpId="0" nodeType="withEffect">
                                  <p:stCondLst>
                                    <p:cond delay="0"/>
                                  </p:stCondLst>
                                  <p:childTnLst>
                                    <p:set>
                                      <p:cBhvr>
                                        <p:cTn id="128" dur="1" fill="hold">
                                          <p:stCondLst>
                                            <p:cond delay="0"/>
                                          </p:stCondLst>
                                        </p:cTn>
                                        <p:tgtEl>
                                          <p:spTgt spid="6">
                                            <p:bg/>
                                          </p:spTgt>
                                        </p:tgtEl>
                                        <p:attrNameLst>
                                          <p:attrName>style.visibility</p:attrName>
                                        </p:attrNameLst>
                                      </p:cBhvr>
                                      <p:to>
                                        <p:strVal val="visible"/>
                                      </p:to>
                                    </p:set>
                                    <p:animEffect transition="in" filter="wipe(up)">
                                      <p:cBhvr>
                                        <p:cTn id="129" dur="500"/>
                                        <p:tgtEl>
                                          <p:spTgt spid="6">
                                            <p:bg/>
                                          </p:spTgt>
                                        </p:tgtEl>
                                      </p:cBhvr>
                                    </p:animEffect>
                                  </p:childTnLst>
                                </p:cTn>
                              </p:par>
                              <p:par>
                                <p:cTn id="130" presetID="22" presetClass="entr" presetSubtype="1" fill="hold" grpId="0" nodeType="withEffect">
                                  <p:stCondLst>
                                    <p:cond delay="0"/>
                                  </p:stCondLst>
                                  <p:childTnLst>
                                    <p:set>
                                      <p:cBhvr>
                                        <p:cTn id="131" dur="1" fill="hold">
                                          <p:stCondLst>
                                            <p:cond delay="0"/>
                                          </p:stCondLst>
                                        </p:cTn>
                                        <p:tgtEl>
                                          <p:spTgt spid="6">
                                            <p:txEl>
                                              <p:pRg st="0" end="0"/>
                                            </p:txEl>
                                          </p:spTgt>
                                        </p:tgtEl>
                                        <p:attrNameLst>
                                          <p:attrName>style.visibility</p:attrName>
                                        </p:attrNameLst>
                                      </p:cBhvr>
                                      <p:to>
                                        <p:strVal val="visible"/>
                                      </p:to>
                                    </p:set>
                                    <p:animEffect transition="in" filter="wipe(up)">
                                      <p:cBhvr>
                                        <p:cTn id="132" dur="500"/>
                                        <p:tgtEl>
                                          <p:spTgt spid="6">
                                            <p:txEl>
                                              <p:pRg st="0" end="0"/>
                                            </p:txEl>
                                          </p:spTgt>
                                        </p:tgtEl>
                                      </p:cBhvr>
                                    </p:animEffect>
                                  </p:childTnLst>
                                </p:cTn>
                              </p:par>
                            </p:childTnLst>
                          </p:cTn>
                        </p:par>
                      </p:childTnLst>
                    </p:cTn>
                  </p:par>
                  <p:par>
                    <p:cTn id="133" fill="hold">
                      <p:stCondLst>
                        <p:cond delay="indefinite"/>
                      </p:stCondLst>
                      <p:childTnLst>
                        <p:par>
                          <p:cTn id="134" fill="hold">
                            <p:stCondLst>
                              <p:cond delay="0"/>
                            </p:stCondLst>
                            <p:childTnLst>
                              <p:par>
                                <p:cTn id="135" presetID="22" presetClass="entr" presetSubtype="8" fill="hold" nodeType="clickEffect">
                                  <p:stCondLst>
                                    <p:cond delay="0"/>
                                  </p:stCondLst>
                                  <p:childTnLst>
                                    <p:set>
                                      <p:cBhvr>
                                        <p:cTn id="136" dur="1" fill="hold">
                                          <p:stCondLst>
                                            <p:cond delay="0"/>
                                          </p:stCondLst>
                                        </p:cTn>
                                        <p:tgtEl>
                                          <p:spTgt spid="24"/>
                                        </p:tgtEl>
                                        <p:attrNameLst>
                                          <p:attrName>style.visibility</p:attrName>
                                        </p:attrNameLst>
                                      </p:cBhvr>
                                      <p:to>
                                        <p:strVal val="visible"/>
                                      </p:to>
                                    </p:set>
                                    <p:animEffect transition="in" filter="wipe(left)">
                                      <p:cBhvr>
                                        <p:cTn id="137" dur="500"/>
                                        <p:tgtEl>
                                          <p:spTgt spid="24"/>
                                        </p:tgtEl>
                                      </p:cBhvr>
                                    </p:animEffect>
                                  </p:childTnLst>
                                </p:cTn>
                              </p:par>
                            </p:childTnLst>
                          </p:cTn>
                        </p:par>
                        <p:par>
                          <p:cTn id="138" fill="hold">
                            <p:stCondLst>
                              <p:cond delay="500"/>
                            </p:stCondLst>
                            <p:childTnLst>
                              <p:par>
                                <p:cTn id="139" presetID="22" presetClass="entr" presetSubtype="1" fill="hold" nodeType="afterEffect">
                                  <p:stCondLst>
                                    <p:cond delay="0"/>
                                  </p:stCondLst>
                                  <p:childTnLst>
                                    <p:set>
                                      <p:cBhvr>
                                        <p:cTn id="140" dur="1" fill="hold">
                                          <p:stCondLst>
                                            <p:cond delay="0"/>
                                          </p:stCondLst>
                                        </p:cTn>
                                        <p:tgtEl>
                                          <p:spTgt spid="90"/>
                                        </p:tgtEl>
                                        <p:attrNameLst>
                                          <p:attrName>style.visibility</p:attrName>
                                        </p:attrNameLst>
                                      </p:cBhvr>
                                      <p:to>
                                        <p:strVal val="visible"/>
                                      </p:to>
                                    </p:set>
                                    <p:animEffect transition="in" filter="wipe(up)">
                                      <p:cBhvr>
                                        <p:cTn id="141" dur="500"/>
                                        <p:tgtEl>
                                          <p:spTgt spid="90"/>
                                        </p:tgtEl>
                                      </p:cBhvr>
                                    </p:animEffect>
                                  </p:childTnLst>
                                </p:cTn>
                              </p:par>
                            </p:childTnLst>
                          </p:cTn>
                        </p:par>
                      </p:childTnLst>
                    </p:cTn>
                  </p:par>
                  <p:par>
                    <p:cTn id="142" fill="hold">
                      <p:stCondLst>
                        <p:cond delay="indefinite"/>
                      </p:stCondLst>
                      <p:childTnLst>
                        <p:par>
                          <p:cTn id="143" fill="hold">
                            <p:stCondLst>
                              <p:cond delay="0"/>
                            </p:stCondLst>
                            <p:childTnLst>
                              <p:par>
                                <p:cTn id="144" presetID="22" presetClass="entr" presetSubtype="1" fill="hold" grpId="0" nodeType="clickEffect">
                                  <p:stCondLst>
                                    <p:cond delay="0"/>
                                  </p:stCondLst>
                                  <p:childTnLst>
                                    <p:set>
                                      <p:cBhvr>
                                        <p:cTn id="145" dur="1" fill="hold">
                                          <p:stCondLst>
                                            <p:cond delay="0"/>
                                          </p:stCondLst>
                                        </p:cTn>
                                        <p:tgtEl>
                                          <p:spTgt spid="6">
                                            <p:txEl>
                                              <p:pRg st="5" end="5"/>
                                            </p:txEl>
                                          </p:spTgt>
                                        </p:tgtEl>
                                        <p:attrNameLst>
                                          <p:attrName>style.visibility</p:attrName>
                                        </p:attrNameLst>
                                      </p:cBhvr>
                                      <p:to>
                                        <p:strVal val="visible"/>
                                      </p:to>
                                    </p:set>
                                    <p:animEffect transition="in" filter="wipe(up)">
                                      <p:cBhvr>
                                        <p:cTn id="146" dur="500"/>
                                        <p:tgtEl>
                                          <p:spTgt spid="6">
                                            <p:txEl>
                                              <p:pRg st="5" end="5"/>
                                            </p:txEl>
                                          </p:spTgt>
                                        </p:tgtEl>
                                      </p:cBhvr>
                                    </p:animEffect>
                                  </p:childTnLst>
                                </p:cTn>
                              </p:par>
                            </p:childTnLst>
                          </p:cTn>
                        </p:par>
                      </p:childTnLst>
                    </p:cTn>
                  </p:par>
                  <p:par>
                    <p:cTn id="147" fill="hold">
                      <p:stCondLst>
                        <p:cond delay="indefinite"/>
                      </p:stCondLst>
                      <p:childTnLst>
                        <p:par>
                          <p:cTn id="148" fill="hold">
                            <p:stCondLst>
                              <p:cond delay="0"/>
                            </p:stCondLst>
                            <p:childTnLst>
                              <p:par>
                                <p:cTn id="149" presetID="22" presetClass="entr" presetSubtype="1" fill="hold" grpId="0" nodeType="clickEffect">
                                  <p:stCondLst>
                                    <p:cond delay="0"/>
                                  </p:stCondLst>
                                  <p:childTnLst>
                                    <p:set>
                                      <p:cBhvr>
                                        <p:cTn id="150" dur="1" fill="hold">
                                          <p:stCondLst>
                                            <p:cond delay="0"/>
                                          </p:stCondLst>
                                        </p:cTn>
                                        <p:tgtEl>
                                          <p:spTgt spid="6">
                                            <p:txEl>
                                              <p:pRg st="7" end="7"/>
                                            </p:txEl>
                                          </p:spTgt>
                                        </p:tgtEl>
                                        <p:attrNameLst>
                                          <p:attrName>style.visibility</p:attrName>
                                        </p:attrNameLst>
                                      </p:cBhvr>
                                      <p:to>
                                        <p:strVal val="visible"/>
                                      </p:to>
                                    </p:set>
                                    <p:animEffect transition="in" filter="wipe(up)">
                                      <p:cBhvr>
                                        <p:cTn id="151" dur="500"/>
                                        <p:tgtEl>
                                          <p:spTgt spid="6">
                                            <p:txEl>
                                              <p:pRg st="7" end="7"/>
                                            </p:txEl>
                                          </p:spTgt>
                                        </p:tgtEl>
                                      </p:cBhvr>
                                    </p:animEffect>
                                  </p:childTnLst>
                                </p:cTn>
                              </p:par>
                            </p:childTnLst>
                          </p:cTn>
                        </p:par>
                      </p:childTnLst>
                    </p:cTn>
                  </p:par>
                  <p:par>
                    <p:cTn id="152" fill="hold">
                      <p:stCondLst>
                        <p:cond delay="indefinite"/>
                      </p:stCondLst>
                      <p:childTnLst>
                        <p:par>
                          <p:cTn id="153" fill="hold">
                            <p:stCondLst>
                              <p:cond delay="0"/>
                            </p:stCondLst>
                            <p:childTnLst>
                              <p:par>
                                <p:cTn id="154" presetID="22" presetClass="entr" presetSubtype="1" fill="hold" grpId="0" nodeType="clickEffect">
                                  <p:stCondLst>
                                    <p:cond delay="0"/>
                                  </p:stCondLst>
                                  <p:childTnLst>
                                    <p:set>
                                      <p:cBhvr>
                                        <p:cTn id="155" dur="1" fill="hold">
                                          <p:stCondLst>
                                            <p:cond delay="0"/>
                                          </p:stCondLst>
                                        </p:cTn>
                                        <p:tgtEl>
                                          <p:spTgt spid="6">
                                            <p:txEl>
                                              <p:pRg st="8" end="8"/>
                                            </p:txEl>
                                          </p:spTgt>
                                        </p:tgtEl>
                                        <p:attrNameLst>
                                          <p:attrName>style.visibility</p:attrName>
                                        </p:attrNameLst>
                                      </p:cBhvr>
                                      <p:to>
                                        <p:strVal val="visible"/>
                                      </p:to>
                                    </p:set>
                                    <p:animEffect transition="in" filter="wipe(up)">
                                      <p:cBhvr>
                                        <p:cTn id="156" dur="500"/>
                                        <p:tgtEl>
                                          <p:spTgt spid="6">
                                            <p:txEl>
                                              <p:pRg st="8" end="8"/>
                                            </p:txEl>
                                          </p:spTgt>
                                        </p:tgtEl>
                                      </p:cBhvr>
                                    </p:animEffect>
                                  </p:childTnLst>
                                </p:cTn>
                              </p:par>
                            </p:childTnLst>
                          </p:cTn>
                        </p:par>
                      </p:childTnLst>
                    </p:cTn>
                  </p:par>
                  <p:par>
                    <p:cTn id="157" fill="hold">
                      <p:stCondLst>
                        <p:cond delay="indefinite"/>
                      </p:stCondLst>
                      <p:childTnLst>
                        <p:par>
                          <p:cTn id="158" fill="hold">
                            <p:stCondLst>
                              <p:cond delay="0"/>
                            </p:stCondLst>
                            <p:childTnLst>
                              <p:par>
                                <p:cTn id="159" presetID="22" presetClass="entr" presetSubtype="1" fill="hold" grpId="0" nodeType="clickEffect">
                                  <p:stCondLst>
                                    <p:cond delay="0"/>
                                  </p:stCondLst>
                                  <p:childTnLst>
                                    <p:set>
                                      <p:cBhvr>
                                        <p:cTn id="160" dur="1" fill="hold">
                                          <p:stCondLst>
                                            <p:cond delay="0"/>
                                          </p:stCondLst>
                                        </p:cTn>
                                        <p:tgtEl>
                                          <p:spTgt spid="28"/>
                                        </p:tgtEl>
                                        <p:attrNameLst>
                                          <p:attrName>style.visibility</p:attrName>
                                        </p:attrNameLst>
                                      </p:cBhvr>
                                      <p:to>
                                        <p:strVal val="visible"/>
                                      </p:to>
                                    </p:set>
                                    <p:animEffect transition="in" filter="wipe(up)">
                                      <p:cBhvr>
                                        <p:cTn id="161" dur="500"/>
                                        <p:tgtEl>
                                          <p:spTgt spid="28"/>
                                        </p:tgtEl>
                                      </p:cBhvr>
                                    </p:animEffect>
                                  </p:childTnLst>
                                </p:cTn>
                              </p:par>
                            </p:childTnLst>
                          </p:cTn>
                        </p:par>
                        <p:par>
                          <p:cTn id="162" fill="hold">
                            <p:stCondLst>
                              <p:cond delay="500"/>
                            </p:stCondLst>
                            <p:childTnLst>
                              <p:par>
                                <p:cTn id="163" presetID="22" presetClass="entr" presetSubtype="1" fill="hold" nodeType="afterEffect">
                                  <p:stCondLst>
                                    <p:cond delay="0"/>
                                  </p:stCondLst>
                                  <p:childTnLst>
                                    <p:set>
                                      <p:cBhvr>
                                        <p:cTn id="164" dur="1" fill="hold">
                                          <p:stCondLst>
                                            <p:cond delay="0"/>
                                          </p:stCondLst>
                                        </p:cTn>
                                        <p:tgtEl>
                                          <p:spTgt spid="72"/>
                                        </p:tgtEl>
                                        <p:attrNameLst>
                                          <p:attrName>style.visibility</p:attrName>
                                        </p:attrNameLst>
                                      </p:cBhvr>
                                      <p:to>
                                        <p:strVal val="visible"/>
                                      </p:to>
                                    </p:set>
                                    <p:animEffect transition="in" filter="wipe(up)">
                                      <p:cBhvr>
                                        <p:cTn id="165" dur="500"/>
                                        <p:tgtEl>
                                          <p:spTgt spid="72"/>
                                        </p:tgtEl>
                                      </p:cBhvr>
                                    </p:animEffect>
                                  </p:childTnLst>
                                </p:cTn>
                              </p:par>
                            </p:childTnLst>
                          </p:cTn>
                        </p:par>
                      </p:childTnLst>
                    </p:cTn>
                  </p:par>
                  <p:par>
                    <p:cTn id="166" fill="hold">
                      <p:stCondLst>
                        <p:cond delay="indefinite"/>
                      </p:stCondLst>
                      <p:childTnLst>
                        <p:par>
                          <p:cTn id="167" fill="hold">
                            <p:stCondLst>
                              <p:cond delay="0"/>
                            </p:stCondLst>
                            <p:childTnLst>
                              <p:par>
                                <p:cTn id="168" presetID="1" presetClass="emph" presetSubtype="2" fill="hold" nodeType="clickEffect">
                                  <p:stCondLst>
                                    <p:cond delay="0"/>
                                  </p:stCondLst>
                                  <p:childTnLst>
                                    <p:animClr clrSpc="rgb" dir="cw">
                                      <p:cBhvr>
                                        <p:cTn id="169" dur="500" fill="hold"/>
                                        <p:tgtEl>
                                          <p:spTgt spid="4"/>
                                        </p:tgtEl>
                                        <p:attrNameLst>
                                          <p:attrName>fillcolor</p:attrName>
                                        </p:attrNameLst>
                                      </p:cBhvr>
                                      <p:to>
                                        <a:srgbClr val="FFF2CC"/>
                                      </p:to>
                                    </p:animClr>
                                    <p:set>
                                      <p:cBhvr>
                                        <p:cTn id="170" dur="500" fill="hold"/>
                                        <p:tgtEl>
                                          <p:spTgt spid="4"/>
                                        </p:tgtEl>
                                        <p:attrNameLst>
                                          <p:attrName>fill.type</p:attrName>
                                        </p:attrNameLst>
                                      </p:cBhvr>
                                      <p:to>
                                        <p:strVal val="solid"/>
                                      </p:to>
                                    </p:set>
                                    <p:set>
                                      <p:cBhvr>
                                        <p:cTn id="171" dur="500" fill="hold"/>
                                        <p:tgtEl>
                                          <p:spTgt spid="4"/>
                                        </p:tgtEl>
                                        <p:attrNameLst>
                                          <p:attrName>fill.on</p:attrName>
                                        </p:attrNameLst>
                                      </p:cBhvr>
                                      <p:to>
                                        <p:strVal val="true"/>
                                      </p:to>
                                    </p:set>
                                  </p:childTnLst>
                                </p:cTn>
                              </p:par>
                              <p:par>
                                <p:cTn id="172" presetID="22" presetClass="entr" presetSubtype="1" fill="hold" grpId="0" nodeType="withEffect">
                                  <p:stCondLst>
                                    <p:cond delay="0"/>
                                  </p:stCondLst>
                                  <p:childTnLst>
                                    <p:set>
                                      <p:cBhvr>
                                        <p:cTn id="173" dur="1" fill="hold">
                                          <p:stCondLst>
                                            <p:cond delay="0"/>
                                          </p:stCondLst>
                                        </p:cTn>
                                        <p:tgtEl>
                                          <p:spTgt spid="7">
                                            <p:bg/>
                                          </p:spTgt>
                                        </p:tgtEl>
                                        <p:attrNameLst>
                                          <p:attrName>style.visibility</p:attrName>
                                        </p:attrNameLst>
                                      </p:cBhvr>
                                      <p:to>
                                        <p:strVal val="visible"/>
                                      </p:to>
                                    </p:set>
                                    <p:animEffect transition="in" filter="wipe(up)">
                                      <p:cBhvr>
                                        <p:cTn id="174" dur="500"/>
                                        <p:tgtEl>
                                          <p:spTgt spid="7">
                                            <p:bg/>
                                          </p:spTgt>
                                        </p:tgtEl>
                                      </p:cBhvr>
                                    </p:animEffect>
                                  </p:childTnLst>
                                </p:cTn>
                              </p:par>
                            </p:childTnLst>
                          </p:cTn>
                        </p:par>
                      </p:childTnLst>
                    </p:cTn>
                  </p:par>
                  <p:par>
                    <p:cTn id="175" fill="hold">
                      <p:stCondLst>
                        <p:cond delay="indefinite"/>
                      </p:stCondLst>
                      <p:childTnLst>
                        <p:par>
                          <p:cTn id="176" fill="hold">
                            <p:stCondLst>
                              <p:cond delay="0"/>
                            </p:stCondLst>
                            <p:childTnLst>
                              <p:par>
                                <p:cTn id="177" presetID="22" presetClass="entr" presetSubtype="1" fill="hold" nodeType="clickEffect">
                                  <p:stCondLst>
                                    <p:cond delay="0"/>
                                  </p:stCondLst>
                                  <p:childTnLst>
                                    <p:set>
                                      <p:cBhvr>
                                        <p:cTn id="178" dur="1" fill="hold">
                                          <p:stCondLst>
                                            <p:cond delay="0"/>
                                          </p:stCondLst>
                                        </p:cTn>
                                        <p:tgtEl>
                                          <p:spTgt spid="51"/>
                                        </p:tgtEl>
                                        <p:attrNameLst>
                                          <p:attrName>style.visibility</p:attrName>
                                        </p:attrNameLst>
                                      </p:cBhvr>
                                      <p:to>
                                        <p:strVal val="visible"/>
                                      </p:to>
                                    </p:set>
                                    <p:animEffect transition="in" filter="wipe(up)">
                                      <p:cBhvr>
                                        <p:cTn id="179" dur="500"/>
                                        <p:tgtEl>
                                          <p:spTgt spid="51"/>
                                        </p:tgtEl>
                                      </p:cBhvr>
                                    </p:animEffect>
                                  </p:childTnLst>
                                </p:cTn>
                              </p:par>
                              <p:par>
                                <p:cTn id="180" presetID="22" presetClass="entr" presetSubtype="1" fill="hold" grpId="0" nodeType="withEffect">
                                  <p:stCondLst>
                                    <p:cond delay="0"/>
                                  </p:stCondLst>
                                  <p:childTnLst>
                                    <p:set>
                                      <p:cBhvr>
                                        <p:cTn id="181" dur="1" fill="hold">
                                          <p:stCondLst>
                                            <p:cond delay="0"/>
                                          </p:stCondLst>
                                        </p:cTn>
                                        <p:tgtEl>
                                          <p:spTgt spid="7">
                                            <p:txEl>
                                              <p:pRg st="0" end="0"/>
                                            </p:txEl>
                                          </p:spTgt>
                                        </p:tgtEl>
                                        <p:attrNameLst>
                                          <p:attrName>style.visibility</p:attrName>
                                        </p:attrNameLst>
                                      </p:cBhvr>
                                      <p:to>
                                        <p:strVal val="visible"/>
                                      </p:to>
                                    </p:set>
                                    <p:animEffect transition="in" filter="wipe(up)">
                                      <p:cBhvr>
                                        <p:cTn id="182" dur="500"/>
                                        <p:tgtEl>
                                          <p:spTgt spid="7">
                                            <p:txEl>
                                              <p:pRg st="0" end="0"/>
                                            </p:txEl>
                                          </p:spTgt>
                                        </p:tgtEl>
                                      </p:cBhvr>
                                    </p:animEffect>
                                  </p:childTnLst>
                                </p:cTn>
                              </p:par>
                            </p:childTnLst>
                          </p:cTn>
                        </p:par>
                      </p:childTnLst>
                    </p:cTn>
                  </p:par>
                  <p:par>
                    <p:cTn id="183" fill="hold">
                      <p:stCondLst>
                        <p:cond delay="indefinite"/>
                      </p:stCondLst>
                      <p:childTnLst>
                        <p:par>
                          <p:cTn id="184" fill="hold">
                            <p:stCondLst>
                              <p:cond delay="0"/>
                            </p:stCondLst>
                            <p:childTnLst>
                              <p:par>
                                <p:cTn id="185" presetID="22" presetClass="entr" presetSubtype="1" fill="hold" grpId="0" nodeType="clickEffect">
                                  <p:stCondLst>
                                    <p:cond delay="0"/>
                                  </p:stCondLst>
                                  <p:childTnLst>
                                    <p:set>
                                      <p:cBhvr>
                                        <p:cTn id="186" dur="1" fill="hold">
                                          <p:stCondLst>
                                            <p:cond delay="0"/>
                                          </p:stCondLst>
                                        </p:cTn>
                                        <p:tgtEl>
                                          <p:spTgt spid="7">
                                            <p:txEl>
                                              <p:pRg st="3" end="3"/>
                                            </p:txEl>
                                          </p:spTgt>
                                        </p:tgtEl>
                                        <p:attrNameLst>
                                          <p:attrName>style.visibility</p:attrName>
                                        </p:attrNameLst>
                                      </p:cBhvr>
                                      <p:to>
                                        <p:strVal val="visible"/>
                                      </p:to>
                                    </p:set>
                                    <p:animEffect transition="in" filter="wipe(up)">
                                      <p:cBhvr>
                                        <p:cTn id="187" dur="500"/>
                                        <p:tgtEl>
                                          <p:spTgt spid="7">
                                            <p:txEl>
                                              <p:pRg st="3" end="3"/>
                                            </p:txEl>
                                          </p:spTgt>
                                        </p:tgtEl>
                                      </p:cBhvr>
                                    </p:animEffect>
                                  </p:childTnLst>
                                </p:cTn>
                              </p:par>
                              <p:par>
                                <p:cTn id="188" presetID="22" presetClass="entr" presetSubtype="1" fill="hold" grpId="0" nodeType="withEffect">
                                  <p:stCondLst>
                                    <p:cond delay="0"/>
                                  </p:stCondLst>
                                  <p:childTnLst>
                                    <p:set>
                                      <p:cBhvr>
                                        <p:cTn id="189" dur="1" fill="hold">
                                          <p:stCondLst>
                                            <p:cond delay="0"/>
                                          </p:stCondLst>
                                        </p:cTn>
                                        <p:tgtEl>
                                          <p:spTgt spid="7">
                                            <p:txEl>
                                              <p:pRg st="5" end="5"/>
                                            </p:txEl>
                                          </p:spTgt>
                                        </p:tgtEl>
                                        <p:attrNameLst>
                                          <p:attrName>style.visibility</p:attrName>
                                        </p:attrNameLst>
                                      </p:cBhvr>
                                      <p:to>
                                        <p:strVal val="visible"/>
                                      </p:to>
                                    </p:set>
                                    <p:animEffect transition="in" filter="wipe(up)">
                                      <p:cBhvr>
                                        <p:cTn id="190" dur="500"/>
                                        <p:tgtEl>
                                          <p:spTgt spid="7">
                                            <p:txEl>
                                              <p:pRg st="5" end="5"/>
                                            </p:txEl>
                                          </p:spTgt>
                                        </p:tgtEl>
                                      </p:cBhvr>
                                    </p:animEffect>
                                  </p:childTnLst>
                                </p:cTn>
                              </p:par>
                              <p:par>
                                <p:cTn id="191" presetID="22" presetClass="entr" presetSubtype="1" fill="hold" grpId="0" nodeType="withEffect">
                                  <p:stCondLst>
                                    <p:cond delay="0"/>
                                  </p:stCondLst>
                                  <p:childTnLst>
                                    <p:set>
                                      <p:cBhvr>
                                        <p:cTn id="192" dur="1" fill="hold">
                                          <p:stCondLst>
                                            <p:cond delay="0"/>
                                          </p:stCondLst>
                                        </p:cTn>
                                        <p:tgtEl>
                                          <p:spTgt spid="7">
                                            <p:txEl>
                                              <p:pRg st="6" end="6"/>
                                            </p:txEl>
                                          </p:spTgt>
                                        </p:tgtEl>
                                        <p:attrNameLst>
                                          <p:attrName>style.visibility</p:attrName>
                                        </p:attrNameLst>
                                      </p:cBhvr>
                                      <p:to>
                                        <p:strVal val="visible"/>
                                      </p:to>
                                    </p:set>
                                    <p:animEffect transition="in" filter="wipe(up)">
                                      <p:cBhvr>
                                        <p:cTn id="193" dur="500"/>
                                        <p:tgtEl>
                                          <p:spTgt spid="7">
                                            <p:txEl>
                                              <p:pRg st="6" end="6"/>
                                            </p:txEl>
                                          </p:spTgt>
                                        </p:tgtEl>
                                      </p:cBhvr>
                                    </p:animEffect>
                                  </p:childTnLst>
                                </p:cTn>
                              </p:par>
                            </p:childTnLst>
                          </p:cTn>
                        </p:par>
                      </p:childTnLst>
                    </p:cTn>
                  </p:par>
                  <p:par>
                    <p:cTn id="194" fill="hold">
                      <p:stCondLst>
                        <p:cond delay="indefinite"/>
                      </p:stCondLst>
                      <p:childTnLst>
                        <p:par>
                          <p:cTn id="195" fill="hold">
                            <p:stCondLst>
                              <p:cond delay="0"/>
                            </p:stCondLst>
                            <p:childTnLst>
                              <p:par>
                                <p:cTn id="196" presetID="16" presetClass="exit" presetSubtype="21" fill="hold" nodeType="clickEffect">
                                  <p:stCondLst>
                                    <p:cond delay="0"/>
                                  </p:stCondLst>
                                  <p:childTnLst>
                                    <p:animEffect transition="out" filter="barn(inVertical)">
                                      <p:cBhvr>
                                        <p:cTn id="197" dur="500"/>
                                        <p:tgtEl>
                                          <p:spTgt spid="72"/>
                                        </p:tgtEl>
                                      </p:cBhvr>
                                    </p:animEffect>
                                    <p:set>
                                      <p:cBhvr>
                                        <p:cTn id="198" dur="1" fill="hold">
                                          <p:stCondLst>
                                            <p:cond delay="499"/>
                                          </p:stCondLst>
                                        </p:cTn>
                                        <p:tgtEl>
                                          <p:spTgt spid="72"/>
                                        </p:tgtEl>
                                        <p:attrNameLst>
                                          <p:attrName>style.visibility</p:attrName>
                                        </p:attrNameLst>
                                      </p:cBhvr>
                                      <p:to>
                                        <p:strVal val="hidden"/>
                                      </p:to>
                                    </p:set>
                                  </p:childTnLst>
                                </p:cTn>
                              </p:par>
                            </p:childTnLst>
                          </p:cTn>
                        </p:par>
                        <p:par>
                          <p:cTn id="199" fill="hold">
                            <p:stCondLst>
                              <p:cond delay="500"/>
                            </p:stCondLst>
                            <p:childTnLst>
                              <p:par>
                                <p:cTn id="200" presetID="1" presetClass="emph" presetSubtype="2" fill="hold" nodeType="afterEffect">
                                  <p:stCondLst>
                                    <p:cond delay="0"/>
                                  </p:stCondLst>
                                  <p:childTnLst>
                                    <p:animClr clrSpc="rgb" dir="cw">
                                      <p:cBhvr>
                                        <p:cTn id="201" dur="500" fill="hold"/>
                                        <p:tgtEl>
                                          <p:spTgt spid="4"/>
                                        </p:tgtEl>
                                        <p:attrNameLst>
                                          <p:attrName>fillcolor</p:attrName>
                                        </p:attrNameLst>
                                      </p:cBhvr>
                                      <p:to>
                                        <a:srgbClr val="ECF3FA"/>
                                      </p:to>
                                    </p:animClr>
                                    <p:set>
                                      <p:cBhvr>
                                        <p:cTn id="202" dur="500" fill="hold"/>
                                        <p:tgtEl>
                                          <p:spTgt spid="4"/>
                                        </p:tgtEl>
                                        <p:attrNameLst>
                                          <p:attrName>fill.type</p:attrName>
                                        </p:attrNameLst>
                                      </p:cBhvr>
                                      <p:to>
                                        <p:strVal val="solid"/>
                                      </p:to>
                                    </p:set>
                                    <p:set>
                                      <p:cBhvr>
                                        <p:cTn id="203" dur="500" fill="hold"/>
                                        <p:tgtEl>
                                          <p:spTgt spid="4"/>
                                        </p:tgtEl>
                                        <p:attrNameLst>
                                          <p:attrName>fill.on</p:attrName>
                                        </p:attrNameLst>
                                      </p:cBhvr>
                                      <p:to>
                                        <p:strVal val="true"/>
                                      </p:to>
                                    </p:set>
                                  </p:childTnLst>
                                </p:cTn>
                              </p:par>
                              <p:par>
                                <p:cTn id="204" presetID="22" presetClass="entr" presetSubtype="1" fill="hold" grpId="0" nodeType="withEffect">
                                  <p:stCondLst>
                                    <p:cond delay="0"/>
                                  </p:stCondLst>
                                  <p:childTnLst>
                                    <p:set>
                                      <p:cBhvr>
                                        <p:cTn id="205" dur="1" fill="hold">
                                          <p:stCondLst>
                                            <p:cond delay="0"/>
                                          </p:stCondLst>
                                        </p:cTn>
                                        <p:tgtEl>
                                          <p:spTgt spid="8">
                                            <p:bg/>
                                          </p:spTgt>
                                        </p:tgtEl>
                                        <p:attrNameLst>
                                          <p:attrName>style.visibility</p:attrName>
                                        </p:attrNameLst>
                                      </p:cBhvr>
                                      <p:to>
                                        <p:strVal val="visible"/>
                                      </p:to>
                                    </p:set>
                                    <p:animEffect transition="in" filter="wipe(up)">
                                      <p:cBhvr>
                                        <p:cTn id="206" dur="500"/>
                                        <p:tgtEl>
                                          <p:spTgt spid="8">
                                            <p:bg/>
                                          </p:spTgt>
                                        </p:tgtEl>
                                      </p:cBhvr>
                                    </p:animEffect>
                                  </p:childTnLst>
                                </p:cTn>
                              </p:par>
                              <p:par>
                                <p:cTn id="207" presetID="22" presetClass="entr" presetSubtype="1" fill="hold" grpId="0" nodeType="withEffect">
                                  <p:stCondLst>
                                    <p:cond delay="0"/>
                                  </p:stCondLst>
                                  <p:childTnLst>
                                    <p:set>
                                      <p:cBhvr>
                                        <p:cTn id="208" dur="1" fill="hold">
                                          <p:stCondLst>
                                            <p:cond delay="0"/>
                                          </p:stCondLst>
                                        </p:cTn>
                                        <p:tgtEl>
                                          <p:spTgt spid="8">
                                            <p:txEl>
                                              <p:pRg st="0" end="0"/>
                                            </p:txEl>
                                          </p:spTgt>
                                        </p:tgtEl>
                                        <p:attrNameLst>
                                          <p:attrName>style.visibility</p:attrName>
                                        </p:attrNameLst>
                                      </p:cBhvr>
                                      <p:to>
                                        <p:strVal val="visible"/>
                                      </p:to>
                                    </p:set>
                                    <p:animEffect transition="in" filter="wipe(up)">
                                      <p:cBhvr>
                                        <p:cTn id="209" dur="500"/>
                                        <p:tgtEl>
                                          <p:spTgt spid="8">
                                            <p:txEl>
                                              <p:pRg st="0" end="0"/>
                                            </p:txEl>
                                          </p:spTgt>
                                        </p:tgtEl>
                                      </p:cBhvr>
                                    </p:animEffect>
                                  </p:childTnLst>
                                </p:cTn>
                              </p:par>
                              <p:par>
                                <p:cTn id="210" presetID="22" presetClass="entr" presetSubtype="1" fill="hold" grpId="0" nodeType="withEffect">
                                  <p:stCondLst>
                                    <p:cond delay="0"/>
                                  </p:stCondLst>
                                  <p:childTnLst>
                                    <p:set>
                                      <p:cBhvr>
                                        <p:cTn id="211" dur="1" fill="hold">
                                          <p:stCondLst>
                                            <p:cond delay="0"/>
                                          </p:stCondLst>
                                        </p:cTn>
                                        <p:tgtEl>
                                          <p:spTgt spid="8">
                                            <p:txEl>
                                              <p:pRg st="5" end="5"/>
                                            </p:txEl>
                                          </p:spTgt>
                                        </p:tgtEl>
                                        <p:attrNameLst>
                                          <p:attrName>style.visibility</p:attrName>
                                        </p:attrNameLst>
                                      </p:cBhvr>
                                      <p:to>
                                        <p:strVal val="visible"/>
                                      </p:to>
                                    </p:set>
                                    <p:animEffect transition="in" filter="wipe(up)">
                                      <p:cBhvr>
                                        <p:cTn id="212" dur="500"/>
                                        <p:tgtEl>
                                          <p:spTgt spid="8">
                                            <p:txEl>
                                              <p:pRg st="5" end="5"/>
                                            </p:txEl>
                                          </p:spTgt>
                                        </p:tgtEl>
                                      </p:cBhvr>
                                    </p:animEffect>
                                  </p:childTnLst>
                                </p:cTn>
                              </p:par>
                            </p:childTnLst>
                          </p:cTn>
                        </p:par>
                      </p:childTnLst>
                    </p:cTn>
                  </p:par>
                  <p:par>
                    <p:cTn id="213" fill="hold">
                      <p:stCondLst>
                        <p:cond delay="indefinite"/>
                      </p:stCondLst>
                      <p:childTnLst>
                        <p:par>
                          <p:cTn id="214" fill="hold">
                            <p:stCondLst>
                              <p:cond delay="0"/>
                            </p:stCondLst>
                            <p:childTnLst>
                              <p:par>
                                <p:cTn id="215" presetID="22" presetClass="entr" presetSubtype="8" fill="hold" grpId="0" nodeType="clickEffect">
                                  <p:stCondLst>
                                    <p:cond delay="0"/>
                                  </p:stCondLst>
                                  <p:childTnLst>
                                    <p:set>
                                      <p:cBhvr>
                                        <p:cTn id="216" dur="1" fill="hold">
                                          <p:stCondLst>
                                            <p:cond delay="0"/>
                                          </p:stCondLst>
                                        </p:cTn>
                                        <p:tgtEl>
                                          <p:spTgt spid="29"/>
                                        </p:tgtEl>
                                        <p:attrNameLst>
                                          <p:attrName>style.visibility</p:attrName>
                                        </p:attrNameLst>
                                      </p:cBhvr>
                                      <p:to>
                                        <p:strVal val="visible"/>
                                      </p:to>
                                    </p:set>
                                    <p:animEffect transition="in" filter="wipe(left)">
                                      <p:cBhvr>
                                        <p:cTn id="217" dur="500"/>
                                        <p:tgtEl>
                                          <p:spTgt spid="29"/>
                                        </p:tgtEl>
                                      </p:cBhvr>
                                    </p:animEffect>
                                  </p:childTnLst>
                                </p:cTn>
                              </p:par>
                            </p:childTnLst>
                          </p:cTn>
                        </p:par>
                        <p:par>
                          <p:cTn id="218" fill="hold">
                            <p:stCondLst>
                              <p:cond delay="500"/>
                            </p:stCondLst>
                            <p:childTnLst>
                              <p:par>
                                <p:cTn id="219" presetID="22" presetClass="entr" presetSubtype="8" fill="hold" nodeType="afterEffect">
                                  <p:stCondLst>
                                    <p:cond delay="0"/>
                                  </p:stCondLst>
                                  <p:childTnLst>
                                    <p:set>
                                      <p:cBhvr>
                                        <p:cTn id="220" dur="1" fill="hold">
                                          <p:stCondLst>
                                            <p:cond delay="0"/>
                                          </p:stCondLst>
                                        </p:cTn>
                                        <p:tgtEl>
                                          <p:spTgt spid="30"/>
                                        </p:tgtEl>
                                        <p:attrNameLst>
                                          <p:attrName>style.visibility</p:attrName>
                                        </p:attrNameLst>
                                      </p:cBhvr>
                                      <p:to>
                                        <p:strVal val="visible"/>
                                      </p:to>
                                    </p:set>
                                    <p:animEffect transition="in" filter="wipe(left)">
                                      <p:cBhvr>
                                        <p:cTn id="221" dur="500"/>
                                        <p:tgtEl>
                                          <p:spTgt spid="30"/>
                                        </p:tgtEl>
                                      </p:cBhvr>
                                    </p:animEffect>
                                  </p:childTnLst>
                                </p:cTn>
                              </p:par>
                            </p:childTnLst>
                          </p:cTn>
                        </p:par>
                        <p:par>
                          <p:cTn id="222" fill="hold">
                            <p:stCondLst>
                              <p:cond delay="1000"/>
                            </p:stCondLst>
                            <p:childTnLst>
                              <p:par>
                                <p:cTn id="223" presetID="63" presetClass="path" presetSubtype="0" accel="50000" decel="50000" fill="hold" nodeType="afterEffect">
                                  <p:stCondLst>
                                    <p:cond delay="0"/>
                                  </p:stCondLst>
                                  <p:childTnLst>
                                    <p:animMotion origin="layout" path="M 3.95833E-6 1.85185E-6 L 0.08216 -0.00046 " pathEditMode="relative" rAng="0" ptsTypes="AA">
                                      <p:cBhvr>
                                        <p:cTn id="224" dur="1000" fill="hold"/>
                                        <p:tgtEl>
                                          <p:spTgt spid="90"/>
                                        </p:tgtEl>
                                        <p:attrNameLst>
                                          <p:attrName>ppt_x</p:attrName>
                                          <p:attrName>ppt_y</p:attrName>
                                        </p:attrNameLst>
                                      </p:cBhvr>
                                      <p:rCtr x="4102" y="-23"/>
                                    </p:animMotion>
                                  </p:childTnLst>
                                </p:cTn>
                              </p:par>
                            </p:childTnLst>
                          </p:cTn>
                        </p:par>
                      </p:childTnLst>
                    </p:cTn>
                  </p:par>
                  <p:par>
                    <p:cTn id="225" fill="hold">
                      <p:stCondLst>
                        <p:cond delay="indefinite"/>
                      </p:stCondLst>
                      <p:childTnLst>
                        <p:par>
                          <p:cTn id="226" fill="hold">
                            <p:stCondLst>
                              <p:cond delay="0"/>
                            </p:stCondLst>
                            <p:childTnLst>
                              <p:par>
                                <p:cTn id="227" presetID="22" presetClass="entr" presetSubtype="4" fill="hold" grpId="0" nodeType="clickEffect">
                                  <p:stCondLst>
                                    <p:cond delay="0"/>
                                  </p:stCondLst>
                                  <p:childTnLst>
                                    <p:set>
                                      <p:cBhvr>
                                        <p:cTn id="228" dur="1" fill="hold">
                                          <p:stCondLst>
                                            <p:cond delay="0"/>
                                          </p:stCondLst>
                                        </p:cTn>
                                        <p:tgtEl>
                                          <p:spTgt spid="9"/>
                                        </p:tgtEl>
                                        <p:attrNameLst>
                                          <p:attrName>style.visibility</p:attrName>
                                        </p:attrNameLst>
                                      </p:cBhvr>
                                      <p:to>
                                        <p:strVal val="visible"/>
                                      </p:to>
                                    </p:set>
                                    <p:animEffect transition="in" filter="wipe(down)">
                                      <p:cBhvr>
                                        <p:cTn id="229" dur="500"/>
                                        <p:tgtEl>
                                          <p:spTgt spid="9"/>
                                        </p:tgtEl>
                                      </p:cBhvr>
                                    </p:animEffect>
                                  </p:childTnLst>
                                </p:cTn>
                              </p:par>
                            </p:childTnLst>
                          </p:cTn>
                        </p:par>
                        <p:par>
                          <p:cTn id="230" fill="hold">
                            <p:stCondLst>
                              <p:cond delay="500"/>
                            </p:stCondLst>
                            <p:childTnLst>
                              <p:par>
                                <p:cTn id="231" presetID="22" presetClass="entr" presetSubtype="1" fill="hold" grpId="0" nodeType="afterEffect">
                                  <p:stCondLst>
                                    <p:cond delay="0"/>
                                  </p:stCondLst>
                                  <p:childTnLst>
                                    <p:set>
                                      <p:cBhvr>
                                        <p:cTn id="232" dur="1" fill="hold">
                                          <p:stCondLst>
                                            <p:cond delay="0"/>
                                          </p:stCondLst>
                                        </p:cTn>
                                        <p:tgtEl>
                                          <p:spTgt spid="8">
                                            <p:txEl>
                                              <p:pRg st="7" end="7"/>
                                            </p:txEl>
                                          </p:spTgt>
                                        </p:tgtEl>
                                        <p:attrNameLst>
                                          <p:attrName>style.visibility</p:attrName>
                                        </p:attrNameLst>
                                      </p:cBhvr>
                                      <p:to>
                                        <p:strVal val="visible"/>
                                      </p:to>
                                    </p:set>
                                    <p:animEffect transition="in" filter="wipe(up)">
                                      <p:cBhvr>
                                        <p:cTn id="233" dur="500"/>
                                        <p:tgtEl>
                                          <p:spTgt spid="8">
                                            <p:txEl>
                                              <p:pRg st="7" end="7"/>
                                            </p:txEl>
                                          </p:spTgt>
                                        </p:tgtEl>
                                      </p:cBhvr>
                                    </p:animEffect>
                                  </p:childTnLst>
                                </p:cTn>
                              </p:par>
                            </p:childTnLst>
                          </p:cTn>
                        </p:par>
                      </p:childTnLst>
                    </p:cTn>
                  </p:par>
                  <p:par>
                    <p:cTn id="234" fill="hold">
                      <p:stCondLst>
                        <p:cond delay="indefinite"/>
                      </p:stCondLst>
                      <p:childTnLst>
                        <p:par>
                          <p:cTn id="235" fill="hold">
                            <p:stCondLst>
                              <p:cond delay="0"/>
                            </p:stCondLst>
                            <p:childTnLst>
                              <p:par>
                                <p:cTn id="236" presetID="22" presetClass="entr" presetSubtype="1" fill="hold" grpId="0" nodeType="clickEffect">
                                  <p:stCondLst>
                                    <p:cond delay="0"/>
                                  </p:stCondLst>
                                  <p:childTnLst>
                                    <p:set>
                                      <p:cBhvr>
                                        <p:cTn id="237" dur="1" fill="hold">
                                          <p:stCondLst>
                                            <p:cond delay="0"/>
                                          </p:stCondLst>
                                        </p:cTn>
                                        <p:tgtEl>
                                          <p:spTgt spid="8">
                                            <p:txEl>
                                              <p:pRg st="8" end="8"/>
                                            </p:txEl>
                                          </p:spTgt>
                                        </p:tgtEl>
                                        <p:attrNameLst>
                                          <p:attrName>style.visibility</p:attrName>
                                        </p:attrNameLst>
                                      </p:cBhvr>
                                      <p:to>
                                        <p:strVal val="visible"/>
                                      </p:to>
                                    </p:set>
                                    <p:animEffect transition="in" filter="wipe(up)">
                                      <p:cBhvr>
                                        <p:cTn id="238" dur="500"/>
                                        <p:tgtEl>
                                          <p:spTgt spid="8">
                                            <p:txEl>
                                              <p:pRg st="8" end="8"/>
                                            </p:txEl>
                                          </p:spTgt>
                                        </p:tgtEl>
                                      </p:cBhvr>
                                    </p:animEffect>
                                  </p:childTnLst>
                                </p:cTn>
                              </p:par>
                            </p:childTnLst>
                          </p:cTn>
                        </p:par>
                      </p:childTnLst>
                    </p:cTn>
                  </p:par>
                  <p:par>
                    <p:cTn id="239" fill="hold">
                      <p:stCondLst>
                        <p:cond delay="indefinite"/>
                      </p:stCondLst>
                      <p:childTnLst>
                        <p:par>
                          <p:cTn id="240" fill="hold">
                            <p:stCondLst>
                              <p:cond delay="0"/>
                            </p:stCondLst>
                            <p:childTnLst>
                              <p:par>
                                <p:cTn id="241" presetID="1" presetClass="emph" presetSubtype="2" fill="hold" nodeType="clickEffect">
                                  <p:stCondLst>
                                    <p:cond delay="0"/>
                                  </p:stCondLst>
                                  <p:childTnLst>
                                    <p:animClr clrSpc="rgb" dir="cw">
                                      <p:cBhvr>
                                        <p:cTn id="242" dur="500" fill="hold"/>
                                        <p:tgtEl>
                                          <p:spTgt spid="4"/>
                                        </p:tgtEl>
                                        <p:attrNameLst>
                                          <p:attrName>fillcolor</p:attrName>
                                        </p:attrNameLst>
                                      </p:cBhvr>
                                      <p:to>
                                        <a:srgbClr val="FFF2CC"/>
                                      </p:to>
                                    </p:animClr>
                                    <p:set>
                                      <p:cBhvr>
                                        <p:cTn id="243" dur="500" fill="hold"/>
                                        <p:tgtEl>
                                          <p:spTgt spid="4"/>
                                        </p:tgtEl>
                                        <p:attrNameLst>
                                          <p:attrName>fill.type</p:attrName>
                                        </p:attrNameLst>
                                      </p:cBhvr>
                                      <p:to>
                                        <p:strVal val="solid"/>
                                      </p:to>
                                    </p:set>
                                    <p:set>
                                      <p:cBhvr>
                                        <p:cTn id="244" dur="500" fill="hold"/>
                                        <p:tgtEl>
                                          <p:spTgt spid="4"/>
                                        </p:tgtEl>
                                        <p:attrNameLst>
                                          <p:attrName>fill.on</p:attrName>
                                        </p:attrNameLst>
                                      </p:cBhvr>
                                      <p:to>
                                        <p:strVal val="true"/>
                                      </p:to>
                                    </p:set>
                                  </p:childTnLst>
                                </p:cTn>
                              </p:par>
                              <p:par>
                                <p:cTn id="245" presetID="22" presetClass="entr" presetSubtype="1" fill="hold" grpId="0" nodeType="withEffect">
                                  <p:stCondLst>
                                    <p:cond delay="0"/>
                                  </p:stCondLst>
                                  <p:childTnLst>
                                    <p:set>
                                      <p:cBhvr>
                                        <p:cTn id="246" dur="1" fill="hold">
                                          <p:stCondLst>
                                            <p:cond delay="0"/>
                                          </p:stCondLst>
                                        </p:cTn>
                                        <p:tgtEl>
                                          <p:spTgt spid="10">
                                            <p:bg/>
                                          </p:spTgt>
                                        </p:tgtEl>
                                        <p:attrNameLst>
                                          <p:attrName>style.visibility</p:attrName>
                                        </p:attrNameLst>
                                      </p:cBhvr>
                                      <p:to>
                                        <p:strVal val="visible"/>
                                      </p:to>
                                    </p:set>
                                    <p:animEffect transition="in" filter="wipe(up)">
                                      <p:cBhvr>
                                        <p:cTn id="247" dur="500"/>
                                        <p:tgtEl>
                                          <p:spTgt spid="10">
                                            <p:bg/>
                                          </p:spTgt>
                                        </p:tgtEl>
                                      </p:cBhvr>
                                    </p:animEffect>
                                  </p:childTnLst>
                                </p:cTn>
                              </p:par>
                              <p:par>
                                <p:cTn id="248" presetID="22" presetClass="entr" presetSubtype="1" fill="hold" grpId="0" nodeType="withEffect">
                                  <p:stCondLst>
                                    <p:cond delay="0"/>
                                  </p:stCondLst>
                                  <p:childTnLst>
                                    <p:set>
                                      <p:cBhvr>
                                        <p:cTn id="249" dur="1" fill="hold">
                                          <p:stCondLst>
                                            <p:cond delay="0"/>
                                          </p:stCondLst>
                                        </p:cTn>
                                        <p:tgtEl>
                                          <p:spTgt spid="10">
                                            <p:txEl>
                                              <p:pRg st="0" end="0"/>
                                            </p:txEl>
                                          </p:spTgt>
                                        </p:tgtEl>
                                        <p:attrNameLst>
                                          <p:attrName>style.visibility</p:attrName>
                                        </p:attrNameLst>
                                      </p:cBhvr>
                                      <p:to>
                                        <p:strVal val="visible"/>
                                      </p:to>
                                    </p:set>
                                    <p:animEffect transition="in" filter="wipe(up)">
                                      <p:cBhvr>
                                        <p:cTn id="250" dur="500"/>
                                        <p:tgtEl>
                                          <p:spTgt spid="10">
                                            <p:txEl>
                                              <p:pRg st="0" end="0"/>
                                            </p:txEl>
                                          </p:spTgt>
                                        </p:tgtEl>
                                      </p:cBhvr>
                                    </p:animEffect>
                                  </p:childTnLst>
                                </p:cTn>
                              </p:par>
                            </p:childTnLst>
                          </p:cTn>
                        </p:par>
                      </p:childTnLst>
                    </p:cTn>
                  </p:par>
                  <p:par>
                    <p:cTn id="251" fill="hold">
                      <p:stCondLst>
                        <p:cond delay="indefinite"/>
                      </p:stCondLst>
                      <p:childTnLst>
                        <p:par>
                          <p:cTn id="252" fill="hold">
                            <p:stCondLst>
                              <p:cond delay="0"/>
                            </p:stCondLst>
                            <p:childTnLst>
                              <p:par>
                                <p:cTn id="253" presetID="22" presetClass="entr" presetSubtype="1" fill="hold" grpId="0" nodeType="clickEffect">
                                  <p:stCondLst>
                                    <p:cond delay="0"/>
                                  </p:stCondLst>
                                  <p:childTnLst>
                                    <p:set>
                                      <p:cBhvr>
                                        <p:cTn id="254" dur="1" fill="hold">
                                          <p:stCondLst>
                                            <p:cond delay="0"/>
                                          </p:stCondLst>
                                        </p:cTn>
                                        <p:tgtEl>
                                          <p:spTgt spid="34"/>
                                        </p:tgtEl>
                                        <p:attrNameLst>
                                          <p:attrName>style.visibility</p:attrName>
                                        </p:attrNameLst>
                                      </p:cBhvr>
                                      <p:to>
                                        <p:strVal val="visible"/>
                                      </p:to>
                                    </p:set>
                                    <p:animEffect transition="in" filter="wipe(up)">
                                      <p:cBhvr>
                                        <p:cTn id="255" dur="500"/>
                                        <p:tgtEl>
                                          <p:spTgt spid="34"/>
                                        </p:tgtEl>
                                      </p:cBhvr>
                                    </p:animEffect>
                                  </p:childTnLst>
                                </p:cTn>
                              </p:par>
                            </p:childTnLst>
                          </p:cTn>
                        </p:par>
                        <p:par>
                          <p:cTn id="256" fill="hold">
                            <p:stCondLst>
                              <p:cond delay="500"/>
                            </p:stCondLst>
                            <p:childTnLst>
                              <p:par>
                                <p:cTn id="257" presetID="22" presetClass="entr" presetSubtype="1" fill="hold" nodeType="afterEffect">
                                  <p:stCondLst>
                                    <p:cond delay="0"/>
                                  </p:stCondLst>
                                  <p:childTnLst>
                                    <p:set>
                                      <p:cBhvr>
                                        <p:cTn id="258" dur="1" fill="hold">
                                          <p:stCondLst>
                                            <p:cond delay="0"/>
                                          </p:stCondLst>
                                        </p:cTn>
                                        <p:tgtEl>
                                          <p:spTgt spid="84"/>
                                        </p:tgtEl>
                                        <p:attrNameLst>
                                          <p:attrName>style.visibility</p:attrName>
                                        </p:attrNameLst>
                                      </p:cBhvr>
                                      <p:to>
                                        <p:strVal val="visible"/>
                                      </p:to>
                                    </p:set>
                                    <p:animEffect transition="in" filter="wipe(up)">
                                      <p:cBhvr>
                                        <p:cTn id="259" dur="500"/>
                                        <p:tgtEl>
                                          <p:spTgt spid="84"/>
                                        </p:tgtEl>
                                      </p:cBhvr>
                                    </p:animEffect>
                                  </p:childTnLst>
                                </p:cTn>
                              </p:par>
                            </p:childTnLst>
                          </p:cTn>
                        </p:par>
                      </p:childTnLst>
                    </p:cTn>
                  </p:par>
                  <p:par>
                    <p:cTn id="260" fill="hold">
                      <p:stCondLst>
                        <p:cond delay="indefinite"/>
                      </p:stCondLst>
                      <p:childTnLst>
                        <p:par>
                          <p:cTn id="261" fill="hold">
                            <p:stCondLst>
                              <p:cond delay="0"/>
                            </p:stCondLst>
                            <p:childTnLst>
                              <p:par>
                                <p:cTn id="262" presetID="22" presetClass="entr" presetSubtype="1" fill="hold" nodeType="clickEffect">
                                  <p:stCondLst>
                                    <p:cond delay="0"/>
                                  </p:stCondLst>
                                  <p:childTnLst>
                                    <p:set>
                                      <p:cBhvr>
                                        <p:cTn id="263" dur="1" fill="hold">
                                          <p:stCondLst>
                                            <p:cond delay="0"/>
                                          </p:stCondLst>
                                        </p:cTn>
                                        <p:tgtEl>
                                          <p:spTgt spid="45"/>
                                        </p:tgtEl>
                                        <p:attrNameLst>
                                          <p:attrName>style.visibility</p:attrName>
                                        </p:attrNameLst>
                                      </p:cBhvr>
                                      <p:to>
                                        <p:strVal val="visible"/>
                                      </p:to>
                                    </p:set>
                                    <p:animEffect transition="in" filter="wipe(up)">
                                      <p:cBhvr>
                                        <p:cTn id="264" dur="500"/>
                                        <p:tgtEl>
                                          <p:spTgt spid="45"/>
                                        </p:tgtEl>
                                      </p:cBhvr>
                                    </p:animEffect>
                                  </p:childTnLst>
                                </p:cTn>
                              </p:par>
                            </p:childTnLst>
                          </p:cTn>
                        </p:par>
                        <p:par>
                          <p:cTn id="265" fill="hold">
                            <p:stCondLst>
                              <p:cond delay="500"/>
                            </p:stCondLst>
                            <p:childTnLst>
                              <p:par>
                                <p:cTn id="266" presetID="22" presetClass="entr" presetSubtype="1" fill="hold" nodeType="afterEffect">
                                  <p:stCondLst>
                                    <p:cond delay="0"/>
                                  </p:stCondLst>
                                  <p:childTnLst>
                                    <p:set>
                                      <p:cBhvr>
                                        <p:cTn id="267" dur="1" fill="hold">
                                          <p:stCondLst>
                                            <p:cond delay="0"/>
                                          </p:stCondLst>
                                        </p:cTn>
                                        <p:tgtEl>
                                          <p:spTgt spid="93"/>
                                        </p:tgtEl>
                                        <p:attrNameLst>
                                          <p:attrName>style.visibility</p:attrName>
                                        </p:attrNameLst>
                                      </p:cBhvr>
                                      <p:to>
                                        <p:strVal val="visible"/>
                                      </p:to>
                                    </p:set>
                                    <p:animEffect transition="in" filter="wipe(up)">
                                      <p:cBhvr>
                                        <p:cTn id="268" dur="500"/>
                                        <p:tgtEl>
                                          <p:spTgt spid="93"/>
                                        </p:tgtEl>
                                      </p:cBhvr>
                                    </p:animEffect>
                                  </p:childTnLst>
                                </p:cTn>
                              </p:par>
                            </p:childTnLst>
                          </p:cTn>
                        </p:par>
                      </p:childTnLst>
                    </p:cTn>
                  </p:par>
                  <p:par>
                    <p:cTn id="269" fill="hold">
                      <p:stCondLst>
                        <p:cond delay="indefinite"/>
                      </p:stCondLst>
                      <p:childTnLst>
                        <p:par>
                          <p:cTn id="270" fill="hold">
                            <p:stCondLst>
                              <p:cond delay="0"/>
                            </p:stCondLst>
                            <p:childTnLst>
                              <p:par>
                                <p:cTn id="271" presetID="22" presetClass="entr" presetSubtype="1" fill="hold" grpId="0" nodeType="clickEffect">
                                  <p:stCondLst>
                                    <p:cond delay="0"/>
                                  </p:stCondLst>
                                  <p:childTnLst>
                                    <p:set>
                                      <p:cBhvr>
                                        <p:cTn id="272" dur="1" fill="hold">
                                          <p:stCondLst>
                                            <p:cond delay="0"/>
                                          </p:stCondLst>
                                        </p:cTn>
                                        <p:tgtEl>
                                          <p:spTgt spid="10">
                                            <p:txEl>
                                              <p:pRg st="5" end="5"/>
                                            </p:txEl>
                                          </p:spTgt>
                                        </p:tgtEl>
                                        <p:attrNameLst>
                                          <p:attrName>style.visibility</p:attrName>
                                        </p:attrNameLst>
                                      </p:cBhvr>
                                      <p:to>
                                        <p:strVal val="visible"/>
                                      </p:to>
                                    </p:set>
                                    <p:animEffect transition="in" filter="wipe(up)">
                                      <p:cBhvr>
                                        <p:cTn id="273" dur="500"/>
                                        <p:tgtEl>
                                          <p:spTgt spid="10">
                                            <p:txEl>
                                              <p:pRg st="5" end="5"/>
                                            </p:txEl>
                                          </p:spTgt>
                                        </p:tgtEl>
                                      </p:cBhvr>
                                    </p:animEffect>
                                  </p:childTnLst>
                                </p:cTn>
                              </p:par>
                            </p:childTnLst>
                          </p:cTn>
                        </p:par>
                      </p:childTnLst>
                    </p:cTn>
                  </p:par>
                  <p:par>
                    <p:cTn id="274" fill="hold">
                      <p:stCondLst>
                        <p:cond delay="indefinite"/>
                      </p:stCondLst>
                      <p:childTnLst>
                        <p:par>
                          <p:cTn id="275" fill="hold">
                            <p:stCondLst>
                              <p:cond delay="0"/>
                            </p:stCondLst>
                            <p:childTnLst>
                              <p:par>
                                <p:cTn id="276" presetID="22" presetClass="entr" presetSubtype="1" fill="hold" grpId="0" nodeType="clickEffect">
                                  <p:stCondLst>
                                    <p:cond delay="0"/>
                                  </p:stCondLst>
                                  <p:childTnLst>
                                    <p:set>
                                      <p:cBhvr>
                                        <p:cTn id="277" dur="1" fill="hold">
                                          <p:stCondLst>
                                            <p:cond delay="0"/>
                                          </p:stCondLst>
                                        </p:cTn>
                                        <p:tgtEl>
                                          <p:spTgt spid="10">
                                            <p:txEl>
                                              <p:pRg st="7" end="7"/>
                                            </p:txEl>
                                          </p:spTgt>
                                        </p:tgtEl>
                                        <p:attrNameLst>
                                          <p:attrName>style.visibility</p:attrName>
                                        </p:attrNameLst>
                                      </p:cBhvr>
                                      <p:to>
                                        <p:strVal val="visible"/>
                                      </p:to>
                                    </p:set>
                                    <p:animEffect transition="in" filter="wipe(up)">
                                      <p:cBhvr>
                                        <p:cTn id="278" dur="500"/>
                                        <p:tgtEl>
                                          <p:spTgt spid="10">
                                            <p:txEl>
                                              <p:pRg st="7" end="7"/>
                                            </p:txEl>
                                          </p:spTgt>
                                        </p:tgtEl>
                                      </p:cBhvr>
                                    </p:animEffect>
                                  </p:childTnLst>
                                </p:cTn>
                              </p:par>
                            </p:childTnLst>
                          </p:cTn>
                        </p:par>
                      </p:childTnLst>
                    </p:cTn>
                  </p:par>
                  <p:par>
                    <p:cTn id="279" fill="hold">
                      <p:stCondLst>
                        <p:cond delay="indefinite"/>
                      </p:stCondLst>
                      <p:childTnLst>
                        <p:par>
                          <p:cTn id="280" fill="hold">
                            <p:stCondLst>
                              <p:cond delay="0"/>
                            </p:stCondLst>
                            <p:childTnLst>
                              <p:par>
                                <p:cTn id="281" presetID="22" presetClass="entr" presetSubtype="1" fill="hold" grpId="0" nodeType="clickEffect">
                                  <p:stCondLst>
                                    <p:cond delay="0"/>
                                  </p:stCondLst>
                                  <p:childTnLst>
                                    <p:set>
                                      <p:cBhvr>
                                        <p:cTn id="282" dur="1" fill="hold">
                                          <p:stCondLst>
                                            <p:cond delay="0"/>
                                          </p:stCondLst>
                                        </p:cTn>
                                        <p:tgtEl>
                                          <p:spTgt spid="10">
                                            <p:txEl>
                                              <p:pRg st="8" end="8"/>
                                            </p:txEl>
                                          </p:spTgt>
                                        </p:tgtEl>
                                        <p:attrNameLst>
                                          <p:attrName>style.visibility</p:attrName>
                                        </p:attrNameLst>
                                      </p:cBhvr>
                                      <p:to>
                                        <p:strVal val="visible"/>
                                      </p:to>
                                    </p:set>
                                    <p:animEffect transition="in" filter="wipe(up)">
                                      <p:cBhvr>
                                        <p:cTn id="283" dur="500"/>
                                        <p:tgtEl>
                                          <p:spTgt spid="10">
                                            <p:txEl>
                                              <p:pRg st="8" end="8"/>
                                            </p:txEl>
                                          </p:spTgt>
                                        </p:tgtEl>
                                      </p:cBhvr>
                                    </p:animEffect>
                                  </p:childTnLst>
                                </p:cTn>
                              </p:par>
                            </p:childTnLst>
                          </p:cTn>
                        </p:par>
                      </p:childTnLst>
                    </p:cTn>
                  </p:par>
                  <p:par>
                    <p:cTn id="284" fill="hold">
                      <p:stCondLst>
                        <p:cond delay="indefinite"/>
                      </p:stCondLst>
                      <p:childTnLst>
                        <p:par>
                          <p:cTn id="285" fill="hold">
                            <p:stCondLst>
                              <p:cond delay="0"/>
                            </p:stCondLst>
                            <p:childTnLst>
                              <p:par>
                                <p:cTn id="286" presetID="1" presetClass="emph" presetSubtype="2" fill="hold" nodeType="clickEffect">
                                  <p:stCondLst>
                                    <p:cond delay="0"/>
                                  </p:stCondLst>
                                  <p:childTnLst>
                                    <p:animClr clrSpc="rgb" dir="cw">
                                      <p:cBhvr>
                                        <p:cTn id="287" dur="500" fill="hold"/>
                                        <p:tgtEl>
                                          <p:spTgt spid="4"/>
                                        </p:tgtEl>
                                        <p:attrNameLst>
                                          <p:attrName>fillcolor</p:attrName>
                                        </p:attrNameLst>
                                      </p:cBhvr>
                                      <p:to>
                                        <a:srgbClr val="E1CEE4"/>
                                      </p:to>
                                    </p:animClr>
                                    <p:set>
                                      <p:cBhvr>
                                        <p:cTn id="288" dur="500" fill="hold"/>
                                        <p:tgtEl>
                                          <p:spTgt spid="4"/>
                                        </p:tgtEl>
                                        <p:attrNameLst>
                                          <p:attrName>fill.type</p:attrName>
                                        </p:attrNameLst>
                                      </p:cBhvr>
                                      <p:to>
                                        <p:strVal val="solid"/>
                                      </p:to>
                                    </p:set>
                                    <p:set>
                                      <p:cBhvr>
                                        <p:cTn id="289" dur="500" fill="hold"/>
                                        <p:tgtEl>
                                          <p:spTgt spid="4"/>
                                        </p:tgtEl>
                                        <p:attrNameLst>
                                          <p:attrName>fill.on</p:attrName>
                                        </p:attrNameLst>
                                      </p:cBhvr>
                                      <p:to>
                                        <p:strVal val="true"/>
                                      </p:to>
                                    </p:set>
                                  </p:childTnLst>
                                </p:cTn>
                              </p:par>
                            </p:childTnLst>
                          </p:cTn>
                        </p:par>
                      </p:childTnLst>
                    </p:cTn>
                  </p:par>
                  <p:par>
                    <p:cTn id="290" fill="hold">
                      <p:stCondLst>
                        <p:cond delay="indefinite"/>
                      </p:stCondLst>
                      <p:childTnLst>
                        <p:par>
                          <p:cTn id="291" fill="hold">
                            <p:stCondLst>
                              <p:cond delay="0"/>
                            </p:stCondLst>
                            <p:childTnLst>
                              <p:par>
                                <p:cTn id="292" presetID="22" presetClass="entr" presetSubtype="1" fill="hold" grpId="0" nodeType="clickEffect">
                                  <p:stCondLst>
                                    <p:cond delay="0"/>
                                  </p:stCondLst>
                                  <p:childTnLst>
                                    <p:set>
                                      <p:cBhvr>
                                        <p:cTn id="293" dur="1" fill="hold">
                                          <p:stCondLst>
                                            <p:cond delay="0"/>
                                          </p:stCondLst>
                                        </p:cTn>
                                        <p:tgtEl>
                                          <p:spTgt spid="49"/>
                                        </p:tgtEl>
                                        <p:attrNameLst>
                                          <p:attrName>style.visibility</p:attrName>
                                        </p:attrNameLst>
                                      </p:cBhvr>
                                      <p:to>
                                        <p:strVal val="visible"/>
                                      </p:to>
                                    </p:set>
                                    <p:animEffect transition="in" filter="wipe(up)">
                                      <p:cBhvr>
                                        <p:cTn id="294" dur="500"/>
                                        <p:tgtEl>
                                          <p:spTgt spid="49"/>
                                        </p:tgtEl>
                                      </p:cBhvr>
                                    </p:animEffect>
                                  </p:childTnLst>
                                </p:cTn>
                              </p:par>
                            </p:childTnLst>
                          </p:cTn>
                        </p:par>
                        <p:par>
                          <p:cTn id="295" fill="hold">
                            <p:stCondLst>
                              <p:cond delay="500"/>
                            </p:stCondLst>
                            <p:childTnLst>
                              <p:par>
                                <p:cTn id="296" presetID="22" presetClass="entr" presetSubtype="1" fill="hold" nodeType="afterEffect">
                                  <p:stCondLst>
                                    <p:cond delay="0"/>
                                  </p:stCondLst>
                                  <p:childTnLst>
                                    <p:set>
                                      <p:cBhvr>
                                        <p:cTn id="297" dur="1" fill="hold">
                                          <p:stCondLst>
                                            <p:cond delay="0"/>
                                          </p:stCondLst>
                                        </p:cTn>
                                        <p:tgtEl>
                                          <p:spTgt spid="75"/>
                                        </p:tgtEl>
                                        <p:attrNameLst>
                                          <p:attrName>style.visibility</p:attrName>
                                        </p:attrNameLst>
                                      </p:cBhvr>
                                      <p:to>
                                        <p:strVal val="visible"/>
                                      </p:to>
                                    </p:set>
                                    <p:animEffect transition="in" filter="wipe(up)">
                                      <p:cBhvr>
                                        <p:cTn id="298" dur="500"/>
                                        <p:tgtEl>
                                          <p:spTgt spid="75"/>
                                        </p:tgtEl>
                                      </p:cBhvr>
                                    </p:animEffect>
                                  </p:childTnLst>
                                </p:cTn>
                              </p:par>
                            </p:childTnLst>
                          </p:cTn>
                        </p:par>
                      </p:childTnLst>
                    </p:cTn>
                  </p:par>
                  <p:par>
                    <p:cTn id="299" fill="hold">
                      <p:stCondLst>
                        <p:cond delay="indefinite"/>
                      </p:stCondLst>
                      <p:childTnLst>
                        <p:par>
                          <p:cTn id="300" fill="hold">
                            <p:stCondLst>
                              <p:cond delay="0"/>
                            </p:stCondLst>
                            <p:childTnLst>
                              <p:par>
                                <p:cTn id="301" presetID="22" presetClass="entr" presetSubtype="1" fill="hold" nodeType="clickEffect">
                                  <p:stCondLst>
                                    <p:cond delay="0"/>
                                  </p:stCondLst>
                                  <p:childTnLst>
                                    <p:set>
                                      <p:cBhvr>
                                        <p:cTn id="302" dur="1" fill="hold">
                                          <p:stCondLst>
                                            <p:cond delay="0"/>
                                          </p:stCondLst>
                                        </p:cTn>
                                        <p:tgtEl>
                                          <p:spTgt spid="54"/>
                                        </p:tgtEl>
                                        <p:attrNameLst>
                                          <p:attrName>style.visibility</p:attrName>
                                        </p:attrNameLst>
                                      </p:cBhvr>
                                      <p:to>
                                        <p:strVal val="visible"/>
                                      </p:to>
                                    </p:set>
                                    <p:animEffect transition="in" filter="wipe(up)">
                                      <p:cBhvr>
                                        <p:cTn id="303" dur="500"/>
                                        <p:tgtEl>
                                          <p:spTgt spid="54"/>
                                        </p:tgtEl>
                                      </p:cBhvr>
                                    </p:animEffect>
                                  </p:childTnLst>
                                </p:cTn>
                              </p:par>
                              <p:par>
                                <p:cTn id="304" presetID="22" presetClass="entr" presetSubtype="1" fill="hold" grpId="0" nodeType="withEffect">
                                  <p:stCondLst>
                                    <p:cond delay="0"/>
                                  </p:stCondLst>
                                  <p:childTnLst>
                                    <p:set>
                                      <p:cBhvr>
                                        <p:cTn id="305" dur="1" fill="hold">
                                          <p:stCondLst>
                                            <p:cond delay="0"/>
                                          </p:stCondLst>
                                        </p:cTn>
                                        <p:tgtEl>
                                          <p:spTgt spid="11">
                                            <p:bg/>
                                          </p:spTgt>
                                        </p:tgtEl>
                                        <p:attrNameLst>
                                          <p:attrName>style.visibility</p:attrName>
                                        </p:attrNameLst>
                                      </p:cBhvr>
                                      <p:to>
                                        <p:strVal val="visible"/>
                                      </p:to>
                                    </p:set>
                                    <p:animEffect transition="in" filter="wipe(up)">
                                      <p:cBhvr>
                                        <p:cTn id="306" dur="500"/>
                                        <p:tgtEl>
                                          <p:spTgt spid="11">
                                            <p:bg/>
                                          </p:spTgt>
                                        </p:tgtEl>
                                      </p:cBhvr>
                                    </p:animEffect>
                                  </p:childTnLst>
                                </p:cTn>
                              </p:par>
                              <p:par>
                                <p:cTn id="307" presetID="22" presetClass="entr" presetSubtype="1" fill="hold" grpId="0" nodeType="withEffect">
                                  <p:stCondLst>
                                    <p:cond delay="0"/>
                                  </p:stCondLst>
                                  <p:childTnLst>
                                    <p:set>
                                      <p:cBhvr>
                                        <p:cTn id="308" dur="1" fill="hold">
                                          <p:stCondLst>
                                            <p:cond delay="0"/>
                                          </p:stCondLst>
                                        </p:cTn>
                                        <p:tgtEl>
                                          <p:spTgt spid="11">
                                            <p:txEl>
                                              <p:pRg st="0" end="0"/>
                                            </p:txEl>
                                          </p:spTgt>
                                        </p:tgtEl>
                                        <p:attrNameLst>
                                          <p:attrName>style.visibility</p:attrName>
                                        </p:attrNameLst>
                                      </p:cBhvr>
                                      <p:to>
                                        <p:strVal val="visible"/>
                                      </p:to>
                                    </p:set>
                                    <p:animEffect transition="in" filter="wipe(up)">
                                      <p:cBhvr>
                                        <p:cTn id="309" dur="500"/>
                                        <p:tgtEl>
                                          <p:spTgt spid="11">
                                            <p:txEl>
                                              <p:pRg st="0" end="0"/>
                                            </p:txEl>
                                          </p:spTgt>
                                        </p:tgtEl>
                                      </p:cBhvr>
                                    </p:animEffect>
                                  </p:childTnLst>
                                </p:cTn>
                              </p:par>
                            </p:childTnLst>
                          </p:cTn>
                        </p:par>
                      </p:childTnLst>
                    </p:cTn>
                  </p:par>
                  <p:par>
                    <p:cTn id="310" fill="hold">
                      <p:stCondLst>
                        <p:cond delay="indefinite"/>
                      </p:stCondLst>
                      <p:childTnLst>
                        <p:par>
                          <p:cTn id="311" fill="hold">
                            <p:stCondLst>
                              <p:cond delay="0"/>
                            </p:stCondLst>
                            <p:childTnLst>
                              <p:par>
                                <p:cTn id="312" presetID="22" presetClass="entr" presetSubtype="1" fill="hold" grpId="0" nodeType="clickEffect">
                                  <p:stCondLst>
                                    <p:cond delay="0"/>
                                  </p:stCondLst>
                                  <p:childTnLst>
                                    <p:set>
                                      <p:cBhvr>
                                        <p:cTn id="313" dur="1" fill="hold">
                                          <p:stCondLst>
                                            <p:cond delay="0"/>
                                          </p:stCondLst>
                                        </p:cTn>
                                        <p:tgtEl>
                                          <p:spTgt spid="11">
                                            <p:txEl>
                                              <p:pRg st="3" end="3"/>
                                            </p:txEl>
                                          </p:spTgt>
                                        </p:tgtEl>
                                        <p:attrNameLst>
                                          <p:attrName>style.visibility</p:attrName>
                                        </p:attrNameLst>
                                      </p:cBhvr>
                                      <p:to>
                                        <p:strVal val="visible"/>
                                      </p:to>
                                    </p:set>
                                    <p:animEffect transition="in" filter="wipe(up)">
                                      <p:cBhvr>
                                        <p:cTn id="314" dur="500"/>
                                        <p:tgtEl>
                                          <p:spTgt spid="11">
                                            <p:txEl>
                                              <p:pRg st="3" end="3"/>
                                            </p:txEl>
                                          </p:spTgt>
                                        </p:tgtEl>
                                      </p:cBhvr>
                                    </p:animEffect>
                                  </p:childTnLst>
                                </p:cTn>
                              </p:par>
                              <p:par>
                                <p:cTn id="315" presetID="22" presetClass="entr" presetSubtype="1" fill="hold" grpId="0" nodeType="withEffect">
                                  <p:stCondLst>
                                    <p:cond delay="0"/>
                                  </p:stCondLst>
                                  <p:childTnLst>
                                    <p:set>
                                      <p:cBhvr>
                                        <p:cTn id="316" dur="1" fill="hold">
                                          <p:stCondLst>
                                            <p:cond delay="0"/>
                                          </p:stCondLst>
                                        </p:cTn>
                                        <p:tgtEl>
                                          <p:spTgt spid="11">
                                            <p:txEl>
                                              <p:pRg st="4" end="4"/>
                                            </p:txEl>
                                          </p:spTgt>
                                        </p:tgtEl>
                                        <p:attrNameLst>
                                          <p:attrName>style.visibility</p:attrName>
                                        </p:attrNameLst>
                                      </p:cBhvr>
                                      <p:to>
                                        <p:strVal val="visible"/>
                                      </p:to>
                                    </p:set>
                                    <p:animEffect transition="in" filter="wipe(up)">
                                      <p:cBhvr>
                                        <p:cTn id="317" dur="500"/>
                                        <p:tgtEl>
                                          <p:spTgt spid="11">
                                            <p:txEl>
                                              <p:pRg st="4" end="4"/>
                                            </p:txEl>
                                          </p:spTgt>
                                        </p:tgtEl>
                                      </p:cBhvr>
                                    </p:animEffect>
                                  </p:childTnLst>
                                </p:cTn>
                              </p:par>
                            </p:childTnLst>
                          </p:cTn>
                        </p:par>
                      </p:childTnLst>
                    </p:cTn>
                  </p:par>
                  <p:par>
                    <p:cTn id="318" fill="hold">
                      <p:stCondLst>
                        <p:cond delay="indefinite"/>
                      </p:stCondLst>
                      <p:childTnLst>
                        <p:par>
                          <p:cTn id="319" fill="hold">
                            <p:stCondLst>
                              <p:cond delay="0"/>
                            </p:stCondLst>
                            <p:childTnLst>
                              <p:par>
                                <p:cTn id="320" presetID="1" presetClass="emph" presetSubtype="2" fill="hold" nodeType="clickEffect">
                                  <p:stCondLst>
                                    <p:cond delay="0"/>
                                  </p:stCondLst>
                                  <p:childTnLst>
                                    <p:animClr clrSpc="rgb" dir="cw">
                                      <p:cBhvr>
                                        <p:cTn id="321" dur="500" fill="hold"/>
                                        <p:tgtEl>
                                          <p:spTgt spid="4"/>
                                        </p:tgtEl>
                                        <p:attrNameLst>
                                          <p:attrName>fillcolor</p:attrName>
                                        </p:attrNameLst>
                                      </p:cBhvr>
                                      <p:to>
                                        <a:srgbClr val="FFF2CC"/>
                                      </p:to>
                                    </p:animClr>
                                    <p:set>
                                      <p:cBhvr>
                                        <p:cTn id="322" dur="500" fill="hold"/>
                                        <p:tgtEl>
                                          <p:spTgt spid="4"/>
                                        </p:tgtEl>
                                        <p:attrNameLst>
                                          <p:attrName>fill.type</p:attrName>
                                        </p:attrNameLst>
                                      </p:cBhvr>
                                      <p:to>
                                        <p:strVal val="solid"/>
                                      </p:to>
                                    </p:set>
                                    <p:set>
                                      <p:cBhvr>
                                        <p:cTn id="323" dur="500" fill="hold"/>
                                        <p:tgtEl>
                                          <p:spTgt spid="4"/>
                                        </p:tgtEl>
                                        <p:attrNameLst>
                                          <p:attrName>fill.on</p:attrName>
                                        </p:attrNameLst>
                                      </p:cBhvr>
                                      <p:to>
                                        <p:strVal val="true"/>
                                      </p:to>
                                    </p:set>
                                  </p:childTnLst>
                                </p:cTn>
                              </p:par>
                            </p:childTnLst>
                          </p:cTn>
                        </p:par>
                      </p:childTnLst>
                    </p:cTn>
                  </p:par>
                  <p:par>
                    <p:cTn id="324" fill="hold">
                      <p:stCondLst>
                        <p:cond delay="indefinite"/>
                      </p:stCondLst>
                      <p:childTnLst>
                        <p:par>
                          <p:cTn id="325" fill="hold">
                            <p:stCondLst>
                              <p:cond delay="0"/>
                            </p:stCondLst>
                            <p:childTnLst>
                              <p:par>
                                <p:cTn id="326" presetID="16" presetClass="exit" presetSubtype="21" fill="hold" nodeType="clickEffect">
                                  <p:stCondLst>
                                    <p:cond delay="0"/>
                                  </p:stCondLst>
                                  <p:childTnLst>
                                    <p:animEffect transition="out" filter="barn(inVertical)">
                                      <p:cBhvr>
                                        <p:cTn id="327" dur="500"/>
                                        <p:tgtEl>
                                          <p:spTgt spid="75"/>
                                        </p:tgtEl>
                                      </p:cBhvr>
                                    </p:animEffect>
                                    <p:set>
                                      <p:cBhvr>
                                        <p:cTn id="328" dur="1" fill="hold">
                                          <p:stCondLst>
                                            <p:cond delay="499"/>
                                          </p:stCondLst>
                                        </p:cTn>
                                        <p:tgtEl>
                                          <p:spTgt spid="75"/>
                                        </p:tgtEl>
                                        <p:attrNameLst>
                                          <p:attrName>style.visibility</p:attrName>
                                        </p:attrNameLst>
                                      </p:cBhvr>
                                      <p:to>
                                        <p:strVal val="hidden"/>
                                      </p:to>
                                    </p:set>
                                  </p:childTnLst>
                                </p:cTn>
                              </p:par>
                            </p:childTnLst>
                          </p:cTn>
                        </p:par>
                      </p:childTnLst>
                    </p:cTn>
                  </p:par>
                  <p:par>
                    <p:cTn id="329" fill="hold">
                      <p:stCondLst>
                        <p:cond delay="indefinite"/>
                      </p:stCondLst>
                      <p:childTnLst>
                        <p:par>
                          <p:cTn id="330" fill="hold">
                            <p:stCondLst>
                              <p:cond delay="0"/>
                            </p:stCondLst>
                            <p:childTnLst>
                              <p:par>
                                <p:cTn id="331" presetID="22" presetClass="entr" presetSubtype="8" fill="hold" grpId="0" nodeType="clickEffect">
                                  <p:stCondLst>
                                    <p:cond delay="0"/>
                                  </p:stCondLst>
                                  <p:childTnLst>
                                    <p:set>
                                      <p:cBhvr>
                                        <p:cTn id="332" dur="1" fill="hold">
                                          <p:stCondLst>
                                            <p:cond delay="0"/>
                                          </p:stCondLst>
                                        </p:cTn>
                                        <p:tgtEl>
                                          <p:spTgt spid="63"/>
                                        </p:tgtEl>
                                        <p:attrNameLst>
                                          <p:attrName>style.visibility</p:attrName>
                                        </p:attrNameLst>
                                      </p:cBhvr>
                                      <p:to>
                                        <p:strVal val="visible"/>
                                      </p:to>
                                    </p:set>
                                    <p:animEffect transition="in" filter="wipe(left)">
                                      <p:cBhvr>
                                        <p:cTn id="333" dur="500"/>
                                        <p:tgtEl>
                                          <p:spTgt spid="63"/>
                                        </p:tgtEl>
                                      </p:cBhvr>
                                    </p:animEffect>
                                  </p:childTnLst>
                                </p:cTn>
                              </p:par>
                            </p:childTnLst>
                          </p:cTn>
                        </p:par>
                        <p:par>
                          <p:cTn id="334" fill="hold">
                            <p:stCondLst>
                              <p:cond delay="500"/>
                            </p:stCondLst>
                            <p:childTnLst>
                              <p:par>
                                <p:cTn id="335" presetID="22" presetClass="entr" presetSubtype="8" fill="hold" nodeType="afterEffect">
                                  <p:stCondLst>
                                    <p:cond delay="0"/>
                                  </p:stCondLst>
                                  <p:childTnLst>
                                    <p:set>
                                      <p:cBhvr>
                                        <p:cTn id="336" dur="1" fill="hold">
                                          <p:stCondLst>
                                            <p:cond delay="0"/>
                                          </p:stCondLst>
                                        </p:cTn>
                                        <p:tgtEl>
                                          <p:spTgt spid="35"/>
                                        </p:tgtEl>
                                        <p:attrNameLst>
                                          <p:attrName>style.visibility</p:attrName>
                                        </p:attrNameLst>
                                      </p:cBhvr>
                                      <p:to>
                                        <p:strVal val="visible"/>
                                      </p:to>
                                    </p:set>
                                    <p:animEffect transition="in" filter="wipe(left)">
                                      <p:cBhvr>
                                        <p:cTn id="337" dur="500"/>
                                        <p:tgtEl>
                                          <p:spTgt spid="35"/>
                                        </p:tgtEl>
                                      </p:cBhvr>
                                    </p:animEffect>
                                  </p:childTnLst>
                                </p:cTn>
                              </p:par>
                            </p:childTnLst>
                          </p:cTn>
                        </p:par>
                        <p:par>
                          <p:cTn id="338" fill="hold">
                            <p:stCondLst>
                              <p:cond delay="1000"/>
                            </p:stCondLst>
                            <p:childTnLst>
                              <p:par>
                                <p:cTn id="339" presetID="63" presetClass="path" presetSubtype="0" accel="50000" decel="50000" fill="hold" nodeType="afterEffect">
                                  <p:stCondLst>
                                    <p:cond delay="0"/>
                                  </p:stCondLst>
                                  <p:childTnLst>
                                    <p:animMotion origin="layout" path="M 3.95833E-6 1.11111E-6 L 0.08033 -0.00023 " pathEditMode="relative" rAng="0" ptsTypes="AA">
                                      <p:cBhvr>
                                        <p:cTn id="340" dur="1000" fill="hold"/>
                                        <p:tgtEl>
                                          <p:spTgt spid="93"/>
                                        </p:tgtEl>
                                        <p:attrNameLst>
                                          <p:attrName>ppt_x</p:attrName>
                                          <p:attrName>ppt_y</p:attrName>
                                        </p:attrNameLst>
                                      </p:cBhvr>
                                      <p:rCtr x="4010" y="-23"/>
                                    </p:animMotion>
                                  </p:childTnLst>
                                </p:cTn>
                              </p:par>
                              <p:par>
                                <p:cTn id="341" presetID="22" presetClass="entr" presetSubtype="1" fill="hold" grpId="0" nodeType="withEffect">
                                  <p:stCondLst>
                                    <p:cond delay="0"/>
                                  </p:stCondLst>
                                  <p:childTnLst>
                                    <p:set>
                                      <p:cBhvr>
                                        <p:cTn id="342" dur="1" fill="hold">
                                          <p:stCondLst>
                                            <p:cond delay="0"/>
                                          </p:stCondLst>
                                        </p:cTn>
                                        <p:tgtEl>
                                          <p:spTgt spid="12">
                                            <p:bg/>
                                          </p:spTgt>
                                        </p:tgtEl>
                                        <p:attrNameLst>
                                          <p:attrName>style.visibility</p:attrName>
                                        </p:attrNameLst>
                                      </p:cBhvr>
                                      <p:to>
                                        <p:strVal val="visible"/>
                                      </p:to>
                                    </p:set>
                                    <p:animEffect transition="in" filter="wipe(up)">
                                      <p:cBhvr>
                                        <p:cTn id="343" dur="500"/>
                                        <p:tgtEl>
                                          <p:spTgt spid="12">
                                            <p:bg/>
                                          </p:spTgt>
                                        </p:tgtEl>
                                      </p:cBhvr>
                                    </p:animEffect>
                                  </p:childTnLst>
                                </p:cTn>
                              </p:par>
                              <p:par>
                                <p:cTn id="344" presetID="22" presetClass="entr" presetSubtype="1" fill="hold" grpId="0" nodeType="withEffect">
                                  <p:stCondLst>
                                    <p:cond delay="0"/>
                                  </p:stCondLst>
                                  <p:childTnLst>
                                    <p:set>
                                      <p:cBhvr>
                                        <p:cTn id="345" dur="1" fill="hold">
                                          <p:stCondLst>
                                            <p:cond delay="0"/>
                                          </p:stCondLst>
                                        </p:cTn>
                                        <p:tgtEl>
                                          <p:spTgt spid="12">
                                            <p:txEl>
                                              <p:pRg st="0" end="0"/>
                                            </p:txEl>
                                          </p:spTgt>
                                        </p:tgtEl>
                                        <p:attrNameLst>
                                          <p:attrName>style.visibility</p:attrName>
                                        </p:attrNameLst>
                                      </p:cBhvr>
                                      <p:to>
                                        <p:strVal val="visible"/>
                                      </p:to>
                                    </p:set>
                                    <p:animEffect transition="in" filter="wipe(up)">
                                      <p:cBhvr>
                                        <p:cTn id="346" dur="500"/>
                                        <p:tgtEl>
                                          <p:spTgt spid="12">
                                            <p:txEl>
                                              <p:pRg st="0" end="0"/>
                                            </p:txEl>
                                          </p:spTgt>
                                        </p:tgtEl>
                                      </p:cBhvr>
                                    </p:animEffect>
                                  </p:childTnLst>
                                </p:cTn>
                              </p:par>
                            </p:childTnLst>
                          </p:cTn>
                        </p:par>
                      </p:childTnLst>
                    </p:cTn>
                  </p:par>
                  <p:par>
                    <p:cTn id="347" fill="hold">
                      <p:stCondLst>
                        <p:cond delay="indefinite"/>
                      </p:stCondLst>
                      <p:childTnLst>
                        <p:par>
                          <p:cTn id="348" fill="hold">
                            <p:stCondLst>
                              <p:cond delay="0"/>
                            </p:stCondLst>
                            <p:childTnLst>
                              <p:par>
                                <p:cTn id="349" presetID="22" presetClass="entr" presetSubtype="1" fill="hold" grpId="0" nodeType="clickEffect">
                                  <p:stCondLst>
                                    <p:cond delay="0"/>
                                  </p:stCondLst>
                                  <p:childTnLst>
                                    <p:set>
                                      <p:cBhvr>
                                        <p:cTn id="350" dur="1" fill="hold">
                                          <p:stCondLst>
                                            <p:cond delay="0"/>
                                          </p:stCondLst>
                                        </p:cTn>
                                        <p:tgtEl>
                                          <p:spTgt spid="12">
                                            <p:txEl>
                                              <p:pRg st="5" end="5"/>
                                            </p:txEl>
                                          </p:spTgt>
                                        </p:tgtEl>
                                        <p:attrNameLst>
                                          <p:attrName>style.visibility</p:attrName>
                                        </p:attrNameLst>
                                      </p:cBhvr>
                                      <p:to>
                                        <p:strVal val="visible"/>
                                      </p:to>
                                    </p:set>
                                    <p:animEffect transition="in" filter="wipe(up)">
                                      <p:cBhvr>
                                        <p:cTn id="351" dur="500"/>
                                        <p:tgtEl>
                                          <p:spTgt spid="12">
                                            <p:txEl>
                                              <p:pRg st="5" end="5"/>
                                            </p:txEl>
                                          </p:spTgt>
                                        </p:tgtEl>
                                      </p:cBhvr>
                                    </p:animEffect>
                                  </p:childTnLst>
                                </p:cTn>
                              </p:par>
                            </p:childTnLst>
                          </p:cTn>
                        </p:par>
                      </p:childTnLst>
                    </p:cTn>
                  </p:par>
                  <p:par>
                    <p:cTn id="352" fill="hold">
                      <p:stCondLst>
                        <p:cond delay="indefinite"/>
                      </p:stCondLst>
                      <p:childTnLst>
                        <p:par>
                          <p:cTn id="353" fill="hold">
                            <p:stCondLst>
                              <p:cond delay="0"/>
                            </p:stCondLst>
                            <p:childTnLst>
                              <p:par>
                                <p:cTn id="354" presetID="22" presetClass="entr" presetSubtype="4" fill="hold" grpId="0" nodeType="clickEffect">
                                  <p:stCondLst>
                                    <p:cond delay="0"/>
                                  </p:stCondLst>
                                  <p:childTnLst>
                                    <p:set>
                                      <p:cBhvr>
                                        <p:cTn id="355" dur="1" fill="hold">
                                          <p:stCondLst>
                                            <p:cond delay="0"/>
                                          </p:stCondLst>
                                        </p:cTn>
                                        <p:tgtEl>
                                          <p:spTgt spid="13"/>
                                        </p:tgtEl>
                                        <p:attrNameLst>
                                          <p:attrName>style.visibility</p:attrName>
                                        </p:attrNameLst>
                                      </p:cBhvr>
                                      <p:to>
                                        <p:strVal val="visible"/>
                                      </p:to>
                                    </p:set>
                                    <p:animEffect transition="in" filter="wipe(down)">
                                      <p:cBhvr>
                                        <p:cTn id="356" dur="500"/>
                                        <p:tgtEl>
                                          <p:spTgt spid="13"/>
                                        </p:tgtEl>
                                      </p:cBhvr>
                                    </p:animEffect>
                                  </p:childTnLst>
                                </p:cTn>
                              </p:par>
                            </p:childTnLst>
                          </p:cTn>
                        </p:par>
                      </p:childTnLst>
                    </p:cTn>
                  </p:par>
                  <p:par>
                    <p:cTn id="357" fill="hold">
                      <p:stCondLst>
                        <p:cond delay="indefinite"/>
                      </p:stCondLst>
                      <p:childTnLst>
                        <p:par>
                          <p:cTn id="358" fill="hold">
                            <p:stCondLst>
                              <p:cond delay="0"/>
                            </p:stCondLst>
                            <p:childTnLst>
                              <p:par>
                                <p:cTn id="359" presetID="22" presetClass="entr" presetSubtype="1" fill="hold" grpId="0" nodeType="clickEffect">
                                  <p:stCondLst>
                                    <p:cond delay="0"/>
                                  </p:stCondLst>
                                  <p:childTnLst>
                                    <p:set>
                                      <p:cBhvr>
                                        <p:cTn id="360" dur="1" fill="hold">
                                          <p:stCondLst>
                                            <p:cond delay="0"/>
                                          </p:stCondLst>
                                        </p:cTn>
                                        <p:tgtEl>
                                          <p:spTgt spid="12">
                                            <p:txEl>
                                              <p:pRg st="7" end="7"/>
                                            </p:txEl>
                                          </p:spTgt>
                                        </p:tgtEl>
                                        <p:attrNameLst>
                                          <p:attrName>style.visibility</p:attrName>
                                        </p:attrNameLst>
                                      </p:cBhvr>
                                      <p:to>
                                        <p:strVal val="visible"/>
                                      </p:to>
                                    </p:set>
                                    <p:animEffect transition="in" filter="wipe(up)">
                                      <p:cBhvr>
                                        <p:cTn id="361" dur="500"/>
                                        <p:tgtEl>
                                          <p:spTgt spid="12">
                                            <p:txEl>
                                              <p:pRg st="7" end="7"/>
                                            </p:txEl>
                                          </p:spTgt>
                                        </p:tgtEl>
                                      </p:cBhvr>
                                    </p:animEffect>
                                  </p:childTnLst>
                                </p:cTn>
                              </p:par>
                            </p:childTnLst>
                          </p:cTn>
                        </p:par>
                      </p:childTnLst>
                    </p:cTn>
                  </p:par>
                  <p:par>
                    <p:cTn id="362" fill="hold">
                      <p:stCondLst>
                        <p:cond delay="indefinite"/>
                      </p:stCondLst>
                      <p:childTnLst>
                        <p:par>
                          <p:cTn id="363" fill="hold">
                            <p:stCondLst>
                              <p:cond delay="0"/>
                            </p:stCondLst>
                            <p:childTnLst>
                              <p:par>
                                <p:cTn id="364" presetID="22" presetClass="entr" presetSubtype="1" fill="hold" grpId="0" nodeType="clickEffect">
                                  <p:stCondLst>
                                    <p:cond delay="0"/>
                                  </p:stCondLst>
                                  <p:childTnLst>
                                    <p:set>
                                      <p:cBhvr>
                                        <p:cTn id="365" dur="1" fill="hold">
                                          <p:stCondLst>
                                            <p:cond delay="0"/>
                                          </p:stCondLst>
                                        </p:cTn>
                                        <p:tgtEl>
                                          <p:spTgt spid="12">
                                            <p:txEl>
                                              <p:pRg st="8" end="8"/>
                                            </p:txEl>
                                          </p:spTgt>
                                        </p:tgtEl>
                                        <p:attrNameLst>
                                          <p:attrName>style.visibility</p:attrName>
                                        </p:attrNameLst>
                                      </p:cBhvr>
                                      <p:to>
                                        <p:strVal val="visible"/>
                                      </p:to>
                                    </p:set>
                                    <p:animEffect transition="in" filter="wipe(up)">
                                      <p:cBhvr>
                                        <p:cTn id="366" dur="500"/>
                                        <p:tgtEl>
                                          <p:spTgt spid="12">
                                            <p:txEl>
                                              <p:pRg st="8" end="8"/>
                                            </p:txEl>
                                          </p:spTgt>
                                        </p:tgtEl>
                                      </p:cBhvr>
                                    </p:animEffect>
                                  </p:childTnLst>
                                </p:cTn>
                              </p:par>
                            </p:childTnLst>
                          </p:cTn>
                        </p:par>
                      </p:childTnLst>
                    </p:cTn>
                  </p:par>
                  <p:par>
                    <p:cTn id="367" fill="hold">
                      <p:stCondLst>
                        <p:cond delay="indefinite"/>
                      </p:stCondLst>
                      <p:childTnLst>
                        <p:par>
                          <p:cTn id="368" fill="hold">
                            <p:stCondLst>
                              <p:cond delay="0"/>
                            </p:stCondLst>
                            <p:childTnLst>
                              <p:par>
                                <p:cTn id="369" presetID="1" presetClass="emph" presetSubtype="2" fill="hold" nodeType="clickEffect">
                                  <p:stCondLst>
                                    <p:cond delay="0"/>
                                  </p:stCondLst>
                                  <p:childTnLst>
                                    <p:animClr clrSpc="rgb" dir="cw">
                                      <p:cBhvr>
                                        <p:cTn id="370" dur="500" fill="hold"/>
                                        <p:tgtEl>
                                          <p:spTgt spid="4"/>
                                        </p:tgtEl>
                                        <p:attrNameLst>
                                          <p:attrName>fillcolor</p:attrName>
                                        </p:attrNameLst>
                                      </p:cBhvr>
                                      <p:to>
                                        <a:srgbClr val="E1CEE4"/>
                                      </p:to>
                                    </p:animClr>
                                    <p:set>
                                      <p:cBhvr>
                                        <p:cTn id="371" dur="500" fill="hold"/>
                                        <p:tgtEl>
                                          <p:spTgt spid="4"/>
                                        </p:tgtEl>
                                        <p:attrNameLst>
                                          <p:attrName>fill.type</p:attrName>
                                        </p:attrNameLst>
                                      </p:cBhvr>
                                      <p:to>
                                        <p:strVal val="solid"/>
                                      </p:to>
                                    </p:set>
                                    <p:set>
                                      <p:cBhvr>
                                        <p:cTn id="372" dur="500" fill="hold"/>
                                        <p:tgtEl>
                                          <p:spTgt spid="4"/>
                                        </p:tgtEl>
                                        <p:attrNameLst>
                                          <p:attrName>fill.on</p:attrName>
                                        </p:attrNameLst>
                                      </p:cBhvr>
                                      <p:to>
                                        <p:strVal val="true"/>
                                      </p:to>
                                    </p:set>
                                  </p:childTnLst>
                                </p:cTn>
                              </p:par>
                            </p:childTnLst>
                          </p:cTn>
                        </p:par>
                      </p:childTnLst>
                    </p:cTn>
                  </p:par>
                  <p:par>
                    <p:cTn id="373" fill="hold">
                      <p:stCondLst>
                        <p:cond delay="indefinite"/>
                      </p:stCondLst>
                      <p:childTnLst>
                        <p:par>
                          <p:cTn id="374" fill="hold">
                            <p:stCondLst>
                              <p:cond delay="0"/>
                            </p:stCondLst>
                            <p:childTnLst>
                              <p:par>
                                <p:cTn id="375" presetID="22" presetClass="entr" presetSubtype="1" fill="hold" grpId="0" nodeType="clickEffect">
                                  <p:stCondLst>
                                    <p:cond delay="0"/>
                                  </p:stCondLst>
                                  <p:childTnLst>
                                    <p:set>
                                      <p:cBhvr>
                                        <p:cTn id="376" dur="1" fill="hold">
                                          <p:stCondLst>
                                            <p:cond delay="0"/>
                                          </p:stCondLst>
                                        </p:cTn>
                                        <p:tgtEl>
                                          <p:spTgt spid="39"/>
                                        </p:tgtEl>
                                        <p:attrNameLst>
                                          <p:attrName>style.visibility</p:attrName>
                                        </p:attrNameLst>
                                      </p:cBhvr>
                                      <p:to>
                                        <p:strVal val="visible"/>
                                      </p:to>
                                    </p:set>
                                    <p:animEffect transition="in" filter="wipe(up)">
                                      <p:cBhvr>
                                        <p:cTn id="377" dur="500"/>
                                        <p:tgtEl>
                                          <p:spTgt spid="39"/>
                                        </p:tgtEl>
                                      </p:cBhvr>
                                    </p:animEffect>
                                  </p:childTnLst>
                                </p:cTn>
                              </p:par>
                            </p:childTnLst>
                          </p:cTn>
                        </p:par>
                        <p:par>
                          <p:cTn id="378" fill="hold">
                            <p:stCondLst>
                              <p:cond delay="500"/>
                            </p:stCondLst>
                            <p:childTnLst>
                              <p:par>
                                <p:cTn id="379" presetID="22" presetClass="entr" presetSubtype="1" fill="hold" nodeType="afterEffect">
                                  <p:stCondLst>
                                    <p:cond delay="0"/>
                                  </p:stCondLst>
                                  <p:childTnLst>
                                    <p:set>
                                      <p:cBhvr>
                                        <p:cTn id="380" dur="1" fill="hold">
                                          <p:stCondLst>
                                            <p:cond delay="0"/>
                                          </p:stCondLst>
                                        </p:cTn>
                                        <p:tgtEl>
                                          <p:spTgt spid="78"/>
                                        </p:tgtEl>
                                        <p:attrNameLst>
                                          <p:attrName>style.visibility</p:attrName>
                                        </p:attrNameLst>
                                      </p:cBhvr>
                                      <p:to>
                                        <p:strVal val="visible"/>
                                      </p:to>
                                    </p:set>
                                    <p:animEffect transition="in" filter="wipe(up)">
                                      <p:cBhvr>
                                        <p:cTn id="381" dur="500"/>
                                        <p:tgtEl>
                                          <p:spTgt spid="78"/>
                                        </p:tgtEl>
                                      </p:cBhvr>
                                    </p:animEffect>
                                  </p:childTnLst>
                                </p:cTn>
                              </p:par>
                            </p:childTnLst>
                          </p:cTn>
                        </p:par>
                      </p:childTnLst>
                    </p:cTn>
                  </p:par>
                  <p:par>
                    <p:cTn id="382" fill="hold">
                      <p:stCondLst>
                        <p:cond delay="indefinite"/>
                      </p:stCondLst>
                      <p:childTnLst>
                        <p:par>
                          <p:cTn id="383" fill="hold">
                            <p:stCondLst>
                              <p:cond delay="0"/>
                            </p:stCondLst>
                            <p:childTnLst>
                              <p:par>
                                <p:cTn id="384" presetID="22" presetClass="entr" presetSubtype="1" fill="hold" nodeType="clickEffect">
                                  <p:stCondLst>
                                    <p:cond delay="0"/>
                                  </p:stCondLst>
                                  <p:childTnLst>
                                    <p:set>
                                      <p:cBhvr>
                                        <p:cTn id="385" dur="1" fill="hold">
                                          <p:stCondLst>
                                            <p:cond delay="0"/>
                                          </p:stCondLst>
                                        </p:cTn>
                                        <p:tgtEl>
                                          <p:spTgt spid="57"/>
                                        </p:tgtEl>
                                        <p:attrNameLst>
                                          <p:attrName>style.visibility</p:attrName>
                                        </p:attrNameLst>
                                      </p:cBhvr>
                                      <p:to>
                                        <p:strVal val="visible"/>
                                      </p:to>
                                    </p:set>
                                    <p:animEffect transition="in" filter="wipe(up)">
                                      <p:cBhvr>
                                        <p:cTn id="386" dur="500"/>
                                        <p:tgtEl>
                                          <p:spTgt spid="57"/>
                                        </p:tgtEl>
                                      </p:cBhvr>
                                    </p:animEffect>
                                  </p:childTnLst>
                                </p:cTn>
                              </p:par>
                              <p:par>
                                <p:cTn id="387" presetID="22" presetClass="entr" presetSubtype="1" fill="hold" grpId="0" nodeType="withEffect">
                                  <p:stCondLst>
                                    <p:cond delay="0"/>
                                  </p:stCondLst>
                                  <p:childTnLst>
                                    <p:set>
                                      <p:cBhvr>
                                        <p:cTn id="388" dur="1" fill="hold">
                                          <p:stCondLst>
                                            <p:cond delay="0"/>
                                          </p:stCondLst>
                                        </p:cTn>
                                        <p:tgtEl>
                                          <p:spTgt spid="14">
                                            <p:bg/>
                                          </p:spTgt>
                                        </p:tgtEl>
                                        <p:attrNameLst>
                                          <p:attrName>style.visibility</p:attrName>
                                        </p:attrNameLst>
                                      </p:cBhvr>
                                      <p:to>
                                        <p:strVal val="visible"/>
                                      </p:to>
                                    </p:set>
                                    <p:animEffect transition="in" filter="wipe(up)">
                                      <p:cBhvr>
                                        <p:cTn id="389" dur="500"/>
                                        <p:tgtEl>
                                          <p:spTgt spid="14">
                                            <p:bg/>
                                          </p:spTgt>
                                        </p:tgtEl>
                                      </p:cBhvr>
                                    </p:animEffect>
                                  </p:childTnLst>
                                </p:cTn>
                              </p:par>
                              <p:par>
                                <p:cTn id="390" presetID="22" presetClass="entr" presetSubtype="1" fill="hold" grpId="0" nodeType="withEffect">
                                  <p:stCondLst>
                                    <p:cond delay="0"/>
                                  </p:stCondLst>
                                  <p:childTnLst>
                                    <p:set>
                                      <p:cBhvr>
                                        <p:cTn id="391" dur="1" fill="hold">
                                          <p:stCondLst>
                                            <p:cond delay="0"/>
                                          </p:stCondLst>
                                        </p:cTn>
                                        <p:tgtEl>
                                          <p:spTgt spid="14">
                                            <p:txEl>
                                              <p:pRg st="0" end="0"/>
                                            </p:txEl>
                                          </p:spTgt>
                                        </p:tgtEl>
                                        <p:attrNameLst>
                                          <p:attrName>style.visibility</p:attrName>
                                        </p:attrNameLst>
                                      </p:cBhvr>
                                      <p:to>
                                        <p:strVal val="visible"/>
                                      </p:to>
                                    </p:set>
                                    <p:animEffect transition="in" filter="wipe(up)">
                                      <p:cBhvr>
                                        <p:cTn id="392" dur="500"/>
                                        <p:tgtEl>
                                          <p:spTgt spid="14">
                                            <p:txEl>
                                              <p:pRg st="0" end="0"/>
                                            </p:txEl>
                                          </p:spTgt>
                                        </p:tgtEl>
                                      </p:cBhvr>
                                    </p:animEffect>
                                  </p:childTnLst>
                                </p:cTn>
                              </p:par>
                            </p:childTnLst>
                          </p:cTn>
                        </p:par>
                      </p:childTnLst>
                    </p:cTn>
                  </p:par>
                  <p:par>
                    <p:cTn id="393" fill="hold">
                      <p:stCondLst>
                        <p:cond delay="indefinite"/>
                      </p:stCondLst>
                      <p:childTnLst>
                        <p:par>
                          <p:cTn id="394" fill="hold">
                            <p:stCondLst>
                              <p:cond delay="0"/>
                            </p:stCondLst>
                            <p:childTnLst>
                              <p:par>
                                <p:cTn id="395" presetID="22" presetClass="entr" presetSubtype="1" fill="hold" grpId="0" nodeType="clickEffect">
                                  <p:stCondLst>
                                    <p:cond delay="0"/>
                                  </p:stCondLst>
                                  <p:childTnLst>
                                    <p:set>
                                      <p:cBhvr>
                                        <p:cTn id="396" dur="1" fill="hold">
                                          <p:stCondLst>
                                            <p:cond delay="0"/>
                                          </p:stCondLst>
                                        </p:cTn>
                                        <p:tgtEl>
                                          <p:spTgt spid="14">
                                            <p:txEl>
                                              <p:pRg st="3" end="3"/>
                                            </p:txEl>
                                          </p:spTgt>
                                        </p:tgtEl>
                                        <p:attrNameLst>
                                          <p:attrName>style.visibility</p:attrName>
                                        </p:attrNameLst>
                                      </p:cBhvr>
                                      <p:to>
                                        <p:strVal val="visible"/>
                                      </p:to>
                                    </p:set>
                                    <p:animEffect transition="in" filter="wipe(up)">
                                      <p:cBhvr>
                                        <p:cTn id="397" dur="500"/>
                                        <p:tgtEl>
                                          <p:spTgt spid="14">
                                            <p:txEl>
                                              <p:pRg st="3" end="3"/>
                                            </p:txEl>
                                          </p:spTgt>
                                        </p:tgtEl>
                                      </p:cBhvr>
                                    </p:animEffect>
                                  </p:childTnLst>
                                </p:cTn>
                              </p:par>
                              <p:par>
                                <p:cTn id="398" presetID="22" presetClass="entr" presetSubtype="1" fill="hold" grpId="0" nodeType="withEffect">
                                  <p:stCondLst>
                                    <p:cond delay="0"/>
                                  </p:stCondLst>
                                  <p:childTnLst>
                                    <p:set>
                                      <p:cBhvr>
                                        <p:cTn id="399" dur="1" fill="hold">
                                          <p:stCondLst>
                                            <p:cond delay="0"/>
                                          </p:stCondLst>
                                        </p:cTn>
                                        <p:tgtEl>
                                          <p:spTgt spid="14">
                                            <p:txEl>
                                              <p:pRg st="4" end="4"/>
                                            </p:txEl>
                                          </p:spTgt>
                                        </p:tgtEl>
                                        <p:attrNameLst>
                                          <p:attrName>style.visibility</p:attrName>
                                        </p:attrNameLst>
                                      </p:cBhvr>
                                      <p:to>
                                        <p:strVal val="visible"/>
                                      </p:to>
                                    </p:set>
                                    <p:animEffect transition="in" filter="wipe(up)">
                                      <p:cBhvr>
                                        <p:cTn id="400" dur="500"/>
                                        <p:tgtEl>
                                          <p:spTgt spid="14">
                                            <p:txEl>
                                              <p:pRg st="4" end="4"/>
                                            </p:txEl>
                                          </p:spTgt>
                                        </p:tgtEl>
                                      </p:cBhvr>
                                    </p:animEffect>
                                  </p:childTnLst>
                                </p:cTn>
                              </p:par>
                            </p:childTnLst>
                          </p:cTn>
                        </p:par>
                      </p:childTnLst>
                    </p:cTn>
                  </p:par>
                  <p:par>
                    <p:cTn id="401" fill="hold">
                      <p:stCondLst>
                        <p:cond delay="indefinite"/>
                      </p:stCondLst>
                      <p:childTnLst>
                        <p:par>
                          <p:cTn id="402" fill="hold">
                            <p:stCondLst>
                              <p:cond delay="0"/>
                            </p:stCondLst>
                            <p:childTnLst>
                              <p:par>
                                <p:cTn id="403" presetID="1" presetClass="emph" presetSubtype="2" fill="hold" nodeType="clickEffect">
                                  <p:stCondLst>
                                    <p:cond delay="0"/>
                                  </p:stCondLst>
                                  <p:childTnLst>
                                    <p:animClr clrSpc="rgb" dir="cw">
                                      <p:cBhvr>
                                        <p:cTn id="404" dur="500" fill="hold"/>
                                        <p:tgtEl>
                                          <p:spTgt spid="4"/>
                                        </p:tgtEl>
                                        <p:attrNameLst>
                                          <p:attrName>fillcolor</p:attrName>
                                        </p:attrNameLst>
                                      </p:cBhvr>
                                      <p:to>
                                        <a:srgbClr val="FFF2CC"/>
                                      </p:to>
                                    </p:animClr>
                                    <p:set>
                                      <p:cBhvr>
                                        <p:cTn id="405" dur="500" fill="hold"/>
                                        <p:tgtEl>
                                          <p:spTgt spid="4"/>
                                        </p:tgtEl>
                                        <p:attrNameLst>
                                          <p:attrName>fill.type</p:attrName>
                                        </p:attrNameLst>
                                      </p:cBhvr>
                                      <p:to>
                                        <p:strVal val="solid"/>
                                      </p:to>
                                    </p:set>
                                    <p:set>
                                      <p:cBhvr>
                                        <p:cTn id="406" dur="500" fill="hold"/>
                                        <p:tgtEl>
                                          <p:spTgt spid="4"/>
                                        </p:tgtEl>
                                        <p:attrNameLst>
                                          <p:attrName>fill.on</p:attrName>
                                        </p:attrNameLst>
                                      </p:cBhvr>
                                      <p:to>
                                        <p:strVal val="true"/>
                                      </p:to>
                                    </p:set>
                                  </p:childTnLst>
                                </p:cTn>
                              </p:par>
                            </p:childTnLst>
                          </p:cTn>
                        </p:par>
                      </p:childTnLst>
                    </p:cTn>
                  </p:par>
                  <p:par>
                    <p:cTn id="407" fill="hold">
                      <p:stCondLst>
                        <p:cond delay="indefinite"/>
                      </p:stCondLst>
                      <p:childTnLst>
                        <p:par>
                          <p:cTn id="408" fill="hold">
                            <p:stCondLst>
                              <p:cond delay="0"/>
                            </p:stCondLst>
                            <p:childTnLst>
                              <p:par>
                                <p:cTn id="409" presetID="16" presetClass="exit" presetSubtype="21" fill="hold" nodeType="clickEffect">
                                  <p:stCondLst>
                                    <p:cond delay="0"/>
                                  </p:stCondLst>
                                  <p:childTnLst>
                                    <p:animEffect transition="out" filter="barn(inVertical)">
                                      <p:cBhvr>
                                        <p:cTn id="410" dur="500"/>
                                        <p:tgtEl>
                                          <p:spTgt spid="78"/>
                                        </p:tgtEl>
                                      </p:cBhvr>
                                    </p:animEffect>
                                    <p:set>
                                      <p:cBhvr>
                                        <p:cTn id="411" dur="1" fill="hold">
                                          <p:stCondLst>
                                            <p:cond delay="499"/>
                                          </p:stCondLst>
                                        </p:cTn>
                                        <p:tgtEl>
                                          <p:spTgt spid="78"/>
                                        </p:tgtEl>
                                        <p:attrNameLst>
                                          <p:attrName>style.visibility</p:attrName>
                                        </p:attrNameLst>
                                      </p:cBhvr>
                                      <p:to>
                                        <p:strVal val="hidden"/>
                                      </p:to>
                                    </p:set>
                                  </p:childTnLst>
                                </p:cTn>
                              </p:par>
                            </p:childTnLst>
                          </p:cTn>
                        </p:par>
                      </p:childTnLst>
                    </p:cTn>
                  </p:par>
                  <p:par>
                    <p:cTn id="412" fill="hold">
                      <p:stCondLst>
                        <p:cond delay="indefinite"/>
                      </p:stCondLst>
                      <p:childTnLst>
                        <p:par>
                          <p:cTn id="413" fill="hold">
                            <p:stCondLst>
                              <p:cond delay="0"/>
                            </p:stCondLst>
                            <p:childTnLst>
                              <p:par>
                                <p:cTn id="414" presetID="22" presetClass="entr" presetSubtype="8" fill="hold" grpId="0" nodeType="clickEffect">
                                  <p:stCondLst>
                                    <p:cond delay="0"/>
                                  </p:stCondLst>
                                  <p:childTnLst>
                                    <p:set>
                                      <p:cBhvr>
                                        <p:cTn id="415" dur="1" fill="hold">
                                          <p:stCondLst>
                                            <p:cond delay="0"/>
                                          </p:stCondLst>
                                        </p:cTn>
                                        <p:tgtEl>
                                          <p:spTgt spid="40"/>
                                        </p:tgtEl>
                                        <p:attrNameLst>
                                          <p:attrName>style.visibility</p:attrName>
                                        </p:attrNameLst>
                                      </p:cBhvr>
                                      <p:to>
                                        <p:strVal val="visible"/>
                                      </p:to>
                                    </p:set>
                                    <p:animEffect transition="in" filter="wipe(left)">
                                      <p:cBhvr>
                                        <p:cTn id="416" dur="500"/>
                                        <p:tgtEl>
                                          <p:spTgt spid="40"/>
                                        </p:tgtEl>
                                      </p:cBhvr>
                                    </p:animEffect>
                                  </p:childTnLst>
                                </p:cTn>
                              </p:par>
                            </p:childTnLst>
                          </p:cTn>
                        </p:par>
                        <p:par>
                          <p:cTn id="417" fill="hold">
                            <p:stCondLst>
                              <p:cond delay="500"/>
                            </p:stCondLst>
                            <p:childTnLst>
                              <p:par>
                                <p:cTn id="418" presetID="22" presetClass="entr" presetSubtype="8" fill="hold" nodeType="afterEffect">
                                  <p:stCondLst>
                                    <p:cond delay="0"/>
                                  </p:stCondLst>
                                  <p:childTnLst>
                                    <p:set>
                                      <p:cBhvr>
                                        <p:cTn id="419" dur="1" fill="hold">
                                          <p:stCondLst>
                                            <p:cond delay="0"/>
                                          </p:stCondLst>
                                        </p:cTn>
                                        <p:tgtEl>
                                          <p:spTgt spid="41"/>
                                        </p:tgtEl>
                                        <p:attrNameLst>
                                          <p:attrName>style.visibility</p:attrName>
                                        </p:attrNameLst>
                                      </p:cBhvr>
                                      <p:to>
                                        <p:strVal val="visible"/>
                                      </p:to>
                                    </p:set>
                                    <p:animEffect transition="in" filter="wipe(left)">
                                      <p:cBhvr>
                                        <p:cTn id="420" dur="500"/>
                                        <p:tgtEl>
                                          <p:spTgt spid="41"/>
                                        </p:tgtEl>
                                      </p:cBhvr>
                                    </p:animEffect>
                                  </p:childTnLst>
                                </p:cTn>
                              </p:par>
                            </p:childTnLst>
                          </p:cTn>
                        </p:par>
                        <p:par>
                          <p:cTn id="421" fill="hold">
                            <p:stCondLst>
                              <p:cond delay="1000"/>
                            </p:stCondLst>
                            <p:childTnLst>
                              <p:par>
                                <p:cTn id="422" presetID="63" presetClass="path" presetSubtype="0" accel="50000" decel="50000" fill="hold" nodeType="afterEffect">
                                  <p:stCondLst>
                                    <p:cond delay="0"/>
                                  </p:stCondLst>
                                  <p:childTnLst>
                                    <p:animMotion origin="layout" path="M 0.08033 -0.00023 L 0.1608 1.11111E-6 " pathEditMode="relative" rAng="0" ptsTypes="AA">
                                      <p:cBhvr>
                                        <p:cTn id="423" dur="1000" fill="hold"/>
                                        <p:tgtEl>
                                          <p:spTgt spid="93"/>
                                        </p:tgtEl>
                                        <p:attrNameLst>
                                          <p:attrName>ppt_x</p:attrName>
                                          <p:attrName>ppt_y</p:attrName>
                                        </p:attrNameLst>
                                      </p:cBhvr>
                                      <p:rCtr x="4023" y="0"/>
                                    </p:animMotion>
                                  </p:childTnLst>
                                </p:cTn>
                              </p:par>
                              <p:par>
                                <p:cTn id="424" presetID="22" presetClass="entr" presetSubtype="1" fill="hold" grpId="0" nodeType="withEffect">
                                  <p:stCondLst>
                                    <p:cond delay="0"/>
                                  </p:stCondLst>
                                  <p:childTnLst>
                                    <p:set>
                                      <p:cBhvr>
                                        <p:cTn id="425" dur="1" fill="hold">
                                          <p:stCondLst>
                                            <p:cond delay="0"/>
                                          </p:stCondLst>
                                        </p:cTn>
                                        <p:tgtEl>
                                          <p:spTgt spid="15">
                                            <p:bg/>
                                          </p:spTgt>
                                        </p:tgtEl>
                                        <p:attrNameLst>
                                          <p:attrName>style.visibility</p:attrName>
                                        </p:attrNameLst>
                                      </p:cBhvr>
                                      <p:to>
                                        <p:strVal val="visible"/>
                                      </p:to>
                                    </p:set>
                                    <p:animEffect transition="in" filter="wipe(up)">
                                      <p:cBhvr>
                                        <p:cTn id="426" dur="500"/>
                                        <p:tgtEl>
                                          <p:spTgt spid="15">
                                            <p:bg/>
                                          </p:spTgt>
                                        </p:tgtEl>
                                      </p:cBhvr>
                                    </p:animEffect>
                                  </p:childTnLst>
                                </p:cTn>
                              </p:par>
                              <p:par>
                                <p:cTn id="427" presetID="22" presetClass="entr" presetSubtype="1" fill="hold" grpId="0" nodeType="withEffect">
                                  <p:stCondLst>
                                    <p:cond delay="0"/>
                                  </p:stCondLst>
                                  <p:childTnLst>
                                    <p:set>
                                      <p:cBhvr>
                                        <p:cTn id="428" dur="1" fill="hold">
                                          <p:stCondLst>
                                            <p:cond delay="0"/>
                                          </p:stCondLst>
                                        </p:cTn>
                                        <p:tgtEl>
                                          <p:spTgt spid="15">
                                            <p:txEl>
                                              <p:pRg st="0" end="0"/>
                                            </p:txEl>
                                          </p:spTgt>
                                        </p:tgtEl>
                                        <p:attrNameLst>
                                          <p:attrName>style.visibility</p:attrName>
                                        </p:attrNameLst>
                                      </p:cBhvr>
                                      <p:to>
                                        <p:strVal val="visible"/>
                                      </p:to>
                                    </p:set>
                                    <p:animEffect transition="in" filter="wipe(up)">
                                      <p:cBhvr>
                                        <p:cTn id="429" dur="500"/>
                                        <p:tgtEl>
                                          <p:spTgt spid="15">
                                            <p:txEl>
                                              <p:pRg st="0" end="0"/>
                                            </p:txEl>
                                          </p:spTgt>
                                        </p:tgtEl>
                                      </p:cBhvr>
                                    </p:animEffect>
                                  </p:childTnLst>
                                </p:cTn>
                              </p:par>
                            </p:childTnLst>
                          </p:cTn>
                        </p:par>
                      </p:childTnLst>
                    </p:cTn>
                  </p:par>
                  <p:par>
                    <p:cTn id="430" fill="hold">
                      <p:stCondLst>
                        <p:cond delay="indefinite"/>
                      </p:stCondLst>
                      <p:childTnLst>
                        <p:par>
                          <p:cTn id="431" fill="hold">
                            <p:stCondLst>
                              <p:cond delay="0"/>
                            </p:stCondLst>
                            <p:childTnLst>
                              <p:par>
                                <p:cTn id="432" presetID="22" presetClass="entr" presetSubtype="1" fill="hold" grpId="0" nodeType="clickEffect">
                                  <p:stCondLst>
                                    <p:cond delay="0"/>
                                  </p:stCondLst>
                                  <p:childTnLst>
                                    <p:set>
                                      <p:cBhvr>
                                        <p:cTn id="433" dur="1" fill="hold">
                                          <p:stCondLst>
                                            <p:cond delay="0"/>
                                          </p:stCondLst>
                                        </p:cTn>
                                        <p:tgtEl>
                                          <p:spTgt spid="15">
                                            <p:txEl>
                                              <p:pRg st="5" end="5"/>
                                            </p:txEl>
                                          </p:spTgt>
                                        </p:tgtEl>
                                        <p:attrNameLst>
                                          <p:attrName>style.visibility</p:attrName>
                                        </p:attrNameLst>
                                      </p:cBhvr>
                                      <p:to>
                                        <p:strVal val="visible"/>
                                      </p:to>
                                    </p:set>
                                    <p:animEffect transition="in" filter="wipe(up)">
                                      <p:cBhvr>
                                        <p:cTn id="434" dur="500"/>
                                        <p:tgtEl>
                                          <p:spTgt spid="15">
                                            <p:txEl>
                                              <p:pRg st="5" end="5"/>
                                            </p:txEl>
                                          </p:spTgt>
                                        </p:tgtEl>
                                      </p:cBhvr>
                                    </p:animEffect>
                                  </p:childTnLst>
                                </p:cTn>
                              </p:par>
                            </p:childTnLst>
                          </p:cTn>
                        </p:par>
                      </p:childTnLst>
                    </p:cTn>
                  </p:par>
                  <p:par>
                    <p:cTn id="435" fill="hold">
                      <p:stCondLst>
                        <p:cond delay="indefinite"/>
                      </p:stCondLst>
                      <p:childTnLst>
                        <p:par>
                          <p:cTn id="436" fill="hold">
                            <p:stCondLst>
                              <p:cond delay="0"/>
                            </p:stCondLst>
                            <p:childTnLst>
                              <p:par>
                                <p:cTn id="437" presetID="22" presetClass="entr" presetSubtype="4" fill="hold" grpId="0" nodeType="clickEffect">
                                  <p:stCondLst>
                                    <p:cond delay="0"/>
                                  </p:stCondLst>
                                  <p:childTnLst>
                                    <p:set>
                                      <p:cBhvr>
                                        <p:cTn id="438" dur="1" fill="hold">
                                          <p:stCondLst>
                                            <p:cond delay="0"/>
                                          </p:stCondLst>
                                        </p:cTn>
                                        <p:tgtEl>
                                          <p:spTgt spid="16"/>
                                        </p:tgtEl>
                                        <p:attrNameLst>
                                          <p:attrName>style.visibility</p:attrName>
                                        </p:attrNameLst>
                                      </p:cBhvr>
                                      <p:to>
                                        <p:strVal val="visible"/>
                                      </p:to>
                                    </p:set>
                                    <p:animEffect transition="in" filter="wipe(down)">
                                      <p:cBhvr>
                                        <p:cTn id="439" dur="500"/>
                                        <p:tgtEl>
                                          <p:spTgt spid="16"/>
                                        </p:tgtEl>
                                      </p:cBhvr>
                                    </p:animEffect>
                                  </p:childTnLst>
                                </p:cTn>
                              </p:par>
                            </p:childTnLst>
                          </p:cTn>
                        </p:par>
                        <p:par>
                          <p:cTn id="440" fill="hold">
                            <p:stCondLst>
                              <p:cond delay="500"/>
                            </p:stCondLst>
                            <p:childTnLst>
                              <p:par>
                                <p:cTn id="441" presetID="22" presetClass="entr" presetSubtype="1" fill="hold" grpId="0" nodeType="afterEffect">
                                  <p:stCondLst>
                                    <p:cond delay="0"/>
                                  </p:stCondLst>
                                  <p:childTnLst>
                                    <p:set>
                                      <p:cBhvr>
                                        <p:cTn id="442" dur="1" fill="hold">
                                          <p:stCondLst>
                                            <p:cond delay="0"/>
                                          </p:stCondLst>
                                        </p:cTn>
                                        <p:tgtEl>
                                          <p:spTgt spid="15">
                                            <p:txEl>
                                              <p:pRg st="7" end="7"/>
                                            </p:txEl>
                                          </p:spTgt>
                                        </p:tgtEl>
                                        <p:attrNameLst>
                                          <p:attrName>style.visibility</p:attrName>
                                        </p:attrNameLst>
                                      </p:cBhvr>
                                      <p:to>
                                        <p:strVal val="visible"/>
                                      </p:to>
                                    </p:set>
                                    <p:animEffect transition="in" filter="wipe(up)">
                                      <p:cBhvr>
                                        <p:cTn id="443" dur="500"/>
                                        <p:tgtEl>
                                          <p:spTgt spid="15">
                                            <p:txEl>
                                              <p:pRg st="7" end="7"/>
                                            </p:txEl>
                                          </p:spTgt>
                                        </p:tgtEl>
                                      </p:cBhvr>
                                    </p:animEffect>
                                  </p:childTnLst>
                                </p:cTn>
                              </p:par>
                            </p:childTnLst>
                          </p:cTn>
                        </p:par>
                      </p:childTnLst>
                    </p:cTn>
                  </p:par>
                  <p:par>
                    <p:cTn id="444" fill="hold">
                      <p:stCondLst>
                        <p:cond delay="indefinite"/>
                      </p:stCondLst>
                      <p:childTnLst>
                        <p:par>
                          <p:cTn id="445" fill="hold">
                            <p:stCondLst>
                              <p:cond delay="0"/>
                            </p:stCondLst>
                            <p:childTnLst>
                              <p:par>
                                <p:cTn id="446" presetID="22" presetClass="entr" presetSubtype="1" fill="hold" grpId="0" nodeType="clickEffect">
                                  <p:stCondLst>
                                    <p:cond delay="0"/>
                                  </p:stCondLst>
                                  <p:childTnLst>
                                    <p:set>
                                      <p:cBhvr>
                                        <p:cTn id="447" dur="1" fill="hold">
                                          <p:stCondLst>
                                            <p:cond delay="0"/>
                                          </p:stCondLst>
                                        </p:cTn>
                                        <p:tgtEl>
                                          <p:spTgt spid="15">
                                            <p:txEl>
                                              <p:pRg st="8" end="8"/>
                                            </p:txEl>
                                          </p:spTgt>
                                        </p:tgtEl>
                                        <p:attrNameLst>
                                          <p:attrName>style.visibility</p:attrName>
                                        </p:attrNameLst>
                                      </p:cBhvr>
                                      <p:to>
                                        <p:strVal val="visible"/>
                                      </p:to>
                                    </p:set>
                                    <p:animEffect transition="in" filter="wipe(up)">
                                      <p:cBhvr>
                                        <p:cTn id="448" dur="500"/>
                                        <p:tgtEl>
                                          <p:spTgt spid="15">
                                            <p:txEl>
                                              <p:pRg st="8" end="8"/>
                                            </p:txEl>
                                          </p:spTgt>
                                        </p:tgtEl>
                                      </p:cBhvr>
                                    </p:animEffect>
                                  </p:childTnLst>
                                </p:cTn>
                              </p:par>
                            </p:childTnLst>
                          </p:cTn>
                        </p:par>
                      </p:childTnLst>
                    </p:cTn>
                  </p:par>
                  <p:par>
                    <p:cTn id="449" fill="hold">
                      <p:stCondLst>
                        <p:cond delay="indefinite"/>
                      </p:stCondLst>
                      <p:childTnLst>
                        <p:par>
                          <p:cTn id="450" fill="hold">
                            <p:stCondLst>
                              <p:cond delay="0"/>
                            </p:stCondLst>
                            <p:childTnLst>
                              <p:par>
                                <p:cTn id="451" presetID="1" presetClass="emph" presetSubtype="2" fill="hold" nodeType="clickEffect">
                                  <p:stCondLst>
                                    <p:cond delay="0"/>
                                  </p:stCondLst>
                                  <p:childTnLst>
                                    <p:animClr clrSpc="rgb" dir="cw">
                                      <p:cBhvr>
                                        <p:cTn id="452" dur="500" fill="hold"/>
                                        <p:tgtEl>
                                          <p:spTgt spid="4"/>
                                        </p:tgtEl>
                                        <p:attrNameLst>
                                          <p:attrName>fillcolor</p:attrName>
                                        </p:attrNameLst>
                                      </p:cBhvr>
                                      <p:to>
                                        <a:srgbClr val="E1CEE4"/>
                                      </p:to>
                                    </p:animClr>
                                    <p:set>
                                      <p:cBhvr>
                                        <p:cTn id="453" dur="500" fill="hold"/>
                                        <p:tgtEl>
                                          <p:spTgt spid="4"/>
                                        </p:tgtEl>
                                        <p:attrNameLst>
                                          <p:attrName>fill.type</p:attrName>
                                        </p:attrNameLst>
                                      </p:cBhvr>
                                      <p:to>
                                        <p:strVal val="solid"/>
                                      </p:to>
                                    </p:set>
                                    <p:set>
                                      <p:cBhvr>
                                        <p:cTn id="454" dur="500" fill="hold"/>
                                        <p:tgtEl>
                                          <p:spTgt spid="4"/>
                                        </p:tgtEl>
                                        <p:attrNameLst>
                                          <p:attrName>fill.on</p:attrName>
                                        </p:attrNameLst>
                                      </p:cBhvr>
                                      <p:to>
                                        <p:strVal val="true"/>
                                      </p:to>
                                    </p:set>
                                  </p:childTnLst>
                                </p:cTn>
                              </p:par>
                            </p:childTnLst>
                          </p:cTn>
                        </p:par>
                      </p:childTnLst>
                    </p:cTn>
                  </p:par>
                  <p:par>
                    <p:cTn id="455" fill="hold">
                      <p:stCondLst>
                        <p:cond delay="indefinite"/>
                      </p:stCondLst>
                      <p:childTnLst>
                        <p:par>
                          <p:cTn id="456" fill="hold">
                            <p:stCondLst>
                              <p:cond delay="0"/>
                            </p:stCondLst>
                            <p:childTnLst>
                              <p:par>
                                <p:cTn id="457" presetID="22" presetClass="entr" presetSubtype="1" fill="hold" grpId="0" nodeType="clickEffect">
                                  <p:stCondLst>
                                    <p:cond delay="0"/>
                                  </p:stCondLst>
                                  <p:childTnLst>
                                    <p:set>
                                      <p:cBhvr>
                                        <p:cTn id="458" dur="1" fill="hold">
                                          <p:stCondLst>
                                            <p:cond delay="0"/>
                                          </p:stCondLst>
                                        </p:cTn>
                                        <p:tgtEl>
                                          <p:spTgt spid="50"/>
                                        </p:tgtEl>
                                        <p:attrNameLst>
                                          <p:attrName>style.visibility</p:attrName>
                                        </p:attrNameLst>
                                      </p:cBhvr>
                                      <p:to>
                                        <p:strVal val="visible"/>
                                      </p:to>
                                    </p:set>
                                    <p:animEffect transition="in" filter="wipe(up)">
                                      <p:cBhvr>
                                        <p:cTn id="459" dur="500"/>
                                        <p:tgtEl>
                                          <p:spTgt spid="50"/>
                                        </p:tgtEl>
                                      </p:cBhvr>
                                    </p:animEffect>
                                  </p:childTnLst>
                                </p:cTn>
                              </p:par>
                            </p:childTnLst>
                          </p:cTn>
                        </p:par>
                        <p:par>
                          <p:cTn id="460" fill="hold">
                            <p:stCondLst>
                              <p:cond delay="500"/>
                            </p:stCondLst>
                            <p:childTnLst>
                              <p:par>
                                <p:cTn id="461" presetID="22" presetClass="entr" presetSubtype="1" fill="hold" nodeType="afterEffect">
                                  <p:stCondLst>
                                    <p:cond delay="0"/>
                                  </p:stCondLst>
                                  <p:childTnLst>
                                    <p:set>
                                      <p:cBhvr>
                                        <p:cTn id="462" dur="1" fill="hold">
                                          <p:stCondLst>
                                            <p:cond delay="0"/>
                                          </p:stCondLst>
                                        </p:cTn>
                                        <p:tgtEl>
                                          <p:spTgt spid="87"/>
                                        </p:tgtEl>
                                        <p:attrNameLst>
                                          <p:attrName>style.visibility</p:attrName>
                                        </p:attrNameLst>
                                      </p:cBhvr>
                                      <p:to>
                                        <p:strVal val="visible"/>
                                      </p:to>
                                    </p:set>
                                    <p:animEffect transition="in" filter="wipe(up)">
                                      <p:cBhvr>
                                        <p:cTn id="463" dur="500"/>
                                        <p:tgtEl>
                                          <p:spTgt spid="87"/>
                                        </p:tgtEl>
                                      </p:cBhvr>
                                    </p:animEffect>
                                  </p:childTnLst>
                                </p:cTn>
                              </p:par>
                            </p:childTnLst>
                          </p:cTn>
                        </p:par>
                      </p:childTnLst>
                    </p:cTn>
                  </p:par>
                  <p:par>
                    <p:cTn id="464" fill="hold">
                      <p:stCondLst>
                        <p:cond delay="indefinite"/>
                      </p:stCondLst>
                      <p:childTnLst>
                        <p:par>
                          <p:cTn id="465" fill="hold">
                            <p:stCondLst>
                              <p:cond delay="0"/>
                            </p:stCondLst>
                            <p:childTnLst>
                              <p:par>
                                <p:cTn id="466" presetID="1" presetClass="entr" presetSubtype="0" fill="hold" nodeType="clickEffect">
                                  <p:stCondLst>
                                    <p:cond delay="0"/>
                                  </p:stCondLst>
                                  <p:childTnLst>
                                    <p:set>
                                      <p:cBhvr>
                                        <p:cTn id="467" dur="1" fill="hold">
                                          <p:stCondLst>
                                            <p:cond delay="0"/>
                                          </p:stCondLst>
                                        </p:cTn>
                                        <p:tgtEl>
                                          <p:spTgt spid="60"/>
                                        </p:tgtEl>
                                        <p:attrNameLst>
                                          <p:attrName>style.visibility</p:attrName>
                                        </p:attrNameLst>
                                      </p:cBhvr>
                                      <p:to>
                                        <p:strVal val="visible"/>
                                      </p:to>
                                    </p:set>
                                  </p:childTnLst>
                                </p:cTn>
                              </p:par>
                              <p:par>
                                <p:cTn id="468" presetID="22" presetClass="entr" presetSubtype="1" fill="hold" grpId="0" nodeType="withEffect">
                                  <p:stCondLst>
                                    <p:cond delay="0"/>
                                  </p:stCondLst>
                                  <p:childTnLst>
                                    <p:set>
                                      <p:cBhvr>
                                        <p:cTn id="469" dur="1" fill="hold">
                                          <p:stCondLst>
                                            <p:cond delay="0"/>
                                          </p:stCondLst>
                                        </p:cTn>
                                        <p:tgtEl>
                                          <p:spTgt spid="17">
                                            <p:bg/>
                                          </p:spTgt>
                                        </p:tgtEl>
                                        <p:attrNameLst>
                                          <p:attrName>style.visibility</p:attrName>
                                        </p:attrNameLst>
                                      </p:cBhvr>
                                      <p:to>
                                        <p:strVal val="visible"/>
                                      </p:to>
                                    </p:set>
                                    <p:animEffect transition="in" filter="wipe(up)">
                                      <p:cBhvr>
                                        <p:cTn id="470" dur="500"/>
                                        <p:tgtEl>
                                          <p:spTgt spid="17">
                                            <p:bg/>
                                          </p:spTgt>
                                        </p:tgtEl>
                                      </p:cBhvr>
                                    </p:animEffect>
                                  </p:childTnLst>
                                </p:cTn>
                              </p:par>
                              <p:par>
                                <p:cTn id="471" presetID="22" presetClass="entr" presetSubtype="1" fill="hold" grpId="0" nodeType="withEffect">
                                  <p:stCondLst>
                                    <p:cond delay="0"/>
                                  </p:stCondLst>
                                  <p:childTnLst>
                                    <p:set>
                                      <p:cBhvr>
                                        <p:cTn id="472" dur="1" fill="hold">
                                          <p:stCondLst>
                                            <p:cond delay="0"/>
                                          </p:stCondLst>
                                        </p:cTn>
                                        <p:tgtEl>
                                          <p:spTgt spid="17">
                                            <p:txEl>
                                              <p:pRg st="0" end="0"/>
                                            </p:txEl>
                                          </p:spTgt>
                                        </p:tgtEl>
                                        <p:attrNameLst>
                                          <p:attrName>style.visibility</p:attrName>
                                        </p:attrNameLst>
                                      </p:cBhvr>
                                      <p:to>
                                        <p:strVal val="visible"/>
                                      </p:to>
                                    </p:set>
                                    <p:animEffect transition="in" filter="wipe(up)">
                                      <p:cBhvr>
                                        <p:cTn id="473" dur="500"/>
                                        <p:tgtEl>
                                          <p:spTgt spid="17">
                                            <p:txEl>
                                              <p:pRg st="0" end="0"/>
                                            </p:txEl>
                                          </p:spTgt>
                                        </p:tgtEl>
                                      </p:cBhvr>
                                    </p:animEffect>
                                  </p:childTnLst>
                                </p:cTn>
                              </p:par>
                            </p:childTnLst>
                          </p:cTn>
                        </p:par>
                      </p:childTnLst>
                    </p:cTn>
                  </p:par>
                  <p:par>
                    <p:cTn id="474" fill="hold">
                      <p:stCondLst>
                        <p:cond delay="indefinite"/>
                      </p:stCondLst>
                      <p:childTnLst>
                        <p:par>
                          <p:cTn id="475" fill="hold">
                            <p:stCondLst>
                              <p:cond delay="0"/>
                            </p:stCondLst>
                            <p:childTnLst>
                              <p:par>
                                <p:cTn id="476" presetID="22" presetClass="entr" presetSubtype="1" fill="hold" grpId="0" nodeType="clickEffect">
                                  <p:stCondLst>
                                    <p:cond delay="0"/>
                                  </p:stCondLst>
                                  <p:childTnLst>
                                    <p:set>
                                      <p:cBhvr>
                                        <p:cTn id="477" dur="1" fill="hold">
                                          <p:stCondLst>
                                            <p:cond delay="0"/>
                                          </p:stCondLst>
                                        </p:cTn>
                                        <p:tgtEl>
                                          <p:spTgt spid="17">
                                            <p:txEl>
                                              <p:pRg st="3" end="3"/>
                                            </p:txEl>
                                          </p:spTgt>
                                        </p:tgtEl>
                                        <p:attrNameLst>
                                          <p:attrName>style.visibility</p:attrName>
                                        </p:attrNameLst>
                                      </p:cBhvr>
                                      <p:to>
                                        <p:strVal val="visible"/>
                                      </p:to>
                                    </p:set>
                                    <p:animEffect transition="in" filter="wipe(up)">
                                      <p:cBhvr>
                                        <p:cTn id="478" dur="500"/>
                                        <p:tgtEl>
                                          <p:spTgt spid="17">
                                            <p:txEl>
                                              <p:pRg st="3" end="3"/>
                                            </p:txEl>
                                          </p:spTgt>
                                        </p:tgtEl>
                                      </p:cBhvr>
                                    </p:animEffect>
                                  </p:childTnLst>
                                </p:cTn>
                              </p:par>
                              <p:par>
                                <p:cTn id="479" presetID="22" presetClass="entr" presetSubtype="1" fill="hold" grpId="0" nodeType="withEffect">
                                  <p:stCondLst>
                                    <p:cond delay="0"/>
                                  </p:stCondLst>
                                  <p:childTnLst>
                                    <p:set>
                                      <p:cBhvr>
                                        <p:cTn id="480" dur="1" fill="hold">
                                          <p:stCondLst>
                                            <p:cond delay="0"/>
                                          </p:stCondLst>
                                        </p:cTn>
                                        <p:tgtEl>
                                          <p:spTgt spid="17">
                                            <p:txEl>
                                              <p:pRg st="4" end="4"/>
                                            </p:txEl>
                                          </p:spTgt>
                                        </p:tgtEl>
                                        <p:attrNameLst>
                                          <p:attrName>style.visibility</p:attrName>
                                        </p:attrNameLst>
                                      </p:cBhvr>
                                      <p:to>
                                        <p:strVal val="visible"/>
                                      </p:to>
                                    </p:set>
                                    <p:animEffect transition="in" filter="wipe(up)">
                                      <p:cBhvr>
                                        <p:cTn id="481" dur="500"/>
                                        <p:tgtEl>
                                          <p:spTgt spid="17">
                                            <p:txEl>
                                              <p:pRg st="4" end="4"/>
                                            </p:txEl>
                                          </p:spTgt>
                                        </p:tgtEl>
                                      </p:cBhvr>
                                    </p:animEffect>
                                  </p:childTnLst>
                                </p:cTn>
                              </p:par>
                            </p:childTnLst>
                          </p:cTn>
                        </p:par>
                      </p:childTnLst>
                    </p:cTn>
                  </p:par>
                  <p:par>
                    <p:cTn id="482" fill="hold">
                      <p:stCondLst>
                        <p:cond delay="indefinite"/>
                      </p:stCondLst>
                      <p:childTnLst>
                        <p:par>
                          <p:cTn id="483" fill="hold">
                            <p:stCondLst>
                              <p:cond delay="0"/>
                            </p:stCondLst>
                            <p:childTnLst>
                              <p:par>
                                <p:cTn id="484" presetID="1" presetClass="emph" presetSubtype="2" fill="hold" nodeType="clickEffect">
                                  <p:stCondLst>
                                    <p:cond delay="0"/>
                                  </p:stCondLst>
                                  <p:childTnLst>
                                    <p:animClr clrSpc="rgb" dir="cw">
                                      <p:cBhvr>
                                        <p:cTn id="485" dur="500" fill="hold"/>
                                        <p:tgtEl>
                                          <p:spTgt spid="4"/>
                                        </p:tgtEl>
                                        <p:attrNameLst>
                                          <p:attrName>fillcolor</p:attrName>
                                        </p:attrNameLst>
                                      </p:cBhvr>
                                      <p:to>
                                        <a:srgbClr val="FFF2CC"/>
                                      </p:to>
                                    </p:animClr>
                                    <p:set>
                                      <p:cBhvr>
                                        <p:cTn id="486" dur="500" fill="hold"/>
                                        <p:tgtEl>
                                          <p:spTgt spid="4"/>
                                        </p:tgtEl>
                                        <p:attrNameLst>
                                          <p:attrName>fill.type</p:attrName>
                                        </p:attrNameLst>
                                      </p:cBhvr>
                                      <p:to>
                                        <p:strVal val="solid"/>
                                      </p:to>
                                    </p:set>
                                    <p:set>
                                      <p:cBhvr>
                                        <p:cTn id="487" dur="500" fill="hold"/>
                                        <p:tgtEl>
                                          <p:spTgt spid="4"/>
                                        </p:tgtEl>
                                        <p:attrNameLst>
                                          <p:attrName>fill.on</p:attrName>
                                        </p:attrNameLst>
                                      </p:cBhvr>
                                      <p:to>
                                        <p:strVal val="true"/>
                                      </p:to>
                                    </p:set>
                                  </p:childTnLst>
                                </p:cTn>
                              </p:par>
                            </p:childTnLst>
                          </p:cTn>
                        </p:par>
                      </p:childTnLst>
                    </p:cTn>
                  </p:par>
                  <p:par>
                    <p:cTn id="488" fill="hold">
                      <p:stCondLst>
                        <p:cond delay="indefinite"/>
                      </p:stCondLst>
                      <p:childTnLst>
                        <p:par>
                          <p:cTn id="489" fill="hold">
                            <p:stCondLst>
                              <p:cond delay="0"/>
                            </p:stCondLst>
                            <p:childTnLst>
                              <p:par>
                                <p:cTn id="490" presetID="16" presetClass="exit" presetSubtype="21" fill="hold" nodeType="clickEffect">
                                  <p:stCondLst>
                                    <p:cond delay="0"/>
                                  </p:stCondLst>
                                  <p:childTnLst>
                                    <p:animEffect transition="out" filter="barn(inVertical)">
                                      <p:cBhvr>
                                        <p:cTn id="491" dur="500"/>
                                        <p:tgtEl>
                                          <p:spTgt spid="87"/>
                                        </p:tgtEl>
                                      </p:cBhvr>
                                    </p:animEffect>
                                    <p:set>
                                      <p:cBhvr>
                                        <p:cTn id="492" dur="1" fill="hold">
                                          <p:stCondLst>
                                            <p:cond delay="499"/>
                                          </p:stCondLst>
                                        </p:cTn>
                                        <p:tgtEl>
                                          <p:spTgt spid="87"/>
                                        </p:tgtEl>
                                        <p:attrNameLst>
                                          <p:attrName>style.visibility</p:attrName>
                                        </p:attrNameLst>
                                      </p:cBhvr>
                                      <p:to>
                                        <p:strVal val="hidden"/>
                                      </p:to>
                                    </p:set>
                                  </p:childTnLst>
                                </p:cTn>
                              </p:par>
                            </p:childTnLst>
                          </p:cTn>
                        </p:par>
                      </p:childTnLst>
                    </p:cTn>
                  </p:par>
                  <p:par>
                    <p:cTn id="493" fill="hold">
                      <p:stCondLst>
                        <p:cond delay="indefinite"/>
                      </p:stCondLst>
                      <p:childTnLst>
                        <p:par>
                          <p:cTn id="494" fill="hold">
                            <p:stCondLst>
                              <p:cond delay="0"/>
                            </p:stCondLst>
                            <p:childTnLst>
                              <p:par>
                                <p:cTn id="495" presetID="22" presetClass="entr" presetSubtype="8" fill="hold" grpId="0" nodeType="clickEffect">
                                  <p:stCondLst>
                                    <p:cond delay="0"/>
                                  </p:stCondLst>
                                  <p:childTnLst>
                                    <p:set>
                                      <p:cBhvr>
                                        <p:cTn id="496" dur="1" fill="hold">
                                          <p:stCondLst>
                                            <p:cond delay="0"/>
                                          </p:stCondLst>
                                        </p:cTn>
                                        <p:tgtEl>
                                          <p:spTgt spid="65"/>
                                        </p:tgtEl>
                                        <p:attrNameLst>
                                          <p:attrName>style.visibility</p:attrName>
                                        </p:attrNameLst>
                                      </p:cBhvr>
                                      <p:to>
                                        <p:strVal val="visible"/>
                                      </p:to>
                                    </p:set>
                                    <p:animEffect transition="in" filter="wipe(left)">
                                      <p:cBhvr>
                                        <p:cTn id="497" dur="500"/>
                                        <p:tgtEl>
                                          <p:spTgt spid="65"/>
                                        </p:tgtEl>
                                      </p:cBhvr>
                                    </p:animEffect>
                                  </p:childTnLst>
                                </p:cTn>
                              </p:par>
                              <p:par>
                                <p:cTn id="498" presetID="22" presetClass="entr" presetSubtype="1" fill="hold" grpId="0" nodeType="withEffect">
                                  <p:stCondLst>
                                    <p:cond delay="0"/>
                                  </p:stCondLst>
                                  <p:childTnLst>
                                    <p:set>
                                      <p:cBhvr>
                                        <p:cTn id="499" dur="1" fill="hold">
                                          <p:stCondLst>
                                            <p:cond delay="0"/>
                                          </p:stCondLst>
                                        </p:cTn>
                                        <p:tgtEl>
                                          <p:spTgt spid="18">
                                            <p:bg/>
                                          </p:spTgt>
                                        </p:tgtEl>
                                        <p:attrNameLst>
                                          <p:attrName>style.visibility</p:attrName>
                                        </p:attrNameLst>
                                      </p:cBhvr>
                                      <p:to>
                                        <p:strVal val="visible"/>
                                      </p:to>
                                    </p:set>
                                    <p:animEffect transition="in" filter="wipe(up)">
                                      <p:cBhvr>
                                        <p:cTn id="500" dur="500"/>
                                        <p:tgtEl>
                                          <p:spTgt spid="18">
                                            <p:bg/>
                                          </p:spTgt>
                                        </p:tgtEl>
                                      </p:cBhvr>
                                    </p:animEffect>
                                  </p:childTnLst>
                                </p:cTn>
                              </p:par>
                              <p:par>
                                <p:cTn id="501" presetID="22" presetClass="entr" presetSubtype="1" fill="hold" grpId="0" nodeType="withEffect">
                                  <p:stCondLst>
                                    <p:cond delay="0"/>
                                  </p:stCondLst>
                                  <p:childTnLst>
                                    <p:set>
                                      <p:cBhvr>
                                        <p:cTn id="502" dur="1" fill="hold">
                                          <p:stCondLst>
                                            <p:cond delay="0"/>
                                          </p:stCondLst>
                                        </p:cTn>
                                        <p:tgtEl>
                                          <p:spTgt spid="18">
                                            <p:txEl>
                                              <p:pRg st="0" end="0"/>
                                            </p:txEl>
                                          </p:spTgt>
                                        </p:tgtEl>
                                        <p:attrNameLst>
                                          <p:attrName>style.visibility</p:attrName>
                                        </p:attrNameLst>
                                      </p:cBhvr>
                                      <p:to>
                                        <p:strVal val="visible"/>
                                      </p:to>
                                    </p:set>
                                    <p:animEffect transition="in" filter="wipe(up)">
                                      <p:cBhvr>
                                        <p:cTn id="503" dur="500"/>
                                        <p:tgtEl>
                                          <p:spTgt spid="18">
                                            <p:txEl>
                                              <p:pRg st="0" end="0"/>
                                            </p:txEl>
                                          </p:spTgt>
                                        </p:tgtEl>
                                      </p:cBhvr>
                                    </p:animEffect>
                                  </p:childTnLst>
                                </p:cTn>
                              </p:par>
                            </p:childTnLst>
                          </p:cTn>
                        </p:par>
                      </p:childTnLst>
                    </p:cTn>
                  </p:par>
                  <p:par>
                    <p:cTn id="504" fill="hold">
                      <p:stCondLst>
                        <p:cond delay="indefinite"/>
                      </p:stCondLst>
                      <p:childTnLst>
                        <p:par>
                          <p:cTn id="505" fill="hold">
                            <p:stCondLst>
                              <p:cond delay="0"/>
                            </p:stCondLst>
                            <p:childTnLst>
                              <p:par>
                                <p:cTn id="506" presetID="22" presetClass="entr" presetSubtype="1" fill="hold" grpId="0" nodeType="clickEffect">
                                  <p:stCondLst>
                                    <p:cond delay="0"/>
                                  </p:stCondLst>
                                  <p:childTnLst>
                                    <p:set>
                                      <p:cBhvr>
                                        <p:cTn id="507" dur="1" fill="hold">
                                          <p:stCondLst>
                                            <p:cond delay="0"/>
                                          </p:stCondLst>
                                        </p:cTn>
                                        <p:tgtEl>
                                          <p:spTgt spid="18">
                                            <p:txEl>
                                              <p:pRg st="5" end="5"/>
                                            </p:txEl>
                                          </p:spTgt>
                                        </p:tgtEl>
                                        <p:attrNameLst>
                                          <p:attrName>style.visibility</p:attrName>
                                        </p:attrNameLst>
                                      </p:cBhvr>
                                      <p:to>
                                        <p:strVal val="visible"/>
                                      </p:to>
                                    </p:set>
                                    <p:animEffect transition="in" filter="wipe(up)">
                                      <p:cBhvr>
                                        <p:cTn id="508" dur="500"/>
                                        <p:tgtEl>
                                          <p:spTgt spid="18">
                                            <p:txEl>
                                              <p:pRg st="5" end="5"/>
                                            </p:txEl>
                                          </p:spTgt>
                                        </p:tgtEl>
                                      </p:cBhvr>
                                    </p:animEffect>
                                  </p:childTnLst>
                                </p:cTn>
                              </p:par>
                            </p:childTnLst>
                          </p:cTn>
                        </p:par>
                      </p:childTnLst>
                    </p:cTn>
                  </p:par>
                  <p:par>
                    <p:cTn id="509" fill="hold">
                      <p:stCondLst>
                        <p:cond delay="indefinite"/>
                      </p:stCondLst>
                      <p:childTnLst>
                        <p:par>
                          <p:cTn id="510" fill="hold">
                            <p:stCondLst>
                              <p:cond delay="0"/>
                            </p:stCondLst>
                            <p:childTnLst>
                              <p:par>
                                <p:cTn id="511" presetID="22" presetClass="entr" presetSubtype="4" fill="hold" grpId="0" nodeType="clickEffect">
                                  <p:stCondLst>
                                    <p:cond delay="0"/>
                                  </p:stCondLst>
                                  <p:childTnLst>
                                    <p:set>
                                      <p:cBhvr>
                                        <p:cTn id="512" dur="1" fill="hold">
                                          <p:stCondLst>
                                            <p:cond delay="0"/>
                                          </p:stCondLst>
                                        </p:cTn>
                                        <p:tgtEl>
                                          <p:spTgt spid="19"/>
                                        </p:tgtEl>
                                        <p:attrNameLst>
                                          <p:attrName>style.visibility</p:attrName>
                                        </p:attrNameLst>
                                      </p:cBhvr>
                                      <p:to>
                                        <p:strVal val="visible"/>
                                      </p:to>
                                    </p:set>
                                    <p:animEffect transition="in" filter="wipe(down)">
                                      <p:cBhvr>
                                        <p:cTn id="513" dur="500"/>
                                        <p:tgtEl>
                                          <p:spTgt spid="19"/>
                                        </p:tgtEl>
                                      </p:cBhvr>
                                    </p:animEffect>
                                  </p:childTnLst>
                                </p:cTn>
                              </p:par>
                            </p:childTnLst>
                          </p:cTn>
                        </p:par>
                        <p:par>
                          <p:cTn id="514" fill="hold">
                            <p:stCondLst>
                              <p:cond delay="500"/>
                            </p:stCondLst>
                            <p:childTnLst>
                              <p:par>
                                <p:cTn id="515" presetID="22" presetClass="entr" presetSubtype="1" fill="hold" grpId="0" nodeType="afterEffect">
                                  <p:stCondLst>
                                    <p:cond delay="0"/>
                                  </p:stCondLst>
                                  <p:childTnLst>
                                    <p:set>
                                      <p:cBhvr>
                                        <p:cTn id="516" dur="1" fill="hold">
                                          <p:stCondLst>
                                            <p:cond delay="0"/>
                                          </p:stCondLst>
                                        </p:cTn>
                                        <p:tgtEl>
                                          <p:spTgt spid="18">
                                            <p:txEl>
                                              <p:pRg st="7" end="7"/>
                                            </p:txEl>
                                          </p:spTgt>
                                        </p:tgtEl>
                                        <p:attrNameLst>
                                          <p:attrName>style.visibility</p:attrName>
                                        </p:attrNameLst>
                                      </p:cBhvr>
                                      <p:to>
                                        <p:strVal val="visible"/>
                                      </p:to>
                                    </p:set>
                                    <p:animEffect transition="in" filter="wipe(up)">
                                      <p:cBhvr>
                                        <p:cTn id="517" dur="500"/>
                                        <p:tgtEl>
                                          <p:spTgt spid="18">
                                            <p:txEl>
                                              <p:pRg st="7" end="7"/>
                                            </p:txEl>
                                          </p:spTgt>
                                        </p:tgtEl>
                                      </p:cBhvr>
                                    </p:animEffect>
                                  </p:childTnLst>
                                </p:cTn>
                              </p:par>
                            </p:childTnLst>
                          </p:cTn>
                        </p:par>
                      </p:childTnLst>
                    </p:cTn>
                  </p:par>
                  <p:par>
                    <p:cTn id="518" fill="hold">
                      <p:stCondLst>
                        <p:cond delay="indefinite"/>
                      </p:stCondLst>
                      <p:childTnLst>
                        <p:par>
                          <p:cTn id="519" fill="hold">
                            <p:stCondLst>
                              <p:cond delay="0"/>
                            </p:stCondLst>
                            <p:childTnLst>
                              <p:par>
                                <p:cTn id="520" presetID="22" presetClass="entr" presetSubtype="1" fill="hold" grpId="0" nodeType="clickEffect">
                                  <p:stCondLst>
                                    <p:cond delay="0"/>
                                  </p:stCondLst>
                                  <p:childTnLst>
                                    <p:set>
                                      <p:cBhvr>
                                        <p:cTn id="521" dur="1" fill="hold">
                                          <p:stCondLst>
                                            <p:cond delay="0"/>
                                          </p:stCondLst>
                                        </p:cTn>
                                        <p:tgtEl>
                                          <p:spTgt spid="18">
                                            <p:txEl>
                                              <p:pRg st="8" end="8"/>
                                            </p:txEl>
                                          </p:spTgt>
                                        </p:tgtEl>
                                        <p:attrNameLst>
                                          <p:attrName>style.visibility</p:attrName>
                                        </p:attrNameLst>
                                      </p:cBhvr>
                                      <p:to>
                                        <p:strVal val="visible"/>
                                      </p:to>
                                    </p:set>
                                    <p:animEffect transition="in" filter="wipe(up)">
                                      <p:cBhvr>
                                        <p:cTn id="522" dur="500"/>
                                        <p:tgtEl>
                                          <p:spTgt spid="18">
                                            <p:txEl>
                                              <p:pRg st="8" end="8"/>
                                            </p:txEl>
                                          </p:spTgt>
                                        </p:tgtEl>
                                      </p:cBhvr>
                                    </p:animEffect>
                                  </p:childTnLst>
                                </p:cTn>
                              </p:par>
                            </p:childTnLst>
                          </p:cTn>
                        </p:par>
                      </p:childTnLst>
                    </p:cTn>
                  </p:par>
                  <p:par>
                    <p:cTn id="523" fill="hold">
                      <p:stCondLst>
                        <p:cond delay="indefinite"/>
                      </p:stCondLst>
                      <p:childTnLst>
                        <p:par>
                          <p:cTn id="524" fill="hold">
                            <p:stCondLst>
                              <p:cond delay="0"/>
                            </p:stCondLst>
                            <p:childTnLst>
                              <p:par>
                                <p:cTn id="525" presetID="1" presetClass="emph" presetSubtype="2" fill="hold" nodeType="clickEffect">
                                  <p:stCondLst>
                                    <p:cond delay="0"/>
                                  </p:stCondLst>
                                  <p:childTnLst>
                                    <p:animClr clrSpc="rgb" dir="cw">
                                      <p:cBhvr>
                                        <p:cTn id="526" dur="500" fill="hold"/>
                                        <p:tgtEl>
                                          <p:spTgt spid="4"/>
                                        </p:tgtEl>
                                        <p:attrNameLst>
                                          <p:attrName>fillcolor</p:attrName>
                                        </p:attrNameLst>
                                      </p:cBhvr>
                                      <p:to>
                                        <a:srgbClr val="E7E6E6"/>
                                      </p:to>
                                    </p:animClr>
                                    <p:set>
                                      <p:cBhvr>
                                        <p:cTn id="527" dur="500" fill="hold"/>
                                        <p:tgtEl>
                                          <p:spTgt spid="4"/>
                                        </p:tgtEl>
                                        <p:attrNameLst>
                                          <p:attrName>fill.type</p:attrName>
                                        </p:attrNameLst>
                                      </p:cBhvr>
                                      <p:to>
                                        <p:strVal val="solid"/>
                                      </p:to>
                                    </p:set>
                                    <p:set>
                                      <p:cBhvr>
                                        <p:cTn id="528" dur="500" fill="hold"/>
                                        <p:tgtEl>
                                          <p:spTgt spid="4"/>
                                        </p:tgtEl>
                                        <p:attrNameLst>
                                          <p:attrName>fill.on</p:attrName>
                                        </p:attrNameLst>
                                      </p:cBhvr>
                                      <p:to>
                                        <p:strVal val="true"/>
                                      </p:to>
                                    </p:set>
                                  </p:childTnLst>
                                </p:cTn>
                              </p:par>
                              <p:par>
                                <p:cTn id="529" presetID="22" presetClass="entr" presetSubtype="1" fill="hold" grpId="0" nodeType="withEffect">
                                  <p:stCondLst>
                                    <p:cond delay="0"/>
                                  </p:stCondLst>
                                  <p:childTnLst>
                                    <p:set>
                                      <p:cBhvr>
                                        <p:cTn id="530" dur="1" fill="hold">
                                          <p:stCondLst>
                                            <p:cond delay="0"/>
                                          </p:stCondLst>
                                        </p:cTn>
                                        <p:tgtEl>
                                          <p:spTgt spid="20">
                                            <p:bg/>
                                          </p:spTgt>
                                        </p:tgtEl>
                                        <p:attrNameLst>
                                          <p:attrName>style.visibility</p:attrName>
                                        </p:attrNameLst>
                                      </p:cBhvr>
                                      <p:to>
                                        <p:strVal val="visible"/>
                                      </p:to>
                                    </p:set>
                                    <p:animEffect transition="in" filter="wipe(up)">
                                      <p:cBhvr>
                                        <p:cTn id="531" dur="500"/>
                                        <p:tgtEl>
                                          <p:spTgt spid="20">
                                            <p:bg/>
                                          </p:spTgt>
                                        </p:tgtEl>
                                      </p:cBhvr>
                                    </p:animEffect>
                                  </p:childTnLst>
                                </p:cTn>
                              </p:par>
                              <p:par>
                                <p:cTn id="532" presetID="22" presetClass="entr" presetSubtype="1" fill="hold" grpId="0" nodeType="withEffect">
                                  <p:stCondLst>
                                    <p:cond delay="0"/>
                                  </p:stCondLst>
                                  <p:childTnLst>
                                    <p:set>
                                      <p:cBhvr>
                                        <p:cTn id="533" dur="1" fill="hold">
                                          <p:stCondLst>
                                            <p:cond delay="0"/>
                                          </p:stCondLst>
                                        </p:cTn>
                                        <p:tgtEl>
                                          <p:spTgt spid="20">
                                            <p:txEl>
                                              <p:pRg st="0" end="0"/>
                                            </p:txEl>
                                          </p:spTgt>
                                        </p:tgtEl>
                                        <p:attrNameLst>
                                          <p:attrName>style.visibility</p:attrName>
                                        </p:attrNameLst>
                                      </p:cBhvr>
                                      <p:to>
                                        <p:strVal val="visible"/>
                                      </p:to>
                                    </p:set>
                                    <p:animEffect transition="in" filter="wipe(up)">
                                      <p:cBhvr>
                                        <p:cTn id="534" dur="500"/>
                                        <p:tgtEl>
                                          <p:spTgt spid="20">
                                            <p:txEl>
                                              <p:pRg st="0" end="0"/>
                                            </p:txEl>
                                          </p:spTgt>
                                        </p:tgtEl>
                                      </p:cBhvr>
                                    </p:animEffect>
                                  </p:childTnLst>
                                </p:cTn>
                              </p:par>
                              <p:par>
                                <p:cTn id="535" presetID="22" presetClass="entr" presetSubtype="1" fill="hold" grpId="0" nodeType="withEffect">
                                  <p:stCondLst>
                                    <p:cond delay="0"/>
                                  </p:stCondLst>
                                  <p:childTnLst>
                                    <p:set>
                                      <p:cBhvr>
                                        <p:cTn id="536" dur="1" fill="hold">
                                          <p:stCondLst>
                                            <p:cond delay="0"/>
                                          </p:stCondLst>
                                        </p:cTn>
                                        <p:tgtEl>
                                          <p:spTgt spid="20">
                                            <p:txEl>
                                              <p:pRg st="5" end="5"/>
                                            </p:txEl>
                                          </p:spTgt>
                                        </p:tgtEl>
                                        <p:attrNameLst>
                                          <p:attrName>style.visibility</p:attrName>
                                        </p:attrNameLst>
                                      </p:cBhvr>
                                      <p:to>
                                        <p:strVal val="visible"/>
                                      </p:to>
                                    </p:set>
                                    <p:animEffect transition="in" filter="wipe(up)">
                                      <p:cBhvr>
                                        <p:cTn id="537" dur="500"/>
                                        <p:tgtEl>
                                          <p:spTgt spid="20">
                                            <p:txEl>
                                              <p:pRg st="5" end="5"/>
                                            </p:txEl>
                                          </p:spTgt>
                                        </p:tgtEl>
                                      </p:cBhvr>
                                    </p:animEffect>
                                  </p:childTnLst>
                                </p:cTn>
                              </p:par>
                            </p:childTnLst>
                          </p:cTn>
                        </p:par>
                      </p:childTnLst>
                    </p:cTn>
                  </p:par>
                  <p:par>
                    <p:cTn id="538" fill="hold">
                      <p:stCondLst>
                        <p:cond delay="indefinite"/>
                      </p:stCondLst>
                      <p:childTnLst>
                        <p:par>
                          <p:cTn id="539" fill="hold">
                            <p:stCondLst>
                              <p:cond delay="0"/>
                            </p:stCondLst>
                            <p:childTnLst>
                              <p:par>
                                <p:cTn id="540" presetID="16" presetClass="exit" presetSubtype="21" fill="hold" nodeType="clickEffect">
                                  <p:stCondLst>
                                    <p:cond delay="0"/>
                                  </p:stCondLst>
                                  <p:childTnLst>
                                    <p:animEffect transition="out" filter="barn(inVertical)">
                                      <p:cBhvr>
                                        <p:cTn id="541" dur="500"/>
                                        <p:tgtEl>
                                          <p:spTgt spid="84"/>
                                        </p:tgtEl>
                                      </p:cBhvr>
                                    </p:animEffect>
                                    <p:set>
                                      <p:cBhvr>
                                        <p:cTn id="542" dur="1" fill="hold">
                                          <p:stCondLst>
                                            <p:cond delay="499"/>
                                          </p:stCondLst>
                                        </p:cTn>
                                        <p:tgtEl>
                                          <p:spTgt spid="84"/>
                                        </p:tgtEl>
                                        <p:attrNameLst>
                                          <p:attrName>style.visibility</p:attrName>
                                        </p:attrNameLst>
                                      </p:cBhvr>
                                      <p:to>
                                        <p:strVal val="hidden"/>
                                      </p:to>
                                    </p:set>
                                  </p:childTnLst>
                                </p:cTn>
                              </p:par>
                              <p:par>
                                <p:cTn id="543" presetID="16" presetClass="exit" presetSubtype="21" fill="hold" nodeType="withEffect">
                                  <p:stCondLst>
                                    <p:cond delay="0"/>
                                  </p:stCondLst>
                                  <p:childTnLst>
                                    <p:animEffect transition="out" filter="barn(inVertical)">
                                      <p:cBhvr>
                                        <p:cTn id="544" dur="500"/>
                                        <p:tgtEl>
                                          <p:spTgt spid="93"/>
                                        </p:tgtEl>
                                      </p:cBhvr>
                                    </p:animEffect>
                                    <p:set>
                                      <p:cBhvr>
                                        <p:cTn id="545" dur="1" fill="hold">
                                          <p:stCondLst>
                                            <p:cond delay="499"/>
                                          </p:stCondLst>
                                        </p:cTn>
                                        <p:tgtEl>
                                          <p:spTgt spid="93"/>
                                        </p:tgtEl>
                                        <p:attrNameLst>
                                          <p:attrName>style.visibility</p:attrName>
                                        </p:attrNameLst>
                                      </p:cBhvr>
                                      <p:to>
                                        <p:strVal val="hidden"/>
                                      </p:to>
                                    </p:set>
                                  </p:childTnLst>
                                </p:cTn>
                              </p:par>
                            </p:childTnLst>
                          </p:cTn>
                        </p:par>
                      </p:childTnLst>
                    </p:cTn>
                  </p:par>
                  <p:par>
                    <p:cTn id="546" fill="hold">
                      <p:stCondLst>
                        <p:cond delay="indefinite"/>
                      </p:stCondLst>
                      <p:childTnLst>
                        <p:par>
                          <p:cTn id="547" fill="hold">
                            <p:stCondLst>
                              <p:cond delay="0"/>
                            </p:stCondLst>
                            <p:childTnLst>
                              <p:par>
                                <p:cTn id="548" presetID="22" presetClass="entr" presetSubtype="8" fill="hold" grpId="0" nodeType="clickEffect">
                                  <p:stCondLst>
                                    <p:cond delay="0"/>
                                  </p:stCondLst>
                                  <p:childTnLst>
                                    <p:set>
                                      <p:cBhvr>
                                        <p:cTn id="549" dur="1" fill="hold">
                                          <p:stCondLst>
                                            <p:cond delay="0"/>
                                          </p:stCondLst>
                                        </p:cTn>
                                        <p:tgtEl>
                                          <p:spTgt spid="64"/>
                                        </p:tgtEl>
                                        <p:attrNameLst>
                                          <p:attrName>style.visibility</p:attrName>
                                        </p:attrNameLst>
                                      </p:cBhvr>
                                      <p:to>
                                        <p:strVal val="visible"/>
                                      </p:to>
                                    </p:set>
                                    <p:animEffect transition="in" filter="wipe(left)">
                                      <p:cBhvr>
                                        <p:cTn id="550" dur="500"/>
                                        <p:tgtEl>
                                          <p:spTgt spid="64"/>
                                        </p:tgtEl>
                                      </p:cBhvr>
                                    </p:animEffect>
                                  </p:childTnLst>
                                </p:cTn>
                              </p:par>
                            </p:childTnLst>
                          </p:cTn>
                        </p:par>
                      </p:childTnLst>
                    </p:cTn>
                  </p:par>
                  <p:par>
                    <p:cTn id="551" fill="hold">
                      <p:stCondLst>
                        <p:cond delay="indefinite"/>
                      </p:stCondLst>
                      <p:childTnLst>
                        <p:par>
                          <p:cTn id="552" fill="hold">
                            <p:stCondLst>
                              <p:cond delay="0"/>
                            </p:stCondLst>
                            <p:childTnLst>
                              <p:par>
                                <p:cTn id="553" presetID="22" presetClass="entr" presetSubtype="4" fill="hold" grpId="0" nodeType="clickEffect">
                                  <p:stCondLst>
                                    <p:cond delay="0"/>
                                  </p:stCondLst>
                                  <p:childTnLst>
                                    <p:set>
                                      <p:cBhvr>
                                        <p:cTn id="554" dur="1" fill="hold">
                                          <p:stCondLst>
                                            <p:cond delay="0"/>
                                          </p:stCondLst>
                                        </p:cTn>
                                        <p:tgtEl>
                                          <p:spTgt spid="21"/>
                                        </p:tgtEl>
                                        <p:attrNameLst>
                                          <p:attrName>style.visibility</p:attrName>
                                        </p:attrNameLst>
                                      </p:cBhvr>
                                      <p:to>
                                        <p:strVal val="visible"/>
                                      </p:to>
                                    </p:set>
                                    <p:animEffect transition="in" filter="wipe(down)">
                                      <p:cBhvr>
                                        <p:cTn id="555" dur="500"/>
                                        <p:tgtEl>
                                          <p:spTgt spid="21"/>
                                        </p:tgtEl>
                                      </p:cBhvr>
                                    </p:animEffect>
                                  </p:childTnLst>
                                </p:cTn>
                              </p:par>
                            </p:childTnLst>
                          </p:cTn>
                        </p:par>
                        <p:par>
                          <p:cTn id="556" fill="hold">
                            <p:stCondLst>
                              <p:cond delay="500"/>
                            </p:stCondLst>
                            <p:childTnLst>
                              <p:par>
                                <p:cTn id="557" presetID="22" presetClass="entr" presetSubtype="1" fill="hold" grpId="0" nodeType="afterEffect">
                                  <p:stCondLst>
                                    <p:cond delay="0"/>
                                  </p:stCondLst>
                                  <p:childTnLst>
                                    <p:set>
                                      <p:cBhvr>
                                        <p:cTn id="558" dur="1" fill="hold">
                                          <p:stCondLst>
                                            <p:cond delay="0"/>
                                          </p:stCondLst>
                                        </p:cTn>
                                        <p:tgtEl>
                                          <p:spTgt spid="20">
                                            <p:txEl>
                                              <p:pRg st="7" end="7"/>
                                            </p:txEl>
                                          </p:spTgt>
                                        </p:tgtEl>
                                        <p:attrNameLst>
                                          <p:attrName>style.visibility</p:attrName>
                                        </p:attrNameLst>
                                      </p:cBhvr>
                                      <p:to>
                                        <p:strVal val="visible"/>
                                      </p:to>
                                    </p:set>
                                    <p:animEffect transition="in" filter="wipe(up)">
                                      <p:cBhvr>
                                        <p:cTn id="559" dur="500"/>
                                        <p:tgtEl>
                                          <p:spTgt spid="20">
                                            <p:txEl>
                                              <p:pRg st="7" end="7"/>
                                            </p:txEl>
                                          </p:spTgt>
                                        </p:tgtEl>
                                      </p:cBhvr>
                                    </p:animEffect>
                                  </p:childTnLst>
                                </p:cTn>
                              </p:par>
                            </p:childTnLst>
                          </p:cTn>
                        </p:par>
                      </p:childTnLst>
                    </p:cTn>
                  </p:par>
                  <p:par>
                    <p:cTn id="560" fill="hold">
                      <p:stCondLst>
                        <p:cond delay="indefinite"/>
                      </p:stCondLst>
                      <p:childTnLst>
                        <p:par>
                          <p:cTn id="561" fill="hold">
                            <p:stCondLst>
                              <p:cond delay="0"/>
                            </p:stCondLst>
                            <p:childTnLst>
                              <p:par>
                                <p:cTn id="562" presetID="22" presetClass="entr" presetSubtype="1" fill="hold" grpId="0" nodeType="clickEffect">
                                  <p:stCondLst>
                                    <p:cond delay="0"/>
                                  </p:stCondLst>
                                  <p:childTnLst>
                                    <p:set>
                                      <p:cBhvr>
                                        <p:cTn id="563" dur="1" fill="hold">
                                          <p:stCondLst>
                                            <p:cond delay="0"/>
                                          </p:stCondLst>
                                        </p:cTn>
                                        <p:tgtEl>
                                          <p:spTgt spid="20">
                                            <p:txEl>
                                              <p:pRg st="8" end="8"/>
                                            </p:txEl>
                                          </p:spTgt>
                                        </p:tgtEl>
                                        <p:attrNameLst>
                                          <p:attrName>style.visibility</p:attrName>
                                        </p:attrNameLst>
                                      </p:cBhvr>
                                      <p:to>
                                        <p:strVal val="visible"/>
                                      </p:to>
                                    </p:set>
                                    <p:animEffect transition="in" filter="wipe(up)">
                                      <p:cBhvr>
                                        <p:cTn id="564" dur="500"/>
                                        <p:tgtEl>
                                          <p:spTgt spid="20">
                                            <p:txEl>
                                              <p:pRg st="8" end="8"/>
                                            </p:txEl>
                                          </p:spTgt>
                                        </p:tgtEl>
                                      </p:cBhvr>
                                    </p:animEffect>
                                  </p:childTnLst>
                                </p:cTn>
                              </p:par>
                            </p:childTnLst>
                          </p:cTn>
                        </p:par>
                      </p:childTnLst>
                    </p:cTn>
                  </p:par>
                  <p:par>
                    <p:cTn id="565" fill="hold">
                      <p:stCondLst>
                        <p:cond delay="indefinite"/>
                      </p:stCondLst>
                      <p:childTnLst>
                        <p:par>
                          <p:cTn id="566" fill="hold">
                            <p:stCondLst>
                              <p:cond delay="0"/>
                            </p:stCondLst>
                            <p:childTnLst>
                              <p:par>
                                <p:cTn id="567" presetID="1" presetClass="emph" presetSubtype="2" fill="hold" nodeType="clickEffect">
                                  <p:stCondLst>
                                    <p:cond delay="0"/>
                                  </p:stCondLst>
                                  <p:childTnLst>
                                    <p:animClr clrSpc="rgb" dir="cw">
                                      <p:cBhvr>
                                        <p:cTn id="568" dur="500" fill="hold"/>
                                        <p:tgtEl>
                                          <p:spTgt spid="4"/>
                                        </p:tgtEl>
                                        <p:attrNameLst>
                                          <p:attrName>fillcolor</p:attrName>
                                        </p:attrNameLst>
                                      </p:cBhvr>
                                      <p:to>
                                        <a:srgbClr val="FFFFFF"/>
                                      </p:to>
                                    </p:animClr>
                                    <p:set>
                                      <p:cBhvr>
                                        <p:cTn id="569" dur="500" fill="hold"/>
                                        <p:tgtEl>
                                          <p:spTgt spid="4"/>
                                        </p:tgtEl>
                                        <p:attrNameLst>
                                          <p:attrName>fill.type</p:attrName>
                                        </p:attrNameLst>
                                      </p:cBhvr>
                                      <p:to>
                                        <p:strVal val="solid"/>
                                      </p:to>
                                    </p:set>
                                    <p:set>
                                      <p:cBhvr>
                                        <p:cTn id="570" dur="500" fill="hold"/>
                                        <p:tgtEl>
                                          <p:spTgt spid="4"/>
                                        </p:tgtEl>
                                        <p:attrNameLst>
                                          <p:attrName>fill.on</p:attrName>
                                        </p:attrNameLst>
                                      </p:cBhvr>
                                      <p:to>
                                        <p:strVal val="true"/>
                                      </p:to>
                                    </p:set>
                                  </p:childTnLst>
                                </p:cTn>
                              </p:par>
                              <p:par>
                                <p:cTn id="571" presetID="22" presetClass="entr" presetSubtype="1" fill="hold" grpId="0" nodeType="withEffect">
                                  <p:stCondLst>
                                    <p:cond delay="0"/>
                                  </p:stCondLst>
                                  <p:childTnLst>
                                    <p:set>
                                      <p:cBhvr>
                                        <p:cTn id="572" dur="1" fill="hold">
                                          <p:stCondLst>
                                            <p:cond delay="0"/>
                                          </p:stCondLst>
                                        </p:cTn>
                                        <p:tgtEl>
                                          <p:spTgt spid="22">
                                            <p:bg/>
                                          </p:spTgt>
                                        </p:tgtEl>
                                        <p:attrNameLst>
                                          <p:attrName>style.visibility</p:attrName>
                                        </p:attrNameLst>
                                      </p:cBhvr>
                                      <p:to>
                                        <p:strVal val="visible"/>
                                      </p:to>
                                    </p:set>
                                    <p:animEffect transition="in" filter="wipe(up)">
                                      <p:cBhvr>
                                        <p:cTn id="573" dur="500"/>
                                        <p:tgtEl>
                                          <p:spTgt spid="22">
                                            <p:bg/>
                                          </p:spTgt>
                                        </p:tgtEl>
                                      </p:cBhvr>
                                    </p:animEffect>
                                  </p:childTnLst>
                                </p:cTn>
                              </p:par>
                            </p:childTnLst>
                          </p:cTn>
                        </p:par>
                      </p:childTnLst>
                    </p:cTn>
                  </p:par>
                  <p:par>
                    <p:cTn id="574" fill="hold">
                      <p:stCondLst>
                        <p:cond delay="indefinite"/>
                      </p:stCondLst>
                      <p:childTnLst>
                        <p:par>
                          <p:cTn id="575" fill="hold">
                            <p:stCondLst>
                              <p:cond delay="0"/>
                            </p:stCondLst>
                            <p:childTnLst>
                              <p:par>
                                <p:cTn id="576" presetID="16" presetClass="exit" presetSubtype="21" fill="hold" nodeType="clickEffect">
                                  <p:stCondLst>
                                    <p:cond delay="0"/>
                                  </p:stCondLst>
                                  <p:childTnLst>
                                    <p:animEffect transition="out" filter="barn(inVertical)">
                                      <p:cBhvr>
                                        <p:cTn id="577" dur="500"/>
                                        <p:tgtEl>
                                          <p:spTgt spid="69"/>
                                        </p:tgtEl>
                                      </p:cBhvr>
                                    </p:animEffect>
                                    <p:set>
                                      <p:cBhvr>
                                        <p:cTn id="578" dur="1" fill="hold">
                                          <p:stCondLst>
                                            <p:cond delay="499"/>
                                          </p:stCondLst>
                                        </p:cTn>
                                        <p:tgtEl>
                                          <p:spTgt spid="69"/>
                                        </p:tgtEl>
                                        <p:attrNameLst>
                                          <p:attrName>style.visibility</p:attrName>
                                        </p:attrNameLst>
                                      </p:cBhvr>
                                      <p:to>
                                        <p:strVal val="hidden"/>
                                      </p:to>
                                    </p:set>
                                  </p:childTnLst>
                                </p:cTn>
                              </p:par>
                              <p:par>
                                <p:cTn id="579" presetID="16" presetClass="exit" presetSubtype="21" fill="hold" nodeType="withEffect">
                                  <p:stCondLst>
                                    <p:cond delay="0"/>
                                  </p:stCondLst>
                                  <p:childTnLst>
                                    <p:animEffect transition="out" filter="barn(inVertical)">
                                      <p:cBhvr>
                                        <p:cTn id="580" dur="500"/>
                                        <p:tgtEl>
                                          <p:spTgt spid="90"/>
                                        </p:tgtEl>
                                      </p:cBhvr>
                                    </p:animEffect>
                                    <p:set>
                                      <p:cBhvr>
                                        <p:cTn id="581" dur="1" fill="hold">
                                          <p:stCondLst>
                                            <p:cond delay="499"/>
                                          </p:stCondLst>
                                        </p:cTn>
                                        <p:tgtEl>
                                          <p:spTgt spid="90"/>
                                        </p:tgtEl>
                                        <p:attrNameLst>
                                          <p:attrName>style.visibility</p:attrName>
                                        </p:attrNameLst>
                                      </p:cBhvr>
                                      <p:to>
                                        <p:strVal val="hidden"/>
                                      </p:to>
                                    </p:set>
                                  </p:childTnLst>
                                </p:cTn>
                              </p:par>
                            </p:childTnLst>
                          </p:cTn>
                        </p:par>
                      </p:childTnLst>
                    </p:cTn>
                  </p:par>
                  <p:par>
                    <p:cTn id="582" fill="hold">
                      <p:stCondLst>
                        <p:cond delay="indefinite"/>
                      </p:stCondLst>
                      <p:childTnLst>
                        <p:par>
                          <p:cTn id="583" fill="hold">
                            <p:stCondLst>
                              <p:cond delay="0"/>
                            </p:stCondLst>
                            <p:childTnLst>
                              <p:par>
                                <p:cTn id="584" presetID="22" presetClass="entr" presetSubtype="1" fill="hold" grpId="0" nodeType="clickEffect">
                                  <p:stCondLst>
                                    <p:cond delay="0"/>
                                  </p:stCondLst>
                                  <p:childTnLst>
                                    <p:set>
                                      <p:cBhvr>
                                        <p:cTn id="585" dur="1" fill="hold">
                                          <p:stCondLst>
                                            <p:cond delay="0"/>
                                          </p:stCondLst>
                                        </p:cTn>
                                        <p:tgtEl>
                                          <p:spTgt spid="22">
                                            <p:txEl>
                                              <p:pRg st="4" end="4"/>
                                            </p:txEl>
                                          </p:spTgt>
                                        </p:tgtEl>
                                        <p:attrNameLst>
                                          <p:attrName>style.visibility</p:attrName>
                                        </p:attrNameLst>
                                      </p:cBhvr>
                                      <p:to>
                                        <p:strVal val="visible"/>
                                      </p:to>
                                    </p:set>
                                    <p:animEffect transition="in" filter="wipe(up)">
                                      <p:cBhvr>
                                        <p:cTn id="586" dur="500"/>
                                        <p:tgtEl>
                                          <p:spTgt spid="2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animBg="1"/>
      <p:bldP spid="5" grpId="0"/>
      <p:bldP spid="6" grpId="0" uiExpand="1" build="p" animBg="1"/>
      <p:bldP spid="7" grpId="0" uiExpand="1" build="p" animBg="1"/>
      <p:bldP spid="8" grpId="0" uiExpand="1" build="p" animBg="1"/>
      <p:bldP spid="9" grpId="0" uiExpand="1" animBg="1"/>
      <p:bldP spid="10" grpId="0" uiExpand="1" build="p" animBg="1"/>
      <p:bldP spid="11" grpId="0" build="p" animBg="1"/>
      <p:bldP spid="12" grpId="0" build="p" animBg="1"/>
      <p:bldP spid="13" grpId="0" animBg="1"/>
      <p:bldP spid="14" grpId="0" build="p" animBg="1"/>
      <p:bldP spid="15" grpId="0" build="p" animBg="1"/>
      <p:bldP spid="16" grpId="0" animBg="1"/>
      <p:bldP spid="17" grpId="0" build="p" animBg="1"/>
      <p:bldP spid="18" grpId="0" build="p" animBg="1"/>
      <p:bldP spid="19" grpId="0" uiExpand="1" animBg="1"/>
      <p:bldP spid="20" grpId="0" uiExpand="1" build="p" animBg="1"/>
      <p:bldP spid="21" grpId="0" uiExpand="1" animBg="1"/>
      <p:bldP spid="22" grpId="0" uiExpand="1" build="p" animBg="1"/>
      <p:bldP spid="28" grpId="0" animBg="1"/>
      <p:bldP spid="29" grpId="0" animBg="1"/>
      <p:bldP spid="34" grpId="0" animBg="1"/>
      <p:bldP spid="39" grpId="0" animBg="1"/>
      <p:bldP spid="40" grpId="0" animBg="1"/>
      <p:bldP spid="49" grpId="0" animBg="1"/>
      <p:bldP spid="50" grpId="0" animBg="1"/>
      <p:bldP spid="63" grpId="0" animBg="1"/>
      <p:bldP spid="64" grpId="0"/>
      <p:bldP spid="65" grpId="0"/>
      <p:bldP spid="97" grpId="0" animBg="1"/>
    </p:bld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Arial-Times New Roman">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Times New Roman" panose="02020603050405020304"/>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4186</TotalTime>
  <Words>13395</Words>
  <Application>Microsoft Office PowerPoint</Application>
  <PresentationFormat>宽屏</PresentationFormat>
  <Paragraphs>1591</Paragraphs>
  <Slides>24</Slides>
  <Notes>11</Notes>
  <HiddenSlides>0</HiddenSlides>
  <MMClips>0</MMClips>
  <ScaleCrop>false</ScaleCrop>
  <HeadingPairs>
    <vt:vector size="8" baseType="variant">
      <vt:variant>
        <vt:lpstr>已用的字体</vt:lpstr>
      </vt:variant>
      <vt:variant>
        <vt:i4>18</vt:i4>
      </vt:variant>
      <vt:variant>
        <vt:lpstr>主题</vt:lpstr>
      </vt:variant>
      <vt:variant>
        <vt:i4>1</vt:i4>
      </vt:variant>
      <vt:variant>
        <vt:lpstr>嵌入 OLE 服务器</vt:lpstr>
      </vt:variant>
      <vt:variant>
        <vt:i4>1</vt:i4>
      </vt:variant>
      <vt:variant>
        <vt:lpstr>幻灯片标题</vt:lpstr>
      </vt:variant>
      <vt:variant>
        <vt:i4>24</vt:i4>
      </vt:variant>
    </vt:vector>
  </HeadingPairs>
  <TitlesOfParts>
    <vt:vector size="44" baseType="lpstr">
      <vt:lpstr>等线</vt:lpstr>
      <vt:lpstr>黑体</vt:lpstr>
      <vt:lpstr>华文琥珀</vt:lpstr>
      <vt:lpstr>华文行楷</vt:lpstr>
      <vt:lpstr>楷体</vt:lpstr>
      <vt:lpstr>楷体_GB2312</vt:lpstr>
      <vt:lpstr>宋体</vt:lpstr>
      <vt:lpstr>微软雅黑</vt:lpstr>
      <vt:lpstr>Aptos</vt:lpstr>
      <vt:lpstr>Arial</vt:lpstr>
      <vt:lpstr>Arial Rounded MT Bold</vt:lpstr>
      <vt:lpstr>Calibri</vt:lpstr>
      <vt:lpstr>Cambria Math</vt:lpstr>
      <vt:lpstr>Consolas</vt:lpstr>
      <vt:lpstr>Courier New</vt:lpstr>
      <vt:lpstr>Symbol</vt:lpstr>
      <vt:lpstr>Times New Roman</vt:lpstr>
      <vt:lpstr>Wide Latin</vt:lpstr>
      <vt:lpstr>Office 主题​​</vt:lpstr>
      <vt:lpstr>Visio</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weimin wu</dc:creator>
  <cp:lastModifiedBy>weimin wu</cp:lastModifiedBy>
  <cp:revision>105</cp:revision>
  <dcterms:created xsi:type="dcterms:W3CDTF">2025-08-08T07:54:05Z</dcterms:created>
  <dcterms:modified xsi:type="dcterms:W3CDTF">2025-10-25T15:01:10Z</dcterms:modified>
</cp:coreProperties>
</file>